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ags/tag1.xml" ContentType="application/vnd.openxmlformats-officedocument.presentationml.tags+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3.xml" ContentType="application/vnd.openxmlformats-officedocument.theme+xml"/>
  <Override PartName="/ppt/tags/tag2.xml" ContentType="application/vnd.openxmlformats-officedocument.presentationml.tags+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4.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6" r:id="rId4"/>
    <p:sldMasterId id="2147483866" r:id="rId5"/>
    <p:sldMasterId id="2147483888" r:id="rId6"/>
    <p:sldMasterId id="2147483751" r:id="rId7"/>
  </p:sldMasterIdLst>
  <p:notesMasterIdLst>
    <p:notesMasterId r:id="rId56"/>
  </p:notesMasterIdLst>
  <p:sldIdLst>
    <p:sldId id="256" r:id="rId8"/>
    <p:sldId id="2147482459" r:id="rId9"/>
    <p:sldId id="2147482461" r:id="rId10"/>
    <p:sldId id="2147482460" r:id="rId11"/>
    <p:sldId id="2147482456" r:id="rId12"/>
    <p:sldId id="2147482454" r:id="rId13"/>
    <p:sldId id="2147482452" r:id="rId14"/>
    <p:sldId id="2147482379" r:id="rId15"/>
    <p:sldId id="2147482360" r:id="rId16"/>
    <p:sldId id="2147482407" r:id="rId17"/>
    <p:sldId id="2147482408" r:id="rId18"/>
    <p:sldId id="2147482410" r:id="rId19"/>
    <p:sldId id="2147482412" r:id="rId20"/>
    <p:sldId id="2147482415" r:id="rId21"/>
    <p:sldId id="2147482416" r:id="rId22"/>
    <p:sldId id="2147482417" r:id="rId23"/>
    <p:sldId id="2147482418" r:id="rId24"/>
    <p:sldId id="2147482428" r:id="rId25"/>
    <p:sldId id="2147482422" r:id="rId26"/>
    <p:sldId id="2147482423" r:id="rId27"/>
    <p:sldId id="2147482424" r:id="rId28"/>
    <p:sldId id="2147482425" r:id="rId29"/>
    <p:sldId id="2147482426" r:id="rId30"/>
    <p:sldId id="2147482427" r:id="rId31"/>
    <p:sldId id="2147482399" r:id="rId32"/>
    <p:sldId id="2147482429" r:id="rId33"/>
    <p:sldId id="2147482430" r:id="rId34"/>
    <p:sldId id="2147482431" r:id="rId35"/>
    <p:sldId id="2147482432" r:id="rId36"/>
    <p:sldId id="2147482433" r:id="rId37"/>
    <p:sldId id="2147482434" r:id="rId38"/>
    <p:sldId id="2147482435" r:id="rId39"/>
    <p:sldId id="2147482449" r:id="rId40"/>
    <p:sldId id="2147482400" r:id="rId41"/>
    <p:sldId id="2147482401" r:id="rId42"/>
    <p:sldId id="2147482402" r:id="rId43"/>
    <p:sldId id="2147482445" r:id="rId44"/>
    <p:sldId id="2147482439" r:id="rId45"/>
    <p:sldId id="2147480513" r:id="rId46"/>
    <p:sldId id="2147482441" r:id="rId47"/>
    <p:sldId id="2147482364" r:id="rId48"/>
    <p:sldId id="2147482446" r:id="rId49"/>
    <p:sldId id="2147482447" r:id="rId50"/>
    <p:sldId id="2147482372" r:id="rId51"/>
    <p:sldId id="2147482440" r:id="rId52"/>
    <p:sldId id="2147482448" r:id="rId53"/>
    <p:sldId id="2147482455" r:id="rId54"/>
    <p:sldId id="2147480522" r:id="rId5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13053D3B-78FE-48A0-93A4-19B998677AF4}">
          <p14:sldIdLst>
            <p14:sldId id="256"/>
            <p14:sldId id="2147482459"/>
            <p14:sldId id="2147482461"/>
            <p14:sldId id="2147482460"/>
            <p14:sldId id="2147482456"/>
            <p14:sldId id="2147482454"/>
            <p14:sldId id="2147482452"/>
            <p14:sldId id="2147482379"/>
            <p14:sldId id="2147482360"/>
            <p14:sldId id="2147482407"/>
            <p14:sldId id="2147482408"/>
            <p14:sldId id="2147482410"/>
            <p14:sldId id="2147482412"/>
            <p14:sldId id="2147482415"/>
            <p14:sldId id="2147482416"/>
            <p14:sldId id="2147482417"/>
            <p14:sldId id="2147482418"/>
            <p14:sldId id="2147482428"/>
            <p14:sldId id="2147482422"/>
            <p14:sldId id="2147482423"/>
            <p14:sldId id="2147482424"/>
            <p14:sldId id="2147482425"/>
            <p14:sldId id="2147482426"/>
            <p14:sldId id="2147482427"/>
            <p14:sldId id="2147482399"/>
            <p14:sldId id="2147482429"/>
            <p14:sldId id="2147482430"/>
            <p14:sldId id="2147482431"/>
            <p14:sldId id="2147482432"/>
            <p14:sldId id="2147482433"/>
            <p14:sldId id="2147482434"/>
            <p14:sldId id="2147482435"/>
            <p14:sldId id="2147482449"/>
            <p14:sldId id="2147482400"/>
            <p14:sldId id="2147482401"/>
            <p14:sldId id="2147482402"/>
            <p14:sldId id="2147482445"/>
            <p14:sldId id="2147482439"/>
            <p14:sldId id="2147480513"/>
            <p14:sldId id="2147482441"/>
            <p14:sldId id="2147482364"/>
            <p14:sldId id="2147482446"/>
            <p14:sldId id="2147482447"/>
            <p14:sldId id="2147482372"/>
            <p14:sldId id="2147482440"/>
            <p14:sldId id="2147482448"/>
            <p14:sldId id="2147482455"/>
            <p14:sldId id="214748052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AED1329-860A-62E3-281C-FB3BA4CFD3CE}" name="FERNETTE Gaëlle (SNCF CONSULTING)" initials="FC" userId="S::fgfe03841@commun.ad.sncf.fr::68c48933-a70b-4f7a-92a9-143485d6fdd9" providerId="AD"/>
  <p188:author id="{EC446E29-7BBC-20E7-420D-5CE230595EA6}" name="RAGEUL Caroline (SNCF CONSULTING)" initials="CR" userId="S::FCRL06242@COMMUN.AD.SNCF.FR::99c2e89e-bf39-4143-92cc-91520cba843f" providerId="AD"/>
  <p188:author id="{2CD2FECE-57E5-4BB3-D1C6-68CA6FCFA00B}" name="MOALIC Matéo (SNCF CONSULTING)" initials="MM" userId="S::FMMC04261@COMMUN.AD.SNCF.FR::d4e49094-1ccb-439f-9a74-5a0d19b50d91" providerId="AD"/>
  <p188:author id="{FB6538FE-7A06-376B-C6E9-148CB716ED0B}" name="FERNETTE Gaëlle (SNCF CONSULTING)" initials="GF" userId="S::FGFE03841@COMMUN.AD.SNCF.FR::68c48933-a70b-4f7a-92a9-143485d6fdd9"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5D64"/>
    <a:srgbClr val="009AA6"/>
    <a:srgbClr val="326B93"/>
    <a:srgbClr val="DC582A"/>
    <a:srgbClr val="59B7A1"/>
    <a:srgbClr val="1990D8"/>
    <a:srgbClr val="DAAA00"/>
    <a:srgbClr val="306A92"/>
    <a:srgbClr val="DFF1ED"/>
    <a:srgbClr val="C3E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23AF93-72E3-48FA-889A-FFB9DBCF95E8}" v="9041" dt="2026-07-31T08:09:19.746"/>
    <p1510:client id="{B86D84C6-E26B-43ED-92F7-5BFE7F66DE00}" v="6974" dt="2026-07-30T16:15:04.037"/>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736"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slide" Target="slides/slide48.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viewProps" Target="viewProps.xml"/><Relationship Id="rId5" Type="http://schemas.openxmlformats.org/officeDocument/2006/relationships/slideMaster" Target="slideMasters/slideMaster2.xml"/><Relationship Id="rId61" Type="http://schemas.microsoft.com/office/2015/10/relationships/revisionInfo" Target="revisionInfo.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notesMaster" Target="notesMasters/notesMaster1.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theme" Target="theme/theme1.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presProps" Target="presProps.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D96137-5438-4DCD-B013-B19C9203F50C}" type="datetimeFigureOut">
              <a:rPr lang="fr-FR" smtClean="0"/>
              <a:t>31/07/2026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F0DA2D-AFEE-48F4-A89A-B40E29BE4994}" type="slidenum">
              <a:rPr lang="fr-FR" smtClean="0"/>
              <a:t>‹N°›</a:t>
            </a:fld>
            <a:endParaRPr lang="fr-FR"/>
          </a:p>
        </p:txBody>
      </p:sp>
    </p:spTree>
    <p:extLst>
      <p:ext uri="{BB962C8B-B14F-4D97-AF65-F5344CB8AC3E}">
        <p14:creationId xmlns:p14="http://schemas.microsoft.com/office/powerpoint/2010/main" val="15935286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7009386E-7ADE-4413-BA4C-766B10EA57A4}" type="slidenum">
              <a:rPr lang="en-US" smtClean="0"/>
              <a:t>1</a:t>
            </a:fld>
            <a:endParaRPr lang="en-US"/>
          </a:p>
        </p:txBody>
      </p:sp>
    </p:spTree>
    <p:extLst>
      <p:ext uri="{BB962C8B-B14F-4D97-AF65-F5344CB8AC3E}">
        <p14:creationId xmlns:p14="http://schemas.microsoft.com/office/powerpoint/2010/main" val="30495839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61783-73DF-A9AB-1FC0-74E4FFEF9D1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54E42BB-A0CB-8A66-23DA-655C025783CF}"/>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3F5729C5-1165-B1BE-5FEE-E9AB53E4AA31}"/>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EBF26E25-43D1-9E3C-9C0A-0A0412AF26B1}"/>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21016096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A07BF-0A26-D10B-06BB-92EE996A12E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C228714-17E5-BC22-2BA0-708368A0072D}"/>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D31EFFD9-E029-49B4-B761-005BB4AF0A1E}"/>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1A543346-A172-9078-79C1-52357CBE0633}"/>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18241386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948A6-938B-D2B5-59EE-B51082577C1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3BE8691-D7E5-DB79-804B-1D8D6A9E23C8}"/>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463FF9AC-7FE1-044E-16E8-289A0ABFA092}"/>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D6BECA80-73EC-3781-7621-713D2436224B}"/>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33434537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AFEDB-7E00-030A-2FAC-39A65E41049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AC4C3A9-BCA6-6D86-0EFE-A758A24D8826}"/>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39BDDEF1-967D-8919-DBBC-CD89401DC391}"/>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359B5506-21F0-DAFC-D2A6-3DEA3920C7AD}"/>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29453021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91E98-6E95-DD4F-523E-F8D18663847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E00271B-2874-B1AB-695F-A99257B6FD44}"/>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B944310F-5160-35BE-7FA1-75ECF2FFC3DE}"/>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D1CC8ED9-8463-2390-D4EA-1E41B2F2C6DB}"/>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29179541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99E41-065A-CDB1-4152-7E67B3BDCF4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B34A087-1D4D-BB36-AA54-84E9166F1A8D}"/>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95719080-C286-A2F0-53F8-BC7F92BE882D}"/>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DA7AC88F-9F13-D05E-98E5-E7E53E993EF6}"/>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12789099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0BC38-3DF9-0879-FD23-D50293F956A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6F8B70C-6141-08CD-5274-6FD6DD780B21}"/>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44EBEBBC-0BC6-9DD6-7D70-72A316A4DAD5}"/>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38775487-DE6A-5253-019A-76DACC89BA29}"/>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29086543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D2DE5-2B07-C966-1DEE-9E3E3B9C80F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1DB3A6A-ED51-6F61-A312-DC7DF6D140FF}"/>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01A7FC84-1844-74C5-2AC4-8015709E1576}"/>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7375A6D1-AEB0-7162-F184-F4B90CE7909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12281587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CCD48-3C66-3718-61E0-74E731E5C07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80DBFE5-56E5-5661-2949-FF63DD5869A3}"/>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00D9B60C-4A02-3D28-3C41-1ECD987B004B}"/>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97B888FB-E8B1-2EAE-360D-2C1B0E0F0856}"/>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27029265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0D499-3285-8ADF-25A6-64D63F113ED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279CC16-3B61-46B9-6B84-FFD3F689236C}"/>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AF3E79EC-F618-1811-BEF4-1462D7F18F5C}"/>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16F4A538-48BF-68DB-F49E-AD05EAF52A8A}"/>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2193796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0A25B-12F2-4055-909E-2D52B0979AF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EE8D438-7F54-8353-C50B-9507EF1CC478}"/>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D170E859-A2FD-E997-4F8B-4D9F4CAA7E94}"/>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888CEACA-3CC5-2164-1241-F82412C1F989}"/>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2273659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9CA88-C0EC-72FC-02E8-E05178E5319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9994AD3-C6FC-A065-B954-D14CC269E5BE}"/>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00A5C7B4-309D-A107-2F1B-570625857A4D}"/>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30BE83F3-4A5F-B292-8E9E-891513198A48}"/>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28727863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AA73B-8266-A118-9661-3E11274A476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C017C9F-1CBE-83FE-5AD2-D838E61B970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2AB009F3-D582-0094-1230-A10B54ACEFE4}"/>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B3984D97-2215-73A6-4A47-88818E100CC8}"/>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22315407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6BD39-C580-6A31-273E-E5DDBF1F57C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E8A184C-274D-027A-38F9-B77F606C671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ECCD342E-20F9-6D14-7E6E-9AC5F8970F48}"/>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0E44C467-6AE7-28B1-ADAA-05057FEE51B3}"/>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9371252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102A8-837A-C020-8668-C6AAC5A461D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14E3954-1189-8FE6-816C-D1520D71EFA3}"/>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A1C42116-AAF9-CE7F-20EE-BF34B0533812}"/>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561CBE99-C60D-6694-A615-E4597676D5E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23604120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DEA1A-7649-894B-AFB3-AA8A372DF12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1DA5D80-5A31-7826-2F67-989997DB94DC}"/>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AB936188-6E6D-F8A0-84D7-B4F6104F8ADD}"/>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A99C1AF9-9560-94A3-F10D-94E724B7175B}"/>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21798442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D6AD0-468D-C5EB-CD6A-B7E3AECAA6B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EEED742-3895-31D1-3706-B7BF86DAB9E1}"/>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795C3F60-532F-62E6-8253-1B44CD001648}"/>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4FE22451-F36A-7F15-546D-69429435111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41443353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12151-9D1A-C160-50A8-AD1BBC7F205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E390B7D-5CAB-D612-B786-0DA179F06B27}"/>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762405C3-611D-5102-6D56-73DCC7D407AE}"/>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3B8B0252-6497-85DC-0D31-0394DB322341}"/>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5428663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E6BAE-EA07-3723-990E-3D91C377805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40A81F9-0594-097C-BA30-82BE838AE0F9}"/>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56273A9D-7E09-77E2-6E7D-109893F3B3DA}"/>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9A3969A8-E353-5040-1CBE-8302127977D8}"/>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26527786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38CDA-3849-FC56-F979-8476DD9FCF3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5146E33-4D81-175F-B57D-3938CC5BF59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939A5AE4-2102-125A-06B5-6C865D32C8D4}"/>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C9FDD8E5-CE93-45D4-3FD9-D827FA96F6EE}"/>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30424003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31736-19BE-8C3B-633B-C065308D878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22761C9-9655-8AA3-E269-4E408A788C4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E365854F-8669-0C49-5CA6-03DC5B7CD0F4}"/>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4238C4B5-C3AF-4492-09C1-A5E446205700}"/>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36758602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4D1EC-2B72-CD44-7967-1705FF09376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E3B5EA8-AB65-9DDB-4520-CFA8DF8659DE}"/>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E1B39C05-06A9-60B4-76B5-61B1976EABF5}"/>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E64098C6-0C45-F5E9-EF52-C70580FD21D4}"/>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21982389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D2F20-ED0D-009A-7062-3055217FD4A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8963452-7277-F542-F651-BE6850CDC221}"/>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00D31C43-8798-3282-947E-4B0BE4777F2E}"/>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A2E89869-D575-826A-72CB-9E138B9FDD2F}"/>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6284414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75518-968A-2059-A167-E167D7E1173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C5F505A-F30E-A743-3D65-B26057361B4F}"/>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FF68E310-84C1-AC99-2240-6FA87A15E459}"/>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930B2211-BCD3-0EA9-CEAA-64B0735649A3}"/>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24872225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BA13B-E7D1-774D-773C-97333C6C84A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C6121FA-4E41-0CDA-9511-CDBD3AC0A7E3}"/>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031085E7-E6EB-856E-BE0B-10DA028E3A56}"/>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FBDB1400-E78F-3D23-9C48-7FF282A4D50D}"/>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6236419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4CD27-40FD-5F53-97DA-C101508EB0A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3382E37-47F6-56B9-492D-4CD19BD957DE}"/>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93166039-97CB-36D7-5A2E-28C1133ADA43}"/>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648D813A-4A12-DEFB-18D1-F3BF68DDE6A4}"/>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17642486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5E343-4C95-58B5-95E5-1F57EDE6DEB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56CDB9B-67D9-AEDD-473B-051F19574826}"/>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8BD62393-85D6-E4D6-9B1A-D35DC380E336}"/>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D83BE10C-3C69-9504-3856-B78B30E5959E}"/>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26542079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8F4C7-8BDD-BD9D-E71F-1E9726764FD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A9319E7-6721-E7C4-8258-A213D641C73E}"/>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709A74E6-7675-5D27-D0C7-C3C888E93FEF}"/>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AD4FE4F0-49EC-7463-632F-9EDAD9E8781D}"/>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68526181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2ECAD-BF93-F275-0573-95DACF90732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4C07EA3-A280-1CE0-E36F-D01306206999}"/>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AB62C9DC-D4BE-AFF7-5D0E-57AC73129758}"/>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4D41EFA6-6EE2-C335-866F-8A6210A1B6E1}"/>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18108262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6294C-AC22-39AF-593A-93F6F6E1938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B746D2B-A88C-1D56-EB7E-25BBAC56E49A}"/>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6E7A8623-954B-44E3-2E3B-CA92D48A3F14}"/>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AC250446-CC96-41E7-237B-24A448166EC8}"/>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6747951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EB184-6CDA-C8C3-D234-72F202990BF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FE39FE2-0EE6-41AC-9640-A0BD9CA8AE46}"/>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9F3A3C68-F72B-6554-C920-019AD466A2B8}"/>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E8B82B15-C489-EF57-7DCC-D3BC0898122E}"/>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271229667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45E02-F391-3E63-1FCC-C8B71F15898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D9CC8C3-EDCA-7DC1-1BB5-B7F67CDCFD7E}"/>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6CFB6C4F-2E41-7032-A65E-A71046821F4A}"/>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86C217C9-05B4-E084-887E-1EF0DA01BCEB}"/>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33</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151527888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0FEF2-4B38-43C8-6909-670CDE7B38B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F66384C-69D7-5BF0-5B3E-0FF34068C4C3}"/>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16789AB3-42F2-2CCE-7E01-0D7BA58E8CB5}"/>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C08CC1E8-2656-804C-DFA6-5087CEEA5744}"/>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34</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17049886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C66AC-B7B7-BBA3-6118-B20234B6094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8E8C1D1-64B5-9F82-29E0-436C328E4922}"/>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2A2FB456-5311-FFC4-631D-1D03A463C17F}"/>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1CF4D02C-AD0F-8565-89EE-55EFAE31A4E7}"/>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35</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123331381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C3461-6A06-DA6A-E6DC-312E174EDAD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A84468C-D83D-7EB5-DFBE-CE19E43EF98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E9ABB9A0-E19B-FAD4-98F6-5FBDA616BFC7}"/>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A0D886C5-6819-CCC6-18F8-B942BDA57B41}"/>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36</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36784487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5DA86-7AA7-5297-683F-97215211C4B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8B65F8C-A662-E98F-0014-D4D0B0651CC6}"/>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26ACA24E-FCE4-7BFA-0A29-CCCFF8A8F559}"/>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73BD7E23-3AD1-25EF-59D3-AD71150F7E5A}"/>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37</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214628215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e la date 3"/>
          <p:cNvSpPr>
            <a:spLocks noGrp="1"/>
          </p:cNvSpPr>
          <p:nvPr>
            <p:ph type="dt" idx="1"/>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9F0630E8-19FF-480C-B888-0EC22DD098E3}" type="datetime4">
              <a:rPr kumimoji="0" lang="fr-FR" sz="1200" b="0" i="0" u="none" strike="noStrike" kern="1200" cap="none" spc="0" normalizeH="0" baseline="0" noProof="0" smtClean="0">
                <a:ln>
                  <a:noFill/>
                </a:ln>
                <a:solidFill>
                  <a:prstClr val="black"/>
                </a:solidFill>
                <a:effectLst/>
                <a:uLnTx/>
                <a:uFillTx/>
                <a:latin typeface="Avenir LT Std 45 Book" panose="020B0502020203020204"/>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31 juillet 2026</a:t>
            </a:fld>
            <a:endParaRPr kumimoji="0" lang="fr-FR" sz="1200" b="0" i="0" u="none" strike="noStrike" kern="1200" cap="none" spc="0" normalizeH="0" baseline="0" noProof="0">
              <a:ln>
                <a:noFill/>
              </a:ln>
              <a:solidFill>
                <a:prstClr val="black"/>
              </a:solidFill>
              <a:effectLst/>
              <a:uLnTx/>
              <a:uFillTx/>
              <a:latin typeface="Avenir LT Std 45 Book" panose="020B0502020203020204"/>
              <a:ea typeface="+mn-ea"/>
              <a:cs typeface="+mn-cs"/>
            </a:endParaRPr>
          </a:p>
        </p:txBody>
      </p:sp>
      <p:sp>
        <p:nvSpPr>
          <p:cNvPr id="5" name="Espace réservé du pied de page 4"/>
          <p:cNvSpPr>
            <a:spLocks noGrp="1"/>
          </p:cNvSpPr>
          <p:nvPr>
            <p:ph type="ftr" sz="quarter" idx="4"/>
          </p:nvPr>
        </p:nvSpPr>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Avenir LT Std 45 Book" panose="020B0502020203020204"/>
                <a:ea typeface="+mn-ea"/>
                <a:cs typeface="+mn-cs"/>
              </a:rPr>
              <a:t>Nom de la direction / Émetteur</a:t>
            </a:r>
          </a:p>
        </p:txBody>
      </p:sp>
      <p:sp>
        <p:nvSpPr>
          <p:cNvPr id="6" name="Espace réservé du numéro de diapositive 5"/>
          <p:cNvSpPr>
            <a:spLocks noGrp="1"/>
          </p:cNvSpPr>
          <p:nvPr>
            <p:ph type="sldNum" sz="quarter" idx="5"/>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009386E-7ADE-4413-BA4C-766B10EA57A4}" type="slidenum">
              <a:rPr kumimoji="0" lang="fr-FR" sz="1200" b="0" i="0" u="none" strike="noStrike" kern="1200" cap="none" spc="0" normalizeH="0" baseline="0" noProof="0" smtClean="0">
                <a:ln>
                  <a:noFill/>
                </a:ln>
                <a:solidFill>
                  <a:prstClr val="black"/>
                </a:solidFill>
                <a:effectLst/>
                <a:uLnTx/>
                <a:uFillTx/>
                <a:latin typeface="Avenir LT Std 45 Book" panose="020B0502020203020204"/>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39</a:t>
            </a:fld>
            <a:endParaRPr kumimoji="0" lang="fr-FR" sz="1200" b="0" i="0" u="none" strike="noStrike" kern="1200" cap="none" spc="0" normalizeH="0" baseline="0" noProof="0">
              <a:ln>
                <a:noFill/>
              </a:ln>
              <a:solidFill>
                <a:prstClr val="black"/>
              </a:solidFill>
              <a:effectLst/>
              <a:uLnTx/>
              <a:uFillTx/>
              <a:latin typeface="Avenir LT Std 45 Book" panose="020B0502020203020204"/>
              <a:ea typeface="+mn-ea"/>
              <a:cs typeface="+mn-cs"/>
            </a:endParaRPr>
          </a:p>
        </p:txBody>
      </p:sp>
    </p:spTree>
    <p:extLst>
      <p:ext uri="{BB962C8B-B14F-4D97-AF65-F5344CB8AC3E}">
        <p14:creationId xmlns:p14="http://schemas.microsoft.com/office/powerpoint/2010/main" val="311244104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9E728-3915-675B-9C09-7097DDA6C32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F0DE45F-EAD4-3730-18BD-57FDF551A3F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100AA80-2739-F6E4-EBE2-BE256180C001}"/>
              </a:ext>
            </a:extLst>
          </p:cNvPr>
          <p:cNvSpPr>
            <a:spLocks noGrp="1"/>
          </p:cNvSpPr>
          <p:nvPr>
            <p:ph type="body" idx="1"/>
          </p:nvPr>
        </p:nvSpPr>
        <p:spPr/>
        <p:txBody>
          <a:bodyPr/>
          <a:lstStyle/>
          <a:p>
            <a:endParaRPr lang="fr-FR"/>
          </a:p>
        </p:txBody>
      </p:sp>
      <p:sp>
        <p:nvSpPr>
          <p:cNvPr id="4" name="Espace réservé de la date 3">
            <a:extLst>
              <a:ext uri="{FF2B5EF4-FFF2-40B4-BE49-F238E27FC236}">
                <a16:creationId xmlns:a16="http://schemas.microsoft.com/office/drawing/2014/main" id="{95BBE5DF-3BE8-043C-41E3-EA22D1F2B78C}"/>
              </a:ext>
            </a:extLst>
          </p:cNvPr>
          <p:cNvSpPr>
            <a:spLocks noGrp="1"/>
          </p:cNvSpPr>
          <p:nvPr>
            <p:ph type="dt" idx="1"/>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9F0630E8-19FF-480C-B888-0EC22DD098E3}" type="datetime4">
              <a:rPr kumimoji="0" lang="fr-FR" sz="1200" b="0" i="0" u="none" strike="noStrike" kern="1200" cap="none" spc="0" normalizeH="0" baseline="0" noProof="0" smtClean="0">
                <a:ln>
                  <a:noFill/>
                </a:ln>
                <a:solidFill>
                  <a:prstClr val="black"/>
                </a:solidFill>
                <a:effectLst/>
                <a:uLnTx/>
                <a:uFillTx/>
                <a:latin typeface="Avenir LT Std 45 Book" panose="020B0502020203020204"/>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31 juillet 2026</a:t>
            </a:fld>
            <a:endParaRPr kumimoji="0" lang="fr-FR" sz="1200" b="0" i="0" u="none" strike="noStrike" kern="1200" cap="none" spc="0" normalizeH="0" baseline="0" noProof="0">
              <a:ln>
                <a:noFill/>
              </a:ln>
              <a:solidFill>
                <a:prstClr val="black"/>
              </a:solidFill>
              <a:effectLst/>
              <a:uLnTx/>
              <a:uFillTx/>
              <a:latin typeface="Avenir LT Std 45 Book" panose="020B0502020203020204"/>
              <a:ea typeface="+mn-ea"/>
              <a:cs typeface="+mn-cs"/>
            </a:endParaRPr>
          </a:p>
        </p:txBody>
      </p:sp>
      <p:sp>
        <p:nvSpPr>
          <p:cNvPr id="5" name="Espace réservé du pied de page 4">
            <a:extLst>
              <a:ext uri="{FF2B5EF4-FFF2-40B4-BE49-F238E27FC236}">
                <a16:creationId xmlns:a16="http://schemas.microsoft.com/office/drawing/2014/main" id="{DF691538-55A2-6761-7064-969C57EE8C24}"/>
              </a:ext>
            </a:extLst>
          </p:cNvPr>
          <p:cNvSpPr>
            <a:spLocks noGrp="1"/>
          </p:cNvSpPr>
          <p:nvPr>
            <p:ph type="ftr" sz="quarter" idx="4"/>
          </p:nvPr>
        </p:nvSpPr>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Avenir LT Std 45 Book" panose="020B0502020203020204"/>
                <a:ea typeface="+mn-ea"/>
                <a:cs typeface="+mn-cs"/>
              </a:rPr>
              <a:t>Nom de la direction / Émetteur</a:t>
            </a:r>
          </a:p>
        </p:txBody>
      </p:sp>
      <p:sp>
        <p:nvSpPr>
          <p:cNvPr id="6" name="Espace réservé du numéro de diapositive 5">
            <a:extLst>
              <a:ext uri="{FF2B5EF4-FFF2-40B4-BE49-F238E27FC236}">
                <a16:creationId xmlns:a16="http://schemas.microsoft.com/office/drawing/2014/main" id="{BEB82431-C620-2F9E-EE46-49EAD28DB11E}"/>
              </a:ext>
            </a:extLst>
          </p:cNvPr>
          <p:cNvSpPr>
            <a:spLocks noGrp="1"/>
          </p:cNvSpPr>
          <p:nvPr>
            <p:ph type="sldNum" sz="quarter" idx="5"/>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009386E-7ADE-4413-BA4C-766B10EA57A4}" type="slidenum">
              <a:rPr kumimoji="0" lang="fr-FR" sz="1200" b="0" i="0" u="none" strike="noStrike" kern="1200" cap="none" spc="0" normalizeH="0" baseline="0" noProof="0" smtClean="0">
                <a:ln>
                  <a:noFill/>
                </a:ln>
                <a:solidFill>
                  <a:prstClr val="black"/>
                </a:solidFill>
                <a:effectLst/>
                <a:uLnTx/>
                <a:uFillTx/>
                <a:latin typeface="Avenir LT Std 45 Book" panose="020B0502020203020204"/>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40</a:t>
            </a:fld>
            <a:endParaRPr kumimoji="0" lang="fr-FR" sz="1200" b="0" i="0" u="none" strike="noStrike" kern="1200" cap="none" spc="0" normalizeH="0" baseline="0" noProof="0">
              <a:ln>
                <a:noFill/>
              </a:ln>
              <a:solidFill>
                <a:prstClr val="black"/>
              </a:solidFill>
              <a:effectLst/>
              <a:uLnTx/>
              <a:uFillTx/>
              <a:latin typeface="Avenir LT Std 45 Book" panose="020B0502020203020204"/>
              <a:ea typeface="+mn-ea"/>
              <a:cs typeface="+mn-cs"/>
            </a:endParaRPr>
          </a:p>
        </p:txBody>
      </p:sp>
    </p:spTree>
    <p:extLst>
      <p:ext uri="{BB962C8B-B14F-4D97-AF65-F5344CB8AC3E}">
        <p14:creationId xmlns:p14="http://schemas.microsoft.com/office/powerpoint/2010/main" val="248717405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F0DA2D-AFEE-48F4-A89A-B40E29BE4994}" type="slidenum">
              <a:rPr kumimoji="0" lang="fr-F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fr-F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8950066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2D12E-AFD3-47DB-9C5E-9E91E342D0B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40DE6CA-B10F-F228-5918-58E123F4BD2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1A723BC-B01D-AEEE-FEB8-EF043404F2CA}"/>
              </a:ext>
            </a:extLst>
          </p:cNvPr>
          <p:cNvSpPr>
            <a:spLocks noGrp="1"/>
          </p:cNvSpPr>
          <p:nvPr>
            <p:ph type="body" idx="1"/>
          </p:nvPr>
        </p:nvSpPr>
        <p:spPr/>
        <p:txBody>
          <a:bodyPr/>
          <a:lstStyle/>
          <a:p>
            <a:endParaRPr lang="fr-FR"/>
          </a:p>
        </p:txBody>
      </p:sp>
      <p:sp>
        <p:nvSpPr>
          <p:cNvPr id="4" name="Espace réservé de la date 3">
            <a:extLst>
              <a:ext uri="{FF2B5EF4-FFF2-40B4-BE49-F238E27FC236}">
                <a16:creationId xmlns:a16="http://schemas.microsoft.com/office/drawing/2014/main" id="{194E1A73-37A2-82A6-A4CE-E2BC27145F44}"/>
              </a:ext>
            </a:extLst>
          </p:cNvPr>
          <p:cNvSpPr>
            <a:spLocks noGrp="1"/>
          </p:cNvSpPr>
          <p:nvPr>
            <p:ph type="dt" idx="1"/>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9F0630E8-19FF-480C-B888-0EC22DD098E3}" type="datetime4">
              <a:rPr kumimoji="0" lang="fr-FR" sz="1200" b="0" i="0" u="none" strike="noStrike" kern="1200" cap="none" spc="0" normalizeH="0" baseline="0" noProof="0" smtClean="0">
                <a:ln>
                  <a:noFill/>
                </a:ln>
                <a:solidFill>
                  <a:prstClr val="black"/>
                </a:solidFill>
                <a:effectLst/>
                <a:uLnTx/>
                <a:uFillTx/>
                <a:latin typeface="Avenir LT Std 45 Book" panose="020B0502020203020204"/>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31 juillet 2026</a:t>
            </a:fld>
            <a:endParaRPr kumimoji="0" lang="fr-FR" sz="1200" b="0" i="0" u="none" strike="noStrike" kern="1200" cap="none" spc="0" normalizeH="0" baseline="0" noProof="0">
              <a:ln>
                <a:noFill/>
              </a:ln>
              <a:solidFill>
                <a:prstClr val="black"/>
              </a:solidFill>
              <a:effectLst/>
              <a:uLnTx/>
              <a:uFillTx/>
              <a:latin typeface="Avenir LT Std 45 Book" panose="020B0502020203020204"/>
              <a:ea typeface="+mn-ea"/>
              <a:cs typeface="+mn-cs"/>
            </a:endParaRPr>
          </a:p>
        </p:txBody>
      </p:sp>
      <p:sp>
        <p:nvSpPr>
          <p:cNvPr id="5" name="Espace réservé du pied de page 4">
            <a:extLst>
              <a:ext uri="{FF2B5EF4-FFF2-40B4-BE49-F238E27FC236}">
                <a16:creationId xmlns:a16="http://schemas.microsoft.com/office/drawing/2014/main" id="{DC3B2891-1AA7-D9FD-07AD-D03AA123550F}"/>
              </a:ext>
            </a:extLst>
          </p:cNvPr>
          <p:cNvSpPr>
            <a:spLocks noGrp="1"/>
          </p:cNvSpPr>
          <p:nvPr>
            <p:ph type="ftr" sz="quarter" idx="4"/>
          </p:nvPr>
        </p:nvSpPr>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Avenir LT Std 45 Book" panose="020B0502020203020204"/>
                <a:ea typeface="+mn-ea"/>
                <a:cs typeface="+mn-cs"/>
              </a:rPr>
              <a:t>Nom de la direction / Émetteur</a:t>
            </a:r>
          </a:p>
        </p:txBody>
      </p:sp>
      <p:sp>
        <p:nvSpPr>
          <p:cNvPr id="6" name="Espace réservé du numéro de diapositive 5">
            <a:extLst>
              <a:ext uri="{FF2B5EF4-FFF2-40B4-BE49-F238E27FC236}">
                <a16:creationId xmlns:a16="http://schemas.microsoft.com/office/drawing/2014/main" id="{DAC229A5-51F0-368B-69D9-7D888E7A9CA5}"/>
              </a:ext>
            </a:extLst>
          </p:cNvPr>
          <p:cNvSpPr>
            <a:spLocks noGrp="1"/>
          </p:cNvSpPr>
          <p:nvPr>
            <p:ph type="sldNum" sz="quarter" idx="5"/>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009386E-7ADE-4413-BA4C-766B10EA57A4}" type="slidenum">
              <a:rPr kumimoji="0" lang="fr-FR" sz="1200" b="0" i="0" u="none" strike="noStrike" kern="1200" cap="none" spc="0" normalizeH="0" baseline="0" noProof="0" smtClean="0">
                <a:ln>
                  <a:noFill/>
                </a:ln>
                <a:solidFill>
                  <a:prstClr val="black"/>
                </a:solidFill>
                <a:effectLst/>
                <a:uLnTx/>
                <a:uFillTx/>
                <a:latin typeface="Avenir LT Std 45 Book" panose="020B0502020203020204"/>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42</a:t>
            </a:fld>
            <a:endParaRPr kumimoji="0" lang="fr-FR" sz="1200" b="0" i="0" u="none" strike="noStrike" kern="1200" cap="none" spc="0" normalizeH="0" baseline="0" noProof="0">
              <a:ln>
                <a:noFill/>
              </a:ln>
              <a:solidFill>
                <a:prstClr val="black"/>
              </a:solidFill>
              <a:effectLst/>
              <a:uLnTx/>
              <a:uFillTx/>
              <a:latin typeface="Avenir LT Std 45 Book" panose="020B0502020203020204"/>
              <a:ea typeface="+mn-ea"/>
              <a:cs typeface="+mn-cs"/>
            </a:endParaRPr>
          </a:p>
        </p:txBody>
      </p:sp>
    </p:spTree>
    <p:extLst>
      <p:ext uri="{BB962C8B-B14F-4D97-AF65-F5344CB8AC3E}">
        <p14:creationId xmlns:p14="http://schemas.microsoft.com/office/powerpoint/2010/main" val="167772035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3911F-E71E-F645-0A96-7010937E075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674B569-EECE-207B-0FD3-50D4F4C8B14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E840488-CC2B-ABA0-FEA7-49844026046A}"/>
              </a:ext>
            </a:extLst>
          </p:cNvPr>
          <p:cNvSpPr>
            <a:spLocks noGrp="1"/>
          </p:cNvSpPr>
          <p:nvPr>
            <p:ph type="body" idx="1"/>
          </p:nvPr>
        </p:nvSpPr>
        <p:spPr/>
        <p:txBody>
          <a:bodyPr/>
          <a:lstStyle/>
          <a:p>
            <a:endParaRPr lang="fr-FR"/>
          </a:p>
        </p:txBody>
      </p:sp>
      <p:sp>
        <p:nvSpPr>
          <p:cNvPr id="4" name="Espace réservé de la date 3">
            <a:extLst>
              <a:ext uri="{FF2B5EF4-FFF2-40B4-BE49-F238E27FC236}">
                <a16:creationId xmlns:a16="http://schemas.microsoft.com/office/drawing/2014/main" id="{266F65AB-0EF0-DAF4-E1BC-8E8F669D7894}"/>
              </a:ext>
            </a:extLst>
          </p:cNvPr>
          <p:cNvSpPr>
            <a:spLocks noGrp="1"/>
          </p:cNvSpPr>
          <p:nvPr>
            <p:ph type="dt" idx="1"/>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9F0630E8-19FF-480C-B888-0EC22DD098E3}" type="datetime4">
              <a:rPr kumimoji="0" lang="fr-FR" sz="1200" b="0" i="0" u="none" strike="noStrike" kern="1200" cap="none" spc="0" normalizeH="0" baseline="0" noProof="0" smtClean="0">
                <a:ln>
                  <a:noFill/>
                </a:ln>
                <a:solidFill>
                  <a:prstClr val="black"/>
                </a:solidFill>
                <a:effectLst/>
                <a:uLnTx/>
                <a:uFillTx/>
                <a:latin typeface="Avenir LT Std 45 Book" panose="020B0502020203020204"/>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31 juillet 2026</a:t>
            </a:fld>
            <a:endParaRPr kumimoji="0" lang="fr-FR" sz="1200" b="0" i="0" u="none" strike="noStrike" kern="1200" cap="none" spc="0" normalizeH="0" baseline="0" noProof="0">
              <a:ln>
                <a:noFill/>
              </a:ln>
              <a:solidFill>
                <a:prstClr val="black"/>
              </a:solidFill>
              <a:effectLst/>
              <a:uLnTx/>
              <a:uFillTx/>
              <a:latin typeface="Avenir LT Std 45 Book" panose="020B0502020203020204"/>
              <a:ea typeface="+mn-ea"/>
              <a:cs typeface="+mn-cs"/>
            </a:endParaRPr>
          </a:p>
        </p:txBody>
      </p:sp>
      <p:sp>
        <p:nvSpPr>
          <p:cNvPr id="5" name="Espace réservé du pied de page 4">
            <a:extLst>
              <a:ext uri="{FF2B5EF4-FFF2-40B4-BE49-F238E27FC236}">
                <a16:creationId xmlns:a16="http://schemas.microsoft.com/office/drawing/2014/main" id="{C9FFC399-427C-069E-7F56-F56B76970942}"/>
              </a:ext>
            </a:extLst>
          </p:cNvPr>
          <p:cNvSpPr>
            <a:spLocks noGrp="1"/>
          </p:cNvSpPr>
          <p:nvPr>
            <p:ph type="ftr" sz="quarter" idx="4"/>
          </p:nvPr>
        </p:nvSpPr>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Avenir LT Std 45 Book" panose="020B0502020203020204"/>
                <a:ea typeface="+mn-ea"/>
                <a:cs typeface="+mn-cs"/>
              </a:rPr>
              <a:t>Nom de la direction / Émetteur</a:t>
            </a:r>
          </a:p>
        </p:txBody>
      </p:sp>
      <p:sp>
        <p:nvSpPr>
          <p:cNvPr id="6" name="Espace réservé du numéro de diapositive 5">
            <a:extLst>
              <a:ext uri="{FF2B5EF4-FFF2-40B4-BE49-F238E27FC236}">
                <a16:creationId xmlns:a16="http://schemas.microsoft.com/office/drawing/2014/main" id="{011E9DA9-3EC3-70D4-42BE-A967AEAF98AA}"/>
              </a:ext>
            </a:extLst>
          </p:cNvPr>
          <p:cNvSpPr>
            <a:spLocks noGrp="1"/>
          </p:cNvSpPr>
          <p:nvPr>
            <p:ph type="sldNum" sz="quarter" idx="5"/>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009386E-7ADE-4413-BA4C-766B10EA57A4}" type="slidenum">
              <a:rPr kumimoji="0" lang="fr-FR" sz="1200" b="0" i="0" u="none" strike="noStrike" kern="1200" cap="none" spc="0" normalizeH="0" baseline="0" noProof="0" smtClean="0">
                <a:ln>
                  <a:noFill/>
                </a:ln>
                <a:solidFill>
                  <a:prstClr val="black"/>
                </a:solidFill>
                <a:effectLst/>
                <a:uLnTx/>
                <a:uFillTx/>
                <a:latin typeface="Avenir LT Std 45 Book" panose="020B0502020203020204"/>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43</a:t>
            </a:fld>
            <a:endParaRPr kumimoji="0" lang="fr-FR" sz="1200" b="0" i="0" u="none" strike="noStrike" kern="1200" cap="none" spc="0" normalizeH="0" baseline="0" noProof="0">
              <a:ln>
                <a:noFill/>
              </a:ln>
              <a:solidFill>
                <a:prstClr val="black"/>
              </a:solidFill>
              <a:effectLst/>
              <a:uLnTx/>
              <a:uFillTx/>
              <a:latin typeface="Avenir LT Std 45 Book" panose="020B0502020203020204"/>
              <a:ea typeface="+mn-ea"/>
              <a:cs typeface="+mn-cs"/>
            </a:endParaRPr>
          </a:p>
        </p:txBody>
      </p:sp>
    </p:spTree>
    <p:extLst>
      <p:ext uri="{BB962C8B-B14F-4D97-AF65-F5344CB8AC3E}">
        <p14:creationId xmlns:p14="http://schemas.microsoft.com/office/powerpoint/2010/main" val="166539724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DF6DD-01CB-D5C7-B5FD-5C6D3E5C57A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CABBB44-BF4F-ACCE-D4AE-00956B3003D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BF6C512-F995-76EC-78B3-178D8A3C3DFC}"/>
              </a:ext>
            </a:extLst>
          </p:cNvPr>
          <p:cNvSpPr>
            <a:spLocks noGrp="1"/>
          </p:cNvSpPr>
          <p:nvPr>
            <p:ph type="body" idx="1"/>
          </p:nvPr>
        </p:nvSpPr>
        <p:spPr/>
        <p:txBody>
          <a:bodyPr/>
          <a:lstStyle/>
          <a:p>
            <a:endParaRPr lang="fr-FR"/>
          </a:p>
        </p:txBody>
      </p:sp>
      <p:sp>
        <p:nvSpPr>
          <p:cNvPr id="4" name="Espace réservé de la date 3">
            <a:extLst>
              <a:ext uri="{FF2B5EF4-FFF2-40B4-BE49-F238E27FC236}">
                <a16:creationId xmlns:a16="http://schemas.microsoft.com/office/drawing/2014/main" id="{1625233B-40A3-ADDA-EEEB-373BAE0CCD0D}"/>
              </a:ext>
            </a:extLst>
          </p:cNvPr>
          <p:cNvSpPr>
            <a:spLocks noGrp="1"/>
          </p:cNvSpPr>
          <p:nvPr>
            <p:ph type="dt" idx="1"/>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9F0630E8-19FF-480C-B888-0EC22DD098E3}" type="datetime4">
              <a:rPr kumimoji="0" lang="fr-FR" sz="1200" b="0" i="0" u="none" strike="noStrike" kern="1200" cap="none" spc="0" normalizeH="0" baseline="0" noProof="0" smtClean="0">
                <a:ln>
                  <a:noFill/>
                </a:ln>
                <a:solidFill>
                  <a:prstClr val="black"/>
                </a:solidFill>
                <a:effectLst/>
                <a:uLnTx/>
                <a:uFillTx/>
                <a:latin typeface="Avenir LT Std 45 Book" panose="020B0502020203020204"/>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31 juillet 2026</a:t>
            </a:fld>
            <a:endParaRPr kumimoji="0" lang="fr-FR" sz="1200" b="0" i="0" u="none" strike="noStrike" kern="1200" cap="none" spc="0" normalizeH="0" baseline="0" noProof="0">
              <a:ln>
                <a:noFill/>
              </a:ln>
              <a:solidFill>
                <a:prstClr val="black"/>
              </a:solidFill>
              <a:effectLst/>
              <a:uLnTx/>
              <a:uFillTx/>
              <a:latin typeface="Avenir LT Std 45 Book" panose="020B0502020203020204"/>
              <a:ea typeface="+mn-ea"/>
              <a:cs typeface="+mn-cs"/>
            </a:endParaRPr>
          </a:p>
        </p:txBody>
      </p:sp>
      <p:sp>
        <p:nvSpPr>
          <p:cNvPr id="5" name="Espace réservé du pied de page 4">
            <a:extLst>
              <a:ext uri="{FF2B5EF4-FFF2-40B4-BE49-F238E27FC236}">
                <a16:creationId xmlns:a16="http://schemas.microsoft.com/office/drawing/2014/main" id="{2BDE9244-3145-AF23-C5F1-C3B08FFB88BC}"/>
              </a:ext>
            </a:extLst>
          </p:cNvPr>
          <p:cNvSpPr>
            <a:spLocks noGrp="1"/>
          </p:cNvSpPr>
          <p:nvPr>
            <p:ph type="ftr" sz="quarter" idx="4"/>
          </p:nvPr>
        </p:nvSpPr>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Avenir LT Std 45 Book" panose="020B0502020203020204"/>
                <a:ea typeface="+mn-ea"/>
                <a:cs typeface="+mn-cs"/>
              </a:rPr>
              <a:t>Nom de la direction / Émetteur</a:t>
            </a:r>
          </a:p>
        </p:txBody>
      </p:sp>
      <p:sp>
        <p:nvSpPr>
          <p:cNvPr id="6" name="Espace réservé du numéro de diapositive 5">
            <a:extLst>
              <a:ext uri="{FF2B5EF4-FFF2-40B4-BE49-F238E27FC236}">
                <a16:creationId xmlns:a16="http://schemas.microsoft.com/office/drawing/2014/main" id="{E2AA570C-4033-519B-0A67-3BF7E67E83BB}"/>
              </a:ext>
            </a:extLst>
          </p:cNvPr>
          <p:cNvSpPr>
            <a:spLocks noGrp="1"/>
          </p:cNvSpPr>
          <p:nvPr>
            <p:ph type="sldNum" sz="quarter" idx="5"/>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009386E-7ADE-4413-BA4C-766B10EA57A4}" type="slidenum">
              <a:rPr kumimoji="0" lang="fr-FR" sz="1200" b="0" i="0" u="none" strike="noStrike" kern="1200" cap="none" spc="0" normalizeH="0" baseline="0" noProof="0" smtClean="0">
                <a:ln>
                  <a:noFill/>
                </a:ln>
                <a:solidFill>
                  <a:prstClr val="black"/>
                </a:solidFill>
                <a:effectLst/>
                <a:uLnTx/>
                <a:uFillTx/>
                <a:latin typeface="Avenir LT Std 45 Book" panose="020B0502020203020204"/>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46</a:t>
            </a:fld>
            <a:endParaRPr kumimoji="0" lang="fr-FR" sz="1200" b="0" i="0" u="none" strike="noStrike" kern="1200" cap="none" spc="0" normalizeH="0" baseline="0" noProof="0">
              <a:ln>
                <a:noFill/>
              </a:ln>
              <a:solidFill>
                <a:prstClr val="black"/>
              </a:solidFill>
              <a:effectLst/>
              <a:uLnTx/>
              <a:uFillTx/>
              <a:latin typeface="Avenir LT Std 45 Book" panose="020B0502020203020204"/>
              <a:ea typeface="+mn-ea"/>
              <a:cs typeface="+mn-cs"/>
            </a:endParaRPr>
          </a:p>
        </p:txBody>
      </p:sp>
    </p:spTree>
    <p:extLst>
      <p:ext uri="{BB962C8B-B14F-4D97-AF65-F5344CB8AC3E}">
        <p14:creationId xmlns:p14="http://schemas.microsoft.com/office/powerpoint/2010/main" val="40418944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BDD58-09A5-D8A1-376F-E5E33FA5ACB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B703856-16CC-5F2C-39A4-9BAFEC15C4D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12556941-6CDA-CBA0-4726-EEE7DB6A6006}"/>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321633EE-1A70-F3CF-182D-82A3D64887E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F0DA2D-AFEE-48F4-A89A-B40E29BE4994}" type="slidenum">
              <a:rPr kumimoji="0" lang="fr-F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fr-F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025367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9E728-3915-675B-9C09-7097DDA6C32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F0DE45F-EAD4-3730-18BD-57FDF551A3F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100AA80-2739-F6E4-EBE2-BE256180C001}"/>
              </a:ext>
            </a:extLst>
          </p:cNvPr>
          <p:cNvSpPr>
            <a:spLocks noGrp="1"/>
          </p:cNvSpPr>
          <p:nvPr>
            <p:ph type="body" idx="1"/>
          </p:nvPr>
        </p:nvSpPr>
        <p:spPr/>
        <p:txBody>
          <a:bodyPr/>
          <a:lstStyle/>
          <a:p>
            <a:endParaRPr lang="fr-FR"/>
          </a:p>
        </p:txBody>
      </p:sp>
      <p:sp>
        <p:nvSpPr>
          <p:cNvPr id="4" name="Espace réservé de la date 3">
            <a:extLst>
              <a:ext uri="{FF2B5EF4-FFF2-40B4-BE49-F238E27FC236}">
                <a16:creationId xmlns:a16="http://schemas.microsoft.com/office/drawing/2014/main" id="{95BBE5DF-3BE8-043C-41E3-EA22D1F2B78C}"/>
              </a:ext>
            </a:extLst>
          </p:cNvPr>
          <p:cNvSpPr>
            <a:spLocks noGrp="1"/>
          </p:cNvSpPr>
          <p:nvPr>
            <p:ph type="dt" idx="1"/>
          </p:nvPr>
        </p:nvSpPr>
        <p:spPr/>
        <p:txBody>
          <a:bodyPr/>
          <a:lstStyle/>
          <a:p>
            <a:fld id="{9F0630E8-19FF-480C-B888-0EC22DD098E3}" type="datetime4">
              <a:rPr lang="fr-FR" smtClean="0"/>
              <a:t>31 juillet 2026</a:t>
            </a:fld>
            <a:endParaRPr lang="fr-FR"/>
          </a:p>
        </p:txBody>
      </p:sp>
      <p:sp>
        <p:nvSpPr>
          <p:cNvPr id="5" name="Espace réservé du pied de page 4">
            <a:extLst>
              <a:ext uri="{FF2B5EF4-FFF2-40B4-BE49-F238E27FC236}">
                <a16:creationId xmlns:a16="http://schemas.microsoft.com/office/drawing/2014/main" id="{DF691538-55A2-6761-7064-969C57EE8C24}"/>
              </a:ext>
            </a:extLst>
          </p:cNvPr>
          <p:cNvSpPr>
            <a:spLocks noGrp="1"/>
          </p:cNvSpPr>
          <p:nvPr>
            <p:ph type="ftr" sz="quarter" idx="4"/>
          </p:nvPr>
        </p:nvSpPr>
        <p:spPr/>
        <p:txBody>
          <a:bodyPr/>
          <a:lstStyle/>
          <a:p>
            <a:r>
              <a:rPr lang="fr-FR">
                <a:latin typeface="Avenir LT Std 45 Book" panose="020B0502020203020204"/>
              </a:rPr>
              <a:t>Nom de la direction / Émetteur</a:t>
            </a:r>
          </a:p>
        </p:txBody>
      </p:sp>
      <p:sp>
        <p:nvSpPr>
          <p:cNvPr id="6" name="Espace réservé du numéro de diapositive 5">
            <a:extLst>
              <a:ext uri="{FF2B5EF4-FFF2-40B4-BE49-F238E27FC236}">
                <a16:creationId xmlns:a16="http://schemas.microsoft.com/office/drawing/2014/main" id="{BEB82431-C620-2F9E-EE46-49EAD28DB11E}"/>
              </a:ext>
            </a:extLst>
          </p:cNvPr>
          <p:cNvSpPr>
            <a:spLocks noGrp="1"/>
          </p:cNvSpPr>
          <p:nvPr>
            <p:ph type="sldNum" sz="quarter" idx="5"/>
          </p:nvPr>
        </p:nvSpPr>
        <p:spPr/>
        <p:txBody>
          <a:bodyPr/>
          <a:lstStyle/>
          <a:p>
            <a:fld id="{7009386E-7ADE-4413-BA4C-766B10EA57A4}" type="slidenum">
              <a:rPr lang="fr-FR" smtClean="0"/>
              <a:pPr/>
              <a:t>48</a:t>
            </a:fld>
            <a:endParaRPr lang="fr-FR"/>
          </a:p>
        </p:txBody>
      </p:sp>
    </p:spTree>
    <p:extLst>
      <p:ext uri="{BB962C8B-B14F-4D97-AF65-F5344CB8AC3E}">
        <p14:creationId xmlns:p14="http://schemas.microsoft.com/office/powerpoint/2010/main" val="248717405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7.jpe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9.jpeg"/><Relationship Id="rId4" Type="http://schemas.openxmlformats.org/officeDocument/2006/relationships/image" Target="../media/image8.jpe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10.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11.jpe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12.jpe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8.jpe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5.sv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7.jpe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2.xml"/><Relationship Id="rId6" Type="http://schemas.openxmlformats.org/officeDocument/2006/relationships/image" Target="../media/image2.svg"/><Relationship Id="rId5" Type="http://schemas.openxmlformats.org/officeDocument/2006/relationships/image" Target="../media/image9.jpeg"/><Relationship Id="rId4" Type="http://schemas.openxmlformats.org/officeDocument/2006/relationships/image" Target="../media/image8.jpe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10.jpe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11.jpe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12.jpe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8.jpe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2.xml"/><Relationship Id="rId5" Type="http://schemas.openxmlformats.org/officeDocument/2006/relationships/image" Target="../media/image2.svg"/><Relationship Id="rId4" Type="http://schemas.openxmlformats.org/officeDocument/2006/relationships/image" Target="../media/image13.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5.sv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7.jpe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3.xml"/><Relationship Id="rId6" Type="http://schemas.openxmlformats.org/officeDocument/2006/relationships/image" Target="../media/image2.svg"/><Relationship Id="rId5" Type="http://schemas.openxmlformats.org/officeDocument/2006/relationships/image" Target="../media/image9.jpeg"/><Relationship Id="rId4" Type="http://schemas.openxmlformats.org/officeDocument/2006/relationships/image" Target="../media/image8.jpe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10.jpe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11.jpe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12.jpe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8.jpe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3.xml"/><Relationship Id="rId5" Type="http://schemas.openxmlformats.org/officeDocument/2006/relationships/image" Target="../media/image2.svg"/><Relationship Id="rId4" Type="http://schemas.openxmlformats.org/officeDocument/2006/relationships/image" Target="../media/image13.pn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5.sv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sv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 neutre">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9" name="Image 8" descr="Une image contenant plein air, voie ferrée, ciel, transport&#10;&#10;Description générée automatiquement">
            <a:extLst>
              <a:ext uri="{FF2B5EF4-FFF2-40B4-BE49-F238E27FC236}">
                <a16:creationId xmlns:a16="http://schemas.microsoft.com/office/drawing/2014/main" id="{3AEFB77F-B1D5-91A1-D054-F7986F3752F7}"/>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0" y="1"/>
            <a:ext cx="3600450" cy="6858000"/>
          </a:xfrm>
          <a:prstGeom prst="rect">
            <a:avLst/>
          </a:prstGeom>
        </p:spPr>
      </p:pic>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spTree>
    <p:extLst>
      <p:ext uri="{BB962C8B-B14F-4D97-AF65-F5344CB8AC3E}">
        <p14:creationId xmlns:p14="http://schemas.microsoft.com/office/powerpoint/2010/main" val="40372098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 Ouigo">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pic>
        <p:nvPicPr>
          <p:cNvPr id="17" name="Image 16" descr="Une image contenant plein air, ciel, piste, voie ferrée&#10;&#10;Description générée automatiquement">
            <a:extLst>
              <a:ext uri="{FF2B5EF4-FFF2-40B4-BE49-F238E27FC236}">
                <a16:creationId xmlns:a16="http://schemas.microsoft.com/office/drawing/2014/main" id="{10EE43A3-3827-1624-69C7-AC065CAAA00D}"/>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b="-271"/>
          <a:stretch/>
        </p:blipFill>
        <p:spPr>
          <a:xfrm>
            <a:off x="0" y="-1"/>
            <a:ext cx="3575050" cy="6869549"/>
          </a:xfrm>
          <a:prstGeom prst="rect">
            <a:avLst/>
          </a:prstGeom>
        </p:spPr>
      </p:pic>
      <p:pic>
        <p:nvPicPr>
          <p:cNvPr id="2" name="Image 1" descr="Une image contenant texte, Police, Graphique, logo&#10;&#10;Description générée automatiquement">
            <a:extLst>
              <a:ext uri="{FF2B5EF4-FFF2-40B4-BE49-F238E27FC236}">
                <a16:creationId xmlns:a16="http://schemas.microsoft.com/office/drawing/2014/main" id="{256379A2-2549-701E-CA17-529A2FA5511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205214" y="5922789"/>
            <a:ext cx="1227215" cy="1227215"/>
          </a:xfrm>
          <a:prstGeom prst="rect">
            <a:avLst/>
          </a:prstGeom>
        </p:spPr>
      </p:pic>
    </p:spTree>
    <p:extLst>
      <p:ext uri="{BB962C8B-B14F-4D97-AF65-F5344CB8AC3E}">
        <p14:creationId xmlns:p14="http://schemas.microsoft.com/office/powerpoint/2010/main" val="19923966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 TER">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pic>
        <p:nvPicPr>
          <p:cNvPr id="3" name="Image 2" descr="Une image contenant plein air, piste, voie ferrée, véhicule&#10;&#10;Description générée automatiquement">
            <a:extLst>
              <a:ext uri="{FF2B5EF4-FFF2-40B4-BE49-F238E27FC236}">
                <a16:creationId xmlns:a16="http://schemas.microsoft.com/office/drawing/2014/main" id="{DC51B89C-1A46-CCDC-9295-3DB54A3F6B4A}"/>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t="-281"/>
          <a:stretch/>
        </p:blipFill>
        <p:spPr>
          <a:xfrm>
            <a:off x="0" y="-1"/>
            <a:ext cx="3575050" cy="6845215"/>
          </a:xfrm>
          <a:prstGeom prst="rect">
            <a:avLst/>
          </a:prstGeom>
        </p:spPr>
      </p:pic>
      <p:pic>
        <p:nvPicPr>
          <p:cNvPr id="7" name="Image 6" descr="Une image contenant plein air, voie ferrée, piste, train&#10;&#10;Description générée automatiquement">
            <a:extLst>
              <a:ext uri="{FF2B5EF4-FFF2-40B4-BE49-F238E27FC236}">
                <a16:creationId xmlns:a16="http://schemas.microsoft.com/office/drawing/2014/main" id="{7962313C-92B1-AF10-88DD-513C79BA6B43}"/>
              </a:ext>
            </a:extLst>
          </p:cNvPr>
          <p:cNvPicPr>
            <a:picLocks noChangeAspect="1"/>
          </p:cNvPicPr>
          <p:nvPr userDrawn="1"/>
        </p:nvPicPr>
        <p:blipFill rotWithShape="1">
          <a:blip r:embed="rId5" cstate="email">
            <a:extLst>
              <a:ext uri="{28A0092B-C50C-407E-A947-70E740481C1C}">
                <a14:useLocalDpi xmlns:a14="http://schemas.microsoft.com/office/drawing/2010/main"/>
              </a:ext>
            </a:extLst>
          </a:blip>
          <a:srcRect t="-93"/>
          <a:stretch/>
        </p:blipFill>
        <p:spPr>
          <a:xfrm>
            <a:off x="0" y="-6394"/>
            <a:ext cx="3575050" cy="6858000"/>
          </a:xfrm>
          <a:prstGeom prst="rect">
            <a:avLst/>
          </a:prstGeom>
        </p:spPr>
      </p:pic>
      <p:pic>
        <p:nvPicPr>
          <p:cNvPr id="4" name="Graphique 3">
            <a:extLst>
              <a:ext uri="{FF2B5EF4-FFF2-40B4-BE49-F238E27FC236}">
                <a16:creationId xmlns:a16="http://schemas.microsoft.com/office/drawing/2014/main" id="{64171102-2EBE-D05C-98B9-0B75E1ABBE1C}"/>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246074" y="6216051"/>
            <a:ext cx="863847" cy="452490"/>
          </a:xfrm>
          <a:prstGeom prst="rect">
            <a:avLst/>
          </a:prstGeom>
        </p:spPr>
      </p:pic>
    </p:spTree>
    <p:extLst>
      <p:ext uri="{BB962C8B-B14F-4D97-AF65-F5344CB8AC3E}">
        <p14:creationId xmlns:p14="http://schemas.microsoft.com/office/powerpoint/2010/main" val="30011518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 Transilien">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pic>
        <p:nvPicPr>
          <p:cNvPr id="17" name="Image 16">
            <a:extLst>
              <a:ext uri="{FF2B5EF4-FFF2-40B4-BE49-F238E27FC236}">
                <a16:creationId xmlns:a16="http://schemas.microsoft.com/office/drawing/2014/main" id="{62DE02D0-920C-A1CA-4BBD-BF6804DD7897}"/>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t="-210"/>
          <a:stretch/>
        </p:blipFill>
        <p:spPr>
          <a:xfrm>
            <a:off x="1" y="-2"/>
            <a:ext cx="3575049" cy="6854739"/>
          </a:xfrm>
          <a:prstGeom prst="rect">
            <a:avLst/>
          </a:prstGeom>
        </p:spPr>
      </p:pic>
      <p:pic>
        <p:nvPicPr>
          <p:cNvPr id="2" name="Image 1" descr="Une image contenant texte, Police, Graphique, logo&#10;&#10;Description générée automatiquement">
            <a:extLst>
              <a:ext uri="{FF2B5EF4-FFF2-40B4-BE49-F238E27FC236}">
                <a16:creationId xmlns:a16="http://schemas.microsoft.com/office/drawing/2014/main" id="{A73DBC22-32DA-F4F9-71DB-89937F131D0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205214" y="5911638"/>
            <a:ext cx="1227215" cy="1227215"/>
          </a:xfrm>
          <a:prstGeom prst="rect">
            <a:avLst/>
          </a:prstGeom>
        </p:spPr>
      </p:pic>
    </p:spTree>
    <p:extLst>
      <p:ext uri="{BB962C8B-B14F-4D97-AF65-F5344CB8AC3E}">
        <p14:creationId xmlns:p14="http://schemas.microsoft.com/office/powerpoint/2010/main" val="3984729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 gare">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pic>
        <p:nvPicPr>
          <p:cNvPr id="3" name="Image 2" descr="Une image contenant fenêtre, plein air, horloge, sculpture&#10;&#10;Description générée automatiquement">
            <a:extLst>
              <a:ext uri="{FF2B5EF4-FFF2-40B4-BE49-F238E27FC236}">
                <a16:creationId xmlns:a16="http://schemas.microsoft.com/office/drawing/2014/main" id="{B9AD9AE8-B342-64CC-0F85-03AC3A83B705}"/>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1" y="12785"/>
            <a:ext cx="3571875" cy="6858000"/>
          </a:xfrm>
          <a:prstGeom prst="rect">
            <a:avLst/>
          </a:prstGeom>
        </p:spPr>
      </p:pic>
      <p:pic>
        <p:nvPicPr>
          <p:cNvPr id="2" name="Image 1" descr="Une image contenant texte, Police, Graphique, logo&#10;&#10;Description générée automatiquement">
            <a:extLst>
              <a:ext uri="{FF2B5EF4-FFF2-40B4-BE49-F238E27FC236}">
                <a16:creationId xmlns:a16="http://schemas.microsoft.com/office/drawing/2014/main" id="{603CC615-0589-01A4-557E-D66161876D57}"/>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205214" y="5911638"/>
            <a:ext cx="1227215" cy="1227215"/>
          </a:xfrm>
          <a:prstGeom prst="rect">
            <a:avLst/>
          </a:prstGeom>
        </p:spPr>
      </p:pic>
    </p:spTree>
    <p:extLst>
      <p:ext uri="{BB962C8B-B14F-4D97-AF65-F5344CB8AC3E}">
        <p14:creationId xmlns:p14="http://schemas.microsoft.com/office/powerpoint/2010/main" val="1422761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 technicentre">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pic>
        <p:nvPicPr>
          <p:cNvPr id="23" name="Image 22" descr="Une image contenant plein air, ciel, véhicule, Véhicule terrestre&#10;&#10;Description générée automatiquement">
            <a:extLst>
              <a:ext uri="{FF2B5EF4-FFF2-40B4-BE49-F238E27FC236}">
                <a16:creationId xmlns:a16="http://schemas.microsoft.com/office/drawing/2014/main" id="{71717D49-9A50-D823-0731-815DAD1AF20A}"/>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b="-186"/>
          <a:stretch/>
        </p:blipFill>
        <p:spPr>
          <a:xfrm>
            <a:off x="-9525" y="12785"/>
            <a:ext cx="3575050" cy="6858000"/>
          </a:xfrm>
          <a:prstGeom prst="rect">
            <a:avLst/>
          </a:prstGeom>
        </p:spPr>
      </p:pic>
      <p:pic>
        <p:nvPicPr>
          <p:cNvPr id="2" name="Image 1" descr="Une image contenant texte, Police, Graphique, logo&#10;&#10;Description générée automatiquement">
            <a:extLst>
              <a:ext uri="{FF2B5EF4-FFF2-40B4-BE49-F238E27FC236}">
                <a16:creationId xmlns:a16="http://schemas.microsoft.com/office/drawing/2014/main" id="{B034599F-9EDA-DD1F-4040-60F605F3AE4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205214" y="5911638"/>
            <a:ext cx="1227215" cy="1227215"/>
          </a:xfrm>
          <a:prstGeom prst="rect">
            <a:avLst/>
          </a:prstGeom>
        </p:spPr>
      </p:pic>
    </p:spTree>
    <p:extLst>
      <p:ext uri="{BB962C8B-B14F-4D97-AF65-F5344CB8AC3E}">
        <p14:creationId xmlns:p14="http://schemas.microsoft.com/office/powerpoint/2010/main" val="2035652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 Fret">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pic>
        <p:nvPicPr>
          <p:cNvPr id="3" name="Image 2" descr="Une image contenant plein air, piste, voie ferrée, véhicule&#10;&#10;Description générée automatiquement">
            <a:extLst>
              <a:ext uri="{FF2B5EF4-FFF2-40B4-BE49-F238E27FC236}">
                <a16:creationId xmlns:a16="http://schemas.microsoft.com/office/drawing/2014/main" id="{DC51B89C-1A46-CCDC-9295-3DB54A3F6B4A}"/>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t="-281"/>
          <a:stretch/>
        </p:blipFill>
        <p:spPr>
          <a:xfrm>
            <a:off x="0" y="-1"/>
            <a:ext cx="3575050" cy="6845215"/>
          </a:xfrm>
          <a:prstGeom prst="rect">
            <a:avLst/>
          </a:prstGeom>
        </p:spPr>
      </p:pic>
      <p:pic>
        <p:nvPicPr>
          <p:cNvPr id="2" name="Image 1" descr="Une image contenant texte, Police, Graphique, logo&#10;&#10;Description générée automatiquement">
            <a:extLst>
              <a:ext uri="{FF2B5EF4-FFF2-40B4-BE49-F238E27FC236}">
                <a16:creationId xmlns:a16="http://schemas.microsoft.com/office/drawing/2014/main" id="{D36A35AD-5D9A-3AF3-CB82-9A36D5CE6EF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205214" y="5911638"/>
            <a:ext cx="1227215" cy="1227215"/>
          </a:xfrm>
          <a:prstGeom prst="rect">
            <a:avLst/>
          </a:prstGeom>
        </p:spPr>
      </p:pic>
    </p:spTree>
    <p:extLst>
      <p:ext uri="{BB962C8B-B14F-4D97-AF65-F5344CB8AC3E}">
        <p14:creationId xmlns:p14="http://schemas.microsoft.com/office/powerpoint/2010/main" val="8234046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_Titre de la présentation - Fret">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pic>
        <p:nvPicPr>
          <p:cNvPr id="22" name="Image 21">
            <a:extLst>
              <a:ext uri="{FF2B5EF4-FFF2-40B4-BE49-F238E27FC236}">
                <a16:creationId xmlns:a16="http://schemas.microsoft.com/office/drawing/2014/main" id="{1B1DA279-199F-D01F-7C35-9193E4F43699}"/>
              </a:ext>
            </a:extLst>
          </p:cNvPr>
          <p:cNvPicPr>
            <a:picLocks noChangeAspect="1"/>
          </p:cNvPicPr>
          <p:nvPr userDrawn="1"/>
        </p:nvPicPr>
        <p:blipFill rotWithShape="1">
          <a:blip r:embed="rId4"/>
          <a:srcRect l="68896" r="6852"/>
          <a:stretch/>
        </p:blipFill>
        <p:spPr>
          <a:xfrm>
            <a:off x="-1" y="1"/>
            <a:ext cx="3575051" cy="6852124"/>
          </a:xfrm>
          <a:prstGeom prst="rect">
            <a:avLst/>
          </a:prstGeom>
        </p:spPr>
      </p:pic>
      <p:pic>
        <p:nvPicPr>
          <p:cNvPr id="23" name="Graphique 22">
            <a:extLst>
              <a:ext uri="{FF2B5EF4-FFF2-40B4-BE49-F238E27FC236}">
                <a16:creationId xmlns:a16="http://schemas.microsoft.com/office/drawing/2014/main" id="{28E3198C-4AEC-AEE5-FEAA-287CCD66C7E6}"/>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246074" y="6216051"/>
            <a:ext cx="863847" cy="452490"/>
          </a:xfrm>
          <a:prstGeom prst="rect">
            <a:avLst/>
          </a:prstGeom>
        </p:spPr>
      </p:pic>
    </p:spTree>
    <p:extLst>
      <p:ext uri="{BB962C8B-B14F-4D97-AF65-F5344CB8AC3E}">
        <p14:creationId xmlns:p14="http://schemas.microsoft.com/office/powerpoint/2010/main" val="25786106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_Titre de la présentation - neutre">
    <p:bg>
      <p:bgPr>
        <a:solidFill>
          <a:schemeClr val="bg1"/>
        </a:solidFill>
        <a:effectLst/>
      </p:bgPr>
    </p:bg>
    <p:spTree>
      <p:nvGrpSpPr>
        <p:cNvPr id="1" name=""/>
        <p:cNvGrpSpPr/>
        <p:nvPr/>
      </p:nvGrpSpPr>
      <p:grpSpPr>
        <a:xfrm>
          <a:off x="0" y="0"/>
          <a:ext cx="0" cy="0"/>
          <a:chOff x="0" y="0"/>
          <a:chExt cx="0" cy="0"/>
        </a:xfrm>
      </p:grpSpPr>
      <p:sp>
        <p:nvSpPr>
          <p:cNvPr id="2" name="Espace réservé pour une image  9">
            <a:extLst>
              <a:ext uri="{FF2B5EF4-FFF2-40B4-BE49-F238E27FC236}">
                <a16:creationId xmlns:a16="http://schemas.microsoft.com/office/drawing/2014/main" id="{26438537-98AA-5155-E789-691AB09A2EB4}"/>
              </a:ext>
            </a:extLst>
          </p:cNvPr>
          <p:cNvSpPr>
            <a:spLocks noGrp="1"/>
          </p:cNvSpPr>
          <p:nvPr>
            <p:ph type="pic" sz="quarter" idx="12"/>
          </p:nvPr>
        </p:nvSpPr>
        <p:spPr>
          <a:xfrm>
            <a:off x="0" y="0"/>
            <a:ext cx="3600450" cy="6858000"/>
          </a:xfrm>
          <a:prstGeom prst="rect">
            <a:avLst/>
          </a:prstGeom>
          <a:solidFill>
            <a:srgbClr val="002060">
              <a:alpha val="38000"/>
            </a:srgbClr>
          </a:solidFill>
        </p:spPr>
        <p:txBody>
          <a:bodyPr/>
          <a:lstStyle/>
          <a:p>
            <a:r>
              <a:rPr lang="fr-FR"/>
              <a:t>Cliquez sur l'icône pour ajouter une image</a:t>
            </a:r>
          </a:p>
        </p:txBody>
      </p:sp>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spTree>
    <p:extLst>
      <p:ext uri="{BB962C8B-B14F-4D97-AF65-F5344CB8AC3E}">
        <p14:creationId xmlns:p14="http://schemas.microsoft.com/office/powerpoint/2010/main" val="31725185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Intertitre foncé">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B9D259E-5CC5-4E3B-8BA3-B0FAEE778508}"/>
              </a:ext>
            </a:extLst>
          </p:cNvPr>
          <p:cNvSpPr/>
          <p:nvPr userDrawn="1"/>
        </p:nvSpPr>
        <p:spPr>
          <a:xfrm>
            <a:off x="0" y="0"/>
            <a:ext cx="357505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2" name="Graphique 11">
            <a:extLst>
              <a:ext uri="{FF2B5EF4-FFF2-40B4-BE49-F238E27FC236}">
                <a16:creationId xmlns:a16="http://schemas.microsoft.com/office/drawing/2014/main" id="{B4D507AF-7604-4B56-A8FE-F135B23E7090}"/>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246074" y="6216051"/>
            <a:ext cx="863847" cy="452490"/>
          </a:xfrm>
          <a:prstGeom prst="rect">
            <a:avLst/>
          </a:prstGeom>
        </p:spPr>
      </p:pic>
      <p:sp>
        <p:nvSpPr>
          <p:cNvPr id="5" name="Rectangle 2">
            <a:extLst>
              <a:ext uri="{FF2B5EF4-FFF2-40B4-BE49-F238E27FC236}">
                <a16:creationId xmlns:a16="http://schemas.microsoft.com/office/drawing/2014/main" id="{50C7EA37-BF2D-B133-A3A3-B2AE624853CC}"/>
              </a:ext>
            </a:extLst>
          </p:cNvPr>
          <p:cNvSpPr>
            <a:spLocks noGrp="1" noChangeArrowheads="1"/>
          </p:cNvSpPr>
          <p:nvPr>
            <p:ph type="ctrTitle" hasCustomPrompt="1"/>
          </p:nvPr>
        </p:nvSpPr>
        <p:spPr>
          <a:xfrm>
            <a:off x="3935414" y="2281063"/>
            <a:ext cx="7338986" cy="5908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400" baseline="0">
                <a:solidFill>
                  <a:srgbClr val="003865"/>
                </a:solidFill>
              </a:defRPr>
            </a:lvl1pPr>
          </a:lstStyle>
          <a:p>
            <a:pPr lvl="0"/>
            <a:r>
              <a:rPr lang="fr-FR" noProof="0"/>
              <a:t>Titre, </a:t>
            </a:r>
            <a:r>
              <a:rPr lang="fr-FR" noProof="0" err="1"/>
              <a:t>arial</a:t>
            </a:r>
            <a:r>
              <a:rPr lang="fr-FR" noProof="0"/>
              <a:t>, 34</a:t>
            </a:r>
          </a:p>
        </p:txBody>
      </p:sp>
      <p:sp>
        <p:nvSpPr>
          <p:cNvPr id="6" name="Rectangle 3">
            <a:extLst>
              <a:ext uri="{FF2B5EF4-FFF2-40B4-BE49-F238E27FC236}">
                <a16:creationId xmlns:a16="http://schemas.microsoft.com/office/drawing/2014/main" id="{6D50EEAD-3275-FD8E-225D-A0272959D08A}"/>
              </a:ext>
            </a:extLst>
          </p:cNvPr>
          <p:cNvSpPr>
            <a:spLocks noGrp="1" noChangeArrowheads="1"/>
          </p:cNvSpPr>
          <p:nvPr>
            <p:ph type="subTitle" idx="1" hasCustomPrompt="1"/>
          </p:nvPr>
        </p:nvSpPr>
        <p:spPr>
          <a:xfrm>
            <a:off x="3935413" y="3004272"/>
            <a:ext cx="7338987" cy="424728"/>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Arial" panose="020B0604020202020204" pitchFamily="34" charset="0"/>
                <a:cs typeface="Arial" panose="020B0604020202020204" pitchFamily="34" charset="0"/>
              </a:defRPr>
            </a:lvl1pPr>
          </a:lstStyle>
          <a:p>
            <a:pPr lvl="0"/>
            <a:r>
              <a:rPr lang="fr-FR" noProof="0"/>
              <a:t>Sous-titre, Arial, 24</a:t>
            </a:r>
          </a:p>
        </p:txBody>
      </p:sp>
      <p:pic>
        <p:nvPicPr>
          <p:cNvPr id="2" name="Image 1" descr="Une image contenant capture d’écran, Police, noir, Graphique&#10;&#10;Description générée automatiquement">
            <a:extLst>
              <a:ext uri="{FF2B5EF4-FFF2-40B4-BE49-F238E27FC236}">
                <a16:creationId xmlns:a16="http://schemas.microsoft.com/office/drawing/2014/main" id="{18D55DC5-E5BB-1D85-5FA4-DE8F813EFBB5}"/>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8796759" y="6431647"/>
            <a:ext cx="3045129" cy="262613"/>
          </a:xfrm>
          <a:prstGeom prst="rect">
            <a:avLst/>
          </a:prstGeom>
        </p:spPr>
      </p:pic>
    </p:spTree>
    <p:extLst>
      <p:ext uri="{BB962C8B-B14F-4D97-AF65-F5344CB8AC3E}">
        <p14:creationId xmlns:p14="http://schemas.microsoft.com/office/powerpoint/2010/main" val="1131925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Intertitre clair">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B9D259E-5CC5-4E3B-8BA3-B0FAEE778508}"/>
              </a:ext>
            </a:extLst>
          </p:cNvPr>
          <p:cNvSpPr/>
          <p:nvPr userDrawn="1"/>
        </p:nvSpPr>
        <p:spPr>
          <a:xfrm>
            <a:off x="0" y="0"/>
            <a:ext cx="3600000" cy="6858000"/>
          </a:xfrm>
          <a:prstGeom prst="rect">
            <a:avLst/>
          </a:prstGeom>
          <a:solidFill>
            <a:srgbClr val="0084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2">
            <a:extLst>
              <a:ext uri="{FF2B5EF4-FFF2-40B4-BE49-F238E27FC236}">
                <a16:creationId xmlns:a16="http://schemas.microsoft.com/office/drawing/2014/main" id="{5093DD42-E983-3820-2890-85A1D87D685F}"/>
              </a:ext>
            </a:extLst>
          </p:cNvPr>
          <p:cNvSpPr>
            <a:spLocks noGrp="1" noChangeArrowheads="1"/>
          </p:cNvSpPr>
          <p:nvPr>
            <p:ph type="ctrTitle" hasCustomPrompt="1"/>
          </p:nvPr>
        </p:nvSpPr>
        <p:spPr>
          <a:xfrm>
            <a:off x="3948693" y="2281063"/>
            <a:ext cx="7290981" cy="590850"/>
          </a:xfrm>
          <a:extLst>
            <a:ext uri="{909E8E84-426E-40DD-AFC4-6F175D3DCCD1}">
              <a14:hiddenFill xmlns:a14="http://schemas.microsoft.com/office/drawing/2010/main">
                <a:solidFill>
                  <a:schemeClr val="tx2"/>
                </a:solidFill>
              </a14:hiddenFill>
            </a:ext>
          </a:extLst>
        </p:spPr>
        <p:txBody>
          <a:bodyPr wrap="square" tIns="118792" rIns="0" anchor="b">
            <a:spAutoFit/>
          </a:bodyPr>
          <a:lstStyle>
            <a:lvl1pPr>
              <a:defRPr sz="3400" baseline="0">
                <a:solidFill>
                  <a:schemeClr val="accent1"/>
                </a:solidFill>
              </a:defRPr>
            </a:lvl1pPr>
          </a:lstStyle>
          <a:p>
            <a:pPr lvl="0"/>
            <a:r>
              <a:rPr lang="fr-FR" noProof="0"/>
              <a:t>Titre, </a:t>
            </a:r>
            <a:r>
              <a:rPr lang="fr-FR" noProof="0" err="1"/>
              <a:t>arial</a:t>
            </a:r>
            <a:r>
              <a:rPr lang="fr-FR" noProof="0"/>
              <a:t>, 34</a:t>
            </a:r>
          </a:p>
        </p:txBody>
      </p:sp>
      <p:sp>
        <p:nvSpPr>
          <p:cNvPr id="6" name="Rectangle 3">
            <a:extLst>
              <a:ext uri="{FF2B5EF4-FFF2-40B4-BE49-F238E27FC236}">
                <a16:creationId xmlns:a16="http://schemas.microsoft.com/office/drawing/2014/main" id="{835A7ED0-1ACE-D4F2-7A1B-993F8AAA9616}"/>
              </a:ext>
            </a:extLst>
          </p:cNvPr>
          <p:cNvSpPr>
            <a:spLocks noGrp="1" noChangeArrowheads="1"/>
          </p:cNvSpPr>
          <p:nvPr>
            <p:ph type="subTitle" idx="1" hasCustomPrompt="1"/>
          </p:nvPr>
        </p:nvSpPr>
        <p:spPr>
          <a:xfrm>
            <a:off x="3948694" y="3004272"/>
            <a:ext cx="7290981" cy="424728"/>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chemeClr val="accent1"/>
                </a:solidFill>
                <a:latin typeface="Arial" panose="020B0604020202020204" pitchFamily="34" charset="0"/>
                <a:cs typeface="Arial" panose="020B0604020202020204" pitchFamily="34" charset="0"/>
              </a:defRPr>
            </a:lvl1pPr>
          </a:lstStyle>
          <a:p>
            <a:pPr lvl="0"/>
            <a:r>
              <a:rPr lang="fr-FR" noProof="0"/>
              <a:t>Sous-titre, Arial, 24</a:t>
            </a:r>
          </a:p>
        </p:txBody>
      </p:sp>
      <p:pic>
        <p:nvPicPr>
          <p:cNvPr id="2" name="Graphique 1">
            <a:extLst>
              <a:ext uri="{FF2B5EF4-FFF2-40B4-BE49-F238E27FC236}">
                <a16:creationId xmlns:a16="http://schemas.microsoft.com/office/drawing/2014/main" id="{F9331895-939A-91E5-1973-CF6B8538C3D4}"/>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246074" y="6216051"/>
            <a:ext cx="863847" cy="452490"/>
          </a:xfrm>
          <a:prstGeom prst="rect">
            <a:avLst/>
          </a:prstGeom>
        </p:spPr>
      </p:pic>
      <p:pic>
        <p:nvPicPr>
          <p:cNvPr id="7" name="Image 6" descr="Une image contenant capture d’écran, Police, noir, Graphique&#10;&#10;Description générée automatiquement">
            <a:extLst>
              <a:ext uri="{FF2B5EF4-FFF2-40B4-BE49-F238E27FC236}">
                <a16:creationId xmlns:a16="http://schemas.microsoft.com/office/drawing/2014/main" id="{AF3B665F-DC56-52C4-8F61-25D0050E904C}"/>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8796759" y="6431647"/>
            <a:ext cx="3045129" cy="262613"/>
          </a:xfrm>
          <a:prstGeom prst="rect">
            <a:avLst/>
          </a:prstGeom>
        </p:spPr>
      </p:pic>
    </p:spTree>
    <p:extLst>
      <p:ext uri="{BB962C8B-B14F-4D97-AF65-F5344CB8AC3E}">
        <p14:creationId xmlns:p14="http://schemas.microsoft.com/office/powerpoint/2010/main" val="16950062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ntertitre jaun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B9D259E-5CC5-4E3B-8BA3-B0FAEE778508}"/>
              </a:ext>
            </a:extLst>
          </p:cNvPr>
          <p:cNvSpPr/>
          <p:nvPr userDrawn="1"/>
        </p:nvSpPr>
        <p:spPr>
          <a:xfrm>
            <a:off x="0" y="0"/>
            <a:ext cx="3600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2">
            <a:extLst>
              <a:ext uri="{FF2B5EF4-FFF2-40B4-BE49-F238E27FC236}">
                <a16:creationId xmlns:a16="http://schemas.microsoft.com/office/drawing/2014/main" id="{5093DD42-E983-3820-2890-85A1D87D685F}"/>
              </a:ext>
            </a:extLst>
          </p:cNvPr>
          <p:cNvSpPr>
            <a:spLocks noGrp="1" noChangeArrowheads="1"/>
          </p:cNvSpPr>
          <p:nvPr>
            <p:ph type="ctrTitle" hasCustomPrompt="1"/>
          </p:nvPr>
        </p:nvSpPr>
        <p:spPr>
          <a:xfrm>
            <a:off x="3948693" y="2281063"/>
            <a:ext cx="7290981" cy="590850"/>
          </a:xfrm>
          <a:extLst>
            <a:ext uri="{909E8E84-426E-40DD-AFC4-6F175D3DCCD1}">
              <a14:hiddenFill xmlns:a14="http://schemas.microsoft.com/office/drawing/2010/main">
                <a:solidFill>
                  <a:schemeClr val="tx2"/>
                </a:solidFill>
              </a14:hiddenFill>
            </a:ext>
          </a:extLst>
        </p:spPr>
        <p:txBody>
          <a:bodyPr wrap="square" tIns="118792" rIns="0" anchor="b">
            <a:spAutoFit/>
          </a:bodyPr>
          <a:lstStyle>
            <a:lvl1pPr>
              <a:defRPr sz="3400" baseline="0">
                <a:solidFill>
                  <a:schemeClr val="accent1"/>
                </a:solidFill>
              </a:defRPr>
            </a:lvl1pPr>
          </a:lstStyle>
          <a:p>
            <a:pPr lvl="0"/>
            <a:r>
              <a:rPr lang="fr-FR" noProof="0"/>
              <a:t>Titre, </a:t>
            </a:r>
            <a:r>
              <a:rPr lang="fr-FR" noProof="0" err="1"/>
              <a:t>arial</a:t>
            </a:r>
            <a:r>
              <a:rPr lang="fr-FR" noProof="0"/>
              <a:t>, 34</a:t>
            </a:r>
          </a:p>
        </p:txBody>
      </p:sp>
      <p:sp>
        <p:nvSpPr>
          <p:cNvPr id="6" name="Rectangle 3">
            <a:extLst>
              <a:ext uri="{FF2B5EF4-FFF2-40B4-BE49-F238E27FC236}">
                <a16:creationId xmlns:a16="http://schemas.microsoft.com/office/drawing/2014/main" id="{835A7ED0-1ACE-D4F2-7A1B-993F8AAA9616}"/>
              </a:ext>
            </a:extLst>
          </p:cNvPr>
          <p:cNvSpPr>
            <a:spLocks noGrp="1" noChangeArrowheads="1"/>
          </p:cNvSpPr>
          <p:nvPr>
            <p:ph type="subTitle" idx="1" hasCustomPrompt="1"/>
          </p:nvPr>
        </p:nvSpPr>
        <p:spPr>
          <a:xfrm>
            <a:off x="3948694" y="3004272"/>
            <a:ext cx="7290981" cy="424728"/>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chemeClr val="accent1"/>
                </a:solidFill>
                <a:latin typeface="Arial" panose="020B0604020202020204" pitchFamily="34" charset="0"/>
                <a:cs typeface="Arial" panose="020B0604020202020204" pitchFamily="34" charset="0"/>
              </a:defRPr>
            </a:lvl1pPr>
          </a:lstStyle>
          <a:p>
            <a:pPr lvl="0"/>
            <a:r>
              <a:rPr lang="fr-FR" noProof="0"/>
              <a:t>Sous-titre, Arial, 24</a:t>
            </a:r>
          </a:p>
        </p:txBody>
      </p:sp>
      <p:pic>
        <p:nvPicPr>
          <p:cNvPr id="2" name="Graphique 1">
            <a:extLst>
              <a:ext uri="{FF2B5EF4-FFF2-40B4-BE49-F238E27FC236}">
                <a16:creationId xmlns:a16="http://schemas.microsoft.com/office/drawing/2014/main" id="{F9331895-939A-91E5-1973-CF6B8538C3D4}"/>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246074" y="6216051"/>
            <a:ext cx="863847" cy="452490"/>
          </a:xfrm>
          <a:prstGeom prst="rect">
            <a:avLst/>
          </a:prstGeom>
        </p:spPr>
      </p:pic>
      <p:pic>
        <p:nvPicPr>
          <p:cNvPr id="7" name="Image 6" descr="Une image contenant capture d’écran, Police, noir, Graphique&#10;&#10;Description générée automatiquement">
            <a:extLst>
              <a:ext uri="{FF2B5EF4-FFF2-40B4-BE49-F238E27FC236}">
                <a16:creationId xmlns:a16="http://schemas.microsoft.com/office/drawing/2014/main" id="{AF3B665F-DC56-52C4-8F61-25D0050E904C}"/>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8796759" y="6431647"/>
            <a:ext cx="3045129" cy="262613"/>
          </a:xfrm>
          <a:prstGeom prst="rect">
            <a:avLst/>
          </a:prstGeom>
        </p:spPr>
      </p:pic>
    </p:spTree>
    <p:extLst>
      <p:ext uri="{BB962C8B-B14F-4D97-AF65-F5344CB8AC3E}">
        <p14:creationId xmlns:p14="http://schemas.microsoft.com/office/powerpoint/2010/main" val="40847191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re et contenu" preserve="1" userDrawn="1">
  <p:cSld name="Titre et contenu">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42916ECC-362E-8738-744F-F0451A31A3AC}"/>
              </a:ext>
            </a:extLst>
          </p:cNvPr>
          <p:cNvSpPr>
            <a:spLocks noGrp="1"/>
          </p:cNvSpPr>
          <p:nvPr>
            <p:ph type="title"/>
          </p:nvPr>
        </p:nvSpPr>
        <p:spPr>
          <a:xfrm>
            <a:off x="477881" y="460051"/>
            <a:ext cx="11308752" cy="332399"/>
          </a:xfrm>
        </p:spPr>
        <p:txBody>
          <a:bodyPr lIns="0"/>
          <a:lstStyle/>
          <a:p>
            <a:r>
              <a:rPr lang="fr-FR"/>
              <a:t>Modifiez le style du titre</a:t>
            </a:r>
          </a:p>
        </p:txBody>
      </p:sp>
      <p:sp>
        <p:nvSpPr>
          <p:cNvPr id="4" name="Espace réservé du contenu 3">
            <a:extLst>
              <a:ext uri="{FF2B5EF4-FFF2-40B4-BE49-F238E27FC236}">
                <a16:creationId xmlns:a16="http://schemas.microsoft.com/office/drawing/2014/main" id="{3B4A3ADA-1B30-0E09-EC1D-A09904363B51}"/>
              </a:ext>
            </a:extLst>
          </p:cNvPr>
          <p:cNvSpPr>
            <a:spLocks noGrp="1"/>
          </p:cNvSpPr>
          <p:nvPr>
            <p:ph sz="quarter" idx="10"/>
          </p:nvPr>
        </p:nvSpPr>
        <p:spPr>
          <a:xfrm>
            <a:off x="479425" y="1143000"/>
            <a:ext cx="11307763" cy="4949825"/>
          </a:xfrm>
        </p:spPr>
        <p:txBody>
          <a:bodyPr/>
          <a:lstStyle>
            <a:lvl1pPr marL="171450" indent="-171450">
              <a:buClr>
                <a:schemeClr val="accent2"/>
              </a:buClr>
              <a:buFont typeface="Wingdings" panose="05000000000000000000" pitchFamily="2" charset="2"/>
              <a:buChar char="§"/>
              <a:defRPr/>
            </a:lvl1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2783020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re et contenu" preserve="1" userDrawn="1">
  <p:cSld name="1_Titre et contenu">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42916ECC-362E-8738-744F-F0451A31A3AC}"/>
              </a:ext>
            </a:extLst>
          </p:cNvPr>
          <p:cNvSpPr>
            <a:spLocks noGrp="1"/>
          </p:cNvSpPr>
          <p:nvPr>
            <p:ph type="title"/>
          </p:nvPr>
        </p:nvSpPr>
        <p:spPr>
          <a:xfrm>
            <a:off x="477881" y="460051"/>
            <a:ext cx="11308752" cy="332399"/>
          </a:xfrm>
        </p:spPr>
        <p:txBody>
          <a:bodyPr lIns="0"/>
          <a:lstStyle/>
          <a:p>
            <a:r>
              <a:rPr lang="fr-FR"/>
              <a:t>Modifiez le style du titre</a:t>
            </a:r>
          </a:p>
        </p:txBody>
      </p:sp>
      <p:sp>
        <p:nvSpPr>
          <p:cNvPr id="4" name="Espace réservé du contenu 3">
            <a:extLst>
              <a:ext uri="{FF2B5EF4-FFF2-40B4-BE49-F238E27FC236}">
                <a16:creationId xmlns:a16="http://schemas.microsoft.com/office/drawing/2014/main" id="{3B4A3ADA-1B30-0E09-EC1D-A09904363B51}"/>
              </a:ext>
            </a:extLst>
          </p:cNvPr>
          <p:cNvSpPr>
            <a:spLocks noGrp="1"/>
          </p:cNvSpPr>
          <p:nvPr>
            <p:ph sz="quarter" idx="10"/>
          </p:nvPr>
        </p:nvSpPr>
        <p:spPr>
          <a:xfrm>
            <a:off x="479425" y="1143000"/>
            <a:ext cx="5472431" cy="494982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2" name="Espace réservé du contenu 3">
            <a:extLst>
              <a:ext uri="{FF2B5EF4-FFF2-40B4-BE49-F238E27FC236}">
                <a16:creationId xmlns:a16="http://schemas.microsoft.com/office/drawing/2014/main" id="{584D04B2-61E7-7631-1FA3-CAD29F5123CF}"/>
              </a:ext>
            </a:extLst>
          </p:cNvPr>
          <p:cNvSpPr>
            <a:spLocks noGrp="1"/>
          </p:cNvSpPr>
          <p:nvPr>
            <p:ph sz="quarter" idx="11"/>
          </p:nvPr>
        </p:nvSpPr>
        <p:spPr>
          <a:xfrm>
            <a:off x="6240145" y="1158240"/>
            <a:ext cx="5543868" cy="494982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308164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re, sous-titre et contenu">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42916ECC-362E-8738-744F-F0451A31A3AC}"/>
              </a:ext>
            </a:extLst>
          </p:cNvPr>
          <p:cNvSpPr>
            <a:spLocks noGrp="1"/>
          </p:cNvSpPr>
          <p:nvPr>
            <p:ph type="title"/>
          </p:nvPr>
        </p:nvSpPr>
        <p:spPr>
          <a:xfrm>
            <a:off x="477881" y="461322"/>
            <a:ext cx="11308752" cy="332399"/>
          </a:xfrm>
        </p:spPr>
        <p:txBody>
          <a:bodyPr lIns="0"/>
          <a:lstStyle/>
          <a:p>
            <a:r>
              <a:rPr lang="fr-FR"/>
              <a:t>Modifiez le style du titre</a:t>
            </a:r>
          </a:p>
        </p:txBody>
      </p:sp>
      <p:sp>
        <p:nvSpPr>
          <p:cNvPr id="5" name="Espace réservé du texte 4">
            <a:extLst>
              <a:ext uri="{FF2B5EF4-FFF2-40B4-BE49-F238E27FC236}">
                <a16:creationId xmlns:a16="http://schemas.microsoft.com/office/drawing/2014/main" id="{3671C1AE-7700-8ECD-BD89-8F28EA77DDAC}"/>
              </a:ext>
            </a:extLst>
          </p:cNvPr>
          <p:cNvSpPr>
            <a:spLocks noGrp="1"/>
          </p:cNvSpPr>
          <p:nvPr>
            <p:ph type="body" sz="quarter" idx="13" hasCustomPrompt="1"/>
          </p:nvPr>
        </p:nvSpPr>
        <p:spPr>
          <a:xfrm>
            <a:off x="477371" y="813653"/>
            <a:ext cx="11308752" cy="307975"/>
          </a:xfrm>
          <a:prstGeom prst="rect">
            <a:avLst/>
          </a:prstGeom>
        </p:spPr>
        <p:txBody>
          <a:bodyPr lIns="0" tIns="0" rIns="0" bIns="0"/>
          <a:lstStyle>
            <a:lvl1pPr>
              <a:defRPr sz="1600">
                <a:solidFill>
                  <a:schemeClr val="tx2"/>
                </a:solidFill>
              </a:defRPr>
            </a:lvl1pPr>
            <a:lvl2pPr marL="0" indent="0">
              <a:buNone/>
              <a:defRPr/>
            </a:lvl2pPr>
          </a:lstStyle>
          <a:p>
            <a:pPr lvl="0"/>
            <a:r>
              <a:rPr lang="fr-FR"/>
              <a:t>Cliquez pour ajouter un sous-titre</a:t>
            </a:r>
          </a:p>
        </p:txBody>
      </p:sp>
      <p:sp>
        <p:nvSpPr>
          <p:cNvPr id="3" name="Espace réservé du contenu 3">
            <a:extLst>
              <a:ext uri="{FF2B5EF4-FFF2-40B4-BE49-F238E27FC236}">
                <a16:creationId xmlns:a16="http://schemas.microsoft.com/office/drawing/2014/main" id="{1FE9DDD0-74BE-972C-4C4C-3C8891451D59}"/>
              </a:ext>
            </a:extLst>
          </p:cNvPr>
          <p:cNvSpPr>
            <a:spLocks noGrp="1"/>
          </p:cNvSpPr>
          <p:nvPr>
            <p:ph sz="quarter" idx="10"/>
          </p:nvPr>
        </p:nvSpPr>
        <p:spPr>
          <a:xfrm>
            <a:off x="479425" y="1545336"/>
            <a:ext cx="11307763" cy="454748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7560820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re et contenu impac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1AC42C9-D1EB-80E0-FDC9-AE8119524DBD}"/>
              </a:ext>
            </a:extLst>
          </p:cNvPr>
          <p:cNvSpPr/>
          <p:nvPr userDrawn="1"/>
        </p:nvSpPr>
        <p:spPr>
          <a:xfrm>
            <a:off x="0" y="0"/>
            <a:ext cx="12192000" cy="10532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fr-FR" sz="1200"/>
          </a:p>
        </p:txBody>
      </p:sp>
      <p:sp>
        <p:nvSpPr>
          <p:cNvPr id="6" name="Titre 5">
            <a:extLst>
              <a:ext uri="{FF2B5EF4-FFF2-40B4-BE49-F238E27FC236}">
                <a16:creationId xmlns:a16="http://schemas.microsoft.com/office/drawing/2014/main" id="{42916ECC-362E-8738-744F-F0451A31A3AC}"/>
              </a:ext>
            </a:extLst>
          </p:cNvPr>
          <p:cNvSpPr>
            <a:spLocks noGrp="1"/>
          </p:cNvSpPr>
          <p:nvPr>
            <p:ph type="title"/>
          </p:nvPr>
        </p:nvSpPr>
        <p:spPr>
          <a:xfrm>
            <a:off x="477881" y="460051"/>
            <a:ext cx="11308752" cy="332399"/>
          </a:xfrm>
        </p:spPr>
        <p:txBody>
          <a:bodyPr lIns="0"/>
          <a:lstStyle>
            <a:lvl1pPr>
              <a:defRPr>
                <a:solidFill>
                  <a:schemeClr val="bg1"/>
                </a:solidFill>
              </a:defRPr>
            </a:lvl1pPr>
          </a:lstStyle>
          <a:p>
            <a:r>
              <a:rPr lang="fr-FR"/>
              <a:t>Modifiez le style du titre</a:t>
            </a:r>
          </a:p>
        </p:txBody>
      </p:sp>
      <p:sp>
        <p:nvSpPr>
          <p:cNvPr id="2" name="Espace réservé du contenu 3">
            <a:extLst>
              <a:ext uri="{FF2B5EF4-FFF2-40B4-BE49-F238E27FC236}">
                <a16:creationId xmlns:a16="http://schemas.microsoft.com/office/drawing/2014/main" id="{4143124E-75E0-6BA3-6B3C-F9E0907F013C}"/>
              </a:ext>
            </a:extLst>
          </p:cNvPr>
          <p:cNvSpPr>
            <a:spLocks noGrp="1"/>
          </p:cNvSpPr>
          <p:nvPr>
            <p:ph sz="quarter" idx="10"/>
          </p:nvPr>
        </p:nvSpPr>
        <p:spPr>
          <a:xfrm>
            <a:off x="479425" y="1545336"/>
            <a:ext cx="11307763" cy="454748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6904499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re et 4 boites">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42916ECC-362E-8738-744F-F0451A31A3AC}"/>
              </a:ext>
            </a:extLst>
          </p:cNvPr>
          <p:cNvSpPr>
            <a:spLocks noGrp="1"/>
          </p:cNvSpPr>
          <p:nvPr>
            <p:ph type="title"/>
          </p:nvPr>
        </p:nvSpPr>
        <p:spPr>
          <a:xfrm>
            <a:off x="477881" y="460051"/>
            <a:ext cx="11308752" cy="332399"/>
          </a:xfrm>
        </p:spPr>
        <p:txBody>
          <a:bodyPr/>
          <a:lstStyle/>
          <a:p>
            <a:r>
              <a:rPr lang="fr-FR"/>
              <a:t>Modifiez le style du titre</a:t>
            </a:r>
          </a:p>
        </p:txBody>
      </p:sp>
      <p:sp>
        <p:nvSpPr>
          <p:cNvPr id="8" name="Espace réservé du texte 3">
            <a:extLst>
              <a:ext uri="{FF2B5EF4-FFF2-40B4-BE49-F238E27FC236}">
                <a16:creationId xmlns:a16="http://schemas.microsoft.com/office/drawing/2014/main" id="{ECC345B1-65F5-826C-CB6D-A7E0C103B4E6}"/>
              </a:ext>
            </a:extLst>
          </p:cNvPr>
          <p:cNvSpPr>
            <a:spLocks noGrp="1"/>
          </p:cNvSpPr>
          <p:nvPr>
            <p:ph type="body" sz="quarter" idx="32" hasCustomPrompt="1"/>
          </p:nvPr>
        </p:nvSpPr>
        <p:spPr>
          <a:xfrm>
            <a:off x="3397565" y="2286137"/>
            <a:ext cx="2559078" cy="3323837"/>
          </a:xfrm>
          <a:prstGeom prst="roundRect">
            <a:avLst>
              <a:gd name="adj" fmla="val 1563"/>
            </a:avLst>
          </a:prstGeom>
          <a:solidFill>
            <a:schemeClr val="bg1">
              <a:lumMod val="95000"/>
            </a:schemeClr>
          </a:solidFill>
        </p:spPr>
        <p:txBody>
          <a:bodyPr anchor="t"/>
          <a:lstStyle>
            <a:lvl1pPr marL="180000" indent="-171450" algn="l">
              <a:lnSpc>
                <a:spcPct val="100000"/>
              </a:lnSpc>
              <a:spcBef>
                <a:spcPts val="600"/>
              </a:spcBef>
              <a:spcAft>
                <a:spcPts val="0"/>
              </a:spcAft>
              <a:buFont typeface="Wingdings" panose="05000000000000000000" pitchFamily="2" charset="2"/>
              <a:buChar char="§"/>
              <a:defRPr sz="1200" b="0">
                <a:solidFill>
                  <a:schemeClr val="tx2"/>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
        <p:nvSpPr>
          <p:cNvPr id="16" name="Espace réservé du texte 3">
            <a:extLst>
              <a:ext uri="{FF2B5EF4-FFF2-40B4-BE49-F238E27FC236}">
                <a16:creationId xmlns:a16="http://schemas.microsoft.com/office/drawing/2014/main" id="{A97A9A8F-DDD7-B29C-0D99-57BB3E2D4961}"/>
              </a:ext>
            </a:extLst>
          </p:cNvPr>
          <p:cNvSpPr>
            <a:spLocks noGrp="1"/>
          </p:cNvSpPr>
          <p:nvPr>
            <p:ph type="body" sz="quarter" idx="34" hasCustomPrompt="1"/>
          </p:nvPr>
        </p:nvSpPr>
        <p:spPr>
          <a:xfrm>
            <a:off x="487604" y="2286137"/>
            <a:ext cx="2553082" cy="3323837"/>
          </a:xfrm>
          <a:prstGeom prst="roundRect">
            <a:avLst>
              <a:gd name="adj" fmla="val 1563"/>
            </a:avLst>
          </a:prstGeom>
          <a:solidFill>
            <a:schemeClr val="bg1">
              <a:lumMod val="95000"/>
            </a:schemeClr>
          </a:solidFill>
        </p:spPr>
        <p:txBody>
          <a:bodyPr anchor="t"/>
          <a:lstStyle>
            <a:lvl1pPr marL="180000" indent="-171450" algn="l">
              <a:lnSpc>
                <a:spcPct val="100000"/>
              </a:lnSpc>
              <a:spcBef>
                <a:spcPts val="600"/>
              </a:spcBef>
              <a:spcAft>
                <a:spcPts val="0"/>
              </a:spcAft>
              <a:buFont typeface="Wingdings" panose="05000000000000000000" pitchFamily="2" charset="2"/>
              <a:buChar char="§"/>
              <a:defRPr sz="1200" b="0">
                <a:solidFill>
                  <a:schemeClr val="tx2"/>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
        <p:nvSpPr>
          <p:cNvPr id="17" name="Espace réservé du texte 3">
            <a:extLst>
              <a:ext uri="{FF2B5EF4-FFF2-40B4-BE49-F238E27FC236}">
                <a16:creationId xmlns:a16="http://schemas.microsoft.com/office/drawing/2014/main" id="{11095BE5-3E55-B60D-2CB6-77CA09B5C036}"/>
              </a:ext>
            </a:extLst>
          </p:cNvPr>
          <p:cNvSpPr>
            <a:spLocks noGrp="1"/>
          </p:cNvSpPr>
          <p:nvPr>
            <p:ph type="body" sz="quarter" idx="36" hasCustomPrompt="1"/>
          </p:nvPr>
        </p:nvSpPr>
        <p:spPr>
          <a:xfrm>
            <a:off x="6307525" y="2286137"/>
            <a:ext cx="2562803" cy="3323837"/>
          </a:xfrm>
          <a:prstGeom prst="roundRect">
            <a:avLst>
              <a:gd name="adj" fmla="val 1563"/>
            </a:avLst>
          </a:prstGeom>
          <a:solidFill>
            <a:schemeClr val="bg1">
              <a:lumMod val="95000"/>
            </a:schemeClr>
          </a:solidFill>
        </p:spPr>
        <p:txBody>
          <a:bodyPr anchor="t"/>
          <a:lstStyle>
            <a:lvl1pPr marL="180000" indent="-171450" algn="l">
              <a:lnSpc>
                <a:spcPct val="100000"/>
              </a:lnSpc>
              <a:spcBef>
                <a:spcPts val="600"/>
              </a:spcBef>
              <a:spcAft>
                <a:spcPts val="0"/>
              </a:spcAft>
              <a:buFont typeface="Wingdings" panose="05000000000000000000" pitchFamily="2" charset="2"/>
              <a:buChar char="§"/>
              <a:defRPr sz="1200" b="0">
                <a:solidFill>
                  <a:schemeClr val="tx2"/>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
        <p:nvSpPr>
          <p:cNvPr id="18" name="Espace réservé du texte 3">
            <a:extLst>
              <a:ext uri="{FF2B5EF4-FFF2-40B4-BE49-F238E27FC236}">
                <a16:creationId xmlns:a16="http://schemas.microsoft.com/office/drawing/2014/main" id="{02142EDE-530F-6BD7-55BB-FD8E7BE8896F}"/>
              </a:ext>
            </a:extLst>
          </p:cNvPr>
          <p:cNvSpPr>
            <a:spLocks noGrp="1"/>
          </p:cNvSpPr>
          <p:nvPr>
            <p:ph type="body" sz="quarter" idx="38" hasCustomPrompt="1"/>
          </p:nvPr>
        </p:nvSpPr>
        <p:spPr>
          <a:xfrm>
            <a:off x="9217486" y="2286137"/>
            <a:ext cx="2562803" cy="3323837"/>
          </a:xfrm>
          <a:prstGeom prst="roundRect">
            <a:avLst>
              <a:gd name="adj" fmla="val 1563"/>
            </a:avLst>
          </a:prstGeom>
          <a:solidFill>
            <a:schemeClr val="bg1">
              <a:lumMod val="95000"/>
            </a:schemeClr>
          </a:solidFill>
        </p:spPr>
        <p:txBody>
          <a:bodyPr anchor="t"/>
          <a:lstStyle>
            <a:lvl1pPr marL="180000" indent="-171450" algn="l">
              <a:lnSpc>
                <a:spcPct val="100000"/>
              </a:lnSpc>
              <a:spcBef>
                <a:spcPts val="600"/>
              </a:spcBef>
              <a:spcAft>
                <a:spcPts val="0"/>
              </a:spcAft>
              <a:buFont typeface="Wingdings" panose="05000000000000000000" pitchFamily="2" charset="2"/>
              <a:buChar char="§"/>
              <a:defRPr sz="1200" b="0">
                <a:solidFill>
                  <a:schemeClr val="tx2"/>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
        <p:nvSpPr>
          <p:cNvPr id="19" name="Espace réservé du texte 3">
            <a:extLst>
              <a:ext uri="{FF2B5EF4-FFF2-40B4-BE49-F238E27FC236}">
                <a16:creationId xmlns:a16="http://schemas.microsoft.com/office/drawing/2014/main" id="{70D8E750-4C6B-9FAB-D8EB-750227FC8499}"/>
              </a:ext>
            </a:extLst>
          </p:cNvPr>
          <p:cNvSpPr>
            <a:spLocks noGrp="1"/>
          </p:cNvSpPr>
          <p:nvPr>
            <p:ph type="body" sz="quarter" idx="33" hasCustomPrompt="1"/>
          </p:nvPr>
        </p:nvSpPr>
        <p:spPr>
          <a:xfrm>
            <a:off x="3391567" y="2061840"/>
            <a:ext cx="2565075" cy="276999"/>
          </a:xfrm>
          <a:prstGeom prst="rect">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1200" b="1">
                <a:solidFill>
                  <a:schemeClr val="bg1"/>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
        <p:nvSpPr>
          <p:cNvPr id="20" name="Espace réservé du texte 3">
            <a:extLst>
              <a:ext uri="{FF2B5EF4-FFF2-40B4-BE49-F238E27FC236}">
                <a16:creationId xmlns:a16="http://schemas.microsoft.com/office/drawing/2014/main" id="{EFE20C3B-7A82-C02C-902F-60DCC4250C4F}"/>
              </a:ext>
            </a:extLst>
          </p:cNvPr>
          <p:cNvSpPr>
            <a:spLocks noGrp="1"/>
          </p:cNvSpPr>
          <p:nvPr>
            <p:ph type="body" sz="quarter" idx="35" hasCustomPrompt="1"/>
          </p:nvPr>
        </p:nvSpPr>
        <p:spPr>
          <a:xfrm>
            <a:off x="6305253" y="2061840"/>
            <a:ext cx="2565075" cy="276999"/>
          </a:xfrm>
          <a:prstGeom prst="rect">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1200" b="1">
                <a:solidFill>
                  <a:schemeClr val="bg1"/>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
        <p:nvSpPr>
          <p:cNvPr id="21" name="Espace réservé du texte 3">
            <a:extLst>
              <a:ext uri="{FF2B5EF4-FFF2-40B4-BE49-F238E27FC236}">
                <a16:creationId xmlns:a16="http://schemas.microsoft.com/office/drawing/2014/main" id="{870D683A-36B2-9344-0805-C77832D7146E}"/>
              </a:ext>
            </a:extLst>
          </p:cNvPr>
          <p:cNvSpPr>
            <a:spLocks noGrp="1"/>
          </p:cNvSpPr>
          <p:nvPr>
            <p:ph type="body" sz="quarter" idx="37" hasCustomPrompt="1"/>
          </p:nvPr>
        </p:nvSpPr>
        <p:spPr>
          <a:xfrm>
            <a:off x="477881" y="2061840"/>
            <a:ext cx="2565075" cy="276999"/>
          </a:xfrm>
          <a:prstGeom prst="rect">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1200" b="1">
                <a:solidFill>
                  <a:schemeClr val="bg1"/>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
        <p:nvSpPr>
          <p:cNvPr id="22" name="Espace réservé du texte 3">
            <a:extLst>
              <a:ext uri="{FF2B5EF4-FFF2-40B4-BE49-F238E27FC236}">
                <a16:creationId xmlns:a16="http://schemas.microsoft.com/office/drawing/2014/main" id="{2F43AEE8-DC36-D4C4-7BC2-5CB79E4F2F2E}"/>
              </a:ext>
            </a:extLst>
          </p:cNvPr>
          <p:cNvSpPr>
            <a:spLocks noGrp="1"/>
          </p:cNvSpPr>
          <p:nvPr>
            <p:ph type="body" sz="quarter" idx="39" hasCustomPrompt="1"/>
          </p:nvPr>
        </p:nvSpPr>
        <p:spPr>
          <a:xfrm>
            <a:off x="9218938" y="2061840"/>
            <a:ext cx="2565075" cy="276999"/>
          </a:xfrm>
          <a:prstGeom prst="rect">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1200" b="1">
                <a:solidFill>
                  <a:schemeClr val="bg1"/>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Tree>
    <p:extLst>
      <p:ext uri="{BB962C8B-B14F-4D97-AF65-F5344CB8AC3E}">
        <p14:creationId xmlns:p14="http://schemas.microsoft.com/office/powerpoint/2010/main" val="19982769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hiffres motrices">
    <p:spTree>
      <p:nvGrpSpPr>
        <p:cNvPr id="1" name=""/>
        <p:cNvGrpSpPr/>
        <p:nvPr/>
      </p:nvGrpSpPr>
      <p:grpSpPr>
        <a:xfrm>
          <a:off x="0" y="0"/>
          <a:ext cx="0" cy="0"/>
          <a:chOff x="0" y="0"/>
          <a:chExt cx="0" cy="0"/>
        </a:xfrm>
      </p:grpSpPr>
      <p:sp>
        <p:nvSpPr>
          <p:cNvPr id="7" name="Espace réservé du texte 6">
            <a:extLst>
              <a:ext uri="{FF2B5EF4-FFF2-40B4-BE49-F238E27FC236}">
                <a16:creationId xmlns:a16="http://schemas.microsoft.com/office/drawing/2014/main" id="{2C69D8E4-C5B1-C9C1-C44E-413DE8D14A3A}"/>
              </a:ext>
            </a:extLst>
          </p:cNvPr>
          <p:cNvSpPr>
            <a:spLocks noGrp="1"/>
          </p:cNvSpPr>
          <p:nvPr>
            <p:ph type="body" sz="quarter" idx="10" hasCustomPrompt="1"/>
          </p:nvPr>
        </p:nvSpPr>
        <p:spPr>
          <a:xfrm>
            <a:off x="483686" y="3653722"/>
            <a:ext cx="2254435" cy="837345"/>
          </a:xfrm>
          <a:prstGeom prst="rect">
            <a:avLst/>
          </a:prstGeom>
        </p:spPr>
        <p:txBody>
          <a:bodyPr>
            <a:noAutofit/>
          </a:bodyPr>
          <a:lstStyle>
            <a:lvl1pPr>
              <a:defRPr>
                <a:solidFill>
                  <a:schemeClr val="tx2"/>
                </a:solidFill>
              </a:defRPr>
            </a:lvl1pPr>
          </a:lstStyle>
          <a:p>
            <a:pPr lvl="0"/>
            <a:r>
              <a:rPr lang="fr-FR" err="1"/>
              <a:t>Antiur</a:t>
            </a:r>
            <a:r>
              <a:rPr lang="fr-FR"/>
              <a:t> </a:t>
            </a:r>
            <a:r>
              <a:rPr lang="fr-FR" err="1"/>
              <a:t>atissi</a:t>
            </a:r>
            <a:r>
              <a:rPr lang="fr-FR"/>
              <a:t> set,</a:t>
            </a:r>
          </a:p>
          <a:p>
            <a:pPr lvl="0"/>
            <a:r>
              <a:rPr lang="fr-FR" err="1"/>
              <a:t>doluptas</a:t>
            </a:r>
            <a:r>
              <a:rPr lang="fr-FR"/>
              <a:t> arum </a:t>
            </a:r>
            <a:r>
              <a:rPr lang="fr-FR" err="1"/>
              <a:t>lorem</a:t>
            </a:r>
            <a:endParaRPr lang="fr-FR"/>
          </a:p>
          <a:p>
            <a:pPr lvl="0"/>
            <a:r>
              <a:rPr lang="fr-FR"/>
              <a:t>ipsum </a:t>
            </a:r>
            <a:r>
              <a:rPr lang="fr-FR" err="1"/>
              <a:t>idebit</a:t>
            </a:r>
            <a:r>
              <a:rPr lang="fr-FR"/>
              <a:t>.</a:t>
            </a:r>
          </a:p>
        </p:txBody>
      </p:sp>
      <p:sp>
        <p:nvSpPr>
          <p:cNvPr id="9" name="Espace réservé du texte 6">
            <a:extLst>
              <a:ext uri="{FF2B5EF4-FFF2-40B4-BE49-F238E27FC236}">
                <a16:creationId xmlns:a16="http://schemas.microsoft.com/office/drawing/2014/main" id="{9662AB08-9427-36C1-B31A-7326166703DA}"/>
              </a:ext>
            </a:extLst>
          </p:cNvPr>
          <p:cNvSpPr>
            <a:spLocks noGrp="1"/>
          </p:cNvSpPr>
          <p:nvPr>
            <p:ph type="body" sz="quarter" idx="12" hasCustomPrompt="1"/>
          </p:nvPr>
        </p:nvSpPr>
        <p:spPr>
          <a:xfrm>
            <a:off x="7884415" y="3642429"/>
            <a:ext cx="2254435" cy="837345"/>
          </a:xfrm>
          <a:prstGeom prst="rect">
            <a:avLst/>
          </a:prstGeom>
        </p:spPr>
        <p:txBody>
          <a:bodyPr>
            <a:noAutofit/>
          </a:bodyPr>
          <a:lstStyle>
            <a:lvl1pPr>
              <a:defRPr>
                <a:solidFill>
                  <a:schemeClr val="tx2"/>
                </a:solidFill>
              </a:defRPr>
            </a:lvl1pPr>
          </a:lstStyle>
          <a:p>
            <a:pPr lvl="0"/>
            <a:r>
              <a:rPr lang="fr-FR" err="1"/>
              <a:t>Antiur</a:t>
            </a:r>
            <a:r>
              <a:rPr lang="fr-FR"/>
              <a:t> </a:t>
            </a:r>
            <a:r>
              <a:rPr lang="fr-FR" err="1"/>
              <a:t>atissi</a:t>
            </a:r>
            <a:r>
              <a:rPr lang="fr-FR"/>
              <a:t> set,</a:t>
            </a:r>
          </a:p>
          <a:p>
            <a:pPr lvl="0"/>
            <a:r>
              <a:rPr lang="fr-FR" err="1"/>
              <a:t>doluptas</a:t>
            </a:r>
            <a:r>
              <a:rPr lang="fr-FR"/>
              <a:t> arum </a:t>
            </a:r>
            <a:r>
              <a:rPr lang="fr-FR" err="1"/>
              <a:t>lorem</a:t>
            </a:r>
            <a:endParaRPr lang="fr-FR"/>
          </a:p>
          <a:p>
            <a:pPr lvl="0"/>
            <a:r>
              <a:rPr lang="fr-FR"/>
              <a:t>ipsum </a:t>
            </a:r>
            <a:r>
              <a:rPr lang="fr-FR" err="1"/>
              <a:t>idebit</a:t>
            </a:r>
            <a:r>
              <a:rPr lang="fr-FR"/>
              <a:t>.</a:t>
            </a:r>
          </a:p>
        </p:txBody>
      </p:sp>
      <p:sp>
        <p:nvSpPr>
          <p:cNvPr id="17" name="Espace réservé du texte 16">
            <a:extLst>
              <a:ext uri="{FF2B5EF4-FFF2-40B4-BE49-F238E27FC236}">
                <a16:creationId xmlns:a16="http://schemas.microsoft.com/office/drawing/2014/main" id="{4607A496-AFBC-E2F1-06C9-A28297374B52}"/>
              </a:ext>
            </a:extLst>
          </p:cNvPr>
          <p:cNvSpPr>
            <a:spLocks noGrp="1" noChangeAspect="1"/>
          </p:cNvSpPr>
          <p:nvPr>
            <p:ph type="body" sz="quarter" idx="16" hasCustomPrompt="1"/>
          </p:nvPr>
        </p:nvSpPr>
        <p:spPr>
          <a:xfrm>
            <a:off x="483687" y="2179463"/>
            <a:ext cx="2184250" cy="1247775"/>
          </a:xfrm>
          <a:custGeom>
            <a:avLst/>
            <a:gdLst>
              <a:gd name="connsiteX0" fmla="*/ 188184 w 2184250"/>
              <a:gd name="connsiteY0" fmla="*/ 0 h 1247775"/>
              <a:gd name="connsiteX1" fmla="*/ 2163979 w 2184250"/>
              <a:gd name="connsiteY1" fmla="*/ 497695 h 1247775"/>
              <a:gd name="connsiteX2" fmla="*/ 2181077 w 2184250"/>
              <a:gd name="connsiteY2" fmla="*/ 548902 h 1247775"/>
              <a:gd name="connsiteX3" fmla="*/ 1983922 w 2184250"/>
              <a:gd name="connsiteY3" fmla="*/ 1221330 h 1247775"/>
              <a:gd name="connsiteX4" fmla="*/ 1945022 w 2184250"/>
              <a:gd name="connsiteY4" fmla="*/ 1247775 h 1247775"/>
              <a:gd name="connsiteX5" fmla="*/ 34036 w 2184250"/>
              <a:gd name="connsiteY5" fmla="*/ 1247775 h 1247775"/>
              <a:gd name="connsiteX6" fmla="*/ 0 w 2184250"/>
              <a:gd name="connsiteY6" fmla="*/ 1208972 h 1247775"/>
              <a:gd name="connsiteX7" fmla="*/ 11 w 2184250"/>
              <a:gd name="connsiteY7" fmla="*/ 42436 h 1247775"/>
              <a:gd name="connsiteX8" fmla="*/ 40141 w 2184250"/>
              <a:gd name="connsiteY8" fmla="*/ 2969 h 1247775"/>
              <a:gd name="connsiteX9" fmla="*/ 188184 w 2184250"/>
              <a:gd name="connsiteY9" fmla="*/ 0 h 124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84250" h="1247775">
                <a:moveTo>
                  <a:pt x="188184" y="0"/>
                </a:moveTo>
                <a:cubicBezTo>
                  <a:pt x="610884" y="0"/>
                  <a:pt x="1541590" y="63139"/>
                  <a:pt x="2163979" y="497695"/>
                </a:cubicBezTo>
                <a:cubicBezTo>
                  <a:pt x="2183579" y="511302"/>
                  <a:pt x="2188242" y="523843"/>
                  <a:pt x="2181077" y="548902"/>
                </a:cubicBezTo>
                <a:cubicBezTo>
                  <a:pt x="2177645" y="560880"/>
                  <a:pt x="1983922" y="1221330"/>
                  <a:pt x="1983922" y="1221330"/>
                </a:cubicBezTo>
                <a:cubicBezTo>
                  <a:pt x="1975881" y="1246055"/>
                  <a:pt x="1962216" y="1247775"/>
                  <a:pt x="1945022" y="1247775"/>
                </a:cubicBezTo>
                <a:lnTo>
                  <a:pt x="34036" y="1247775"/>
                </a:lnTo>
                <a:cubicBezTo>
                  <a:pt x="13420" y="1247763"/>
                  <a:pt x="0" y="1229377"/>
                  <a:pt x="0" y="1208972"/>
                </a:cubicBezTo>
                <a:lnTo>
                  <a:pt x="11" y="42436"/>
                </a:lnTo>
                <a:cubicBezTo>
                  <a:pt x="11" y="16289"/>
                  <a:pt x="15836" y="4069"/>
                  <a:pt x="40141" y="2969"/>
                </a:cubicBezTo>
                <a:cubicBezTo>
                  <a:pt x="77459" y="1295"/>
                  <a:pt x="127577" y="0"/>
                  <a:pt x="188184" y="0"/>
                </a:cubicBezTo>
                <a:close/>
              </a:path>
            </a:pathLst>
          </a:custGeom>
          <a:solidFill>
            <a:schemeClr val="accent3"/>
          </a:solidFill>
        </p:spPr>
        <p:txBody>
          <a:bodyPr vert="horz" wrap="square" lIns="144000" tIns="1476000" rIns="0" bIns="0" rtlCol="0" anchor="b" anchorCtr="0">
            <a:noAutofit/>
          </a:bodyPr>
          <a:lstStyle>
            <a:lvl1pPr>
              <a:defRPr lang="fr-FR" sz="6000" b="1" smtClean="0">
                <a:solidFill>
                  <a:schemeClr val="bg1"/>
                </a:solidFill>
                <a:latin typeface="+mj-lt"/>
                <a:ea typeface="+mj-ea"/>
                <a:cs typeface="+mj-cs"/>
              </a:defRPr>
            </a:lvl1pPr>
          </a:lstStyle>
          <a:p>
            <a:pPr lvl="0">
              <a:lnSpc>
                <a:spcPct val="90000"/>
              </a:lnSpc>
              <a:spcBef>
                <a:spcPct val="0"/>
              </a:spcBef>
            </a:pPr>
            <a:r>
              <a:rPr lang="fr-FR"/>
              <a:t>200</a:t>
            </a:r>
          </a:p>
        </p:txBody>
      </p:sp>
      <p:sp>
        <p:nvSpPr>
          <p:cNvPr id="4" name="Titre 5">
            <a:extLst>
              <a:ext uri="{FF2B5EF4-FFF2-40B4-BE49-F238E27FC236}">
                <a16:creationId xmlns:a16="http://schemas.microsoft.com/office/drawing/2014/main" id="{47E66C05-4183-A4D0-442F-6712C19BE3B4}"/>
              </a:ext>
            </a:extLst>
          </p:cNvPr>
          <p:cNvSpPr>
            <a:spLocks noGrp="1"/>
          </p:cNvSpPr>
          <p:nvPr>
            <p:ph type="title"/>
          </p:nvPr>
        </p:nvSpPr>
        <p:spPr>
          <a:xfrm>
            <a:off x="467833" y="460051"/>
            <a:ext cx="11308752" cy="332399"/>
          </a:xfrm>
        </p:spPr>
        <p:txBody>
          <a:bodyPr/>
          <a:lstStyle/>
          <a:p>
            <a:r>
              <a:rPr lang="fr-FR"/>
              <a:t>Modifiez le style du titre</a:t>
            </a:r>
          </a:p>
        </p:txBody>
      </p:sp>
      <p:sp>
        <p:nvSpPr>
          <p:cNvPr id="5" name="Espace réservé du texte 16">
            <a:extLst>
              <a:ext uri="{FF2B5EF4-FFF2-40B4-BE49-F238E27FC236}">
                <a16:creationId xmlns:a16="http://schemas.microsoft.com/office/drawing/2014/main" id="{1CF4DF66-9227-4BF1-B841-59291CE6DA7C}"/>
              </a:ext>
            </a:extLst>
          </p:cNvPr>
          <p:cNvSpPr>
            <a:spLocks noGrp="1" noChangeAspect="1"/>
          </p:cNvSpPr>
          <p:nvPr>
            <p:ph type="body" sz="quarter" idx="19" hasCustomPrompt="1"/>
          </p:nvPr>
        </p:nvSpPr>
        <p:spPr>
          <a:xfrm>
            <a:off x="3954400" y="1754222"/>
            <a:ext cx="2908870" cy="1661722"/>
          </a:xfrm>
          <a:custGeom>
            <a:avLst/>
            <a:gdLst>
              <a:gd name="connsiteX0" fmla="*/ 188184 w 2184250"/>
              <a:gd name="connsiteY0" fmla="*/ 0 h 1247775"/>
              <a:gd name="connsiteX1" fmla="*/ 2163979 w 2184250"/>
              <a:gd name="connsiteY1" fmla="*/ 497695 h 1247775"/>
              <a:gd name="connsiteX2" fmla="*/ 2181077 w 2184250"/>
              <a:gd name="connsiteY2" fmla="*/ 548902 h 1247775"/>
              <a:gd name="connsiteX3" fmla="*/ 1983922 w 2184250"/>
              <a:gd name="connsiteY3" fmla="*/ 1221330 h 1247775"/>
              <a:gd name="connsiteX4" fmla="*/ 1945022 w 2184250"/>
              <a:gd name="connsiteY4" fmla="*/ 1247775 h 1247775"/>
              <a:gd name="connsiteX5" fmla="*/ 34036 w 2184250"/>
              <a:gd name="connsiteY5" fmla="*/ 1247775 h 1247775"/>
              <a:gd name="connsiteX6" fmla="*/ 0 w 2184250"/>
              <a:gd name="connsiteY6" fmla="*/ 1208972 h 1247775"/>
              <a:gd name="connsiteX7" fmla="*/ 11 w 2184250"/>
              <a:gd name="connsiteY7" fmla="*/ 42436 h 1247775"/>
              <a:gd name="connsiteX8" fmla="*/ 40141 w 2184250"/>
              <a:gd name="connsiteY8" fmla="*/ 2969 h 1247775"/>
              <a:gd name="connsiteX9" fmla="*/ 188184 w 2184250"/>
              <a:gd name="connsiteY9" fmla="*/ 0 h 124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84250" h="1247775">
                <a:moveTo>
                  <a:pt x="188184" y="0"/>
                </a:moveTo>
                <a:cubicBezTo>
                  <a:pt x="610884" y="0"/>
                  <a:pt x="1541590" y="63139"/>
                  <a:pt x="2163979" y="497695"/>
                </a:cubicBezTo>
                <a:cubicBezTo>
                  <a:pt x="2183579" y="511302"/>
                  <a:pt x="2188242" y="523843"/>
                  <a:pt x="2181077" y="548902"/>
                </a:cubicBezTo>
                <a:cubicBezTo>
                  <a:pt x="2177645" y="560880"/>
                  <a:pt x="1983922" y="1221330"/>
                  <a:pt x="1983922" y="1221330"/>
                </a:cubicBezTo>
                <a:cubicBezTo>
                  <a:pt x="1975881" y="1246055"/>
                  <a:pt x="1962216" y="1247775"/>
                  <a:pt x="1945022" y="1247775"/>
                </a:cubicBezTo>
                <a:lnTo>
                  <a:pt x="34036" y="1247775"/>
                </a:lnTo>
                <a:cubicBezTo>
                  <a:pt x="13420" y="1247763"/>
                  <a:pt x="0" y="1229377"/>
                  <a:pt x="0" y="1208972"/>
                </a:cubicBezTo>
                <a:lnTo>
                  <a:pt x="11" y="42436"/>
                </a:lnTo>
                <a:cubicBezTo>
                  <a:pt x="11" y="16289"/>
                  <a:pt x="15836" y="4069"/>
                  <a:pt x="40141" y="2969"/>
                </a:cubicBezTo>
                <a:cubicBezTo>
                  <a:pt x="77459" y="1295"/>
                  <a:pt x="127577" y="0"/>
                  <a:pt x="188184" y="0"/>
                </a:cubicBezTo>
                <a:close/>
              </a:path>
            </a:pathLst>
          </a:custGeom>
          <a:solidFill>
            <a:schemeClr val="accent1"/>
          </a:solidFill>
        </p:spPr>
        <p:txBody>
          <a:bodyPr vert="horz" wrap="square" lIns="144000" tIns="1476000" rIns="0" bIns="72000" rtlCol="0" anchor="b" anchorCtr="0">
            <a:noAutofit/>
          </a:bodyPr>
          <a:lstStyle>
            <a:lvl1pPr>
              <a:defRPr lang="fr-FR" sz="6000" b="1" smtClean="0">
                <a:solidFill>
                  <a:schemeClr val="bg1"/>
                </a:solidFill>
                <a:latin typeface="+mj-lt"/>
                <a:ea typeface="+mj-ea"/>
                <a:cs typeface="+mj-cs"/>
              </a:defRPr>
            </a:lvl1pPr>
          </a:lstStyle>
          <a:p>
            <a:pPr lvl="0">
              <a:lnSpc>
                <a:spcPct val="90000"/>
              </a:lnSpc>
              <a:spcBef>
                <a:spcPct val="0"/>
              </a:spcBef>
            </a:pPr>
            <a:r>
              <a:rPr lang="fr-FR"/>
              <a:t>300</a:t>
            </a:r>
          </a:p>
        </p:txBody>
      </p:sp>
      <p:sp>
        <p:nvSpPr>
          <p:cNvPr id="6" name="Espace réservé du texte 6">
            <a:extLst>
              <a:ext uri="{FF2B5EF4-FFF2-40B4-BE49-F238E27FC236}">
                <a16:creationId xmlns:a16="http://schemas.microsoft.com/office/drawing/2014/main" id="{4C99B2BB-5C10-E2D9-0748-F41543A01936}"/>
              </a:ext>
            </a:extLst>
          </p:cNvPr>
          <p:cNvSpPr>
            <a:spLocks noGrp="1"/>
          </p:cNvSpPr>
          <p:nvPr>
            <p:ph type="body" sz="quarter" idx="20" hasCustomPrompt="1"/>
          </p:nvPr>
        </p:nvSpPr>
        <p:spPr>
          <a:xfrm>
            <a:off x="3954400" y="3642428"/>
            <a:ext cx="2254435" cy="837345"/>
          </a:xfrm>
          <a:prstGeom prst="rect">
            <a:avLst/>
          </a:prstGeom>
        </p:spPr>
        <p:txBody>
          <a:bodyPr>
            <a:noAutofit/>
          </a:bodyPr>
          <a:lstStyle>
            <a:lvl1pPr>
              <a:defRPr>
                <a:solidFill>
                  <a:schemeClr val="tx2"/>
                </a:solidFill>
              </a:defRPr>
            </a:lvl1pPr>
          </a:lstStyle>
          <a:p>
            <a:pPr lvl="0"/>
            <a:r>
              <a:rPr lang="fr-FR" err="1"/>
              <a:t>Antiur</a:t>
            </a:r>
            <a:r>
              <a:rPr lang="fr-FR"/>
              <a:t> </a:t>
            </a:r>
            <a:r>
              <a:rPr lang="fr-FR" err="1"/>
              <a:t>atissi</a:t>
            </a:r>
            <a:r>
              <a:rPr lang="fr-FR"/>
              <a:t> set,</a:t>
            </a:r>
          </a:p>
          <a:p>
            <a:pPr lvl="0"/>
            <a:r>
              <a:rPr lang="fr-FR" err="1"/>
              <a:t>doluptas</a:t>
            </a:r>
            <a:r>
              <a:rPr lang="fr-FR"/>
              <a:t> arum </a:t>
            </a:r>
            <a:r>
              <a:rPr lang="fr-FR" err="1"/>
              <a:t>lorem</a:t>
            </a:r>
            <a:endParaRPr lang="fr-FR"/>
          </a:p>
          <a:p>
            <a:pPr lvl="0"/>
            <a:r>
              <a:rPr lang="fr-FR"/>
              <a:t>ipsum </a:t>
            </a:r>
            <a:r>
              <a:rPr lang="fr-FR" err="1"/>
              <a:t>idebit</a:t>
            </a:r>
            <a:r>
              <a:rPr lang="fr-FR"/>
              <a:t>.</a:t>
            </a:r>
          </a:p>
        </p:txBody>
      </p:sp>
      <p:sp>
        <p:nvSpPr>
          <p:cNvPr id="8" name="Espace réservé du texte 16">
            <a:extLst>
              <a:ext uri="{FF2B5EF4-FFF2-40B4-BE49-F238E27FC236}">
                <a16:creationId xmlns:a16="http://schemas.microsoft.com/office/drawing/2014/main" id="{244AAEC6-B498-4B53-8D0F-953EE9E5CFA0}"/>
              </a:ext>
            </a:extLst>
          </p:cNvPr>
          <p:cNvSpPr>
            <a:spLocks noGrp="1" noChangeAspect="1"/>
          </p:cNvSpPr>
          <p:nvPr>
            <p:ph type="body" sz="quarter" idx="21" hasCustomPrompt="1"/>
          </p:nvPr>
        </p:nvSpPr>
        <p:spPr>
          <a:xfrm>
            <a:off x="7877292" y="1298374"/>
            <a:ext cx="3706841" cy="2117571"/>
          </a:xfrm>
          <a:custGeom>
            <a:avLst/>
            <a:gdLst>
              <a:gd name="connsiteX0" fmla="*/ 188184 w 2184250"/>
              <a:gd name="connsiteY0" fmla="*/ 0 h 1247775"/>
              <a:gd name="connsiteX1" fmla="*/ 2163979 w 2184250"/>
              <a:gd name="connsiteY1" fmla="*/ 497695 h 1247775"/>
              <a:gd name="connsiteX2" fmla="*/ 2181077 w 2184250"/>
              <a:gd name="connsiteY2" fmla="*/ 548902 h 1247775"/>
              <a:gd name="connsiteX3" fmla="*/ 1983922 w 2184250"/>
              <a:gd name="connsiteY3" fmla="*/ 1221330 h 1247775"/>
              <a:gd name="connsiteX4" fmla="*/ 1945022 w 2184250"/>
              <a:gd name="connsiteY4" fmla="*/ 1247775 h 1247775"/>
              <a:gd name="connsiteX5" fmla="*/ 34036 w 2184250"/>
              <a:gd name="connsiteY5" fmla="*/ 1247775 h 1247775"/>
              <a:gd name="connsiteX6" fmla="*/ 0 w 2184250"/>
              <a:gd name="connsiteY6" fmla="*/ 1208972 h 1247775"/>
              <a:gd name="connsiteX7" fmla="*/ 11 w 2184250"/>
              <a:gd name="connsiteY7" fmla="*/ 42436 h 1247775"/>
              <a:gd name="connsiteX8" fmla="*/ 40141 w 2184250"/>
              <a:gd name="connsiteY8" fmla="*/ 2969 h 1247775"/>
              <a:gd name="connsiteX9" fmla="*/ 188184 w 2184250"/>
              <a:gd name="connsiteY9" fmla="*/ 0 h 124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84250" h="1247775">
                <a:moveTo>
                  <a:pt x="188184" y="0"/>
                </a:moveTo>
                <a:cubicBezTo>
                  <a:pt x="610884" y="0"/>
                  <a:pt x="1541590" y="63139"/>
                  <a:pt x="2163979" y="497695"/>
                </a:cubicBezTo>
                <a:cubicBezTo>
                  <a:pt x="2183579" y="511302"/>
                  <a:pt x="2188242" y="523843"/>
                  <a:pt x="2181077" y="548902"/>
                </a:cubicBezTo>
                <a:cubicBezTo>
                  <a:pt x="2177645" y="560880"/>
                  <a:pt x="1983922" y="1221330"/>
                  <a:pt x="1983922" y="1221330"/>
                </a:cubicBezTo>
                <a:cubicBezTo>
                  <a:pt x="1975881" y="1246055"/>
                  <a:pt x="1962216" y="1247775"/>
                  <a:pt x="1945022" y="1247775"/>
                </a:cubicBezTo>
                <a:lnTo>
                  <a:pt x="34036" y="1247775"/>
                </a:lnTo>
                <a:cubicBezTo>
                  <a:pt x="13420" y="1247763"/>
                  <a:pt x="0" y="1229377"/>
                  <a:pt x="0" y="1208972"/>
                </a:cubicBezTo>
                <a:lnTo>
                  <a:pt x="11" y="42436"/>
                </a:lnTo>
                <a:cubicBezTo>
                  <a:pt x="11" y="16289"/>
                  <a:pt x="15836" y="4069"/>
                  <a:pt x="40141" y="2969"/>
                </a:cubicBezTo>
                <a:cubicBezTo>
                  <a:pt x="77459" y="1295"/>
                  <a:pt x="127577" y="0"/>
                  <a:pt x="188184" y="0"/>
                </a:cubicBezTo>
                <a:close/>
              </a:path>
            </a:pathLst>
          </a:custGeom>
          <a:solidFill>
            <a:srgbClr val="003865"/>
          </a:solidFill>
        </p:spPr>
        <p:txBody>
          <a:bodyPr vert="horz" wrap="square" lIns="144000" tIns="1476000" rIns="0" bIns="72000" rtlCol="0" anchor="b" anchorCtr="0">
            <a:noAutofit/>
          </a:bodyPr>
          <a:lstStyle>
            <a:lvl1pPr>
              <a:defRPr lang="fr-FR" sz="6000" b="1" smtClean="0">
                <a:solidFill>
                  <a:schemeClr val="bg1"/>
                </a:solidFill>
                <a:latin typeface="+mj-lt"/>
                <a:ea typeface="+mj-ea"/>
                <a:cs typeface="+mj-cs"/>
              </a:defRPr>
            </a:lvl1pPr>
          </a:lstStyle>
          <a:p>
            <a:pPr lvl="0">
              <a:lnSpc>
                <a:spcPct val="90000"/>
              </a:lnSpc>
              <a:spcBef>
                <a:spcPct val="0"/>
              </a:spcBef>
            </a:pPr>
            <a:r>
              <a:rPr lang="fr-FR"/>
              <a:t>400</a:t>
            </a:r>
          </a:p>
        </p:txBody>
      </p:sp>
    </p:spTree>
    <p:extLst>
      <p:ext uri="{BB962C8B-B14F-4D97-AF65-F5344CB8AC3E}">
        <p14:creationId xmlns:p14="http://schemas.microsoft.com/office/powerpoint/2010/main" val="32093794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e motrices">
    <p:spTree>
      <p:nvGrpSpPr>
        <p:cNvPr id="1" name=""/>
        <p:cNvGrpSpPr/>
        <p:nvPr/>
      </p:nvGrpSpPr>
      <p:grpSpPr>
        <a:xfrm>
          <a:off x="0" y="0"/>
          <a:ext cx="0" cy="0"/>
          <a:chOff x="0" y="0"/>
          <a:chExt cx="0" cy="0"/>
        </a:xfrm>
      </p:grpSpPr>
      <p:sp>
        <p:nvSpPr>
          <p:cNvPr id="7" name="Espace réservé du graphique SmartArt 6">
            <a:extLst>
              <a:ext uri="{FF2B5EF4-FFF2-40B4-BE49-F238E27FC236}">
                <a16:creationId xmlns:a16="http://schemas.microsoft.com/office/drawing/2014/main" id="{0FB7C87D-E4E7-458C-D5EC-B16FA7747D90}"/>
              </a:ext>
            </a:extLst>
          </p:cNvPr>
          <p:cNvSpPr>
            <a:spLocks noGrp="1"/>
          </p:cNvSpPr>
          <p:nvPr>
            <p:ph type="dgm" sz="quarter" idx="18" hasCustomPrompt="1"/>
          </p:nvPr>
        </p:nvSpPr>
        <p:spPr>
          <a:xfrm>
            <a:off x="778193" y="3593076"/>
            <a:ext cx="10584000" cy="3600"/>
          </a:xfrm>
          <a:prstGeom prst="rect">
            <a:avLst/>
          </a:prstGeom>
          <a:solidFill>
            <a:srgbClr val="F2827F"/>
          </a:solidFill>
        </p:spPr>
        <p:txBody>
          <a:bodyPr/>
          <a:lstStyle>
            <a:lvl1pPr>
              <a:defRPr sz="100">
                <a:noFill/>
              </a:defRPr>
            </a:lvl1pPr>
          </a:lstStyle>
          <a:p>
            <a:r>
              <a:rPr lang="fr-FR"/>
              <a:t>d</a:t>
            </a:r>
          </a:p>
        </p:txBody>
      </p:sp>
      <p:sp>
        <p:nvSpPr>
          <p:cNvPr id="21" name="Espace réservé du texte 6">
            <a:extLst>
              <a:ext uri="{FF2B5EF4-FFF2-40B4-BE49-F238E27FC236}">
                <a16:creationId xmlns:a16="http://schemas.microsoft.com/office/drawing/2014/main" id="{9B5E651F-122D-B570-6654-8D0BBF6B3B1A}"/>
              </a:ext>
            </a:extLst>
          </p:cNvPr>
          <p:cNvSpPr>
            <a:spLocks noGrp="1"/>
          </p:cNvSpPr>
          <p:nvPr>
            <p:ph type="body" sz="quarter" idx="19" hasCustomPrompt="1"/>
          </p:nvPr>
        </p:nvSpPr>
        <p:spPr>
          <a:xfrm>
            <a:off x="777200" y="3823744"/>
            <a:ext cx="2254435" cy="837345"/>
          </a:xfrm>
          <a:prstGeom prst="rect">
            <a:avLst/>
          </a:prstGeom>
        </p:spPr>
        <p:txBody>
          <a:bodyPr>
            <a:noAutofit/>
          </a:bodyPr>
          <a:lstStyle>
            <a:lvl1pPr>
              <a:defRPr>
                <a:latin typeface="+mj-lt"/>
              </a:defRPr>
            </a:lvl1pPr>
          </a:lstStyle>
          <a:p>
            <a:pPr lvl="0"/>
            <a:r>
              <a:rPr lang="fr-FR" err="1"/>
              <a:t>Antiur</a:t>
            </a:r>
            <a:r>
              <a:rPr lang="fr-FR"/>
              <a:t> </a:t>
            </a:r>
            <a:r>
              <a:rPr lang="fr-FR" err="1"/>
              <a:t>atissi</a:t>
            </a:r>
            <a:r>
              <a:rPr lang="fr-FR"/>
              <a:t> set,</a:t>
            </a:r>
          </a:p>
          <a:p>
            <a:pPr lvl="0"/>
            <a:r>
              <a:rPr lang="fr-FR" err="1"/>
              <a:t>doluptas</a:t>
            </a:r>
            <a:r>
              <a:rPr lang="fr-FR"/>
              <a:t> arum </a:t>
            </a:r>
            <a:r>
              <a:rPr lang="fr-FR" err="1"/>
              <a:t>lorem</a:t>
            </a:r>
            <a:endParaRPr lang="fr-FR"/>
          </a:p>
          <a:p>
            <a:pPr lvl="0"/>
            <a:r>
              <a:rPr lang="fr-FR"/>
              <a:t>ipsum </a:t>
            </a:r>
            <a:r>
              <a:rPr lang="fr-FR" err="1"/>
              <a:t>idebit</a:t>
            </a:r>
            <a:r>
              <a:rPr lang="fr-FR"/>
              <a:t>.</a:t>
            </a:r>
          </a:p>
        </p:txBody>
      </p:sp>
      <p:sp>
        <p:nvSpPr>
          <p:cNvPr id="22" name="Espace réservé du texte 6">
            <a:extLst>
              <a:ext uri="{FF2B5EF4-FFF2-40B4-BE49-F238E27FC236}">
                <a16:creationId xmlns:a16="http://schemas.microsoft.com/office/drawing/2014/main" id="{77A59C8D-0E6D-3E86-D681-AF31B81B76FB}"/>
              </a:ext>
            </a:extLst>
          </p:cNvPr>
          <p:cNvSpPr>
            <a:spLocks noGrp="1"/>
          </p:cNvSpPr>
          <p:nvPr>
            <p:ph type="body" sz="quarter" idx="20" hasCustomPrompt="1"/>
          </p:nvPr>
        </p:nvSpPr>
        <p:spPr>
          <a:xfrm>
            <a:off x="3718158" y="3823744"/>
            <a:ext cx="2254435" cy="837345"/>
          </a:xfrm>
          <a:prstGeom prst="rect">
            <a:avLst/>
          </a:prstGeom>
        </p:spPr>
        <p:txBody>
          <a:bodyPr>
            <a:noAutofit/>
          </a:bodyPr>
          <a:lstStyle>
            <a:lvl1pPr>
              <a:defRPr>
                <a:latin typeface="+mj-lt"/>
              </a:defRPr>
            </a:lvl1pPr>
          </a:lstStyle>
          <a:p>
            <a:pPr lvl="0"/>
            <a:r>
              <a:rPr lang="fr-FR" err="1"/>
              <a:t>Antiur</a:t>
            </a:r>
            <a:r>
              <a:rPr lang="fr-FR"/>
              <a:t> </a:t>
            </a:r>
            <a:r>
              <a:rPr lang="fr-FR" err="1"/>
              <a:t>atissi</a:t>
            </a:r>
            <a:r>
              <a:rPr lang="fr-FR"/>
              <a:t> set,</a:t>
            </a:r>
          </a:p>
          <a:p>
            <a:pPr lvl="0"/>
            <a:r>
              <a:rPr lang="fr-FR" err="1"/>
              <a:t>doluptas</a:t>
            </a:r>
            <a:r>
              <a:rPr lang="fr-FR"/>
              <a:t> arum </a:t>
            </a:r>
            <a:r>
              <a:rPr lang="fr-FR" err="1"/>
              <a:t>lorem</a:t>
            </a:r>
            <a:endParaRPr lang="fr-FR"/>
          </a:p>
          <a:p>
            <a:pPr lvl="0"/>
            <a:r>
              <a:rPr lang="fr-FR"/>
              <a:t>ipsum </a:t>
            </a:r>
            <a:r>
              <a:rPr lang="fr-FR" err="1"/>
              <a:t>idebit</a:t>
            </a:r>
            <a:r>
              <a:rPr lang="fr-FR"/>
              <a:t>.</a:t>
            </a:r>
          </a:p>
        </p:txBody>
      </p:sp>
      <p:sp>
        <p:nvSpPr>
          <p:cNvPr id="23" name="Espace réservé du texte 6">
            <a:extLst>
              <a:ext uri="{FF2B5EF4-FFF2-40B4-BE49-F238E27FC236}">
                <a16:creationId xmlns:a16="http://schemas.microsoft.com/office/drawing/2014/main" id="{C0F4019A-0B69-7582-574E-F1B739D20513}"/>
              </a:ext>
            </a:extLst>
          </p:cNvPr>
          <p:cNvSpPr>
            <a:spLocks noGrp="1"/>
          </p:cNvSpPr>
          <p:nvPr>
            <p:ph type="body" sz="quarter" idx="21" hasCustomPrompt="1"/>
          </p:nvPr>
        </p:nvSpPr>
        <p:spPr>
          <a:xfrm>
            <a:off x="6659116" y="3823744"/>
            <a:ext cx="2254435" cy="837345"/>
          </a:xfrm>
          <a:prstGeom prst="rect">
            <a:avLst/>
          </a:prstGeom>
        </p:spPr>
        <p:txBody>
          <a:bodyPr>
            <a:noAutofit/>
          </a:bodyPr>
          <a:lstStyle>
            <a:lvl1pPr>
              <a:defRPr>
                <a:latin typeface="+mj-lt"/>
              </a:defRPr>
            </a:lvl1pPr>
          </a:lstStyle>
          <a:p>
            <a:pPr lvl="0"/>
            <a:r>
              <a:rPr lang="fr-FR" err="1"/>
              <a:t>Antiur</a:t>
            </a:r>
            <a:r>
              <a:rPr lang="fr-FR"/>
              <a:t> </a:t>
            </a:r>
            <a:r>
              <a:rPr lang="fr-FR" err="1"/>
              <a:t>atissi</a:t>
            </a:r>
            <a:r>
              <a:rPr lang="fr-FR"/>
              <a:t> set,</a:t>
            </a:r>
          </a:p>
          <a:p>
            <a:pPr lvl="0"/>
            <a:r>
              <a:rPr lang="fr-FR" err="1"/>
              <a:t>doluptas</a:t>
            </a:r>
            <a:r>
              <a:rPr lang="fr-FR"/>
              <a:t> arum </a:t>
            </a:r>
            <a:r>
              <a:rPr lang="fr-FR" err="1"/>
              <a:t>lorem</a:t>
            </a:r>
            <a:endParaRPr lang="fr-FR"/>
          </a:p>
          <a:p>
            <a:pPr lvl="0"/>
            <a:r>
              <a:rPr lang="fr-FR"/>
              <a:t>ipsum </a:t>
            </a:r>
            <a:r>
              <a:rPr lang="fr-FR" err="1"/>
              <a:t>idebit</a:t>
            </a:r>
            <a:r>
              <a:rPr lang="fr-FR"/>
              <a:t>.</a:t>
            </a:r>
          </a:p>
        </p:txBody>
      </p:sp>
      <p:sp>
        <p:nvSpPr>
          <p:cNvPr id="24" name="Espace réservé du texte 6">
            <a:extLst>
              <a:ext uri="{FF2B5EF4-FFF2-40B4-BE49-F238E27FC236}">
                <a16:creationId xmlns:a16="http://schemas.microsoft.com/office/drawing/2014/main" id="{D6CCE5A8-2F16-A694-3300-EBA0DE8748A9}"/>
              </a:ext>
            </a:extLst>
          </p:cNvPr>
          <p:cNvSpPr>
            <a:spLocks noGrp="1"/>
          </p:cNvSpPr>
          <p:nvPr>
            <p:ph type="body" sz="quarter" idx="22" hasCustomPrompt="1"/>
          </p:nvPr>
        </p:nvSpPr>
        <p:spPr>
          <a:xfrm>
            <a:off x="9600075" y="3823744"/>
            <a:ext cx="2254435" cy="837345"/>
          </a:xfrm>
          <a:prstGeom prst="rect">
            <a:avLst/>
          </a:prstGeom>
        </p:spPr>
        <p:txBody>
          <a:bodyPr>
            <a:noAutofit/>
          </a:bodyPr>
          <a:lstStyle>
            <a:lvl1pPr>
              <a:defRPr>
                <a:latin typeface="+mj-lt"/>
              </a:defRPr>
            </a:lvl1pPr>
          </a:lstStyle>
          <a:p>
            <a:pPr lvl="0"/>
            <a:r>
              <a:rPr lang="fr-FR" err="1"/>
              <a:t>Antiur</a:t>
            </a:r>
            <a:r>
              <a:rPr lang="fr-FR"/>
              <a:t> </a:t>
            </a:r>
            <a:r>
              <a:rPr lang="fr-FR" err="1"/>
              <a:t>atissi</a:t>
            </a:r>
            <a:r>
              <a:rPr lang="fr-FR"/>
              <a:t> set,</a:t>
            </a:r>
          </a:p>
          <a:p>
            <a:pPr lvl="0"/>
            <a:r>
              <a:rPr lang="fr-FR" err="1"/>
              <a:t>doluptas</a:t>
            </a:r>
            <a:r>
              <a:rPr lang="fr-FR"/>
              <a:t> arum </a:t>
            </a:r>
            <a:r>
              <a:rPr lang="fr-FR" err="1"/>
              <a:t>lorem</a:t>
            </a:r>
            <a:endParaRPr lang="fr-FR"/>
          </a:p>
          <a:p>
            <a:pPr lvl="0"/>
            <a:r>
              <a:rPr lang="fr-FR"/>
              <a:t>ipsum </a:t>
            </a:r>
            <a:r>
              <a:rPr lang="fr-FR" err="1"/>
              <a:t>idebit</a:t>
            </a:r>
            <a:r>
              <a:rPr lang="fr-FR"/>
              <a:t>.</a:t>
            </a:r>
          </a:p>
        </p:txBody>
      </p:sp>
      <p:sp>
        <p:nvSpPr>
          <p:cNvPr id="9" name="Espace réservé du texte 8">
            <a:extLst>
              <a:ext uri="{FF2B5EF4-FFF2-40B4-BE49-F238E27FC236}">
                <a16:creationId xmlns:a16="http://schemas.microsoft.com/office/drawing/2014/main" id="{D276F15A-2797-72D1-22FE-9498208123B1}"/>
              </a:ext>
            </a:extLst>
          </p:cNvPr>
          <p:cNvSpPr>
            <a:spLocks noGrp="1" noChangeAspect="1"/>
          </p:cNvSpPr>
          <p:nvPr>
            <p:ph type="body" sz="quarter" idx="26" hasCustomPrompt="1"/>
          </p:nvPr>
        </p:nvSpPr>
        <p:spPr>
          <a:xfrm>
            <a:off x="778193" y="2541189"/>
            <a:ext cx="1957863" cy="1055487"/>
          </a:xfrm>
          <a:custGeom>
            <a:avLst/>
            <a:gdLst>
              <a:gd name="connsiteX0" fmla="*/ 168680 w 1957863"/>
              <a:gd name="connsiteY0" fmla="*/ 0 h 1055487"/>
              <a:gd name="connsiteX1" fmla="*/ 1939693 w 1957863"/>
              <a:gd name="connsiteY1" fmla="*/ 420998 h 1055487"/>
              <a:gd name="connsiteX2" fmla="*/ 1955019 w 1957863"/>
              <a:gd name="connsiteY2" fmla="*/ 464313 h 1055487"/>
              <a:gd name="connsiteX3" fmla="*/ 1778298 w 1957863"/>
              <a:gd name="connsiteY3" fmla="*/ 1033117 h 1055487"/>
              <a:gd name="connsiteX4" fmla="*/ 1743430 w 1957863"/>
              <a:gd name="connsiteY4" fmla="*/ 1055487 h 1055487"/>
              <a:gd name="connsiteX5" fmla="*/ 30508 w 1957863"/>
              <a:gd name="connsiteY5" fmla="*/ 1055487 h 1055487"/>
              <a:gd name="connsiteX6" fmla="*/ 0 w 1957863"/>
              <a:gd name="connsiteY6" fmla="*/ 1022664 h 1055487"/>
              <a:gd name="connsiteX7" fmla="*/ 10 w 1957863"/>
              <a:gd name="connsiteY7" fmla="*/ 35897 h 1055487"/>
              <a:gd name="connsiteX8" fmla="*/ 35981 w 1957863"/>
              <a:gd name="connsiteY8" fmla="*/ 2511 h 1055487"/>
              <a:gd name="connsiteX9" fmla="*/ 168680 w 1957863"/>
              <a:gd name="connsiteY9" fmla="*/ 0 h 1055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57863" h="1055487">
                <a:moveTo>
                  <a:pt x="168680" y="0"/>
                </a:moveTo>
                <a:cubicBezTo>
                  <a:pt x="547569" y="0"/>
                  <a:pt x="1381812" y="53409"/>
                  <a:pt x="1939693" y="420998"/>
                </a:cubicBezTo>
                <a:cubicBezTo>
                  <a:pt x="1957262" y="432508"/>
                  <a:pt x="1961441" y="443116"/>
                  <a:pt x="1955019" y="464313"/>
                </a:cubicBezTo>
                <a:cubicBezTo>
                  <a:pt x="1951943" y="474446"/>
                  <a:pt x="1778298" y="1033117"/>
                  <a:pt x="1778298" y="1033117"/>
                </a:cubicBezTo>
                <a:cubicBezTo>
                  <a:pt x="1771091" y="1054032"/>
                  <a:pt x="1758841" y="1055487"/>
                  <a:pt x="1743430" y="1055487"/>
                </a:cubicBezTo>
                <a:lnTo>
                  <a:pt x="30508" y="1055487"/>
                </a:lnTo>
                <a:cubicBezTo>
                  <a:pt x="12029" y="1055477"/>
                  <a:pt x="0" y="1039924"/>
                  <a:pt x="0" y="1022664"/>
                </a:cubicBezTo>
                <a:lnTo>
                  <a:pt x="10" y="35897"/>
                </a:lnTo>
                <a:cubicBezTo>
                  <a:pt x="10" y="13779"/>
                  <a:pt x="14195" y="3442"/>
                  <a:pt x="35981" y="2511"/>
                </a:cubicBezTo>
                <a:cubicBezTo>
                  <a:pt x="69431" y="1095"/>
                  <a:pt x="114354" y="0"/>
                  <a:pt x="168680" y="0"/>
                </a:cubicBezTo>
                <a:close/>
              </a:path>
            </a:pathLst>
          </a:custGeom>
          <a:solidFill>
            <a:schemeClr val="accent1"/>
          </a:solidFill>
        </p:spPr>
        <p:txBody>
          <a:bodyPr vert="horz" wrap="square" lIns="144000" tIns="1080000" rIns="0" bIns="0" rtlCol="0" anchor="b" anchorCtr="0">
            <a:noAutofit/>
          </a:bodyPr>
          <a:lstStyle>
            <a:lvl1pPr>
              <a:defRPr lang="fr-FR" sz="2400" b="1">
                <a:solidFill>
                  <a:schemeClr val="bg1"/>
                </a:solidFill>
                <a:latin typeface="+mj-lt"/>
                <a:ea typeface="+mj-ea"/>
                <a:cs typeface="+mj-cs"/>
              </a:defRPr>
            </a:lvl1pPr>
          </a:lstStyle>
          <a:p>
            <a:pPr lvl="0">
              <a:lnSpc>
                <a:spcPct val="90000"/>
              </a:lnSpc>
              <a:spcBef>
                <a:spcPct val="0"/>
              </a:spcBef>
            </a:pPr>
            <a:r>
              <a:rPr lang="fr-FR"/>
              <a:t>2022</a:t>
            </a:r>
          </a:p>
        </p:txBody>
      </p:sp>
      <p:sp>
        <p:nvSpPr>
          <p:cNvPr id="27" name="Espace réservé du texte 26">
            <a:extLst>
              <a:ext uri="{FF2B5EF4-FFF2-40B4-BE49-F238E27FC236}">
                <a16:creationId xmlns:a16="http://schemas.microsoft.com/office/drawing/2014/main" id="{F3C2A378-B028-2317-D6CC-E67E6FF22EB5}"/>
              </a:ext>
            </a:extLst>
          </p:cNvPr>
          <p:cNvSpPr>
            <a:spLocks noGrp="1" noChangeAspect="1"/>
          </p:cNvSpPr>
          <p:nvPr>
            <p:ph type="body" sz="quarter" idx="27" hasCustomPrompt="1"/>
          </p:nvPr>
        </p:nvSpPr>
        <p:spPr>
          <a:xfrm>
            <a:off x="3718820" y="2541189"/>
            <a:ext cx="1957863" cy="1055487"/>
          </a:xfrm>
          <a:custGeom>
            <a:avLst/>
            <a:gdLst>
              <a:gd name="connsiteX0" fmla="*/ 168680 w 1957863"/>
              <a:gd name="connsiteY0" fmla="*/ 0 h 1055487"/>
              <a:gd name="connsiteX1" fmla="*/ 1939693 w 1957863"/>
              <a:gd name="connsiteY1" fmla="*/ 420998 h 1055487"/>
              <a:gd name="connsiteX2" fmla="*/ 1955019 w 1957863"/>
              <a:gd name="connsiteY2" fmla="*/ 464313 h 1055487"/>
              <a:gd name="connsiteX3" fmla="*/ 1778298 w 1957863"/>
              <a:gd name="connsiteY3" fmla="*/ 1033117 h 1055487"/>
              <a:gd name="connsiteX4" fmla="*/ 1743430 w 1957863"/>
              <a:gd name="connsiteY4" fmla="*/ 1055487 h 1055487"/>
              <a:gd name="connsiteX5" fmla="*/ 30508 w 1957863"/>
              <a:gd name="connsiteY5" fmla="*/ 1055487 h 1055487"/>
              <a:gd name="connsiteX6" fmla="*/ 0 w 1957863"/>
              <a:gd name="connsiteY6" fmla="*/ 1022664 h 1055487"/>
              <a:gd name="connsiteX7" fmla="*/ 10 w 1957863"/>
              <a:gd name="connsiteY7" fmla="*/ 35897 h 1055487"/>
              <a:gd name="connsiteX8" fmla="*/ 35981 w 1957863"/>
              <a:gd name="connsiteY8" fmla="*/ 2511 h 1055487"/>
              <a:gd name="connsiteX9" fmla="*/ 168680 w 1957863"/>
              <a:gd name="connsiteY9" fmla="*/ 0 h 1055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57863" h="1055487">
                <a:moveTo>
                  <a:pt x="168680" y="0"/>
                </a:moveTo>
                <a:cubicBezTo>
                  <a:pt x="547569" y="0"/>
                  <a:pt x="1381812" y="53409"/>
                  <a:pt x="1939693" y="420998"/>
                </a:cubicBezTo>
                <a:cubicBezTo>
                  <a:pt x="1957262" y="432508"/>
                  <a:pt x="1961441" y="443116"/>
                  <a:pt x="1955019" y="464313"/>
                </a:cubicBezTo>
                <a:cubicBezTo>
                  <a:pt x="1951943" y="474446"/>
                  <a:pt x="1778298" y="1033117"/>
                  <a:pt x="1778298" y="1033117"/>
                </a:cubicBezTo>
                <a:cubicBezTo>
                  <a:pt x="1771091" y="1054032"/>
                  <a:pt x="1758841" y="1055487"/>
                  <a:pt x="1743430" y="1055487"/>
                </a:cubicBezTo>
                <a:lnTo>
                  <a:pt x="30508" y="1055487"/>
                </a:lnTo>
                <a:cubicBezTo>
                  <a:pt x="12029" y="1055477"/>
                  <a:pt x="0" y="1039924"/>
                  <a:pt x="0" y="1022664"/>
                </a:cubicBezTo>
                <a:lnTo>
                  <a:pt x="10" y="35897"/>
                </a:lnTo>
                <a:cubicBezTo>
                  <a:pt x="10" y="13779"/>
                  <a:pt x="14195" y="3442"/>
                  <a:pt x="35981" y="2511"/>
                </a:cubicBezTo>
                <a:cubicBezTo>
                  <a:pt x="69431" y="1095"/>
                  <a:pt x="114354" y="0"/>
                  <a:pt x="168680" y="0"/>
                </a:cubicBezTo>
                <a:close/>
              </a:path>
            </a:pathLst>
          </a:custGeom>
          <a:solidFill>
            <a:schemeClr val="accent1"/>
          </a:solidFill>
        </p:spPr>
        <p:txBody>
          <a:bodyPr vert="horz" wrap="square" lIns="144000" tIns="1080000" rIns="0" bIns="0" rtlCol="0" anchor="b" anchorCtr="0">
            <a:noAutofit/>
          </a:bodyPr>
          <a:lstStyle>
            <a:lvl1pPr>
              <a:defRPr lang="fr-FR" sz="2400" b="1">
                <a:solidFill>
                  <a:schemeClr val="bg1"/>
                </a:solidFill>
                <a:latin typeface="+mj-lt"/>
                <a:ea typeface="+mj-ea"/>
                <a:cs typeface="+mj-cs"/>
              </a:defRPr>
            </a:lvl1pPr>
          </a:lstStyle>
          <a:p>
            <a:pPr lvl="0">
              <a:lnSpc>
                <a:spcPct val="90000"/>
              </a:lnSpc>
              <a:spcBef>
                <a:spcPct val="0"/>
              </a:spcBef>
            </a:pPr>
            <a:r>
              <a:rPr lang="fr-FR"/>
              <a:t>2023</a:t>
            </a:r>
          </a:p>
        </p:txBody>
      </p:sp>
      <p:sp>
        <p:nvSpPr>
          <p:cNvPr id="28" name="Espace réservé du texte 27">
            <a:extLst>
              <a:ext uri="{FF2B5EF4-FFF2-40B4-BE49-F238E27FC236}">
                <a16:creationId xmlns:a16="http://schemas.microsoft.com/office/drawing/2014/main" id="{41D19039-611B-B63F-FA33-2B558B1582BE}"/>
              </a:ext>
            </a:extLst>
          </p:cNvPr>
          <p:cNvSpPr>
            <a:spLocks noGrp="1" noChangeAspect="1"/>
          </p:cNvSpPr>
          <p:nvPr>
            <p:ph type="body" sz="quarter" idx="28" hasCustomPrompt="1"/>
          </p:nvPr>
        </p:nvSpPr>
        <p:spPr>
          <a:xfrm>
            <a:off x="6659447" y="2541189"/>
            <a:ext cx="1957863" cy="1055487"/>
          </a:xfrm>
          <a:custGeom>
            <a:avLst/>
            <a:gdLst>
              <a:gd name="connsiteX0" fmla="*/ 168680 w 1957863"/>
              <a:gd name="connsiteY0" fmla="*/ 0 h 1055487"/>
              <a:gd name="connsiteX1" fmla="*/ 1939693 w 1957863"/>
              <a:gd name="connsiteY1" fmla="*/ 420998 h 1055487"/>
              <a:gd name="connsiteX2" fmla="*/ 1955019 w 1957863"/>
              <a:gd name="connsiteY2" fmla="*/ 464313 h 1055487"/>
              <a:gd name="connsiteX3" fmla="*/ 1778298 w 1957863"/>
              <a:gd name="connsiteY3" fmla="*/ 1033117 h 1055487"/>
              <a:gd name="connsiteX4" fmla="*/ 1743430 w 1957863"/>
              <a:gd name="connsiteY4" fmla="*/ 1055487 h 1055487"/>
              <a:gd name="connsiteX5" fmla="*/ 30508 w 1957863"/>
              <a:gd name="connsiteY5" fmla="*/ 1055487 h 1055487"/>
              <a:gd name="connsiteX6" fmla="*/ 0 w 1957863"/>
              <a:gd name="connsiteY6" fmla="*/ 1022664 h 1055487"/>
              <a:gd name="connsiteX7" fmla="*/ 10 w 1957863"/>
              <a:gd name="connsiteY7" fmla="*/ 35897 h 1055487"/>
              <a:gd name="connsiteX8" fmla="*/ 35981 w 1957863"/>
              <a:gd name="connsiteY8" fmla="*/ 2511 h 1055487"/>
              <a:gd name="connsiteX9" fmla="*/ 168680 w 1957863"/>
              <a:gd name="connsiteY9" fmla="*/ 0 h 1055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57863" h="1055487">
                <a:moveTo>
                  <a:pt x="168680" y="0"/>
                </a:moveTo>
                <a:cubicBezTo>
                  <a:pt x="547569" y="0"/>
                  <a:pt x="1381812" y="53409"/>
                  <a:pt x="1939693" y="420998"/>
                </a:cubicBezTo>
                <a:cubicBezTo>
                  <a:pt x="1957262" y="432508"/>
                  <a:pt x="1961441" y="443116"/>
                  <a:pt x="1955019" y="464313"/>
                </a:cubicBezTo>
                <a:cubicBezTo>
                  <a:pt x="1951943" y="474446"/>
                  <a:pt x="1778298" y="1033117"/>
                  <a:pt x="1778298" y="1033117"/>
                </a:cubicBezTo>
                <a:cubicBezTo>
                  <a:pt x="1771091" y="1054032"/>
                  <a:pt x="1758841" y="1055487"/>
                  <a:pt x="1743430" y="1055487"/>
                </a:cubicBezTo>
                <a:lnTo>
                  <a:pt x="30508" y="1055487"/>
                </a:lnTo>
                <a:cubicBezTo>
                  <a:pt x="12029" y="1055477"/>
                  <a:pt x="0" y="1039924"/>
                  <a:pt x="0" y="1022664"/>
                </a:cubicBezTo>
                <a:lnTo>
                  <a:pt x="10" y="35897"/>
                </a:lnTo>
                <a:cubicBezTo>
                  <a:pt x="10" y="13779"/>
                  <a:pt x="14195" y="3442"/>
                  <a:pt x="35981" y="2511"/>
                </a:cubicBezTo>
                <a:cubicBezTo>
                  <a:pt x="69431" y="1095"/>
                  <a:pt x="114354" y="0"/>
                  <a:pt x="168680" y="0"/>
                </a:cubicBezTo>
                <a:close/>
              </a:path>
            </a:pathLst>
          </a:custGeom>
          <a:solidFill>
            <a:schemeClr val="accent1"/>
          </a:solidFill>
        </p:spPr>
        <p:txBody>
          <a:bodyPr vert="horz" wrap="square" lIns="144000" tIns="1080000" rIns="0" bIns="0" rtlCol="0" anchor="b" anchorCtr="0">
            <a:noAutofit/>
          </a:bodyPr>
          <a:lstStyle>
            <a:lvl1pPr>
              <a:defRPr lang="fr-FR" sz="2400" b="1">
                <a:solidFill>
                  <a:schemeClr val="bg1"/>
                </a:solidFill>
                <a:latin typeface="+mj-lt"/>
                <a:ea typeface="+mj-ea"/>
                <a:cs typeface="+mj-cs"/>
              </a:defRPr>
            </a:lvl1pPr>
          </a:lstStyle>
          <a:p>
            <a:pPr lvl="0">
              <a:lnSpc>
                <a:spcPct val="90000"/>
              </a:lnSpc>
              <a:spcBef>
                <a:spcPct val="0"/>
              </a:spcBef>
            </a:pPr>
            <a:r>
              <a:rPr lang="fr-FR"/>
              <a:t>2024</a:t>
            </a:r>
          </a:p>
        </p:txBody>
      </p:sp>
      <p:sp>
        <p:nvSpPr>
          <p:cNvPr id="29" name="Espace réservé du texte 28">
            <a:extLst>
              <a:ext uri="{FF2B5EF4-FFF2-40B4-BE49-F238E27FC236}">
                <a16:creationId xmlns:a16="http://schemas.microsoft.com/office/drawing/2014/main" id="{1D747015-2660-2330-D044-E047D48DC89A}"/>
              </a:ext>
            </a:extLst>
          </p:cNvPr>
          <p:cNvSpPr>
            <a:spLocks noGrp="1" noChangeAspect="1"/>
          </p:cNvSpPr>
          <p:nvPr>
            <p:ph type="body" sz="quarter" idx="29" hasCustomPrompt="1"/>
          </p:nvPr>
        </p:nvSpPr>
        <p:spPr>
          <a:xfrm>
            <a:off x="9600075" y="2541189"/>
            <a:ext cx="1957863" cy="1055487"/>
          </a:xfrm>
          <a:custGeom>
            <a:avLst/>
            <a:gdLst>
              <a:gd name="connsiteX0" fmla="*/ 168680 w 1957863"/>
              <a:gd name="connsiteY0" fmla="*/ 0 h 1055487"/>
              <a:gd name="connsiteX1" fmla="*/ 1939693 w 1957863"/>
              <a:gd name="connsiteY1" fmla="*/ 420998 h 1055487"/>
              <a:gd name="connsiteX2" fmla="*/ 1955019 w 1957863"/>
              <a:gd name="connsiteY2" fmla="*/ 464313 h 1055487"/>
              <a:gd name="connsiteX3" fmla="*/ 1778298 w 1957863"/>
              <a:gd name="connsiteY3" fmla="*/ 1033117 h 1055487"/>
              <a:gd name="connsiteX4" fmla="*/ 1743430 w 1957863"/>
              <a:gd name="connsiteY4" fmla="*/ 1055487 h 1055487"/>
              <a:gd name="connsiteX5" fmla="*/ 30508 w 1957863"/>
              <a:gd name="connsiteY5" fmla="*/ 1055487 h 1055487"/>
              <a:gd name="connsiteX6" fmla="*/ 0 w 1957863"/>
              <a:gd name="connsiteY6" fmla="*/ 1022664 h 1055487"/>
              <a:gd name="connsiteX7" fmla="*/ 10 w 1957863"/>
              <a:gd name="connsiteY7" fmla="*/ 35897 h 1055487"/>
              <a:gd name="connsiteX8" fmla="*/ 35981 w 1957863"/>
              <a:gd name="connsiteY8" fmla="*/ 2511 h 1055487"/>
              <a:gd name="connsiteX9" fmla="*/ 168680 w 1957863"/>
              <a:gd name="connsiteY9" fmla="*/ 0 h 1055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57863" h="1055487">
                <a:moveTo>
                  <a:pt x="168680" y="0"/>
                </a:moveTo>
                <a:cubicBezTo>
                  <a:pt x="547569" y="0"/>
                  <a:pt x="1381812" y="53409"/>
                  <a:pt x="1939693" y="420998"/>
                </a:cubicBezTo>
                <a:cubicBezTo>
                  <a:pt x="1957262" y="432508"/>
                  <a:pt x="1961441" y="443116"/>
                  <a:pt x="1955019" y="464313"/>
                </a:cubicBezTo>
                <a:cubicBezTo>
                  <a:pt x="1951943" y="474446"/>
                  <a:pt x="1778298" y="1033117"/>
                  <a:pt x="1778298" y="1033117"/>
                </a:cubicBezTo>
                <a:cubicBezTo>
                  <a:pt x="1771091" y="1054032"/>
                  <a:pt x="1758841" y="1055487"/>
                  <a:pt x="1743430" y="1055487"/>
                </a:cubicBezTo>
                <a:lnTo>
                  <a:pt x="30508" y="1055487"/>
                </a:lnTo>
                <a:cubicBezTo>
                  <a:pt x="12029" y="1055477"/>
                  <a:pt x="0" y="1039924"/>
                  <a:pt x="0" y="1022664"/>
                </a:cubicBezTo>
                <a:lnTo>
                  <a:pt x="10" y="35897"/>
                </a:lnTo>
                <a:cubicBezTo>
                  <a:pt x="10" y="13779"/>
                  <a:pt x="14195" y="3442"/>
                  <a:pt x="35981" y="2511"/>
                </a:cubicBezTo>
                <a:cubicBezTo>
                  <a:pt x="69431" y="1095"/>
                  <a:pt x="114354" y="0"/>
                  <a:pt x="168680" y="0"/>
                </a:cubicBezTo>
                <a:close/>
              </a:path>
            </a:pathLst>
          </a:custGeom>
          <a:solidFill>
            <a:schemeClr val="accent1"/>
          </a:solidFill>
        </p:spPr>
        <p:txBody>
          <a:bodyPr vert="horz" wrap="square" lIns="144000" tIns="1080000" rIns="0" bIns="0" rtlCol="0" anchor="b" anchorCtr="0">
            <a:noAutofit/>
          </a:bodyPr>
          <a:lstStyle>
            <a:lvl1pPr>
              <a:defRPr lang="fr-FR" sz="2400" b="1">
                <a:solidFill>
                  <a:schemeClr val="bg1"/>
                </a:solidFill>
                <a:latin typeface="+mj-lt"/>
                <a:ea typeface="+mj-ea"/>
                <a:cs typeface="+mj-cs"/>
              </a:defRPr>
            </a:lvl1pPr>
          </a:lstStyle>
          <a:p>
            <a:pPr lvl="0">
              <a:lnSpc>
                <a:spcPct val="90000"/>
              </a:lnSpc>
              <a:spcBef>
                <a:spcPct val="0"/>
              </a:spcBef>
            </a:pPr>
            <a:r>
              <a:rPr lang="fr-FR"/>
              <a:t>2025</a:t>
            </a:r>
          </a:p>
        </p:txBody>
      </p:sp>
      <p:sp>
        <p:nvSpPr>
          <p:cNvPr id="6" name="Titre 5">
            <a:extLst>
              <a:ext uri="{FF2B5EF4-FFF2-40B4-BE49-F238E27FC236}">
                <a16:creationId xmlns:a16="http://schemas.microsoft.com/office/drawing/2014/main" id="{2D53BE04-AD40-0413-DA1E-4B9555574F7C}"/>
              </a:ext>
            </a:extLst>
          </p:cNvPr>
          <p:cNvSpPr>
            <a:spLocks noGrp="1"/>
          </p:cNvSpPr>
          <p:nvPr>
            <p:ph type="title"/>
          </p:nvPr>
        </p:nvSpPr>
        <p:spPr>
          <a:xfrm>
            <a:off x="467833" y="460051"/>
            <a:ext cx="11308752" cy="332399"/>
          </a:xfrm>
        </p:spPr>
        <p:txBody>
          <a:bodyPr/>
          <a:lstStyle/>
          <a:p>
            <a:r>
              <a:rPr lang="fr-FR"/>
              <a:t>Modifiez le style du titre</a:t>
            </a:r>
          </a:p>
        </p:txBody>
      </p:sp>
    </p:spTree>
    <p:extLst>
      <p:ext uri="{BB962C8B-B14F-4D97-AF65-F5344CB8AC3E}">
        <p14:creationId xmlns:p14="http://schemas.microsoft.com/office/powerpoint/2010/main" val="33911862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Motrice debout filigrane &quot;merci&quot;">
    <p:spTree>
      <p:nvGrpSpPr>
        <p:cNvPr id="1" name=""/>
        <p:cNvGrpSpPr/>
        <p:nvPr/>
      </p:nvGrpSpPr>
      <p:grpSpPr>
        <a:xfrm>
          <a:off x="0" y="0"/>
          <a:ext cx="0" cy="0"/>
          <a:chOff x="0" y="0"/>
          <a:chExt cx="0" cy="0"/>
        </a:xfrm>
      </p:grpSpPr>
      <p:pic>
        <p:nvPicPr>
          <p:cNvPr id="3" name="Graphique 2">
            <a:extLst>
              <a:ext uri="{FF2B5EF4-FFF2-40B4-BE49-F238E27FC236}">
                <a16:creationId xmlns:a16="http://schemas.microsoft.com/office/drawing/2014/main" id="{CC1D0AD3-9538-4214-55DA-42F52D5BEB77}"/>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0" y="0"/>
            <a:ext cx="5899207" cy="6858000"/>
          </a:xfrm>
          <a:prstGeom prst="rect">
            <a:avLst/>
          </a:prstGeom>
        </p:spPr>
      </p:pic>
      <p:sp>
        <p:nvSpPr>
          <p:cNvPr id="7" name="Titre 6">
            <a:extLst>
              <a:ext uri="{FF2B5EF4-FFF2-40B4-BE49-F238E27FC236}">
                <a16:creationId xmlns:a16="http://schemas.microsoft.com/office/drawing/2014/main" id="{2CAEFB7B-E910-56DD-C5D9-F91E99595386}"/>
              </a:ext>
            </a:extLst>
          </p:cNvPr>
          <p:cNvSpPr>
            <a:spLocks noGrp="1"/>
          </p:cNvSpPr>
          <p:nvPr>
            <p:ph type="title" hasCustomPrompt="1"/>
          </p:nvPr>
        </p:nvSpPr>
        <p:spPr>
          <a:xfrm>
            <a:off x="618173" y="3787268"/>
            <a:ext cx="6239827" cy="2124299"/>
          </a:xfrm>
        </p:spPr>
        <p:txBody>
          <a:bodyPr/>
          <a:lstStyle>
            <a:lvl1pPr>
              <a:defRPr sz="15000">
                <a:solidFill>
                  <a:srgbClr val="003865"/>
                </a:solidFill>
              </a:defRPr>
            </a:lvl1pPr>
          </a:lstStyle>
          <a:p>
            <a:r>
              <a:rPr lang="fr-FR"/>
              <a:t>Merci</a:t>
            </a:r>
          </a:p>
        </p:txBody>
      </p:sp>
      <p:pic>
        <p:nvPicPr>
          <p:cNvPr id="2" name="Graphique 1">
            <a:extLst>
              <a:ext uri="{FF2B5EF4-FFF2-40B4-BE49-F238E27FC236}">
                <a16:creationId xmlns:a16="http://schemas.microsoft.com/office/drawing/2014/main" id="{3B528DD2-6EC9-F6BF-7100-7566FD889397}"/>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248935" y="6374422"/>
            <a:ext cx="550800" cy="288514"/>
          </a:xfrm>
          <a:prstGeom prst="rect">
            <a:avLst/>
          </a:prstGeom>
        </p:spPr>
      </p:pic>
      <p:sp>
        <p:nvSpPr>
          <p:cNvPr id="4" name="Text Box 25">
            <a:extLst>
              <a:ext uri="{FF2B5EF4-FFF2-40B4-BE49-F238E27FC236}">
                <a16:creationId xmlns:a16="http://schemas.microsoft.com/office/drawing/2014/main" id="{9E524A49-B470-250F-7365-B7C1DA1BB06D}"/>
              </a:ext>
            </a:extLst>
          </p:cNvPr>
          <p:cNvSpPr txBox="1">
            <a:spLocks noChangeArrowheads="1"/>
          </p:cNvSpPr>
          <p:nvPr userDrawn="1"/>
        </p:nvSpPr>
        <p:spPr bwMode="auto">
          <a:xfrm>
            <a:off x="3771226" y="6557577"/>
            <a:ext cx="4681068"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23" rtl="0" eaLnBrk="1" fontAlgn="base" latinLnBrk="0" hangingPunct="1">
              <a:lnSpc>
                <a:spcPct val="100000"/>
              </a:lnSpc>
              <a:spcBef>
                <a:spcPct val="0"/>
              </a:spcBef>
              <a:spcAft>
                <a:spcPct val="0"/>
              </a:spcAft>
              <a:buClrTx/>
              <a:buSzTx/>
              <a:buFontTx/>
              <a:buNone/>
              <a:tabLst/>
              <a:defRPr/>
            </a:pPr>
            <a:r>
              <a:rPr lang="fr-FR" sz="900" b="0">
                <a:solidFill>
                  <a:schemeClr val="tx1"/>
                </a:solidFill>
              </a:rPr>
              <a:t>DOCUMENT</a:t>
            </a:r>
            <a:r>
              <a:rPr lang="fr-FR" sz="900" b="0" baseline="0">
                <a:solidFill>
                  <a:schemeClr val="tx1"/>
                </a:solidFill>
              </a:rPr>
              <a:t> CONFIDENTIEL 2023 – page </a:t>
            </a:r>
            <a:fld id="{A1A6DFBC-6B76-4CF5-8DED-6C793B731C5F}" type="slidenum">
              <a:rPr lang="fr-FR" sz="900" b="0" baseline="0" smtClean="0">
                <a:solidFill>
                  <a:schemeClr val="tx1"/>
                </a:solidFill>
              </a:rPr>
              <a:t>‹N°›</a:t>
            </a:fld>
            <a:endParaRPr lang="fr-FR" sz="900" b="0">
              <a:solidFill>
                <a:schemeClr val="tx1"/>
              </a:solidFill>
            </a:endParaRPr>
          </a:p>
        </p:txBody>
      </p:sp>
      <p:pic>
        <p:nvPicPr>
          <p:cNvPr id="5" name="Image 4" descr="Une image contenant capture d’écran, Police, noir, Graphique&#10;&#10;Description générée automatiquement">
            <a:extLst>
              <a:ext uri="{FF2B5EF4-FFF2-40B4-BE49-F238E27FC236}">
                <a16:creationId xmlns:a16="http://schemas.microsoft.com/office/drawing/2014/main" id="{720DDC1C-F6B4-1867-43E5-8603E4070B05}"/>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467832" y="6500382"/>
            <a:ext cx="2101747" cy="181255"/>
          </a:xfrm>
          <a:prstGeom prst="rect">
            <a:avLst/>
          </a:prstGeom>
        </p:spPr>
      </p:pic>
    </p:spTree>
    <p:extLst>
      <p:ext uri="{BB962C8B-B14F-4D97-AF65-F5344CB8AC3E}">
        <p14:creationId xmlns:p14="http://schemas.microsoft.com/office/powerpoint/2010/main" val="3033979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Motrices aux couleurs de la charte">
    <p:spTree>
      <p:nvGrpSpPr>
        <p:cNvPr id="1" name=""/>
        <p:cNvGrpSpPr/>
        <p:nvPr/>
      </p:nvGrpSpPr>
      <p:grpSpPr>
        <a:xfrm>
          <a:off x="0" y="0"/>
          <a:ext cx="0" cy="0"/>
          <a:chOff x="0" y="0"/>
          <a:chExt cx="0" cy="0"/>
        </a:xfrm>
      </p:grpSpPr>
      <p:sp>
        <p:nvSpPr>
          <p:cNvPr id="8" name="Forme libre : forme 7">
            <a:extLst>
              <a:ext uri="{FF2B5EF4-FFF2-40B4-BE49-F238E27FC236}">
                <a16:creationId xmlns:a16="http://schemas.microsoft.com/office/drawing/2014/main" id="{6D4062F7-B7B9-9565-61B6-03A48AA7E098}"/>
              </a:ext>
            </a:extLst>
          </p:cNvPr>
          <p:cNvSpPr>
            <a:spLocks noChangeAspect="1"/>
          </p:cNvSpPr>
          <p:nvPr/>
        </p:nvSpPr>
        <p:spPr>
          <a:xfrm>
            <a:off x="3626843" y="2452551"/>
            <a:ext cx="1099871" cy="599363"/>
          </a:xfrm>
          <a:custGeom>
            <a:avLst/>
            <a:gdLst>
              <a:gd name="connsiteX0" fmla="*/ 22157 w 1099871"/>
              <a:gd name="connsiteY0" fmla="*/ 1536 h 599363"/>
              <a:gd name="connsiteX1" fmla="*/ 1941 w 1099871"/>
              <a:gd name="connsiteY1" fmla="*/ 20461 h 599363"/>
              <a:gd name="connsiteX2" fmla="*/ 1523 w 1099871"/>
              <a:gd name="connsiteY2" fmla="*/ 580239 h 599363"/>
              <a:gd name="connsiteX3" fmla="*/ 18636 w 1099871"/>
              <a:gd name="connsiteY3" fmla="*/ 598859 h 599363"/>
              <a:gd name="connsiteX4" fmla="*/ 980704 w 1099871"/>
              <a:gd name="connsiteY4" fmla="*/ 599531 h 599363"/>
              <a:gd name="connsiteX5" fmla="*/ 1000300 w 1099871"/>
              <a:gd name="connsiteY5" fmla="*/ 586851 h 599363"/>
              <a:gd name="connsiteX6" fmla="*/ 1099786 w 1099871"/>
              <a:gd name="connsiteY6" fmla="*/ 264249 h 599363"/>
              <a:gd name="connsiteX7" fmla="*/ 1091198 w 1099871"/>
              <a:gd name="connsiteY7" fmla="*/ 239675 h 599363"/>
              <a:gd name="connsiteX8" fmla="*/ 96690 w 1099871"/>
              <a:gd name="connsiteY8" fmla="*/ 168 h 599363"/>
              <a:gd name="connsiteX9" fmla="*/ 22157 w 1099871"/>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2157" y="1536"/>
                </a:moveTo>
                <a:cubicBezTo>
                  <a:pt x="9921" y="2056"/>
                  <a:pt x="1953" y="7908"/>
                  <a:pt x="1941" y="20461"/>
                </a:cubicBezTo>
                <a:lnTo>
                  <a:pt x="1523" y="580239"/>
                </a:lnTo>
                <a:cubicBezTo>
                  <a:pt x="1510" y="590030"/>
                  <a:pt x="8262" y="598859"/>
                  <a:pt x="18636" y="598859"/>
                </a:cubicBezTo>
                <a:lnTo>
                  <a:pt x="980704" y="599531"/>
                </a:lnTo>
                <a:cubicBezTo>
                  <a:pt x="989355" y="599531"/>
                  <a:pt x="996246" y="598720"/>
                  <a:pt x="1000300" y="586851"/>
                </a:cubicBezTo>
                <a:cubicBezTo>
                  <a:pt x="1000300" y="586851"/>
                  <a:pt x="1098063" y="270000"/>
                  <a:pt x="1099786" y="264249"/>
                </a:cubicBezTo>
                <a:cubicBezTo>
                  <a:pt x="1103409" y="252228"/>
                  <a:pt x="1101065" y="246211"/>
                  <a:pt x="1091198" y="239675"/>
                </a:cubicBezTo>
                <a:cubicBezTo>
                  <a:pt x="778020" y="30924"/>
                  <a:pt x="309494" y="308"/>
                  <a:pt x="96690" y="168"/>
                </a:cubicBezTo>
                <a:cubicBezTo>
                  <a:pt x="66175" y="143"/>
                  <a:pt x="40942" y="751"/>
                  <a:pt x="22157" y="1536"/>
                </a:cubicBezTo>
              </a:path>
            </a:pathLst>
          </a:custGeom>
          <a:solidFill>
            <a:srgbClr val="E5CF85"/>
          </a:solidFill>
          <a:ln w="12667" cap="flat">
            <a:noFill/>
            <a:prstDash val="solid"/>
            <a:miter/>
          </a:ln>
        </p:spPr>
        <p:txBody>
          <a:bodyPr rtlCol="0" anchor="ctr"/>
          <a:lstStyle/>
          <a:p>
            <a:endParaRPr lang="fr-FR"/>
          </a:p>
        </p:txBody>
      </p:sp>
      <p:sp>
        <p:nvSpPr>
          <p:cNvPr id="9" name="Forme libre : forme 8">
            <a:extLst>
              <a:ext uri="{FF2B5EF4-FFF2-40B4-BE49-F238E27FC236}">
                <a16:creationId xmlns:a16="http://schemas.microsoft.com/office/drawing/2014/main" id="{F0E4432F-D425-0CA4-4187-32E6D7ADB582}"/>
              </a:ext>
            </a:extLst>
          </p:cNvPr>
          <p:cNvSpPr>
            <a:spLocks noChangeAspect="1"/>
          </p:cNvSpPr>
          <p:nvPr/>
        </p:nvSpPr>
        <p:spPr>
          <a:xfrm>
            <a:off x="7054458" y="2452551"/>
            <a:ext cx="1099871" cy="599363"/>
          </a:xfrm>
          <a:custGeom>
            <a:avLst/>
            <a:gdLst>
              <a:gd name="connsiteX0" fmla="*/ 23661 w 1099871"/>
              <a:gd name="connsiteY0" fmla="*/ 1536 h 599363"/>
              <a:gd name="connsiteX1" fmla="*/ 3444 w 1099871"/>
              <a:gd name="connsiteY1" fmla="*/ 20461 h 599363"/>
              <a:gd name="connsiteX2" fmla="*/ 3026 w 1099871"/>
              <a:gd name="connsiteY2" fmla="*/ 580239 h 599363"/>
              <a:gd name="connsiteX3" fmla="*/ 20139 w 1099871"/>
              <a:gd name="connsiteY3" fmla="*/ 598859 h 599363"/>
              <a:gd name="connsiteX4" fmla="*/ 982207 w 1099871"/>
              <a:gd name="connsiteY4" fmla="*/ 599531 h 599363"/>
              <a:gd name="connsiteX5" fmla="*/ 1001803 w 1099871"/>
              <a:gd name="connsiteY5" fmla="*/ 586851 h 599363"/>
              <a:gd name="connsiteX6" fmla="*/ 1101289 w 1099871"/>
              <a:gd name="connsiteY6" fmla="*/ 264249 h 599363"/>
              <a:gd name="connsiteX7" fmla="*/ 1092701 w 1099871"/>
              <a:gd name="connsiteY7" fmla="*/ 239675 h 599363"/>
              <a:gd name="connsiteX8" fmla="*/ 98193 w 1099871"/>
              <a:gd name="connsiteY8" fmla="*/ 168 h 599363"/>
              <a:gd name="connsiteX9" fmla="*/ 23661 w 1099871"/>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3661" y="1536"/>
                </a:moveTo>
                <a:cubicBezTo>
                  <a:pt x="11424" y="2056"/>
                  <a:pt x="3457" y="7908"/>
                  <a:pt x="3444" y="20461"/>
                </a:cubicBezTo>
                <a:lnTo>
                  <a:pt x="3026" y="580239"/>
                </a:lnTo>
                <a:cubicBezTo>
                  <a:pt x="3013" y="590030"/>
                  <a:pt x="9765" y="598859"/>
                  <a:pt x="20139" y="598859"/>
                </a:cubicBezTo>
                <a:lnTo>
                  <a:pt x="982207" y="599531"/>
                </a:lnTo>
                <a:cubicBezTo>
                  <a:pt x="990859" y="599531"/>
                  <a:pt x="997749" y="598720"/>
                  <a:pt x="1001803" y="586851"/>
                </a:cubicBezTo>
                <a:cubicBezTo>
                  <a:pt x="1001803" y="586851"/>
                  <a:pt x="1099566" y="270000"/>
                  <a:pt x="1101289" y="264249"/>
                </a:cubicBezTo>
                <a:cubicBezTo>
                  <a:pt x="1104912" y="252228"/>
                  <a:pt x="1102569" y="246211"/>
                  <a:pt x="1092701" y="239675"/>
                </a:cubicBezTo>
                <a:cubicBezTo>
                  <a:pt x="779523" y="30924"/>
                  <a:pt x="310998" y="308"/>
                  <a:pt x="98193" y="168"/>
                </a:cubicBezTo>
                <a:cubicBezTo>
                  <a:pt x="67678" y="143"/>
                  <a:pt x="42446" y="751"/>
                  <a:pt x="23661" y="1536"/>
                </a:cubicBezTo>
              </a:path>
            </a:pathLst>
          </a:custGeom>
          <a:solidFill>
            <a:srgbClr val="EFBAE1"/>
          </a:solidFill>
          <a:ln w="12667" cap="flat">
            <a:noFill/>
            <a:prstDash val="solid"/>
            <a:miter/>
          </a:ln>
        </p:spPr>
        <p:txBody>
          <a:bodyPr rtlCol="0" anchor="ctr"/>
          <a:lstStyle/>
          <a:p>
            <a:endParaRPr lang="fr-FR"/>
          </a:p>
        </p:txBody>
      </p:sp>
      <p:sp>
        <p:nvSpPr>
          <p:cNvPr id="10" name="Forme libre : forme 9">
            <a:extLst>
              <a:ext uri="{FF2B5EF4-FFF2-40B4-BE49-F238E27FC236}">
                <a16:creationId xmlns:a16="http://schemas.microsoft.com/office/drawing/2014/main" id="{906CC872-9EEF-26BC-A933-423258C777F7}"/>
              </a:ext>
            </a:extLst>
          </p:cNvPr>
          <p:cNvSpPr>
            <a:spLocks noChangeAspect="1"/>
          </p:cNvSpPr>
          <p:nvPr/>
        </p:nvSpPr>
        <p:spPr>
          <a:xfrm>
            <a:off x="1781015" y="2452551"/>
            <a:ext cx="1099871" cy="599363"/>
          </a:xfrm>
          <a:custGeom>
            <a:avLst/>
            <a:gdLst>
              <a:gd name="connsiteX0" fmla="*/ 21348 w 1099871"/>
              <a:gd name="connsiteY0" fmla="*/ 1536 h 599363"/>
              <a:gd name="connsiteX1" fmla="*/ 1131 w 1099871"/>
              <a:gd name="connsiteY1" fmla="*/ 20461 h 599363"/>
              <a:gd name="connsiteX2" fmla="*/ 713 w 1099871"/>
              <a:gd name="connsiteY2" fmla="*/ 580239 h 599363"/>
              <a:gd name="connsiteX3" fmla="*/ 17826 w 1099871"/>
              <a:gd name="connsiteY3" fmla="*/ 598859 h 599363"/>
              <a:gd name="connsiteX4" fmla="*/ 979894 w 1099871"/>
              <a:gd name="connsiteY4" fmla="*/ 599531 h 599363"/>
              <a:gd name="connsiteX5" fmla="*/ 999490 w 1099871"/>
              <a:gd name="connsiteY5" fmla="*/ 586851 h 599363"/>
              <a:gd name="connsiteX6" fmla="*/ 1098976 w 1099871"/>
              <a:gd name="connsiteY6" fmla="*/ 264249 h 599363"/>
              <a:gd name="connsiteX7" fmla="*/ 1090388 w 1099871"/>
              <a:gd name="connsiteY7" fmla="*/ 239675 h 599363"/>
              <a:gd name="connsiteX8" fmla="*/ 95880 w 1099871"/>
              <a:gd name="connsiteY8" fmla="*/ 168 h 599363"/>
              <a:gd name="connsiteX9" fmla="*/ 21348 w 1099871"/>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1348" y="1536"/>
                </a:moveTo>
                <a:cubicBezTo>
                  <a:pt x="9111" y="2056"/>
                  <a:pt x="1144" y="7908"/>
                  <a:pt x="1131" y="20461"/>
                </a:cubicBezTo>
                <a:lnTo>
                  <a:pt x="713" y="580239"/>
                </a:lnTo>
                <a:cubicBezTo>
                  <a:pt x="701" y="590030"/>
                  <a:pt x="7452" y="598859"/>
                  <a:pt x="17826" y="598859"/>
                </a:cubicBezTo>
                <a:lnTo>
                  <a:pt x="979894" y="599531"/>
                </a:lnTo>
                <a:cubicBezTo>
                  <a:pt x="988546" y="599531"/>
                  <a:pt x="995437" y="598720"/>
                  <a:pt x="999490" y="586851"/>
                </a:cubicBezTo>
                <a:cubicBezTo>
                  <a:pt x="999490" y="586851"/>
                  <a:pt x="1097254" y="270000"/>
                  <a:pt x="1098976" y="264249"/>
                </a:cubicBezTo>
                <a:cubicBezTo>
                  <a:pt x="1102599" y="252228"/>
                  <a:pt x="1100256" y="246211"/>
                  <a:pt x="1090388" y="239675"/>
                </a:cubicBezTo>
                <a:cubicBezTo>
                  <a:pt x="777210" y="30924"/>
                  <a:pt x="308685" y="308"/>
                  <a:pt x="95880" y="168"/>
                </a:cubicBezTo>
                <a:cubicBezTo>
                  <a:pt x="65365" y="143"/>
                  <a:pt x="40133" y="751"/>
                  <a:pt x="21348" y="1536"/>
                </a:cubicBezTo>
              </a:path>
            </a:pathLst>
          </a:custGeom>
          <a:solidFill>
            <a:srgbClr val="D52B1E"/>
          </a:solidFill>
          <a:ln w="12667" cap="flat">
            <a:noFill/>
            <a:prstDash val="solid"/>
            <a:miter/>
          </a:ln>
        </p:spPr>
        <p:txBody>
          <a:bodyPr rtlCol="0" anchor="ctr"/>
          <a:lstStyle/>
          <a:p>
            <a:endParaRPr lang="fr-FR"/>
          </a:p>
        </p:txBody>
      </p:sp>
      <p:sp>
        <p:nvSpPr>
          <p:cNvPr id="11" name="Forme libre : forme 10">
            <a:extLst>
              <a:ext uri="{FF2B5EF4-FFF2-40B4-BE49-F238E27FC236}">
                <a16:creationId xmlns:a16="http://schemas.microsoft.com/office/drawing/2014/main" id="{D8C58A49-4810-2C2F-040D-1917AA501F6B}"/>
              </a:ext>
            </a:extLst>
          </p:cNvPr>
          <p:cNvSpPr>
            <a:spLocks noChangeAspect="1"/>
          </p:cNvSpPr>
          <p:nvPr/>
        </p:nvSpPr>
        <p:spPr>
          <a:xfrm>
            <a:off x="4769377" y="2452551"/>
            <a:ext cx="1099871" cy="599363"/>
          </a:xfrm>
          <a:custGeom>
            <a:avLst/>
            <a:gdLst>
              <a:gd name="connsiteX0" fmla="*/ 22658 w 1099871"/>
              <a:gd name="connsiteY0" fmla="*/ 1536 h 599363"/>
              <a:gd name="connsiteX1" fmla="*/ 2442 w 1099871"/>
              <a:gd name="connsiteY1" fmla="*/ 20461 h 599363"/>
              <a:gd name="connsiteX2" fmla="*/ 2024 w 1099871"/>
              <a:gd name="connsiteY2" fmla="*/ 580239 h 599363"/>
              <a:gd name="connsiteX3" fmla="*/ 19137 w 1099871"/>
              <a:gd name="connsiteY3" fmla="*/ 598859 h 599363"/>
              <a:gd name="connsiteX4" fmla="*/ 981205 w 1099871"/>
              <a:gd name="connsiteY4" fmla="*/ 599531 h 599363"/>
              <a:gd name="connsiteX5" fmla="*/ 1000801 w 1099871"/>
              <a:gd name="connsiteY5" fmla="*/ 586851 h 599363"/>
              <a:gd name="connsiteX6" fmla="*/ 1100287 w 1099871"/>
              <a:gd name="connsiteY6" fmla="*/ 264249 h 599363"/>
              <a:gd name="connsiteX7" fmla="*/ 1091699 w 1099871"/>
              <a:gd name="connsiteY7" fmla="*/ 239675 h 599363"/>
              <a:gd name="connsiteX8" fmla="*/ 97191 w 1099871"/>
              <a:gd name="connsiteY8" fmla="*/ 168 h 599363"/>
              <a:gd name="connsiteX9" fmla="*/ 22658 w 1099871"/>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2658" y="1536"/>
                </a:moveTo>
                <a:cubicBezTo>
                  <a:pt x="10422" y="2056"/>
                  <a:pt x="2455" y="7908"/>
                  <a:pt x="2442" y="20461"/>
                </a:cubicBezTo>
                <a:lnTo>
                  <a:pt x="2024" y="580239"/>
                </a:lnTo>
                <a:cubicBezTo>
                  <a:pt x="2011" y="590030"/>
                  <a:pt x="8763" y="598859"/>
                  <a:pt x="19137" y="598859"/>
                </a:cubicBezTo>
                <a:lnTo>
                  <a:pt x="981205" y="599531"/>
                </a:lnTo>
                <a:cubicBezTo>
                  <a:pt x="989856" y="599531"/>
                  <a:pt x="996747" y="598720"/>
                  <a:pt x="1000801" y="586851"/>
                </a:cubicBezTo>
                <a:cubicBezTo>
                  <a:pt x="1000801" y="586851"/>
                  <a:pt x="1098564" y="270000"/>
                  <a:pt x="1100287" y="264249"/>
                </a:cubicBezTo>
                <a:cubicBezTo>
                  <a:pt x="1103910" y="252228"/>
                  <a:pt x="1101566" y="246211"/>
                  <a:pt x="1091699" y="239675"/>
                </a:cubicBezTo>
                <a:cubicBezTo>
                  <a:pt x="778521" y="30924"/>
                  <a:pt x="309996" y="308"/>
                  <a:pt x="97191" y="168"/>
                </a:cubicBezTo>
                <a:cubicBezTo>
                  <a:pt x="66676" y="143"/>
                  <a:pt x="41443" y="751"/>
                  <a:pt x="22658" y="1536"/>
                </a:cubicBezTo>
              </a:path>
            </a:pathLst>
          </a:custGeom>
          <a:solidFill>
            <a:srgbClr val="F0BD9E"/>
          </a:solidFill>
          <a:ln w="12667" cap="flat">
            <a:noFill/>
            <a:prstDash val="solid"/>
            <a:miter/>
          </a:ln>
        </p:spPr>
        <p:txBody>
          <a:bodyPr rtlCol="0" anchor="ctr"/>
          <a:lstStyle/>
          <a:p>
            <a:endParaRPr lang="fr-FR"/>
          </a:p>
        </p:txBody>
      </p:sp>
      <p:sp>
        <p:nvSpPr>
          <p:cNvPr id="12" name="Forme libre : forme 11">
            <a:extLst>
              <a:ext uri="{FF2B5EF4-FFF2-40B4-BE49-F238E27FC236}">
                <a16:creationId xmlns:a16="http://schemas.microsoft.com/office/drawing/2014/main" id="{79269531-1BDD-F026-D11C-7C8544D24A13}"/>
              </a:ext>
            </a:extLst>
          </p:cNvPr>
          <p:cNvSpPr>
            <a:spLocks noChangeAspect="1"/>
          </p:cNvSpPr>
          <p:nvPr/>
        </p:nvSpPr>
        <p:spPr>
          <a:xfrm>
            <a:off x="8197005" y="2452551"/>
            <a:ext cx="1099871" cy="599363"/>
          </a:xfrm>
          <a:custGeom>
            <a:avLst/>
            <a:gdLst>
              <a:gd name="connsiteX0" fmla="*/ 24162 w 1099871"/>
              <a:gd name="connsiteY0" fmla="*/ 1536 h 599363"/>
              <a:gd name="connsiteX1" fmla="*/ 3945 w 1099871"/>
              <a:gd name="connsiteY1" fmla="*/ 20461 h 599363"/>
              <a:gd name="connsiteX2" fmla="*/ 3527 w 1099871"/>
              <a:gd name="connsiteY2" fmla="*/ 580239 h 599363"/>
              <a:gd name="connsiteX3" fmla="*/ 20640 w 1099871"/>
              <a:gd name="connsiteY3" fmla="*/ 598859 h 599363"/>
              <a:gd name="connsiteX4" fmla="*/ 982708 w 1099871"/>
              <a:gd name="connsiteY4" fmla="*/ 599531 h 599363"/>
              <a:gd name="connsiteX5" fmla="*/ 1002304 w 1099871"/>
              <a:gd name="connsiteY5" fmla="*/ 586851 h 599363"/>
              <a:gd name="connsiteX6" fmla="*/ 1101790 w 1099871"/>
              <a:gd name="connsiteY6" fmla="*/ 264249 h 599363"/>
              <a:gd name="connsiteX7" fmla="*/ 1093202 w 1099871"/>
              <a:gd name="connsiteY7" fmla="*/ 239675 h 599363"/>
              <a:gd name="connsiteX8" fmla="*/ 98694 w 1099871"/>
              <a:gd name="connsiteY8" fmla="*/ 168 h 599363"/>
              <a:gd name="connsiteX9" fmla="*/ 24162 w 1099871"/>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4162" y="1536"/>
                </a:moveTo>
                <a:cubicBezTo>
                  <a:pt x="11925" y="2056"/>
                  <a:pt x="3958" y="7908"/>
                  <a:pt x="3945" y="20461"/>
                </a:cubicBezTo>
                <a:lnTo>
                  <a:pt x="3527" y="580239"/>
                </a:lnTo>
                <a:cubicBezTo>
                  <a:pt x="3514" y="590030"/>
                  <a:pt x="10266" y="598859"/>
                  <a:pt x="20640" y="598859"/>
                </a:cubicBezTo>
                <a:lnTo>
                  <a:pt x="982708" y="599531"/>
                </a:lnTo>
                <a:cubicBezTo>
                  <a:pt x="991360" y="599531"/>
                  <a:pt x="998251" y="598720"/>
                  <a:pt x="1002304" y="586851"/>
                </a:cubicBezTo>
                <a:cubicBezTo>
                  <a:pt x="1002304" y="586851"/>
                  <a:pt x="1100068" y="270000"/>
                  <a:pt x="1101790" y="264249"/>
                </a:cubicBezTo>
                <a:cubicBezTo>
                  <a:pt x="1105413" y="252228"/>
                  <a:pt x="1103070" y="246211"/>
                  <a:pt x="1093202" y="239675"/>
                </a:cubicBezTo>
                <a:cubicBezTo>
                  <a:pt x="780024" y="30924"/>
                  <a:pt x="311499" y="308"/>
                  <a:pt x="98694" y="168"/>
                </a:cubicBezTo>
                <a:cubicBezTo>
                  <a:pt x="68179" y="143"/>
                  <a:pt x="42947" y="751"/>
                  <a:pt x="24162" y="1536"/>
                </a:cubicBezTo>
              </a:path>
            </a:pathLst>
          </a:custGeom>
          <a:solidFill>
            <a:srgbClr val="C7B2DE"/>
          </a:solidFill>
          <a:ln w="12667" cap="flat">
            <a:noFill/>
            <a:prstDash val="solid"/>
            <a:miter/>
          </a:ln>
        </p:spPr>
        <p:txBody>
          <a:bodyPr rtlCol="0" anchor="ctr"/>
          <a:lstStyle/>
          <a:p>
            <a:endParaRPr lang="fr-FR"/>
          </a:p>
        </p:txBody>
      </p:sp>
      <p:sp>
        <p:nvSpPr>
          <p:cNvPr id="13" name="Forme libre : forme 12">
            <a:extLst>
              <a:ext uri="{FF2B5EF4-FFF2-40B4-BE49-F238E27FC236}">
                <a16:creationId xmlns:a16="http://schemas.microsoft.com/office/drawing/2014/main" id="{A9994346-AFC0-FD6D-2E78-9154580ADE25}"/>
              </a:ext>
            </a:extLst>
          </p:cNvPr>
          <p:cNvSpPr>
            <a:spLocks noChangeAspect="1"/>
          </p:cNvSpPr>
          <p:nvPr/>
        </p:nvSpPr>
        <p:spPr>
          <a:xfrm>
            <a:off x="5911924" y="2452551"/>
            <a:ext cx="1099876" cy="599363"/>
          </a:xfrm>
          <a:custGeom>
            <a:avLst/>
            <a:gdLst>
              <a:gd name="connsiteX0" fmla="*/ 23159 w 1099876"/>
              <a:gd name="connsiteY0" fmla="*/ 1536 h 599363"/>
              <a:gd name="connsiteX1" fmla="*/ 2943 w 1099876"/>
              <a:gd name="connsiteY1" fmla="*/ 20461 h 599363"/>
              <a:gd name="connsiteX2" fmla="*/ 2525 w 1099876"/>
              <a:gd name="connsiteY2" fmla="*/ 580239 h 599363"/>
              <a:gd name="connsiteX3" fmla="*/ 19638 w 1099876"/>
              <a:gd name="connsiteY3" fmla="*/ 598859 h 599363"/>
              <a:gd name="connsiteX4" fmla="*/ 981706 w 1099876"/>
              <a:gd name="connsiteY4" fmla="*/ 599531 h 599363"/>
              <a:gd name="connsiteX5" fmla="*/ 1001302 w 1099876"/>
              <a:gd name="connsiteY5" fmla="*/ 586851 h 599363"/>
              <a:gd name="connsiteX6" fmla="*/ 1100801 w 1099876"/>
              <a:gd name="connsiteY6" fmla="*/ 264249 h 599363"/>
              <a:gd name="connsiteX7" fmla="*/ 1092200 w 1099876"/>
              <a:gd name="connsiteY7" fmla="*/ 239675 h 599363"/>
              <a:gd name="connsiteX8" fmla="*/ 97692 w 1099876"/>
              <a:gd name="connsiteY8" fmla="*/ 168 h 599363"/>
              <a:gd name="connsiteX9" fmla="*/ 23159 w 1099876"/>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6" h="599363">
                <a:moveTo>
                  <a:pt x="23159" y="1536"/>
                </a:moveTo>
                <a:cubicBezTo>
                  <a:pt x="10923" y="2056"/>
                  <a:pt x="2956" y="7908"/>
                  <a:pt x="2943" y="20461"/>
                </a:cubicBezTo>
                <a:lnTo>
                  <a:pt x="2525" y="580239"/>
                </a:lnTo>
                <a:cubicBezTo>
                  <a:pt x="2512" y="590030"/>
                  <a:pt x="9264" y="598859"/>
                  <a:pt x="19638" y="598859"/>
                </a:cubicBezTo>
                <a:lnTo>
                  <a:pt x="981706" y="599531"/>
                </a:lnTo>
                <a:cubicBezTo>
                  <a:pt x="990358" y="599531"/>
                  <a:pt x="997248" y="598720"/>
                  <a:pt x="1001302" y="586851"/>
                </a:cubicBezTo>
                <a:cubicBezTo>
                  <a:pt x="1001302" y="586851"/>
                  <a:pt x="1099065" y="270000"/>
                  <a:pt x="1100801" y="264249"/>
                </a:cubicBezTo>
                <a:cubicBezTo>
                  <a:pt x="1104411" y="252228"/>
                  <a:pt x="1102067" y="246211"/>
                  <a:pt x="1092200" y="239675"/>
                </a:cubicBezTo>
                <a:cubicBezTo>
                  <a:pt x="779022" y="30924"/>
                  <a:pt x="310497" y="308"/>
                  <a:pt x="97692" y="168"/>
                </a:cubicBezTo>
                <a:cubicBezTo>
                  <a:pt x="67177" y="143"/>
                  <a:pt x="41945" y="751"/>
                  <a:pt x="23159" y="1536"/>
                </a:cubicBezTo>
              </a:path>
            </a:pathLst>
          </a:custGeom>
          <a:solidFill>
            <a:srgbClr val="F8C1B8"/>
          </a:solidFill>
          <a:ln w="12667" cap="flat">
            <a:noFill/>
            <a:prstDash val="solid"/>
            <a:miter/>
          </a:ln>
        </p:spPr>
        <p:txBody>
          <a:bodyPr rtlCol="0" anchor="ctr"/>
          <a:lstStyle/>
          <a:p>
            <a:endParaRPr lang="fr-FR"/>
          </a:p>
        </p:txBody>
      </p:sp>
      <p:sp>
        <p:nvSpPr>
          <p:cNvPr id="14" name="Forme libre : forme 13">
            <a:extLst>
              <a:ext uri="{FF2B5EF4-FFF2-40B4-BE49-F238E27FC236}">
                <a16:creationId xmlns:a16="http://schemas.microsoft.com/office/drawing/2014/main" id="{EDB0E2F7-5AD1-735B-505B-45B6606DA814}"/>
              </a:ext>
            </a:extLst>
          </p:cNvPr>
          <p:cNvSpPr>
            <a:spLocks noChangeAspect="1"/>
          </p:cNvSpPr>
          <p:nvPr/>
        </p:nvSpPr>
        <p:spPr>
          <a:xfrm>
            <a:off x="641632" y="2455705"/>
            <a:ext cx="1093563" cy="593042"/>
          </a:xfrm>
          <a:custGeom>
            <a:avLst/>
            <a:gdLst>
              <a:gd name="connsiteX0" fmla="*/ 17819 w 1093563"/>
              <a:gd name="connsiteY0" fmla="*/ 1536 h 593042"/>
              <a:gd name="connsiteX1" fmla="*/ 630 w 1093563"/>
              <a:gd name="connsiteY1" fmla="*/ 17306 h 593042"/>
              <a:gd name="connsiteX2" fmla="*/ 212 w 1093563"/>
              <a:gd name="connsiteY2" fmla="*/ 577084 h 593042"/>
              <a:gd name="connsiteX3" fmla="*/ 4101 w 1093563"/>
              <a:gd name="connsiteY3" fmla="*/ 587991 h 593042"/>
              <a:gd name="connsiteX4" fmla="*/ 14171 w 1093563"/>
              <a:gd name="connsiteY4" fmla="*/ 592538 h 593042"/>
              <a:gd name="connsiteX5" fmla="*/ 976252 w 1093563"/>
              <a:gd name="connsiteY5" fmla="*/ 593209 h 593042"/>
              <a:gd name="connsiteX6" fmla="*/ 992845 w 1093563"/>
              <a:gd name="connsiteY6" fmla="*/ 582671 h 593042"/>
              <a:gd name="connsiteX7" fmla="*/ 1092294 w 1093563"/>
              <a:gd name="connsiteY7" fmla="*/ 260183 h 593042"/>
              <a:gd name="connsiteX8" fmla="*/ 1084998 w 1093563"/>
              <a:gd name="connsiteY8" fmla="*/ 239155 h 593042"/>
              <a:gd name="connsiteX9" fmla="*/ 92212 w 1093563"/>
              <a:gd name="connsiteY9" fmla="*/ 168 h 593042"/>
              <a:gd name="connsiteX10" fmla="*/ 17819 w 1093563"/>
              <a:gd name="connsiteY10" fmla="*/ 1536 h 59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93563" h="593042">
                <a:moveTo>
                  <a:pt x="17819" y="1536"/>
                </a:moveTo>
                <a:cubicBezTo>
                  <a:pt x="6419" y="2017"/>
                  <a:pt x="643" y="7325"/>
                  <a:pt x="630" y="17306"/>
                </a:cubicBezTo>
                <a:lnTo>
                  <a:pt x="212" y="577084"/>
                </a:lnTo>
                <a:cubicBezTo>
                  <a:pt x="212" y="581163"/>
                  <a:pt x="1631" y="585141"/>
                  <a:pt x="4101" y="587991"/>
                </a:cubicBezTo>
                <a:cubicBezTo>
                  <a:pt x="5912" y="590055"/>
                  <a:pt x="9117" y="592538"/>
                  <a:pt x="14171" y="592538"/>
                </a:cubicBezTo>
                <a:lnTo>
                  <a:pt x="976252" y="593209"/>
                </a:lnTo>
                <a:cubicBezTo>
                  <a:pt x="984295" y="593209"/>
                  <a:pt x="989413" y="592703"/>
                  <a:pt x="992845" y="582671"/>
                </a:cubicBezTo>
                <a:cubicBezTo>
                  <a:pt x="993795" y="579592"/>
                  <a:pt x="1090596" y="265845"/>
                  <a:pt x="1092294" y="260183"/>
                </a:cubicBezTo>
                <a:cubicBezTo>
                  <a:pt x="1095448" y="249707"/>
                  <a:pt x="1093814" y="244995"/>
                  <a:pt x="1084998" y="239155"/>
                </a:cubicBezTo>
                <a:cubicBezTo>
                  <a:pt x="977379" y="167422"/>
                  <a:pt x="665240" y="561"/>
                  <a:pt x="92212" y="168"/>
                </a:cubicBezTo>
                <a:cubicBezTo>
                  <a:pt x="58189" y="143"/>
                  <a:pt x="32969" y="903"/>
                  <a:pt x="17819" y="1536"/>
                </a:cubicBezTo>
              </a:path>
            </a:pathLst>
          </a:custGeom>
          <a:solidFill>
            <a:srgbClr val="FFFFFF"/>
          </a:solidFill>
          <a:ln w="6333" cap="flat">
            <a:solidFill>
              <a:srgbClr val="000000"/>
            </a:solid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266C8073-518A-496B-8D41-C7689BC9A67A}"/>
              </a:ext>
            </a:extLst>
          </p:cNvPr>
          <p:cNvSpPr>
            <a:spLocks noChangeAspect="1"/>
          </p:cNvSpPr>
          <p:nvPr/>
        </p:nvSpPr>
        <p:spPr>
          <a:xfrm>
            <a:off x="3626843" y="3092828"/>
            <a:ext cx="1099871" cy="599363"/>
          </a:xfrm>
          <a:custGeom>
            <a:avLst/>
            <a:gdLst>
              <a:gd name="connsiteX0" fmla="*/ 22157 w 1099871"/>
              <a:gd name="connsiteY0" fmla="*/ 1817 h 599363"/>
              <a:gd name="connsiteX1" fmla="*/ 1941 w 1099871"/>
              <a:gd name="connsiteY1" fmla="*/ 20742 h 599363"/>
              <a:gd name="connsiteX2" fmla="*/ 1523 w 1099871"/>
              <a:gd name="connsiteY2" fmla="*/ 580520 h 599363"/>
              <a:gd name="connsiteX3" fmla="*/ 18636 w 1099871"/>
              <a:gd name="connsiteY3" fmla="*/ 599140 h 599363"/>
              <a:gd name="connsiteX4" fmla="*/ 980704 w 1099871"/>
              <a:gd name="connsiteY4" fmla="*/ 599811 h 599363"/>
              <a:gd name="connsiteX5" fmla="*/ 1000300 w 1099871"/>
              <a:gd name="connsiteY5" fmla="*/ 587132 h 599363"/>
              <a:gd name="connsiteX6" fmla="*/ 1099786 w 1099871"/>
              <a:gd name="connsiteY6" fmla="*/ 264530 h 599363"/>
              <a:gd name="connsiteX7" fmla="*/ 1091198 w 1099871"/>
              <a:gd name="connsiteY7" fmla="*/ 239956 h 599363"/>
              <a:gd name="connsiteX8" fmla="*/ 96690 w 1099871"/>
              <a:gd name="connsiteY8" fmla="*/ 449 h 599363"/>
              <a:gd name="connsiteX9" fmla="*/ 22157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2157" y="1817"/>
                </a:moveTo>
                <a:cubicBezTo>
                  <a:pt x="9921" y="2337"/>
                  <a:pt x="1953" y="8189"/>
                  <a:pt x="1941" y="20742"/>
                </a:cubicBezTo>
                <a:lnTo>
                  <a:pt x="1523" y="580520"/>
                </a:lnTo>
                <a:cubicBezTo>
                  <a:pt x="1510" y="590311"/>
                  <a:pt x="8262" y="599140"/>
                  <a:pt x="18636" y="599140"/>
                </a:cubicBezTo>
                <a:lnTo>
                  <a:pt x="980704" y="599811"/>
                </a:lnTo>
                <a:cubicBezTo>
                  <a:pt x="989355" y="599811"/>
                  <a:pt x="996246" y="598988"/>
                  <a:pt x="1000300" y="587132"/>
                </a:cubicBezTo>
                <a:cubicBezTo>
                  <a:pt x="1000300" y="587132"/>
                  <a:pt x="1098063" y="270281"/>
                  <a:pt x="1099786" y="264530"/>
                </a:cubicBezTo>
                <a:cubicBezTo>
                  <a:pt x="1103409" y="252509"/>
                  <a:pt x="1101065" y="246492"/>
                  <a:pt x="1091198" y="239956"/>
                </a:cubicBezTo>
                <a:cubicBezTo>
                  <a:pt x="778020" y="31205"/>
                  <a:pt x="309494" y="588"/>
                  <a:pt x="96690" y="449"/>
                </a:cubicBezTo>
                <a:cubicBezTo>
                  <a:pt x="66175" y="424"/>
                  <a:pt x="40942" y="1032"/>
                  <a:pt x="22157" y="1817"/>
                </a:cubicBezTo>
              </a:path>
            </a:pathLst>
          </a:custGeom>
          <a:solidFill>
            <a:srgbClr val="DAAA00"/>
          </a:solidFill>
          <a:ln w="12667"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2AD4E2CA-CD8E-CFE8-6FD9-878FC73D6EEC}"/>
              </a:ext>
            </a:extLst>
          </p:cNvPr>
          <p:cNvSpPr>
            <a:spLocks noChangeAspect="1"/>
          </p:cNvSpPr>
          <p:nvPr/>
        </p:nvSpPr>
        <p:spPr>
          <a:xfrm>
            <a:off x="7054458" y="3092828"/>
            <a:ext cx="1099871" cy="599363"/>
          </a:xfrm>
          <a:custGeom>
            <a:avLst/>
            <a:gdLst>
              <a:gd name="connsiteX0" fmla="*/ 23661 w 1099871"/>
              <a:gd name="connsiteY0" fmla="*/ 1817 h 599363"/>
              <a:gd name="connsiteX1" fmla="*/ 3444 w 1099871"/>
              <a:gd name="connsiteY1" fmla="*/ 20742 h 599363"/>
              <a:gd name="connsiteX2" fmla="*/ 3026 w 1099871"/>
              <a:gd name="connsiteY2" fmla="*/ 580520 h 599363"/>
              <a:gd name="connsiteX3" fmla="*/ 20139 w 1099871"/>
              <a:gd name="connsiteY3" fmla="*/ 599140 h 599363"/>
              <a:gd name="connsiteX4" fmla="*/ 982207 w 1099871"/>
              <a:gd name="connsiteY4" fmla="*/ 599811 h 599363"/>
              <a:gd name="connsiteX5" fmla="*/ 1001803 w 1099871"/>
              <a:gd name="connsiteY5" fmla="*/ 587132 h 599363"/>
              <a:gd name="connsiteX6" fmla="*/ 1101289 w 1099871"/>
              <a:gd name="connsiteY6" fmla="*/ 264530 h 599363"/>
              <a:gd name="connsiteX7" fmla="*/ 1092701 w 1099871"/>
              <a:gd name="connsiteY7" fmla="*/ 239956 h 599363"/>
              <a:gd name="connsiteX8" fmla="*/ 98193 w 1099871"/>
              <a:gd name="connsiteY8" fmla="*/ 449 h 599363"/>
              <a:gd name="connsiteX9" fmla="*/ 23661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3661" y="1817"/>
                </a:moveTo>
                <a:cubicBezTo>
                  <a:pt x="11424" y="2337"/>
                  <a:pt x="3457" y="8189"/>
                  <a:pt x="3444" y="20742"/>
                </a:cubicBezTo>
                <a:lnTo>
                  <a:pt x="3026" y="580520"/>
                </a:lnTo>
                <a:cubicBezTo>
                  <a:pt x="3013" y="590311"/>
                  <a:pt x="9765" y="599140"/>
                  <a:pt x="20139" y="599140"/>
                </a:cubicBezTo>
                <a:lnTo>
                  <a:pt x="982207" y="599811"/>
                </a:lnTo>
                <a:cubicBezTo>
                  <a:pt x="990859" y="599811"/>
                  <a:pt x="997749" y="598988"/>
                  <a:pt x="1001803" y="587132"/>
                </a:cubicBezTo>
                <a:cubicBezTo>
                  <a:pt x="1001803" y="587132"/>
                  <a:pt x="1099566" y="270281"/>
                  <a:pt x="1101289" y="264530"/>
                </a:cubicBezTo>
                <a:cubicBezTo>
                  <a:pt x="1104912" y="252509"/>
                  <a:pt x="1102569" y="246492"/>
                  <a:pt x="1092701" y="239956"/>
                </a:cubicBezTo>
                <a:cubicBezTo>
                  <a:pt x="779523" y="31205"/>
                  <a:pt x="310998" y="588"/>
                  <a:pt x="98193" y="449"/>
                </a:cubicBezTo>
                <a:cubicBezTo>
                  <a:pt x="67678" y="424"/>
                  <a:pt x="42446" y="1032"/>
                  <a:pt x="23661" y="1817"/>
                </a:cubicBezTo>
              </a:path>
            </a:pathLst>
          </a:custGeom>
          <a:solidFill>
            <a:srgbClr val="EC86D0"/>
          </a:solidFill>
          <a:ln w="12667" cap="flat">
            <a:noFill/>
            <a:prstDash val="solid"/>
            <a:miter/>
          </a:ln>
        </p:spPr>
        <p:txBody>
          <a:bodyPr rtlCol="0" anchor="ctr"/>
          <a:lstStyle/>
          <a:p>
            <a:endParaRPr lang="fr-FR"/>
          </a:p>
        </p:txBody>
      </p:sp>
      <p:sp>
        <p:nvSpPr>
          <p:cNvPr id="17" name="Forme libre : forme 16">
            <a:extLst>
              <a:ext uri="{FF2B5EF4-FFF2-40B4-BE49-F238E27FC236}">
                <a16:creationId xmlns:a16="http://schemas.microsoft.com/office/drawing/2014/main" id="{7E8ADF35-29A6-616E-28D0-3103AD799DBE}"/>
              </a:ext>
            </a:extLst>
          </p:cNvPr>
          <p:cNvSpPr>
            <a:spLocks noChangeAspect="1"/>
          </p:cNvSpPr>
          <p:nvPr/>
        </p:nvSpPr>
        <p:spPr>
          <a:xfrm>
            <a:off x="1781015" y="3092828"/>
            <a:ext cx="1099871" cy="599363"/>
          </a:xfrm>
          <a:custGeom>
            <a:avLst/>
            <a:gdLst>
              <a:gd name="connsiteX0" fmla="*/ 21348 w 1099871"/>
              <a:gd name="connsiteY0" fmla="*/ 1817 h 599363"/>
              <a:gd name="connsiteX1" fmla="*/ 1131 w 1099871"/>
              <a:gd name="connsiteY1" fmla="*/ 20742 h 599363"/>
              <a:gd name="connsiteX2" fmla="*/ 713 w 1099871"/>
              <a:gd name="connsiteY2" fmla="*/ 580520 h 599363"/>
              <a:gd name="connsiteX3" fmla="*/ 17826 w 1099871"/>
              <a:gd name="connsiteY3" fmla="*/ 599140 h 599363"/>
              <a:gd name="connsiteX4" fmla="*/ 979894 w 1099871"/>
              <a:gd name="connsiteY4" fmla="*/ 599811 h 599363"/>
              <a:gd name="connsiteX5" fmla="*/ 999490 w 1099871"/>
              <a:gd name="connsiteY5" fmla="*/ 587132 h 599363"/>
              <a:gd name="connsiteX6" fmla="*/ 1098976 w 1099871"/>
              <a:gd name="connsiteY6" fmla="*/ 264530 h 599363"/>
              <a:gd name="connsiteX7" fmla="*/ 1090388 w 1099871"/>
              <a:gd name="connsiteY7" fmla="*/ 239956 h 599363"/>
              <a:gd name="connsiteX8" fmla="*/ 95880 w 1099871"/>
              <a:gd name="connsiteY8" fmla="*/ 449 h 599363"/>
              <a:gd name="connsiteX9" fmla="*/ 21348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1348" y="1817"/>
                </a:moveTo>
                <a:cubicBezTo>
                  <a:pt x="9111" y="2337"/>
                  <a:pt x="1144" y="8189"/>
                  <a:pt x="1131" y="20742"/>
                </a:cubicBezTo>
                <a:lnTo>
                  <a:pt x="713" y="580520"/>
                </a:lnTo>
                <a:cubicBezTo>
                  <a:pt x="701" y="590311"/>
                  <a:pt x="7452" y="599140"/>
                  <a:pt x="17826" y="599140"/>
                </a:cubicBezTo>
                <a:lnTo>
                  <a:pt x="979894" y="599811"/>
                </a:lnTo>
                <a:cubicBezTo>
                  <a:pt x="988546" y="599811"/>
                  <a:pt x="995437" y="598988"/>
                  <a:pt x="999490" y="587132"/>
                </a:cubicBezTo>
                <a:cubicBezTo>
                  <a:pt x="999490" y="587132"/>
                  <a:pt x="1097254" y="270281"/>
                  <a:pt x="1098976" y="264530"/>
                </a:cubicBezTo>
                <a:cubicBezTo>
                  <a:pt x="1102599" y="252509"/>
                  <a:pt x="1100256" y="246492"/>
                  <a:pt x="1090388" y="239956"/>
                </a:cubicBezTo>
                <a:cubicBezTo>
                  <a:pt x="777210" y="31205"/>
                  <a:pt x="308685" y="588"/>
                  <a:pt x="95880" y="449"/>
                </a:cubicBezTo>
                <a:cubicBezTo>
                  <a:pt x="65365" y="424"/>
                  <a:pt x="40133" y="1032"/>
                  <a:pt x="21348" y="1817"/>
                </a:cubicBezTo>
              </a:path>
            </a:pathLst>
          </a:custGeom>
          <a:solidFill>
            <a:srgbClr val="0088CE"/>
          </a:solidFill>
          <a:ln w="12667"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54460BAC-CE5F-91C6-FD48-E3C02DFB360C}"/>
              </a:ext>
            </a:extLst>
          </p:cNvPr>
          <p:cNvSpPr>
            <a:spLocks noChangeAspect="1"/>
          </p:cNvSpPr>
          <p:nvPr/>
        </p:nvSpPr>
        <p:spPr>
          <a:xfrm>
            <a:off x="4769377" y="3092828"/>
            <a:ext cx="1099871" cy="599363"/>
          </a:xfrm>
          <a:custGeom>
            <a:avLst/>
            <a:gdLst>
              <a:gd name="connsiteX0" fmla="*/ 22658 w 1099871"/>
              <a:gd name="connsiteY0" fmla="*/ 1817 h 599363"/>
              <a:gd name="connsiteX1" fmla="*/ 2442 w 1099871"/>
              <a:gd name="connsiteY1" fmla="*/ 20742 h 599363"/>
              <a:gd name="connsiteX2" fmla="*/ 2024 w 1099871"/>
              <a:gd name="connsiteY2" fmla="*/ 580520 h 599363"/>
              <a:gd name="connsiteX3" fmla="*/ 19137 w 1099871"/>
              <a:gd name="connsiteY3" fmla="*/ 599140 h 599363"/>
              <a:gd name="connsiteX4" fmla="*/ 981205 w 1099871"/>
              <a:gd name="connsiteY4" fmla="*/ 599811 h 599363"/>
              <a:gd name="connsiteX5" fmla="*/ 1000801 w 1099871"/>
              <a:gd name="connsiteY5" fmla="*/ 587132 h 599363"/>
              <a:gd name="connsiteX6" fmla="*/ 1100287 w 1099871"/>
              <a:gd name="connsiteY6" fmla="*/ 264530 h 599363"/>
              <a:gd name="connsiteX7" fmla="*/ 1091699 w 1099871"/>
              <a:gd name="connsiteY7" fmla="*/ 239956 h 599363"/>
              <a:gd name="connsiteX8" fmla="*/ 97191 w 1099871"/>
              <a:gd name="connsiteY8" fmla="*/ 449 h 599363"/>
              <a:gd name="connsiteX9" fmla="*/ 22658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2658" y="1817"/>
                </a:moveTo>
                <a:cubicBezTo>
                  <a:pt x="10422" y="2337"/>
                  <a:pt x="2455" y="8189"/>
                  <a:pt x="2442" y="20742"/>
                </a:cubicBezTo>
                <a:lnTo>
                  <a:pt x="2024" y="580520"/>
                </a:lnTo>
                <a:cubicBezTo>
                  <a:pt x="2011" y="590311"/>
                  <a:pt x="8763" y="599140"/>
                  <a:pt x="19137" y="599140"/>
                </a:cubicBezTo>
                <a:lnTo>
                  <a:pt x="981205" y="599811"/>
                </a:lnTo>
                <a:cubicBezTo>
                  <a:pt x="989856" y="599811"/>
                  <a:pt x="996747" y="598988"/>
                  <a:pt x="1000801" y="587132"/>
                </a:cubicBezTo>
                <a:cubicBezTo>
                  <a:pt x="1000801" y="587132"/>
                  <a:pt x="1098564" y="270281"/>
                  <a:pt x="1100287" y="264530"/>
                </a:cubicBezTo>
                <a:cubicBezTo>
                  <a:pt x="1103910" y="252509"/>
                  <a:pt x="1101566" y="246492"/>
                  <a:pt x="1091699" y="239956"/>
                </a:cubicBezTo>
                <a:cubicBezTo>
                  <a:pt x="778521" y="31205"/>
                  <a:pt x="309996" y="588"/>
                  <a:pt x="97191" y="449"/>
                </a:cubicBezTo>
                <a:cubicBezTo>
                  <a:pt x="66676" y="424"/>
                  <a:pt x="41443" y="1032"/>
                  <a:pt x="22658" y="1817"/>
                </a:cubicBezTo>
              </a:path>
            </a:pathLst>
          </a:custGeom>
          <a:solidFill>
            <a:srgbClr val="DC582A"/>
          </a:solidFill>
          <a:ln w="12667"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95EBA4CB-C23C-04D8-E2CC-2C4C541B5CF2}"/>
              </a:ext>
            </a:extLst>
          </p:cNvPr>
          <p:cNvSpPr>
            <a:spLocks noChangeAspect="1"/>
          </p:cNvSpPr>
          <p:nvPr/>
        </p:nvSpPr>
        <p:spPr>
          <a:xfrm>
            <a:off x="8197005" y="3092828"/>
            <a:ext cx="1099871" cy="599363"/>
          </a:xfrm>
          <a:custGeom>
            <a:avLst/>
            <a:gdLst>
              <a:gd name="connsiteX0" fmla="*/ 24162 w 1099871"/>
              <a:gd name="connsiteY0" fmla="*/ 1817 h 599363"/>
              <a:gd name="connsiteX1" fmla="*/ 3945 w 1099871"/>
              <a:gd name="connsiteY1" fmla="*/ 20742 h 599363"/>
              <a:gd name="connsiteX2" fmla="*/ 3527 w 1099871"/>
              <a:gd name="connsiteY2" fmla="*/ 580520 h 599363"/>
              <a:gd name="connsiteX3" fmla="*/ 20640 w 1099871"/>
              <a:gd name="connsiteY3" fmla="*/ 599140 h 599363"/>
              <a:gd name="connsiteX4" fmla="*/ 982708 w 1099871"/>
              <a:gd name="connsiteY4" fmla="*/ 599811 h 599363"/>
              <a:gd name="connsiteX5" fmla="*/ 1002304 w 1099871"/>
              <a:gd name="connsiteY5" fmla="*/ 587132 h 599363"/>
              <a:gd name="connsiteX6" fmla="*/ 1101790 w 1099871"/>
              <a:gd name="connsiteY6" fmla="*/ 264530 h 599363"/>
              <a:gd name="connsiteX7" fmla="*/ 1093202 w 1099871"/>
              <a:gd name="connsiteY7" fmla="*/ 239956 h 599363"/>
              <a:gd name="connsiteX8" fmla="*/ 98694 w 1099871"/>
              <a:gd name="connsiteY8" fmla="*/ 449 h 599363"/>
              <a:gd name="connsiteX9" fmla="*/ 24162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4162" y="1817"/>
                </a:moveTo>
                <a:cubicBezTo>
                  <a:pt x="11925" y="2337"/>
                  <a:pt x="3958" y="8189"/>
                  <a:pt x="3945" y="20742"/>
                </a:cubicBezTo>
                <a:lnTo>
                  <a:pt x="3527" y="580520"/>
                </a:lnTo>
                <a:cubicBezTo>
                  <a:pt x="3514" y="590311"/>
                  <a:pt x="10266" y="599140"/>
                  <a:pt x="20640" y="599140"/>
                </a:cubicBezTo>
                <a:lnTo>
                  <a:pt x="982708" y="599811"/>
                </a:lnTo>
                <a:cubicBezTo>
                  <a:pt x="991360" y="599811"/>
                  <a:pt x="998251" y="598988"/>
                  <a:pt x="1002304" y="587132"/>
                </a:cubicBezTo>
                <a:cubicBezTo>
                  <a:pt x="1002304" y="587132"/>
                  <a:pt x="1100068" y="270281"/>
                  <a:pt x="1101790" y="264530"/>
                </a:cubicBezTo>
                <a:cubicBezTo>
                  <a:pt x="1105413" y="252509"/>
                  <a:pt x="1103070" y="246492"/>
                  <a:pt x="1093202" y="239956"/>
                </a:cubicBezTo>
                <a:cubicBezTo>
                  <a:pt x="780024" y="31205"/>
                  <a:pt x="311499" y="588"/>
                  <a:pt x="98694" y="449"/>
                </a:cubicBezTo>
                <a:cubicBezTo>
                  <a:pt x="68179" y="424"/>
                  <a:pt x="42947" y="1032"/>
                  <a:pt x="24162" y="1817"/>
                </a:cubicBezTo>
              </a:path>
            </a:pathLst>
          </a:custGeom>
          <a:solidFill>
            <a:srgbClr val="8374D1"/>
          </a:solidFill>
          <a:ln w="12667"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F70CD01E-EB38-A716-7D43-7E610D99CD22}"/>
              </a:ext>
            </a:extLst>
          </p:cNvPr>
          <p:cNvSpPr>
            <a:spLocks noChangeAspect="1"/>
          </p:cNvSpPr>
          <p:nvPr/>
        </p:nvSpPr>
        <p:spPr>
          <a:xfrm>
            <a:off x="5911924" y="3092828"/>
            <a:ext cx="1099876" cy="599363"/>
          </a:xfrm>
          <a:custGeom>
            <a:avLst/>
            <a:gdLst>
              <a:gd name="connsiteX0" fmla="*/ 23159 w 1099876"/>
              <a:gd name="connsiteY0" fmla="*/ 1817 h 599363"/>
              <a:gd name="connsiteX1" fmla="*/ 2943 w 1099876"/>
              <a:gd name="connsiteY1" fmla="*/ 20742 h 599363"/>
              <a:gd name="connsiteX2" fmla="*/ 2525 w 1099876"/>
              <a:gd name="connsiteY2" fmla="*/ 580520 h 599363"/>
              <a:gd name="connsiteX3" fmla="*/ 19638 w 1099876"/>
              <a:gd name="connsiteY3" fmla="*/ 599140 h 599363"/>
              <a:gd name="connsiteX4" fmla="*/ 981706 w 1099876"/>
              <a:gd name="connsiteY4" fmla="*/ 599811 h 599363"/>
              <a:gd name="connsiteX5" fmla="*/ 1001302 w 1099876"/>
              <a:gd name="connsiteY5" fmla="*/ 587132 h 599363"/>
              <a:gd name="connsiteX6" fmla="*/ 1100801 w 1099876"/>
              <a:gd name="connsiteY6" fmla="*/ 264530 h 599363"/>
              <a:gd name="connsiteX7" fmla="*/ 1092200 w 1099876"/>
              <a:gd name="connsiteY7" fmla="*/ 239956 h 599363"/>
              <a:gd name="connsiteX8" fmla="*/ 97692 w 1099876"/>
              <a:gd name="connsiteY8" fmla="*/ 449 h 599363"/>
              <a:gd name="connsiteX9" fmla="*/ 23159 w 1099876"/>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6" h="599363">
                <a:moveTo>
                  <a:pt x="23159" y="1817"/>
                </a:moveTo>
                <a:cubicBezTo>
                  <a:pt x="10923" y="2337"/>
                  <a:pt x="2956" y="8189"/>
                  <a:pt x="2943" y="20742"/>
                </a:cubicBezTo>
                <a:lnTo>
                  <a:pt x="2525" y="580520"/>
                </a:lnTo>
                <a:cubicBezTo>
                  <a:pt x="2512" y="590311"/>
                  <a:pt x="9264" y="599140"/>
                  <a:pt x="19638" y="599140"/>
                </a:cubicBezTo>
                <a:lnTo>
                  <a:pt x="981706" y="599811"/>
                </a:lnTo>
                <a:cubicBezTo>
                  <a:pt x="990358" y="599811"/>
                  <a:pt x="997248" y="598988"/>
                  <a:pt x="1001302" y="587132"/>
                </a:cubicBezTo>
                <a:cubicBezTo>
                  <a:pt x="1001302" y="587132"/>
                  <a:pt x="1099065" y="270281"/>
                  <a:pt x="1100801" y="264530"/>
                </a:cubicBezTo>
                <a:cubicBezTo>
                  <a:pt x="1104411" y="252509"/>
                  <a:pt x="1102067" y="246492"/>
                  <a:pt x="1092200" y="239956"/>
                </a:cubicBezTo>
                <a:cubicBezTo>
                  <a:pt x="779022" y="31205"/>
                  <a:pt x="310497" y="588"/>
                  <a:pt x="97692" y="449"/>
                </a:cubicBezTo>
                <a:cubicBezTo>
                  <a:pt x="67177" y="424"/>
                  <a:pt x="41945" y="1032"/>
                  <a:pt x="23159" y="1817"/>
                </a:cubicBezTo>
              </a:path>
            </a:pathLst>
          </a:custGeom>
          <a:solidFill>
            <a:srgbClr val="F2827F"/>
          </a:solidFill>
          <a:ln w="12667"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0B2EAB0C-4843-7612-FF96-D4CDDAF562B3}"/>
              </a:ext>
            </a:extLst>
          </p:cNvPr>
          <p:cNvSpPr>
            <a:spLocks noChangeAspect="1"/>
          </p:cNvSpPr>
          <p:nvPr/>
        </p:nvSpPr>
        <p:spPr>
          <a:xfrm>
            <a:off x="1781015" y="3733104"/>
            <a:ext cx="1099871" cy="599363"/>
          </a:xfrm>
          <a:custGeom>
            <a:avLst/>
            <a:gdLst>
              <a:gd name="connsiteX0" fmla="*/ 21348 w 1099871"/>
              <a:gd name="connsiteY0" fmla="*/ 2098 h 599363"/>
              <a:gd name="connsiteX1" fmla="*/ 1131 w 1099871"/>
              <a:gd name="connsiteY1" fmla="*/ 21022 h 599363"/>
              <a:gd name="connsiteX2" fmla="*/ 713 w 1099871"/>
              <a:gd name="connsiteY2" fmla="*/ 580801 h 599363"/>
              <a:gd name="connsiteX3" fmla="*/ 17826 w 1099871"/>
              <a:gd name="connsiteY3" fmla="*/ 599421 h 599363"/>
              <a:gd name="connsiteX4" fmla="*/ 979894 w 1099871"/>
              <a:gd name="connsiteY4" fmla="*/ 600092 h 599363"/>
              <a:gd name="connsiteX5" fmla="*/ 999490 w 1099871"/>
              <a:gd name="connsiteY5" fmla="*/ 587413 h 599363"/>
              <a:gd name="connsiteX6" fmla="*/ 1098976 w 1099871"/>
              <a:gd name="connsiteY6" fmla="*/ 264811 h 599363"/>
              <a:gd name="connsiteX7" fmla="*/ 1090388 w 1099871"/>
              <a:gd name="connsiteY7" fmla="*/ 240237 h 599363"/>
              <a:gd name="connsiteX8" fmla="*/ 95880 w 1099871"/>
              <a:gd name="connsiteY8" fmla="*/ 730 h 599363"/>
              <a:gd name="connsiteX9" fmla="*/ 21348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1348" y="2098"/>
                </a:moveTo>
                <a:cubicBezTo>
                  <a:pt x="9111" y="2617"/>
                  <a:pt x="1144" y="8469"/>
                  <a:pt x="1131" y="21022"/>
                </a:cubicBezTo>
                <a:lnTo>
                  <a:pt x="713" y="580801"/>
                </a:lnTo>
                <a:cubicBezTo>
                  <a:pt x="701" y="590592"/>
                  <a:pt x="7452" y="599421"/>
                  <a:pt x="17826" y="599421"/>
                </a:cubicBezTo>
                <a:lnTo>
                  <a:pt x="979894" y="600092"/>
                </a:lnTo>
                <a:cubicBezTo>
                  <a:pt x="988546" y="600092"/>
                  <a:pt x="995437" y="599282"/>
                  <a:pt x="999490" y="587413"/>
                </a:cubicBezTo>
                <a:cubicBezTo>
                  <a:pt x="999490" y="587413"/>
                  <a:pt x="1097254" y="270561"/>
                  <a:pt x="1098976" y="264811"/>
                </a:cubicBezTo>
                <a:cubicBezTo>
                  <a:pt x="1102599" y="252790"/>
                  <a:pt x="1100256" y="246773"/>
                  <a:pt x="1090388" y="240237"/>
                </a:cubicBezTo>
                <a:cubicBezTo>
                  <a:pt x="777210" y="31485"/>
                  <a:pt x="308685" y="869"/>
                  <a:pt x="95880" y="730"/>
                </a:cubicBezTo>
                <a:cubicBezTo>
                  <a:pt x="65365" y="705"/>
                  <a:pt x="40133" y="1313"/>
                  <a:pt x="21348" y="2098"/>
                </a:cubicBezTo>
              </a:path>
            </a:pathLst>
          </a:custGeom>
          <a:solidFill>
            <a:srgbClr val="000000"/>
          </a:solidFill>
          <a:ln w="12667" cap="flat">
            <a:noFill/>
            <a:prstDash val="solid"/>
            <a:miter/>
          </a:ln>
        </p:spPr>
        <p:txBody>
          <a:bodyPr rtlCol="0" anchor="ctr"/>
          <a:lstStyle/>
          <a:p>
            <a:endParaRPr lang="fr-FR"/>
          </a:p>
        </p:txBody>
      </p:sp>
      <p:sp>
        <p:nvSpPr>
          <p:cNvPr id="22" name="Forme libre : forme 21">
            <a:extLst>
              <a:ext uri="{FF2B5EF4-FFF2-40B4-BE49-F238E27FC236}">
                <a16:creationId xmlns:a16="http://schemas.microsoft.com/office/drawing/2014/main" id="{95556A9A-4568-4AF9-9BFD-C4D76319BF0A}"/>
              </a:ext>
            </a:extLst>
          </p:cNvPr>
          <p:cNvSpPr>
            <a:spLocks noChangeAspect="1"/>
          </p:cNvSpPr>
          <p:nvPr/>
        </p:nvSpPr>
        <p:spPr>
          <a:xfrm>
            <a:off x="3626843" y="3733104"/>
            <a:ext cx="1099871" cy="599363"/>
          </a:xfrm>
          <a:custGeom>
            <a:avLst/>
            <a:gdLst>
              <a:gd name="connsiteX0" fmla="*/ 22157 w 1099871"/>
              <a:gd name="connsiteY0" fmla="*/ 2098 h 599363"/>
              <a:gd name="connsiteX1" fmla="*/ 1941 w 1099871"/>
              <a:gd name="connsiteY1" fmla="*/ 21022 h 599363"/>
              <a:gd name="connsiteX2" fmla="*/ 1523 w 1099871"/>
              <a:gd name="connsiteY2" fmla="*/ 580801 h 599363"/>
              <a:gd name="connsiteX3" fmla="*/ 18636 w 1099871"/>
              <a:gd name="connsiteY3" fmla="*/ 599421 h 599363"/>
              <a:gd name="connsiteX4" fmla="*/ 980704 w 1099871"/>
              <a:gd name="connsiteY4" fmla="*/ 600092 h 599363"/>
              <a:gd name="connsiteX5" fmla="*/ 1000300 w 1099871"/>
              <a:gd name="connsiteY5" fmla="*/ 587413 h 599363"/>
              <a:gd name="connsiteX6" fmla="*/ 1099786 w 1099871"/>
              <a:gd name="connsiteY6" fmla="*/ 264811 h 599363"/>
              <a:gd name="connsiteX7" fmla="*/ 1091198 w 1099871"/>
              <a:gd name="connsiteY7" fmla="*/ 240237 h 599363"/>
              <a:gd name="connsiteX8" fmla="*/ 96690 w 1099871"/>
              <a:gd name="connsiteY8" fmla="*/ 730 h 599363"/>
              <a:gd name="connsiteX9" fmla="*/ 22157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2157" y="2098"/>
                </a:moveTo>
                <a:cubicBezTo>
                  <a:pt x="9921" y="2617"/>
                  <a:pt x="1953" y="8469"/>
                  <a:pt x="1941" y="21022"/>
                </a:cubicBezTo>
                <a:lnTo>
                  <a:pt x="1523" y="580801"/>
                </a:lnTo>
                <a:cubicBezTo>
                  <a:pt x="1510" y="590592"/>
                  <a:pt x="8262" y="599421"/>
                  <a:pt x="18636" y="599421"/>
                </a:cubicBezTo>
                <a:lnTo>
                  <a:pt x="980704" y="600092"/>
                </a:lnTo>
                <a:cubicBezTo>
                  <a:pt x="989355" y="600092"/>
                  <a:pt x="996246" y="599282"/>
                  <a:pt x="1000300" y="587413"/>
                </a:cubicBezTo>
                <a:cubicBezTo>
                  <a:pt x="1000300" y="587413"/>
                  <a:pt x="1098063" y="270561"/>
                  <a:pt x="1099786" y="264811"/>
                </a:cubicBezTo>
                <a:cubicBezTo>
                  <a:pt x="1103409" y="252790"/>
                  <a:pt x="1101065" y="246773"/>
                  <a:pt x="1091198" y="240237"/>
                </a:cubicBezTo>
                <a:cubicBezTo>
                  <a:pt x="778020" y="31485"/>
                  <a:pt x="309494" y="869"/>
                  <a:pt x="96690" y="730"/>
                </a:cubicBezTo>
                <a:cubicBezTo>
                  <a:pt x="66175" y="705"/>
                  <a:pt x="40942" y="1313"/>
                  <a:pt x="22157" y="2098"/>
                </a:cubicBezTo>
              </a:path>
            </a:pathLst>
          </a:custGeom>
          <a:solidFill>
            <a:srgbClr val="4A412A"/>
          </a:solidFill>
          <a:ln w="12667" cap="flat">
            <a:noFill/>
            <a:prstDash val="solid"/>
            <a:miter/>
          </a:ln>
        </p:spPr>
        <p:txBody>
          <a:bodyPr rtlCol="0" anchor="ctr"/>
          <a:lstStyle/>
          <a:p>
            <a:endParaRPr lang="fr-FR"/>
          </a:p>
        </p:txBody>
      </p:sp>
      <p:sp>
        <p:nvSpPr>
          <p:cNvPr id="23" name="Forme libre : forme 22">
            <a:extLst>
              <a:ext uri="{FF2B5EF4-FFF2-40B4-BE49-F238E27FC236}">
                <a16:creationId xmlns:a16="http://schemas.microsoft.com/office/drawing/2014/main" id="{467CB186-C0A9-5EE7-984D-E66128D088D9}"/>
              </a:ext>
            </a:extLst>
          </p:cNvPr>
          <p:cNvSpPr>
            <a:spLocks noChangeAspect="1"/>
          </p:cNvSpPr>
          <p:nvPr/>
        </p:nvSpPr>
        <p:spPr>
          <a:xfrm>
            <a:off x="7054458" y="3733104"/>
            <a:ext cx="1099871" cy="599363"/>
          </a:xfrm>
          <a:custGeom>
            <a:avLst/>
            <a:gdLst>
              <a:gd name="connsiteX0" fmla="*/ 23661 w 1099871"/>
              <a:gd name="connsiteY0" fmla="*/ 2098 h 599363"/>
              <a:gd name="connsiteX1" fmla="*/ 3444 w 1099871"/>
              <a:gd name="connsiteY1" fmla="*/ 21022 h 599363"/>
              <a:gd name="connsiteX2" fmla="*/ 3026 w 1099871"/>
              <a:gd name="connsiteY2" fmla="*/ 580801 h 599363"/>
              <a:gd name="connsiteX3" fmla="*/ 20139 w 1099871"/>
              <a:gd name="connsiteY3" fmla="*/ 599421 h 599363"/>
              <a:gd name="connsiteX4" fmla="*/ 982207 w 1099871"/>
              <a:gd name="connsiteY4" fmla="*/ 600092 h 599363"/>
              <a:gd name="connsiteX5" fmla="*/ 1001803 w 1099871"/>
              <a:gd name="connsiteY5" fmla="*/ 587413 h 599363"/>
              <a:gd name="connsiteX6" fmla="*/ 1101289 w 1099871"/>
              <a:gd name="connsiteY6" fmla="*/ 264811 h 599363"/>
              <a:gd name="connsiteX7" fmla="*/ 1092701 w 1099871"/>
              <a:gd name="connsiteY7" fmla="*/ 240237 h 599363"/>
              <a:gd name="connsiteX8" fmla="*/ 98193 w 1099871"/>
              <a:gd name="connsiteY8" fmla="*/ 730 h 599363"/>
              <a:gd name="connsiteX9" fmla="*/ 23661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3661" y="2098"/>
                </a:moveTo>
                <a:cubicBezTo>
                  <a:pt x="11424" y="2617"/>
                  <a:pt x="3457" y="8469"/>
                  <a:pt x="3444" y="21022"/>
                </a:cubicBezTo>
                <a:lnTo>
                  <a:pt x="3026" y="580801"/>
                </a:lnTo>
                <a:cubicBezTo>
                  <a:pt x="3013" y="590592"/>
                  <a:pt x="9765" y="599421"/>
                  <a:pt x="20139" y="599421"/>
                </a:cubicBezTo>
                <a:lnTo>
                  <a:pt x="982207" y="600092"/>
                </a:lnTo>
                <a:cubicBezTo>
                  <a:pt x="990859" y="600092"/>
                  <a:pt x="997749" y="599282"/>
                  <a:pt x="1001803" y="587413"/>
                </a:cubicBezTo>
                <a:cubicBezTo>
                  <a:pt x="1001803" y="587413"/>
                  <a:pt x="1099566" y="270561"/>
                  <a:pt x="1101289" y="264811"/>
                </a:cubicBezTo>
                <a:cubicBezTo>
                  <a:pt x="1104912" y="252790"/>
                  <a:pt x="1102569" y="246773"/>
                  <a:pt x="1092701" y="240237"/>
                </a:cubicBezTo>
                <a:cubicBezTo>
                  <a:pt x="779523" y="31485"/>
                  <a:pt x="310998" y="869"/>
                  <a:pt x="98193" y="730"/>
                </a:cubicBezTo>
                <a:cubicBezTo>
                  <a:pt x="67678" y="705"/>
                  <a:pt x="42446" y="1313"/>
                  <a:pt x="23661" y="2098"/>
                </a:cubicBezTo>
              </a:path>
            </a:pathLst>
          </a:custGeom>
          <a:solidFill>
            <a:srgbClr val="3F2A56"/>
          </a:solidFill>
          <a:ln w="12667" cap="flat">
            <a:noFill/>
            <a:prstDash val="solid"/>
            <a:miter/>
          </a:ln>
        </p:spPr>
        <p:txBody>
          <a:bodyPr rtlCol="0" anchor="ctr"/>
          <a:lstStyle/>
          <a:p>
            <a:endParaRPr lang="fr-FR"/>
          </a:p>
        </p:txBody>
      </p:sp>
      <p:sp>
        <p:nvSpPr>
          <p:cNvPr id="24" name="Forme libre : forme 23">
            <a:extLst>
              <a:ext uri="{FF2B5EF4-FFF2-40B4-BE49-F238E27FC236}">
                <a16:creationId xmlns:a16="http://schemas.microsoft.com/office/drawing/2014/main" id="{19B0D6E3-3446-D75E-13A1-D65C983612F3}"/>
              </a:ext>
            </a:extLst>
          </p:cNvPr>
          <p:cNvSpPr>
            <a:spLocks noChangeAspect="1"/>
          </p:cNvSpPr>
          <p:nvPr/>
        </p:nvSpPr>
        <p:spPr>
          <a:xfrm>
            <a:off x="638472" y="3733104"/>
            <a:ext cx="1099871" cy="599363"/>
          </a:xfrm>
          <a:custGeom>
            <a:avLst/>
            <a:gdLst>
              <a:gd name="connsiteX0" fmla="*/ 20847 w 1099871"/>
              <a:gd name="connsiteY0" fmla="*/ 2098 h 599363"/>
              <a:gd name="connsiteX1" fmla="*/ 630 w 1099871"/>
              <a:gd name="connsiteY1" fmla="*/ 21022 h 599363"/>
              <a:gd name="connsiteX2" fmla="*/ 212 w 1099871"/>
              <a:gd name="connsiteY2" fmla="*/ 580801 h 599363"/>
              <a:gd name="connsiteX3" fmla="*/ 17325 w 1099871"/>
              <a:gd name="connsiteY3" fmla="*/ 599421 h 599363"/>
              <a:gd name="connsiteX4" fmla="*/ 979393 w 1099871"/>
              <a:gd name="connsiteY4" fmla="*/ 600092 h 599363"/>
              <a:gd name="connsiteX5" fmla="*/ 998989 w 1099871"/>
              <a:gd name="connsiteY5" fmla="*/ 587413 h 599363"/>
              <a:gd name="connsiteX6" fmla="*/ 1098475 w 1099871"/>
              <a:gd name="connsiteY6" fmla="*/ 264811 h 599363"/>
              <a:gd name="connsiteX7" fmla="*/ 1089887 w 1099871"/>
              <a:gd name="connsiteY7" fmla="*/ 240237 h 599363"/>
              <a:gd name="connsiteX8" fmla="*/ 95379 w 1099871"/>
              <a:gd name="connsiteY8" fmla="*/ 730 h 599363"/>
              <a:gd name="connsiteX9" fmla="*/ 20847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0847" y="2098"/>
                </a:moveTo>
                <a:cubicBezTo>
                  <a:pt x="8610" y="2617"/>
                  <a:pt x="643" y="8469"/>
                  <a:pt x="630" y="21022"/>
                </a:cubicBezTo>
                <a:lnTo>
                  <a:pt x="212" y="580801"/>
                </a:lnTo>
                <a:cubicBezTo>
                  <a:pt x="199" y="590592"/>
                  <a:pt x="6951" y="599421"/>
                  <a:pt x="17325" y="599421"/>
                </a:cubicBezTo>
                <a:lnTo>
                  <a:pt x="979393" y="600092"/>
                </a:lnTo>
                <a:cubicBezTo>
                  <a:pt x="988045" y="600092"/>
                  <a:pt x="994935" y="599282"/>
                  <a:pt x="998989" y="587413"/>
                </a:cubicBezTo>
                <a:cubicBezTo>
                  <a:pt x="998989" y="587413"/>
                  <a:pt x="1096752" y="270561"/>
                  <a:pt x="1098475" y="264811"/>
                </a:cubicBezTo>
                <a:cubicBezTo>
                  <a:pt x="1102098" y="252790"/>
                  <a:pt x="1099755" y="246773"/>
                  <a:pt x="1089887" y="240237"/>
                </a:cubicBezTo>
                <a:cubicBezTo>
                  <a:pt x="776709" y="31485"/>
                  <a:pt x="308184" y="869"/>
                  <a:pt x="95379" y="730"/>
                </a:cubicBezTo>
                <a:cubicBezTo>
                  <a:pt x="64864" y="705"/>
                  <a:pt x="39632" y="1313"/>
                  <a:pt x="20847" y="2098"/>
                </a:cubicBezTo>
              </a:path>
            </a:pathLst>
          </a:custGeom>
          <a:solidFill>
            <a:srgbClr val="3C3732"/>
          </a:solidFill>
          <a:ln w="12667" cap="flat">
            <a:noFill/>
            <a:prstDash val="solid"/>
            <a:miter/>
          </a:ln>
        </p:spPr>
        <p:txBody>
          <a:bodyPr rtlCol="0" anchor="ctr"/>
          <a:lstStyle/>
          <a:p>
            <a:endParaRPr lang="fr-FR"/>
          </a:p>
        </p:txBody>
      </p:sp>
      <p:sp>
        <p:nvSpPr>
          <p:cNvPr id="25" name="Forme libre : forme 24">
            <a:extLst>
              <a:ext uri="{FF2B5EF4-FFF2-40B4-BE49-F238E27FC236}">
                <a16:creationId xmlns:a16="http://schemas.microsoft.com/office/drawing/2014/main" id="{A97E93C3-2F48-A5E2-F1BE-CB05D730D14D}"/>
              </a:ext>
            </a:extLst>
          </p:cNvPr>
          <p:cNvSpPr>
            <a:spLocks noChangeAspect="1"/>
          </p:cNvSpPr>
          <p:nvPr/>
        </p:nvSpPr>
        <p:spPr>
          <a:xfrm>
            <a:off x="4769377" y="3733104"/>
            <a:ext cx="1099871" cy="599363"/>
          </a:xfrm>
          <a:custGeom>
            <a:avLst/>
            <a:gdLst>
              <a:gd name="connsiteX0" fmla="*/ 22658 w 1099871"/>
              <a:gd name="connsiteY0" fmla="*/ 2098 h 599363"/>
              <a:gd name="connsiteX1" fmla="*/ 2442 w 1099871"/>
              <a:gd name="connsiteY1" fmla="*/ 21022 h 599363"/>
              <a:gd name="connsiteX2" fmla="*/ 2024 w 1099871"/>
              <a:gd name="connsiteY2" fmla="*/ 580801 h 599363"/>
              <a:gd name="connsiteX3" fmla="*/ 19137 w 1099871"/>
              <a:gd name="connsiteY3" fmla="*/ 599421 h 599363"/>
              <a:gd name="connsiteX4" fmla="*/ 981205 w 1099871"/>
              <a:gd name="connsiteY4" fmla="*/ 600092 h 599363"/>
              <a:gd name="connsiteX5" fmla="*/ 1000801 w 1099871"/>
              <a:gd name="connsiteY5" fmla="*/ 587413 h 599363"/>
              <a:gd name="connsiteX6" fmla="*/ 1100287 w 1099871"/>
              <a:gd name="connsiteY6" fmla="*/ 264811 h 599363"/>
              <a:gd name="connsiteX7" fmla="*/ 1091699 w 1099871"/>
              <a:gd name="connsiteY7" fmla="*/ 240237 h 599363"/>
              <a:gd name="connsiteX8" fmla="*/ 97191 w 1099871"/>
              <a:gd name="connsiteY8" fmla="*/ 730 h 599363"/>
              <a:gd name="connsiteX9" fmla="*/ 22658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2658" y="2098"/>
                </a:moveTo>
                <a:cubicBezTo>
                  <a:pt x="10422" y="2617"/>
                  <a:pt x="2455" y="8469"/>
                  <a:pt x="2442" y="21022"/>
                </a:cubicBezTo>
                <a:lnTo>
                  <a:pt x="2024" y="580801"/>
                </a:lnTo>
                <a:cubicBezTo>
                  <a:pt x="2011" y="590592"/>
                  <a:pt x="8763" y="599421"/>
                  <a:pt x="19137" y="599421"/>
                </a:cubicBezTo>
                <a:lnTo>
                  <a:pt x="981205" y="600092"/>
                </a:lnTo>
                <a:cubicBezTo>
                  <a:pt x="989856" y="600092"/>
                  <a:pt x="996747" y="599282"/>
                  <a:pt x="1000801" y="587413"/>
                </a:cubicBezTo>
                <a:cubicBezTo>
                  <a:pt x="1000801" y="587413"/>
                  <a:pt x="1098564" y="270561"/>
                  <a:pt x="1100287" y="264811"/>
                </a:cubicBezTo>
                <a:cubicBezTo>
                  <a:pt x="1103910" y="252790"/>
                  <a:pt x="1101566" y="246773"/>
                  <a:pt x="1091699" y="240237"/>
                </a:cubicBezTo>
                <a:cubicBezTo>
                  <a:pt x="778521" y="31485"/>
                  <a:pt x="309996" y="869"/>
                  <a:pt x="97191" y="730"/>
                </a:cubicBezTo>
                <a:cubicBezTo>
                  <a:pt x="66676" y="705"/>
                  <a:pt x="41443" y="1313"/>
                  <a:pt x="22658" y="2098"/>
                </a:cubicBezTo>
              </a:path>
            </a:pathLst>
          </a:custGeom>
          <a:solidFill>
            <a:srgbClr val="4F2910"/>
          </a:solidFill>
          <a:ln w="12667" cap="flat">
            <a:noFill/>
            <a:prstDash val="solid"/>
            <a:miter/>
          </a:ln>
        </p:spPr>
        <p:txBody>
          <a:bodyPr rtlCol="0" anchor="ctr"/>
          <a:lstStyle/>
          <a:p>
            <a:endParaRPr lang="fr-FR"/>
          </a:p>
        </p:txBody>
      </p:sp>
      <p:sp>
        <p:nvSpPr>
          <p:cNvPr id="26" name="Forme libre : forme 25">
            <a:extLst>
              <a:ext uri="{FF2B5EF4-FFF2-40B4-BE49-F238E27FC236}">
                <a16:creationId xmlns:a16="http://schemas.microsoft.com/office/drawing/2014/main" id="{050E775B-A325-5587-5015-FC201A48226A}"/>
              </a:ext>
            </a:extLst>
          </p:cNvPr>
          <p:cNvSpPr>
            <a:spLocks noChangeAspect="1"/>
          </p:cNvSpPr>
          <p:nvPr/>
        </p:nvSpPr>
        <p:spPr>
          <a:xfrm>
            <a:off x="8197005" y="3733104"/>
            <a:ext cx="1099871" cy="599363"/>
          </a:xfrm>
          <a:custGeom>
            <a:avLst/>
            <a:gdLst>
              <a:gd name="connsiteX0" fmla="*/ 24162 w 1099871"/>
              <a:gd name="connsiteY0" fmla="*/ 2098 h 599363"/>
              <a:gd name="connsiteX1" fmla="*/ 3945 w 1099871"/>
              <a:gd name="connsiteY1" fmla="*/ 21022 h 599363"/>
              <a:gd name="connsiteX2" fmla="*/ 3527 w 1099871"/>
              <a:gd name="connsiteY2" fmla="*/ 580801 h 599363"/>
              <a:gd name="connsiteX3" fmla="*/ 20640 w 1099871"/>
              <a:gd name="connsiteY3" fmla="*/ 599421 h 599363"/>
              <a:gd name="connsiteX4" fmla="*/ 982708 w 1099871"/>
              <a:gd name="connsiteY4" fmla="*/ 600092 h 599363"/>
              <a:gd name="connsiteX5" fmla="*/ 1002304 w 1099871"/>
              <a:gd name="connsiteY5" fmla="*/ 587413 h 599363"/>
              <a:gd name="connsiteX6" fmla="*/ 1101790 w 1099871"/>
              <a:gd name="connsiteY6" fmla="*/ 264811 h 599363"/>
              <a:gd name="connsiteX7" fmla="*/ 1093202 w 1099871"/>
              <a:gd name="connsiteY7" fmla="*/ 240237 h 599363"/>
              <a:gd name="connsiteX8" fmla="*/ 98694 w 1099871"/>
              <a:gd name="connsiteY8" fmla="*/ 730 h 599363"/>
              <a:gd name="connsiteX9" fmla="*/ 24162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4162" y="2098"/>
                </a:moveTo>
                <a:cubicBezTo>
                  <a:pt x="11925" y="2617"/>
                  <a:pt x="3958" y="8469"/>
                  <a:pt x="3945" y="21022"/>
                </a:cubicBezTo>
                <a:lnTo>
                  <a:pt x="3527" y="580801"/>
                </a:lnTo>
                <a:cubicBezTo>
                  <a:pt x="3514" y="590592"/>
                  <a:pt x="10266" y="599421"/>
                  <a:pt x="20640" y="599421"/>
                </a:cubicBezTo>
                <a:lnTo>
                  <a:pt x="982708" y="600092"/>
                </a:lnTo>
                <a:cubicBezTo>
                  <a:pt x="991360" y="600092"/>
                  <a:pt x="998251" y="599282"/>
                  <a:pt x="1002304" y="587413"/>
                </a:cubicBezTo>
                <a:cubicBezTo>
                  <a:pt x="1002304" y="587413"/>
                  <a:pt x="1100068" y="270561"/>
                  <a:pt x="1101790" y="264811"/>
                </a:cubicBezTo>
                <a:cubicBezTo>
                  <a:pt x="1105413" y="252790"/>
                  <a:pt x="1103070" y="246773"/>
                  <a:pt x="1093202" y="240237"/>
                </a:cubicBezTo>
                <a:cubicBezTo>
                  <a:pt x="780024" y="31485"/>
                  <a:pt x="311499" y="869"/>
                  <a:pt x="98694" y="730"/>
                </a:cubicBezTo>
                <a:cubicBezTo>
                  <a:pt x="68179" y="705"/>
                  <a:pt x="42947" y="1313"/>
                  <a:pt x="24162" y="2098"/>
                </a:cubicBezTo>
              </a:path>
            </a:pathLst>
          </a:custGeom>
          <a:solidFill>
            <a:srgbClr val="00205B"/>
          </a:solidFill>
          <a:ln w="12667" cap="flat">
            <a:noFill/>
            <a:prstDash val="solid"/>
            <a:miter/>
          </a:ln>
        </p:spPr>
        <p:txBody>
          <a:bodyPr rtlCol="0" anchor="ctr"/>
          <a:lstStyle/>
          <a:p>
            <a:endParaRPr lang="fr-FR"/>
          </a:p>
        </p:txBody>
      </p:sp>
      <p:sp>
        <p:nvSpPr>
          <p:cNvPr id="27" name="Forme libre : forme 26">
            <a:extLst>
              <a:ext uri="{FF2B5EF4-FFF2-40B4-BE49-F238E27FC236}">
                <a16:creationId xmlns:a16="http://schemas.microsoft.com/office/drawing/2014/main" id="{D89B81E5-F2CE-2BCE-DFCD-ECBE07A402D7}"/>
              </a:ext>
            </a:extLst>
          </p:cNvPr>
          <p:cNvSpPr>
            <a:spLocks noChangeAspect="1"/>
          </p:cNvSpPr>
          <p:nvPr/>
        </p:nvSpPr>
        <p:spPr>
          <a:xfrm>
            <a:off x="5911924" y="3733104"/>
            <a:ext cx="1099876" cy="599363"/>
          </a:xfrm>
          <a:custGeom>
            <a:avLst/>
            <a:gdLst>
              <a:gd name="connsiteX0" fmla="*/ 23159 w 1099876"/>
              <a:gd name="connsiteY0" fmla="*/ 2098 h 599363"/>
              <a:gd name="connsiteX1" fmla="*/ 2943 w 1099876"/>
              <a:gd name="connsiteY1" fmla="*/ 21022 h 599363"/>
              <a:gd name="connsiteX2" fmla="*/ 2525 w 1099876"/>
              <a:gd name="connsiteY2" fmla="*/ 580801 h 599363"/>
              <a:gd name="connsiteX3" fmla="*/ 19638 w 1099876"/>
              <a:gd name="connsiteY3" fmla="*/ 599421 h 599363"/>
              <a:gd name="connsiteX4" fmla="*/ 981706 w 1099876"/>
              <a:gd name="connsiteY4" fmla="*/ 600092 h 599363"/>
              <a:gd name="connsiteX5" fmla="*/ 1001302 w 1099876"/>
              <a:gd name="connsiteY5" fmla="*/ 587413 h 599363"/>
              <a:gd name="connsiteX6" fmla="*/ 1100801 w 1099876"/>
              <a:gd name="connsiteY6" fmla="*/ 264811 h 599363"/>
              <a:gd name="connsiteX7" fmla="*/ 1092200 w 1099876"/>
              <a:gd name="connsiteY7" fmla="*/ 240237 h 599363"/>
              <a:gd name="connsiteX8" fmla="*/ 97692 w 1099876"/>
              <a:gd name="connsiteY8" fmla="*/ 730 h 599363"/>
              <a:gd name="connsiteX9" fmla="*/ 23159 w 1099876"/>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6" h="599363">
                <a:moveTo>
                  <a:pt x="23159" y="2098"/>
                </a:moveTo>
                <a:cubicBezTo>
                  <a:pt x="10923" y="2617"/>
                  <a:pt x="2956" y="8469"/>
                  <a:pt x="2943" y="21022"/>
                </a:cubicBezTo>
                <a:lnTo>
                  <a:pt x="2525" y="580801"/>
                </a:lnTo>
                <a:cubicBezTo>
                  <a:pt x="2512" y="590592"/>
                  <a:pt x="9264" y="599421"/>
                  <a:pt x="19638" y="599421"/>
                </a:cubicBezTo>
                <a:lnTo>
                  <a:pt x="981706" y="600092"/>
                </a:lnTo>
                <a:cubicBezTo>
                  <a:pt x="990358" y="600092"/>
                  <a:pt x="997248" y="599282"/>
                  <a:pt x="1001302" y="587413"/>
                </a:cubicBezTo>
                <a:cubicBezTo>
                  <a:pt x="1001302" y="587413"/>
                  <a:pt x="1099065" y="270561"/>
                  <a:pt x="1100801" y="264811"/>
                </a:cubicBezTo>
                <a:cubicBezTo>
                  <a:pt x="1104411" y="252790"/>
                  <a:pt x="1102067" y="246773"/>
                  <a:pt x="1092200" y="240237"/>
                </a:cubicBezTo>
                <a:cubicBezTo>
                  <a:pt x="779022" y="31485"/>
                  <a:pt x="310497" y="869"/>
                  <a:pt x="97692" y="730"/>
                </a:cubicBezTo>
                <a:cubicBezTo>
                  <a:pt x="67177" y="705"/>
                  <a:pt x="41945" y="1313"/>
                  <a:pt x="23159" y="2098"/>
                </a:cubicBezTo>
              </a:path>
            </a:pathLst>
          </a:custGeom>
          <a:solidFill>
            <a:srgbClr val="651C32"/>
          </a:solidFill>
          <a:ln w="12667" cap="flat">
            <a:noFill/>
            <a:prstDash val="solid"/>
            <a:miter/>
          </a:ln>
        </p:spPr>
        <p:txBody>
          <a:bodyPr rtlCol="0" anchor="ctr"/>
          <a:lstStyle/>
          <a:p>
            <a:endParaRPr lang="fr-FR"/>
          </a:p>
        </p:txBody>
      </p:sp>
      <p:sp>
        <p:nvSpPr>
          <p:cNvPr id="28" name="Forme libre : forme 27">
            <a:extLst>
              <a:ext uri="{FF2B5EF4-FFF2-40B4-BE49-F238E27FC236}">
                <a16:creationId xmlns:a16="http://schemas.microsoft.com/office/drawing/2014/main" id="{879A5DC2-A5D5-B5C9-BC56-7431329CCDC3}"/>
              </a:ext>
            </a:extLst>
          </p:cNvPr>
          <p:cNvSpPr>
            <a:spLocks noChangeAspect="1"/>
          </p:cNvSpPr>
          <p:nvPr/>
        </p:nvSpPr>
        <p:spPr>
          <a:xfrm>
            <a:off x="638472" y="3092828"/>
            <a:ext cx="1099871" cy="599363"/>
          </a:xfrm>
          <a:custGeom>
            <a:avLst/>
            <a:gdLst>
              <a:gd name="connsiteX0" fmla="*/ 20847 w 1099871"/>
              <a:gd name="connsiteY0" fmla="*/ 1817 h 599363"/>
              <a:gd name="connsiteX1" fmla="*/ 630 w 1099871"/>
              <a:gd name="connsiteY1" fmla="*/ 20742 h 599363"/>
              <a:gd name="connsiteX2" fmla="*/ 212 w 1099871"/>
              <a:gd name="connsiteY2" fmla="*/ 580520 h 599363"/>
              <a:gd name="connsiteX3" fmla="*/ 17325 w 1099871"/>
              <a:gd name="connsiteY3" fmla="*/ 599140 h 599363"/>
              <a:gd name="connsiteX4" fmla="*/ 979393 w 1099871"/>
              <a:gd name="connsiteY4" fmla="*/ 599811 h 599363"/>
              <a:gd name="connsiteX5" fmla="*/ 998989 w 1099871"/>
              <a:gd name="connsiteY5" fmla="*/ 587132 h 599363"/>
              <a:gd name="connsiteX6" fmla="*/ 1098475 w 1099871"/>
              <a:gd name="connsiteY6" fmla="*/ 264530 h 599363"/>
              <a:gd name="connsiteX7" fmla="*/ 1089887 w 1099871"/>
              <a:gd name="connsiteY7" fmla="*/ 239956 h 599363"/>
              <a:gd name="connsiteX8" fmla="*/ 95379 w 1099871"/>
              <a:gd name="connsiteY8" fmla="*/ 449 h 599363"/>
              <a:gd name="connsiteX9" fmla="*/ 20847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0847" y="1817"/>
                </a:moveTo>
                <a:cubicBezTo>
                  <a:pt x="8610" y="2337"/>
                  <a:pt x="643" y="8189"/>
                  <a:pt x="630" y="20742"/>
                </a:cubicBezTo>
                <a:lnTo>
                  <a:pt x="212" y="580520"/>
                </a:lnTo>
                <a:cubicBezTo>
                  <a:pt x="199" y="590311"/>
                  <a:pt x="6951" y="599140"/>
                  <a:pt x="17325" y="599140"/>
                </a:cubicBezTo>
                <a:lnTo>
                  <a:pt x="979393" y="599811"/>
                </a:lnTo>
                <a:cubicBezTo>
                  <a:pt x="988045" y="599811"/>
                  <a:pt x="994935" y="598988"/>
                  <a:pt x="998989" y="587132"/>
                </a:cubicBezTo>
                <a:cubicBezTo>
                  <a:pt x="998989" y="587132"/>
                  <a:pt x="1096752" y="270281"/>
                  <a:pt x="1098475" y="264530"/>
                </a:cubicBezTo>
                <a:cubicBezTo>
                  <a:pt x="1102098" y="252509"/>
                  <a:pt x="1099755" y="246492"/>
                  <a:pt x="1089887" y="239956"/>
                </a:cubicBezTo>
                <a:cubicBezTo>
                  <a:pt x="776709" y="31205"/>
                  <a:pt x="308184" y="588"/>
                  <a:pt x="95379" y="449"/>
                </a:cubicBezTo>
                <a:cubicBezTo>
                  <a:pt x="64864" y="424"/>
                  <a:pt x="39632" y="1032"/>
                  <a:pt x="20847" y="1817"/>
                </a:cubicBezTo>
              </a:path>
            </a:pathLst>
          </a:custGeom>
          <a:solidFill>
            <a:srgbClr val="D0D3D4"/>
          </a:solidFill>
          <a:ln w="12667" cap="flat">
            <a:noFill/>
            <a:prstDash val="solid"/>
            <a:miter/>
          </a:ln>
        </p:spPr>
        <p:txBody>
          <a:bodyPr rtlCol="0" anchor="ctr"/>
          <a:lstStyle/>
          <a:p>
            <a:endParaRPr lang="fr-FR"/>
          </a:p>
        </p:txBody>
      </p:sp>
      <p:sp>
        <p:nvSpPr>
          <p:cNvPr id="29" name="Forme libre : forme 28">
            <a:extLst>
              <a:ext uri="{FF2B5EF4-FFF2-40B4-BE49-F238E27FC236}">
                <a16:creationId xmlns:a16="http://schemas.microsoft.com/office/drawing/2014/main" id="{02BF3038-3BD0-F47C-135C-76A5F67AD974}"/>
              </a:ext>
            </a:extLst>
          </p:cNvPr>
          <p:cNvSpPr>
            <a:spLocks noChangeAspect="1"/>
          </p:cNvSpPr>
          <p:nvPr/>
        </p:nvSpPr>
        <p:spPr>
          <a:xfrm>
            <a:off x="9339539" y="2452551"/>
            <a:ext cx="1099871" cy="599363"/>
          </a:xfrm>
          <a:custGeom>
            <a:avLst/>
            <a:gdLst>
              <a:gd name="connsiteX0" fmla="*/ 24663 w 1099871"/>
              <a:gd name="connsiteY0" fmla="*/ 1536 h 599363"/>
              <a:gd name="connsiteX1" fmla="*/ 4446 w 1099871"/>
              <a:gd name="connsiteY1" fmla="*/ 20461 h 599363"/>
              <a:gd name="connsiteX2" fmla="*/ 4028 w 1099871"/>
              <a:gd name="connsiteY2" fmla="*/ 580239 h 599363"/>
              <a:gd name="connsiteX3" fmla="*/ 21141 w 1099871"/>
              <a:gd name="connsiteY3" fmla="*/ 598859 h 599363"/>
              <a:gd name="connsiteX4" fmla="*/ 983209 w 1099871"/>
              <a:gd name="connsiteY4" fmla="*/ 599531 h 599363"/>
              <a:gd name="connsiteX5" fmla="*/ 1002805 w 1099871"/>
              <a:gd name="connsiteY5" fmla="*/ 586851 h 599363"/>
              <a:gd name="connsiteX6" fmla="*/ 1102291 w 1099871"/>
              <a:gd name="connsiteY6" fmla="*/ 264249 h 599363"/>
              <a:gd name="connsiteX7" fmla="*/ 1093703 w 1099871"/>
              <a:gd name="connsiteY7" fmla="*/ 239675 h 599363"/>
              <a:gd name="connsiteX8" fmla="*/ 99195 w 1099871"/>
              <a:gd name="connsiteY8" fmla="*/ 168 h 599363"/>
              <a:gd name="connsiteX9" fmla="*/ 24663 w 1099871"/>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4663" y="1536"/>
                </a:moveTo>
                <a:cubicBezTo>
                  <a:pt x="12426" y="2056"/>
                  <a:pt x="4459" y="7908"/>
                  <a:pt x="4446" y="20461"/>
                </a:cubicBezTo>
                <a:lnTo>
                  <a:pt x="4028" y="580239"/>
                </a:lnTo>
                <a:cubicBezTo>
                  <a:pt x="4016" y="590030"/>
                  <a:pt x="10767" y="598859"/>
                  <a:pt x="21141" y="598859"/>
                </a:cubicBezTo>
                <a:lnTo>
                  <a:pt x="983209" y="599531"/>
                </a:lnTo>
                <a:cubicBezTo>
                  <a:pt x="991861" y="599531"/>
                  <a:pt x="998752" y="598720"/>
                  <a:pt x="1002805" y="586851"/>
                </a:cubicBezTo>
                <a:cubicBezTo>
                  <a:pt x="1002805" y="586851"/>
                  <a:pt x="1100569" y="270000"/>
                  <a:pt x="1102291" y="264249"/>
                </a:cubicBezTo>
                <a:cubicBezTo>
                  <a:pt x="1105914" y="252228"/>
                  <a:pt x="1103571" y="246211"/>
                  <a:pt x="1093703" y="239675"/>
                </a:cubicBezTo>
                <a:cubicBezTo>
                  <a:pt x="780525" y="30924"/>
                  <a:pt x="312000" y="308"/>
                  <a:pt x="99195" y="168"/>
                </a:cubicBezTo>
                <a:cubicBezTo>
                  <a:pt x="68680" y="143"/>
                  <a:pt x="43448" y="751"/>
                  <a:pt x="24663" y="1536"/>
                </a:cubicBezTo>
              </a:path>
            </a:pathLst>
          </a:custGeom>
          <a:solidFill>
            <a:srgbClr val="A4C8E1"/>
          </a:solidFill>
          <a:ln w="12667" cap="flat">
            <a:noFill/>
            <a:prstDash val="solid"/>
            <a:miter/>
          </a:ln>
        </p:spPr>
        <p:txBody>
          <a:bodyPr rtlCol="0" anchor="ctr"/>
          <a:lstStyle/>
          <a:p>
            <a:endParaRPr lang="fr-FR"/>
          </a:p>
        </p:txBody>
      </p:sp>
      <p:sp>
        <p:nvSpPr>
          <p:cNvPr id="30" name="Forme libre : forme 29">
            <a:extLst>
              <a:ext uri="{FF2B5EF4-FFF2-40B4-BE49-F238E27FC236}">
                <a16:creationId xmlns:a16="http://schemas.microsoft.com/office/drawing/2014/main" id="{D6644DD6-BDAF-ADC3-E7CA-1238688F7D5F}"/>
              </a:ext>
            </a:extLst>
          </p:cNvPr>
          <p:cNvSpPr>
            <a:spLocks noChangeAspect="1"/>
          </p:cNvSpPr>
          <p:nvPr/>
        </p:nvSpPr>
        <p:spPr>
          <a:xfrm>
            <a:off x="10435268" y="2452551"/>
            <a:ext cx="1099871" cy="599363"/>
          </a:xfrm>
          <a:custGeom>
            <a:avLst/>
            <a:gdLst>
              <a:gd name="connsiteX0" fmla="*/ 25143 w 1099871"/>
              <a:gd name="connsiteY0" fmla="*/ 1536 h 599363"/>
              <a:gd name="connsiteX1" fmla="*/ 4927 w 1099871"/>
              <a:gd name="connsiteY1" fmla="*/ 20461 h 599363"/>
              <a:gd name="connsiteX2" fmla="*/ 4509 w 1099871"/>
              <a:gd name="connsiteY2" fmla="*/ 580239 h 599363"/>
              <a:gd name="connsiteX3" fmla="*/ 21622 w 1099871"/>
              <a:gd name="connsiteY3" fmla="*/ 598859 h 599363"/>
              <a:gd name="connsiteX4" fmla="*/ 983690 w 1099871"/>
              <a:gd name="connsiteY4" fmla="*/ 599531 h 599363"/>
              <a:gd name="connsiteX5" fmla="*/ 1003286 w 1099871"/>
              <a:gd name="connsiteY5" fmla="*/ 586851 h 599363"/>
              <a:gd name="connsiteX6" fmla="*/ 1102772 w 1099871"/>
              <a:gd name="connsiteY6" fmla="*/ 264249 h 599363"/>
              <a:gd name="connsiteX7" fmla="*/ 1094184 w 1099871"/>
              <a:gd name="connsiteY7" fmla="*/ 239675 h 599363"/>
              <a:gd name="connsiteX8" fmla="*/ 99676 w 1099871"/>
              <a:gd name="connsiteY8" fmla="*/ 168 h 599363"/>
              <a:gd name="connsiteX9" fmla="*/ 25143 w 1099871"/>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5143" y="1536"/>
                </a:moveTo>
                <a:cubicBezTo>
                  <a:pt x="12907" y="2056"/>
                  <a:pt x="4940" y="7908"/>
                  <a:pt x="4927" y="20461"/>
                </a:cubicBezTo>
                <a:lnTo>
                  <a:pt x="4509" y="580239"/>
                </a:lnTo>
                <a:cubicBezTo>
                  <a:pt x="4496" y="590030"/>
                  <a:pt x="11248" y="598859"/>
                  <a:pt x="21622" y="598859"/>
                </a:cubicBezTo>
                <a:lnTo>
                  <a:pt x="983690" y="599531"/>
                </a:lnTo>
                <a:cubicBezTo>
                  <a:pt x="992341" y="599531"/>
                  <a:pt x="999232" y="598720"/>
                  <a:pt x="1003286" y="586851"/>
                </a:cubicBezTo>
                <a:cubicBezTo>
                  <a:pt x="1003286" y="586851"/>
                  <a:pt x="1101049" y="270000"/>
                  <a:pt x="1102772" y="264249"/>
                </a:cubicBezTo>
                <a:cubicBezTo>
                  <a:pt x="1106395" y="252228"/>
                  <a:pt x="1104051" y="246211"/>
                  <a:pt x="1094184" y="239675"/>
                </a:cubicBezTo>
                <a:cubicBezTo>
                  <a:pt x="781006" y="30924"/>
                  <a:pt x="312481" y="308"/>
                  <a:pt x="99676" y="168"/>
                </a:cubicBezTo>
                <a:cubicBezTo>
                  <a:pt x="69161" y="143"/>
                  <a:pt x="43928" y="751"/>
                  <a:pt x="25143" y="1536"/>
                </a:cubicBezTo>
              </a:path>
            </a:pathLst>
          </a:custGeom>
          <a:solidFill>
            <a:srgbClr val="A1D6CA"/>
          </a:solidFill>
          <a:ln w="12667" cap="flat">
            <a:noFill/>
            <a:prstDash val="solid"/>
            <a:miter/>
          </a:ln>
        </p:spPr>
        <p:txBody>
          <a:bodyPr rtlCol="0" anchor="ctr"/>
          <a:lstStyle/>
          <a:p>
            <a:endParaRPr lang="fr-FR"/>
          </a:p>
        </p:txBody>
      </p:sp>
      <p:sp>
        <p:nvSpPr>
          <p:cNvPr id="31" name="Forme libre : forme 30">
            <a:extLst>
              <a:ext uri="{FF2B5EF4-FFF2-40B4-BE49-F238E27FC236}">
                <a16:creationId xmlns:a16="http://schemas.microsoft.com/office/drawing/2014/main" id="{2A1F5051-2F83-E85A-BB70-0F3D9323A4CB}"/>
              </a:ext>
            </a:extLst>
          </p:cNvPr>
          <p:cNvSpPr>
            <a:spLocks noChangeAspect="1"/>
          </p:cNvSpPr>
          <p:nvPr/>
        </p:nvSpPr>
        <p:spPr>
          <a:xfrm>
            <a:off x="9339539" y="3092828"/>
            <a:ext cx="1099871" cy="599363"/>
          </a:xfrm>
          <a:custGeom>
            <a:avLst/>
            <a:gdLst>
              <a:gd name="connsiteX0" fmla="*/ 24663 w 1099871"/>
              <a:gd name="connsiteY0" fmla="*/ 1817 h 599363"/>
              <a:gd name="connsiteX1" fmla="*/ 4446 w 1099871"/>
              <a:gd name="connsiteY1" fmla="*/ 20742 h 599363"/>
              <a:gd name="connsiteX2" fmla="*/ 4028 w 1099871"/>
              <a:gd name="connsiteY2" fmla="*/ 580520 h 599363"/>
              <a:gd name="connsiteX3" fmla="*/ 21141 w 1099871"/>
              <a:gd name="connsiteY3" fmla="*/ 599140 h 599363"/>
              <a:gd name="connsiteX4" fmla="*/ 983209 w 1099871"/>
              <a:gd name="connsiteY4" fmla="*/ 599811 h 599363"/>
              <a:gd name="connsiteX5" fmla="*/ 1002805 w 1099871"/>
              <a:gd name="connsiteY5" fmla="*/ 587132 h 599363"/>
              <a:gd name="connsiteX6" fmla="*/ 1102291 w 1099871"/>
              <a:gd name="connsiteY6" fmla="*/ 264530 h 599363"/>
              <a:gd name="connsiteX7" fmla="*/ 1093703 w 1099871"/>
              <a:gd name="connsiteY7" fmla="*/ 239956 h 599363"/>
              <a:gd name="connsiteX8" fmla="*/ 99195 w 1099871"/>
              <a:gd name="connsiteY8" fmla="*/ 449 h 599363"/>
              <a:gd name="connsiteX9" fmla="*/ 24663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4663" y="1817"/>
                </a:moveTo>
                <a:cubicBezTo>
                  <a:pt x="12426" y="2337"/>
                  <a:pt x="4459" y="8189"/>
                  <a:pt x="4446" y="20742"/>
                </a:cubicBezTo>
                <a:lnTo>
                  <a:pt x="4028" y="580520"/>
                </a:lnTo>
                <a:cubicBezTo>
                  <a:pt x="4016" y="590311"/>
                  <a:pt x="10767" y="599140"/>
                  <a:pt x="21141" y="599140"/>
                </a:cubicBezTo>
                <a:lnTo>
                  <a:pt x="983209" y="599811"/>
                </a:lnTo>
                <a:cubicBezTo>
                  <a:pt x="991861" y="599811"/>
                  <a:pt x="998752" y="598988"/>
                  <a:pt x="1002805" y="587132"/>
                </a:cubicBezTo>
                <a:cubicBezTo>
                  <a:pt x="1002805" y="587132"/>
                  <a:pt x="1100569" y="270281"/>
                  <a:pt x="1102291" y="264530"/>
                </a:cubicBezTo>
                <a:cubicBezTo>
                  <a:pt x="1105914" y="252509"/>
                  <a:pt x="1103571" y="246492"/>
                  <a:pt x="1093703" y="239956"/>
                </a:cubicBezTo>
                <a:cubicBezTo>
                  <a:pt x="780525" y="31205"/>
                  <a:pt x="312000" y="588"/>
                  <a:pt x="99195" y="449"/>
                </a:cubicBezTo>
                <a:cubicBezTo>
                  <a:pt x="68680" y="424"/>
                  <a:pt x="43448" y="1032"/>
                  <a:pt x="24663" y="1817"/>
                </a:cubicBezTo>
              </a:path>
            </a:pathLst>
          </a:custGeom>
          <a:solidFill>
            <a:srgbClr val="0084D4"/>
          </a:solidFill>
          <a:ln w="12667" cap="flat">
            <a:noFill/>
            <a:prstDash val="solid"/>
            <a:miter/>
          </a:ln>
        </p:spPr>
        <p:txBody>
          <a:bodyPr rtlCol="0" anchor="ctr"/>
          <a:lstStyle/>
          <a:p>
            <a:endParaRPr lang="fr-FR"/>
          </a:p>
        </p:txBody>
      </p:sp>
      <p:sp>
        <p:nvSpPr>
          <p:cNvPr id="32" name="Forme libre : forme 31">
            <a:extLst>
              <a:ext uri="{FF2B5EF4-FFF2-40B4-BE49-F238E27FC236}">
                <a16:creationId xmlns:a16="http://schemas.microsoft.com/office/drawing/2014/main" id="{BC42E761-B2F1-D303-F603-1FA81121A2BC}"/>
              </a:ext>
            </a:extLst>
          </p:cNvPr>
          <p:cNvSpPr>
            <a:spLocks noChangeAspect="1"/>
          </p:cNvSpPr>
          <p:nvPr/>
        </p:nvSpPr>
        <p:spPr>
          <a:xfrm>
            <a:off x="10435268" y="3092828"/>
            <a:ext cx="1099871" cy="599363"/>
          </a:xfrm>
          <a:custGeom>
            <a:avLst/>
            <a:gdLst>
              <a:gd name="connsiteX0" fmla="*/ 25143 w 1099871"/>
              <a:gd name="connsiteY0" fmla="*/ 1817 h 599363"/>
              <a:gd name="connsiteX1" fmla="*/ 4927 w 1099871"/>
              <a:gd name="connsiteY1" fmla="*/ 20742 h 599363"/>
              <a:gd name="connsiteX2" fmla="*/ 4509 w 1099871"/>
              <a:gd name="connsiteY2" fmla="*/ 580520 h 599363"/>
              <a:gd name="connsiteX3" fmla="*/ 21622 w 1099871"/>
              <a:gd name="connsiteY3" fmla="*/ 599140 h 599363"/>
              <a:gd name="connsiteX4" fmla="*/ 983690 w 1099871"/>
              <a:gd name="connsiteY4" fmla="*/ 599811 h 599363"/>
              <a:gd name="connsiteX5" fmla="*/ 1003286 w 1099871"/>
              <a:gd name="connsiteY5" fmla="*/ 587132 h 599363"/>
              <a:gd name="connsiteX6" fmla="*/ 1102772 w 1099871"/>
              <a:gd name="connsiteY6" fmla="*/ 264530 h 599363"/>
              <a:gd name="connsiteX7" fmla="*/ 1094184 w 1099871"/>
              <a:gd name="connsiteY7" fmla="*/ 239956 h 599363"/>
              <a:gd name="connsiteX8" fmla="*/ 99676 w 1099871"/>
              <a:gd name="connsiteY8" fmla="*/ 449 h 599363"/>
              <a:gd name="connsiteX9" fmla="*/ 25143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5143" y="1817"/>
                </a:moveTo>
                <a:cubicBezTo>
                  <a:pt x="12907" y="2337"/>
                  <a:pt x="4940" y="8189"/>
                  <a:pt x="4927" y="20742"/>
                </a:cubicBezTo>
                <a:lnTo>
                  <a:pt x="4509" y="580520"/>
                </a:lnTo>
                <a:cubicBezTo>
                  <a:pt x="4496" y="590311"/>
                  <a:pt x="11248" y="599140"/>
                  <a:pt x="21622" y="599140"/>
                </a:cubicBezTo>
                <a:lnTo>
                  <a:pt x="983690" y="599811"/>
                </a:lnTo>
                <a:cubicBezTo>
                  <a:pt x="992341" y="599811"/>
                  <a:pt x="999232" y="598988"/>
                  <a:pt x="1003286" y="587132"/>
                </a:cubicBezTo>
                <a:cubicBezTo>
                  <a:pt x="1003286" y="587132"/>
                  <a:pt x="1101049" y="270281"/>
                  <a:pt x="1102772" y="264530"/>
                </a:cubicBezTo>
                <a:cubicBezTo>
                  <a:pt x="1106395" y="252509"/>
                  <a:pt x="1104051" y="246492"/>
                  <a:pt x="1094184" y="239956"/>
                </a:cubicBezTo>
                <a:cubicBezTo>
                  <a:pt x="781006" y="31205"/>
                  <a:pt x="312481" y="588"/>
                  <a:pt x="99676" y="449"/>
                </a:cubicBezTo>
                <a:cubicBezTo>
                  <a:pt x="69161" y="424"/>
                  <a:pt x="43928" y="1032"/>
                  <a:pt x="25143" y="1817"/>
                </a:cubicBezTo>
              </a:path>
            </a:pathLst>
          </a:custGeom>
          <a:solidFill>
            <a:srgbClr val="00B388"/>
          </a:solidFill>
          <a:ln w="12667" cap="flat">
            <a:noFill/>
            <a:prstDash val="solid"/>
            <a:miter/>
          </a:ln>
        </p:spPr>
        <p:txBody>
          <a:bodyPr rtlCol="0" anchor="ctr"/>
          <a:lstStyle/>
          <a:p>
            <a:endParaRPr lang="fr-FR"/>
          </a:p>
        </p:txBody>
      </p:sp>
      <p:sp>
        <p:nvSpPr>
          <p:cNvPr id="33" name="Forme libre : forme 32">
            <a:extLst>
              <a:ext uri="{FF2B5EF4-FFF2-40B4-BE49-F238E27FC236}">
                <a16:creationId xmlns:a16="http://schemas.microsoft.com/office/drawing/2014/main" id="{D3E5BD4D-228B-579D-0ED0-E52C8B459A74}"/>
              </a:ext>
            </a:extLst>
          </p:cNvPr>
          <p:cNvSpPr>
            <a:spLocks noChangeAspect="1"/>
          </p:cNvSpPr>
          <p:nvPr/>
        </p:nvSpPr>
        <p:spPr>
          <a:xfrm>
            <a:off x="9339539" y="3733104"/>
            <a:ext cx="1099871" cy="599363"/>
          </a:xfrm>
          <a:custGeom>
            <a:avLst/>
            <a:gdLst>
              <a:gd name="connsiteX0" fmla="*/ 24663 w 1099871"/>
              <a:gd name="connsiteY0" fmla="*/ 2098 h 599363"/>
              <a:gd name="connsiteX1" fmla="*/ 4446 w 1099871"/>
              <a:gd name="connsiteY1" fmla="*/ 21022 h 599363"/>
              <a:gd name="connsiteX2" fmla="*/ 4028 w 1099871"/>
              <a:gd name="connsiteY2" fmla="*/ 580801 h 599363"/>
              <a:gd name="connsiteX3" fmla="*/ 21141 w 1099871"/>
              <a:gd name="connsiteY3" fmla="*/ 599421 h 599363"/>
              <a:gd name="connsiteX4" fmla="*/ 983209 w 1099871"/>
              <a:gd name="connsiteY4" fmla="*/ 600092 h 599363"/>
              <a:gd name="connsiteX5" fmla="*/ 1002805 w 1099871"/>
              <a:gd name="connsiteY5" fmla="*/ 587413 h 599363"/>
              <a:gd name="connsiteX6" fmla="*/ 1102291 w 1099871"/>
              <a:gd name="connsiteY6" fmla="*/ 264811 h 599363"/>
              <a:gd name="connsiteX7" fmla="*/ 1093703 w 1099871"/>
              <a:gd name="connsiteY7" fmla="*/ 240237 h 599363"/>
              <a:gd name="connsiteX8" fmla="*/ 99195 w 1099871"/>
              <a:gd name="connsiteY8" fmla="*/ 730 h 599363"/>
              <a:gd name="connsiteX9" fmla="*/ 24663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4663" y="2098"/>
                </a:moveTo>
                <a:cubicBezTo>
                  <a:pt x="12426" y="2617"/>
                  <a:pt x="4459" y="8469"/>
                  <a:pt x="4446" y="21022"/>
                </a:cubicBezTo>
                <a:lnTo>
                  <a:pt x="4028" y="580801"/>
                </a:lnTo>
                <a:cubicBezTo>
                  <a:pt x="4016" y="590592"/>
                  <a:pt x="10767" y="599421"/>
                  <a:pt x="21141" y="599421"/>
                </a:cubicBezTo>
                <a:lnTo>
                  <a:pt x="983209" y="600092"/>
                </a:lnTo>
                <a:cubicBezTo>
                  <a:pt x="991861" y="600092"/>
                  <a:pt x="998752" y="599282"/>
                  <a:pt x="1002805" y="587413"/>
                </a:cubicBezTo>
                <a:cubicBezTo>
                  <a:pt x="1002805" y="587413"/>
                  <a:pt x="1100569" y="270561"/>
                  <a:pt x="1102291" y="264811"/>
                </a:cubicBezTo>
                <a:cubicBezTo>
                  <a:pt x="1105914" y="252790"/>
                  <a:pt x="1103571" y="246773"/>
                  <a:pt x="1093703" y="240237"/>
                </a:cubicBezTo>
                <a:cubicBezTo>
                  <a:pt x="780525" y="31485"/>
                  <a:pt x="312000" y="869"/>
                  <a:pt x="99195" y="730"/>
                </a:cubicBezTo>
                <a:cubicBezTo>
                  <a:pt x="68680" y="705"/>
                  <a:pt x="43448" y="1313"/>
                  <a:pt x="24663" y="2098"/>
                </a:cubicBezTo>
              </a:path>
            </a:pathLst>
          </a:custGeom>
          <a:solidFill>
            <a:srgbClr val="003865"/>
          </a:solidFill>
          <a:ln w="12667" cap="flat">
            <a:noFill/>
            <a:prstDash val="solid"/>
            <a:miter/>
          </a:ln>
        </p:spPr>
        <p:txBody>
          <a:bodyPr rtlCol="0" anchor="ctr"/>
          <a:lstStyle/>
          <a:p>
            <a:endParaRPr lang="fr-FR"/>
          </a:p>
        </p:txBody>
      </p:sp>
      <p:sp>
        <p:nvSpPr>
          <p:cNvPr id="34" name="Forme libre : forme 33">
            <a:extLst>
              <a:ext uri="{FF2B5EF4-FFF2-40B4-BE49-F238E27FC236}">
                <a16:creationId xmlns:a16="http://schemas.microsoft.com/office/drawing/2014/main" id="{01A680D8-BB42-DF47-C6BF-71F745964BB0}"/>
              </a:ext>
            </a:extLst>
          </p:cNvPr>
          <p:cNvSpPr>
            <a:spLocks noChangeAspect="1"/>
          </p:cNvSpPr>
          <p:nvPr/>
        </p:nvSpPr>
        <p:spPr>
          <a:xfrm>
            <a:off x="10435268" y="3733104"/>
            <a:ext cx="1099871" cy="599363"/>
          </a:xfrm>
          <a:custGeom>
            <a:avLst/>
            <a:gdLst>
              <a:gd name="connsiteX0" fmla="*/ 25143 w 1099871"/>
              <a:gd name="connsiteY0" fmla="*/ 2098 h 599363"/>
              <a:gd name="connsiteX1" fmla="*/ 4927 w 1099871"/>
              <a:gd name="connsiteY1" fmla="*/ 21022 h 599363"/>
              <a:gd name="connsiteX2" fmla="*/ 4509 w 1099871"/>
              <a:gd name="connsiteY2" fmla="*/ 580801 h 599363"/>
              <a:gd name="connsiteX3" fmla="*/ 21622 w 1099871"/>
              <a:gd name="connsiteY3" fmla="*/ 599421 h 599363"/>
              <a:gd name="connsiteX4" fmla="*/ 983690 w 1099871"/>
              <a:gd name="connsiteY4" fmla="*/ 600092 h 599363"/>
              <a:gd name="connsiteX5" fmla="*/ 1003286 w 1099871"/>
              <a:gd name="connsiteY5" fmla="*/ 587413 h 599363"/>
              <a:gd name="connsiteX6" fmla="*/ 1102772 w 1099871"/>
              <a:gd name="connsiteY6" fmla="*/ 264811 h 599363"/>
              <a:gd name="connsiteX7" fmla="*/ 1094184 w 1099871"/>
              <a:gd name="connsiteY7" fmla="*/ 240237 h 599363"/>
              <a:gd name="connsiteX8" fmla="*/ 99676 w 1099871"/>
              <a:gd name="connsiteY8" fmla="*/ 730 h 599363"/>
              <a:gd name="connsiteX9" fmla="*/ 25143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5143" y="2098"/>
                </a:moveTo>
                <a:cubicBezTo>
                  <a:pt x="12907" y="2617"/>
                  <a:pt x="4940" y="8469"/>
                  <a:pt x="4927" y="21022"/>
                </a:cubicBezTo>
                <a:lnTo>
                  <a:pt x="4509" y="580801"/>
                </a:lnTo>
                <a:cubicBezTo>
                  <a:pt x="4496" y="590592"/>
                  <a:pt x="11248" y="599421"/>
                  <a:pt x="21622" y="599421"/>
                </a:cubicBezTo>
                <a:lnTo>
                  <a:pt x="983690" y="600092"/>
                </a:lnTo>
                <a:cubicBezTo>
                  <a:pt x="992341" y="600092"/>
                  <a:pt x="999232" y="599282"/>
                  <a:pt x="1003286" y="587413"/>
                </a:cubicBezTo>
                <a:cubicBezTo>
                  <a:pt x="1003286" y="587413"/>
                  <a:pt x="1101049" y="270561"/>
                  <a:pt x="1102772" y="264811"/>
                </a:cubicBezTo>
                <a:cubicBezTo>
                  <a:pt x="1106395" y="252790"/>
                  <a:pt x="1104051" y="246773"/>
                  <a:pt x="1094184" y="240237"/>
                </a:cubicBezTo>
                <a:cubicBezTo>
                  <a:pt x="781006" y="31485"/>
                  <a:pt x="312481" y="869"/>
                  <a:pt x="99676" y="730"/>
                </a:cubicBezTo>
                <a:cubicBezTo>
                  <a:pt x="69161" y="705"/>
                  <a:pt x="43928" y="1313"/>
                  <a:pt x="25143" y="2098"/>
                </a:cubicBezTo>
              </a:path>
            </a:pathLst>
          </a:custGeom>
          <a:solidFill>
            <a:srgbClr val="154734"/>
          </a:solidFill>
          <a:ln w="12667" cap="flat">
            <a:noFill/>
            <a:prstDash val="solid"/>
            <a:miter/>
          </a:ln>
        </p:spPr>
        <p:txBody>
          <a:bodyPr rtlCol="0" anchor="ctr"/>
          <a:lstStyle/>
          <a:p>
            <a:endParaRPr lang="fr-FR"/>
          </a:p>
        </p:txBody>
      </p:sp>
      <p:sp>
        <p:nvSpPr>
          <p:cNvPr id="2" name="Titre 1">
            <a:extLst>
              <a:ext uri="{FF2B5EF4-FFF2-40B4-BE49-F238E27FC236}">
                <a16:creationId xmlns:a16="http://schemas.microsoft.com/office/drawing/2014/main" id="{E9F1C968-10B2-613A-7D5C-B547C715559C}"/>
              </a:ext>
            </a:extLst>
          </p:cNvPr>
          <p:cNvSpPr>
            <a:spLocks noGrp="1"/>
          </p:cNvSpPr>
          <p:nvPr>
            <p:ph type="title" hasCustomPrompt="1"/>
          </p:nvPr>
        </p:nvSpPr>
        <p:spPr/>
        <p:txBody>
          <a:bodyPr/>
          <a:lstStyle>
            <a:lvl1pPr>
              <a:defRPr/>
            </a:lvl1pPr>
          </a:lstStyle>
          <a:p>
            <a:r>
              <a:rPr lang="fr-FR"/>
              <a:t>Boite à outils </a:t>
            </a:r>
          </a:p>
        </p:txBody>
      </p:sp>
    </p:spTree>
    <p:extLst>
      <p:ext uri="{BB962C8B-B14F-4D97-AF65-F5344CB8AC3E}">
        <p14:creationId xmlns:p14="http://schemas.microsoft.com/office/powerpoint/2010/main" val="40097597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2_Titre et contenu">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lvl1pPr>
              <a:defRPr baseline="0"/>
            </a:lvl1pPr>
          </a:lstStyle>
          <a:p>
            <a:r>
              <a:rPr lang="fr-FR"/>
              <a:t>TITRE, sur 2 lignes, 24, </a:t>
            </a:r>
            <a:r>
              <a:rPr lang="fr-FR" err="1"/>
              <a:t>arial</a:t>
            </a:r>
            <a:endParaRPr lang="fr-FR"/>
          </a:p>
        </p:txBody>
      </p:sp>
      <p:sp>
        <p:nvSpPr>
          <p:cNvPr id="5" name="Espace réservé du texte 4"/>
          <p:cNvSpPr>
            <a:spLocks noGrp="1"/>
          </p:cNvSpPr>
          <p:nvPr>
            <p:ph type="body" sz="quarter" idx="10"/>
          </p:nvPr>
        </p:nvSpPr>
        <p:spPr/>
        <p:txBody>
          <a:bodyPr/>
          <a:lstStyle/>
          <a:p>
            <a:pPr lvl="0"/>
            <a:r>
              <a:rPr lang="fr-FR"/>
              <a:t>Modifiez les styles du texte du masque</a:t>
            </a:r>
          </a:p>
          <a:p>
            <a:pPr lvl="1"/>
            <a:r>
              <a:rPr lang="fr-FR"/>
              <a:t>Deuxième niveau</a:t>
            </a:r>
          </a:p>
          <a:p>
            <a:pPr lvl="2"/>
            <a:r>
              <a:rPr lang="fr-FR"/>
              <a:t>Troisième niveau</a:t>
            </a:r>
          </a:p>
        </p:txBody>
      </p:sp>
    </p:spTree>
    <p:extLst>
      <p:ext uri="{BB962C8B-B14F-4D97-AF65-F5344CB8AC3E}">
        <p14:creationId xmlns:p14="http://schemas.microsoft.com/office/powerpoint/2010/main" val="381070649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 neutre">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9" name="Image 8" descr="Une image contenant plein air, voie ferrée, ciel, transport&#10;&#10;Description générée automatiquement">
            <a:extLst>
              <a:ext uri="{FF2B5EF4-FFF2-40B4-BE49-F238E27FC236}">
                <a16:creationId xmlns:a16="http://schemas.microsoft.com/office/drawing/2014/main" id="{3AEFB77F-B1D5-91A1-D054-F7986F3752F7}"/>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0" y="1"/>
            <a:ext cx="3600450" cy="6858000"/>
          </a:xfrm>
          <a:prstGeom prst="rect">
            <a:avLst/>
          </a:prstGeom>
        </p:spPr>
      </p:pic>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spTree>
    <p:extLst>
      <p:ext uri="{BB962C8B-B14F-4D97-AF65-F5344CB8AC3E}">
        <p14:creationId xmlns:p14="http://schemas.microsoft.com/office/powerpoint/2010/main" val="68862662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 Ouigo">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pic>
        <p:nvPicPr>
          <p:cNvPr id="17" name="Image 16" descr="Une image contenant plein air, ciel, piste, voie ferrée&#10;&#10;Description générée automatiquement">
            <a:extLst>
              <a:ext uri="{FF2B5EF4-FFF2-40B4-BE49-F238E27FC236}">
                <a16:creationId xmlns:a16="http://schemas.microsoft.com/office/drawing/2014/main" id="{10EE43A3-3827-1624-69C7-AC065CAAA00D}"/>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b="-271"/>
          <a:stretch/>
        </p:blipFill>
        <p:spPr>
          <a:xfrm>
            <a:off x="0" y="-1"/>
            <a:ext cx="3575050" cy="6869549"/>
          </a:xfrm>
          <a:prstGeom prst="rect">
            <a:avLst/>
          </a:prstGeom>
        </p:spPr>
      </p:pic>
      <p:pic>
        <p:nvPicPr>
          <p:cNvPr id="2" name="Image 1" descr="Une image contenant texte, Police, Graphique, logo&#10;&#10;Description générée automatiquement">
            <a:extLst>
              <a:ext uri="{FF2B5EF4-FFF2-40B4-BE49-F238E27FC236}">
                <a16:creationId xmlns:a16="http://schemas.microsoft.com/office/drawing/2014/main" id="{256379A2-2549-701E-CA17-529A2FA5511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205214" y="5922789"/>
            <a:ext cx="1227215" cy="1227215"/>
          </a:xfrm>
          <a:prstGeom prst="rect">
            <a:avLst/>
          </a:prstGeom>
        </p:spPr>
      </p:pic>
    </p:spTree>
    <p:extLst>
      <p:ext uri="{BB962C8B-B14F-4D97-AF65-F5344CB8AC3E}">
        <p14:creationId xmlns:p14="http://schemas.microsoft.com/office/powerpoint/2010/main" val="203927039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 TER">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pic>
        <p:nvPicPr>
          <p:cNvPr id="3" name="Image 2" descr="Une image contenant plein air, piste, voie ferrée, véhicule&#10;&#10;Description générée automatiquement">
            <a:extLst>
              <a:ext uri="{FF2B5EF4-FFF2-40B4-BE49-F238E27FC236}">
                <a16:creationId xmlns:a16="http://schemas.microsoft.com/office/drawing/2014/main" id="{DC51B89C-1A46-CCDC-9295-3DB54A3F6B4A}"/>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t="-281"/>
          <a:stretch/>
        </p:blipFill>
        <p:spPr>
          <a:xfrm>
            <a:off x="0" y="-1"/>
            <a:ext cx="3575050" cy="6845215"/>
          </a:xfrm>
          <a:prstGeom prst="rect">
            <a:avLst/>
          </a:prstGeom>
        </p:spPr>
      </p:pic>
      <p:pic>
        <p:nvPicPr>
          <p:cNvPr id="7" name="Image 6" descr="Une image contenant plein air, voie ferrée, piste, train&#10;&#10;Description générée automatiquement">
            <a:extLst>
              <a:ext uri="{FF2B5EF4-FFF2-40B4-BE49-F238E27FC236}">
                <a16:creationId xmlns:a16="http://schemas.microsoft.com/office/drawing/2014/main" id="{7962313C-92B1-AF10-88DD-513C79BA6B43}"/>
              </a:ext>
            </a:extLst>
          </p:cNvPr>
          <p:cNvPicPr>
            <a:picLocks noChangeAspect="1"/>
          </p:cNvPicPr>
          <p:nvPr userDrawn="1"/>
        </p:nvPicPr>
        <p:blipFill rotWithShape="1">
          <a:blip r:embed="rId5" cstate="email">
            <a:extLst>
              <a:ext uri="{28A0092B-C50C-407E-A947-70E740481C1C}">
                <a14:useLocalDpi xmlns:a14="http://schemas.microsoft.com/office/drawing/2010/main"/>
              </a:ext>
            </a:extLst>
          </a:blip>
          <a:srcRect t="-93"/>
          <a:stretch/>
        </p:blipFill>
        <p:spPr>
          <a:xfrm>
            <a:off x="0" y="-6394"/>
            <a:ext cx="3575050" cy="6864394"/>
          </a:xfrm>
          <a:prstGeom prst="rect">
            <a:avLst/>
          </a:prstGeom>
        </p:spPr>
      </p:pic>
      <p:pic>
        <p:nvPicPr>
          <p:cNvPr id="4" name="Graphique 3">
            <a:extLst>
              <a:ext uri="{FF2B5EF4-FFF2-40B4-BE49-F238E27FC236}">
                <a16:creationId xmlns:a16="http://schemas.microsoft.com/office/drawing/2014/main" id="{64171102-2EBE-D05C-98B9-0B75E1ABBE1C}"/>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246074" y="6216051"/>
            <a:ext cx="863847" cy="452490"/>
          </a:xfrm>
          <a:prstGeom prst="rect">
            <a:avLst/>
          </a:prstGeom>
        </p:spPr>
      </p:pic>
    </p:spTree>
    <p:extLst>
      <p:ext uri="{BB962C8B-B14F-4D97-AF65-F5344CB8AC3E}">
        <p14:creationId xmlns:p14="http://schemas.microsoft.com/office/powerpoint/2010/main" val="41677029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 Transilien">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pic>
        <p:nvPicPr>
          <p:cNvPr id="17" name="Image 16">
            <a:extLst>
              <a:ext uri="{FF2B5EF4-FFF2-40B4-BE49-F238E27FC236}">
                <a16:creationId xmlns:a16="http://schemas.microsoft.com/office/drawing/2014/main" id="{62DE02D0-920C-A1CA-4BBD-BF6804DD7897}"/>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t="-210"/>
          <a:stretch/>
        </p:blipFill>
        <p:spPr>
          <a:xfrm>
            <a:off x="1" y="-2"/>
            <a:ext cx="3575049" cy="6854739"/>
          </a:xfrm>
          <a:prstGeom prst="rect">
            <a:avLst/>
          </a:prstGeom>
        </p:spPr>
      </p:pic>
      <p:pic>
        <p:nvPicPr>
          <p:cNvPr id="2" name="Image 1" descr="Une image contenant texte, Police, Graphique, logo&#10;&#10;Description générée automatiquement">
            <a:extLst>
              <a:ext uri="{FF2B5EF4-FFF2-40B4-BE49-F238E27FC236}">
                <a16:creationId xmlns:a16="http://schemas.microsoft.com/office/drawing/2014/main" id="{A73DBC22-32DA-F4F9-71DB-89937F131D0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205214" y="5911638"/>
            <a:ext cx="1227215" cy="1227215"/>
          </a:xfrm>
          <a:prstGeom prst="rect">
            <a:avLst/>
          </a:prstGeom>
        </p:spPr>
      </p:pic>
    </p:spTree>
    <p:extLst>
      <p:ext uri="{BB962C8B-B14F-4D97-AF65-F5344CB8AC3E}">
        <p14:creationId xmlns:p14="http://schemas.microsoft.com/office/powerpoint/2010/main" val="390768626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 gare">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pic>
        <p:nvPicPr>
          <p:cNvPr id="3" name="Image 2" descr="Une image contenant fenêtre, plein air, horloge, sculpture&#10;&#10;Description générée automatiquement">
            <a:extLst>
              <a:ext uri="{FF2B5EF4-FFF2-40B4-BE49-F238E27FC236}">
                <a16:creationId xmlns:a16="http://schemas.microsoft.com/office/drawing/2014/main" id="{B9AD9AE8-B342-64CC-0F85-03AC3A83B705}"/>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1" y="12785"/>
            <a:ext cx="3571875" cy="6858000"/>
          </a:xfrm>
          <a:prstGeom prst="rect">
            <a:avLst/>
          </a:prstGeom>
        </p:spPr>
      </p:pic>
      <p:pic>
        <p:nvPicPr>
          <p:cNvPr id="2" name="Image 1" descr="Une image contenant texte, Police, Graphique, logo&#10;&#10;Description générée automatiquement">
            <a:extLst>
              <a:ext uri="{FF2B5EF4-FFF2-40B4-BE49-F238E27FC236}">
                <a16:creationId xmlns:a16="http://schemas.microsoft.com/office/drawing/2014/main" id="{603CC615-0589-01A4-557E-D66161876D57}"/>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205214" y="5911638"/>
            <a:ext cx="1227215" cy="1227215"/>
          </a:xfrm>
          <a:prstGeom prst="rect">
            <a:avLst/>
          </a:prstGeom>
        </p:spPr>
      </p:pic>
    </p:spTree>
    <p:extLst>
      <p:ext uri="{BB962C8B-B14F-4D97-AF65-F5344CB8AC3E}">
        <p14:creationId xmlns:p14="http://schemas.microsoft.com/office/powerpoint/2010/main" val="130167147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 technicentre">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pic>
        <p:nvPicPr>
          <p:cNvPr id="23" name="Image 22" descr="Une image contenant plein air, ciel, véhicule, Véhicule terrestre&#10;&#10;Description générée automatiquement">
            <a:extLst>
              <a:ext uri="{FF2B5EF4-FFF2-40B4-BE49-F238E27FC236}">
                <a16:creationId xmlns:a16="http://schemas.microsoft.com/office/drawing/2014/main" id="{71717D49-9A50-D823-0731-815DAD1AF20A}"/>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b="-186"/>
          <a:stretch/>
        </p:blipFill>
        <p:spPr>
          <a:xfrm>
            <a:off x="-9525" y="12785"/>
            <a:ext cx="3575050" cy="6858000"/>
          </a:xfrm>
          <a:prstGeom prst="rect">
            <a:avLst/>
          </a:prstGeom>
        </p:spPr>
      </p:pic>
      <p:pic>
        <p:nvPicPr>
          <p:cNvPr id="2" name="Image 1" descr="Une image contenant texte, Police, Graphique, logo&#10;&#10;Description générée automatiquement">
            <a:extLst>
              <a:ext uri="{FF2B5EF4-FFF2-40B4-BE49-F238E27FC236}">
                <a16:creationId xmlns:a16="http://schemas.microsoft.com/office/drawing/2014/main" id="{B034599F-9EDA-DD1F-4040-60F605F3AE4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205214" y="5911638"/>
            <a:ext cx="1227215" cy="1227215"/>
          </a:xfrm>
          <a:prstGeom prst="rect">
            <a:avLst/>
          </a:prstGeom>
        </p:spPr>
      </p:pic>
    </p:spTree>
    <p:extLst>
      <p:ext uri="{BB962C8B-B14F-4D97-AF65-F5344CB8AC3E}">
        <p14:creationId xmlns:p14="http://schemas.microsoft.com/office/powerpoint/2010/main" val="27122688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 Fret">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pic>
        <p:nvPicPr>
          <p:cNvPr id="3" name="Image 2" descr="Une image contenant plein air, piste, voie ferrée, véhicule&#10;&#10;Description générée automatiquement">
            <a:extLst>
              <a:ext uri="{FF2B5EF4-FFF2-40B4-BE49-F238E27FC236}">
                <a16:creationId xmlns:a16="http://schemas.microsoft.com/office/drawing/2014/main" id="{DC51B89C-1A46-CCDC-9295-3DB54A3F6B4A}"/>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t="-281"/>
          <a:stretch/>
        </p:blipFill>
        <p:spPr>
          <a:xfrm>
            <a:off x="0" y="-1"/>
            <a:ext cx="3575050" cy="6845215"/>
          </a:xfrm>
          <a:prstGeom prst="rect">
            <a:avLst/>
          </a:prstGeom>
        </p:spPr>
      </p:pic>
      <p:pic>
        <p:nvPicPr>
          <p:cNvPr id="2" name="Image 1" descr="Une image contenant texte, Police, Graphique, logo&#10;&#10;Description générée automatiquement">
            <a:extLst>
              <a:ext uri="{FF2B5EF4-FFF2-40B4-BE49-F238E27FC236}">
                <a16:creationId xmlns:a16="http://schemas.microsoft.com/office/drawing/2014/main" id="{D36A35AD-5D9A-3AF3-CB82-9A36D5CE6EF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205214" y="5911638"/>
            <a:ext cx="1227215" cy="1227215"/>
          </a:xfrm>
          <a:prstGeom prst="rect">
            <a:avLst/>
          </a:prstGeom>
        </p:spPr>
      </p:pic>
    </p:spTree>
    <p:extLst>
      <p:ext uri="{BB962C8B-B14F-4D97-AF65-F5344CB8AC3E}">
        <p14:creationId xmlns:p14="http://schemas.microsoft.com/office/powerpoint/2010/main" val="185864439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1_Titre de la présentation - Fret">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pic>
        <p:nvPicPr>
          <p:cNvPr id="22" name="Image 21">
            <a:extLst>
              <a:ext uri="{FF2B5EF4-FFF2-40B4-BE49-F238E27FC236}">
                <a16:creationId xmlns:a16="http://schemas.microsoft.com/office/drawing/2014/main" id="{1B1DA279-199F-D01F-7C35-9193E4F43699}"/>
              </a:ext>
            </a:extLst>
          </p:cNvPr>
          <p:cNvPicPr>
            <a:picLocks noChangeAspect="1"/>
          </p:cNvPicPr>
          <p:nvPr userDrawn="1"/>
        </p:nvPicPr>
        <p:blipFill rotWithShape="1">
          <a:blip r:embed="rId4"/>
          <a:srcRect l="68896" r="6852"/>
          <a:stretch/>
        </p:blipFill>
        <p:spPr>
          <a:xfrm>
            <a:off x="-1" y="1"/>
            <a:ext cx="3575051" cy="6852124"/>
          </a:xfrm>
          <a:prstGeom prst="rect">
            <a:avLst/>
          </a:prstGeom>
        </p:spPr>
      </p:pic>
      <p:pic>
        <p:nvPicPr>
          <p:cNvPr id="23" name="Graphique 22">
            <a:extLst>
              <a:ext uri="{FF2B5EF4-FFF2-40B4-BE49-F238E27FC236}">
                <a16:creationId xmlns:a16="http://schemas.microsoft.com/office/drawing/2014/main" id="{28E3198C-4AEC-AEE5-FEAA-287CCD66C7E6}"/>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246074" y="6216051"/>
            <a:ext cx="863847" cy="452490"/>
          </a:xfrm>
          <a:prstGeom prst="rect">
            <a:avLst/>
          </a:prstGeom>
        </p:spPr>
      </p:pic>
    </p:spTree>
    <p:extLst>
      <p:ext uri="{BB962C8B-B14F-4D97-AF65-F5344CB8AC3E}">
        <p14:creationId xmlns:p14="http://schemas.microsoft.com/office/powerpoint/2010/main" val="184195546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1_Titre de la présentation - neutre">
    <p:bg>
      <p:bgPr>
        <a:solidFill>
          <a:schemeClr val="bg1"/>
        </a:solidFill>
        <a:effectLst/>
      </p:bgPr>
    </p:bg>
    <p:spTree>
      <p:nvGrpSpPr>
        <p:cNvPr id="1" name=""/>
        <p:cNvGrpSpPr/>
        <p:nvPr/>
      </p:nvGrpSpPr>
      <p:grpSpPr>
        <a:xfrm>
          <a:off x="0" y="0"/>
          <a:ext cx="0" cy="0"/>
          <a:chOff x="0" y="0"/>
          <a:chExt cx="0" cy="0"/>
        </a:xfrm>
      </p:grpSpPr>
      <p:sp>
        <p:nvSpPr>
          <p:cNvPr id="2" name="Espace réservé pour une image  9">
            <a:extLst>
              <a:ext uri="{FF2B5EF4-FFF2-40B4-BE49-F238E27FC236}">
                <a16:creationId xmlns:a16="http://schemas.microsoft.com/office/drawing/2014/main" id="{26438537-98AA-5155-E789-691AB09A2EB4}"/>
              </a:ext>
            </a:extLst>
          </p:cNvPr>
          <p:cNvSpPr>
            <a:spLocks noGrp="1"/>
          </p:cNvSpPr>
          <p:nvPr>
            <p:ph type="pic" sz="quarter" idx="12"/>
          </p:nvPr>
        </p:nvSpPr>
        <p:spPr>
          <a:xfrm>
            <a:off x="0" y="0"/>
            <a:ext cx="3600450" cy="6858000"/>
          </a:xfrm>
          <a:prstGeom prst="rect">
            <a:avLst/>
          </a:prstGeom>
          <a:solidFill>
            <a:srgbClr val="002060">
              <a:alpha val="38000"/>
            </a:srgbClr>
          </a:solidFill>
        </p:spPr>
        <p:txBody>
          <a:bodyPr/>
          <a:lstStyle/>
          <a:p>
            <a:r>
              <a:rPr lang="fr-FR"/>
              <a:t>Cliquez sur l'icône pour ajouter une image</a:t>
            </a:r>
          </a:p>
        </p:txBody>
      </p:sp>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spTree>
    <p:extLst>
      <p:ext uri="{BB962C8B-B14F-4D97-AF65-F5344CB8AC3E}">
        <p14:creationId xmlns:p14="http://schemas.microsoft.com/office/powerpoint/2010/main" val="259308265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Intertitre foncé">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B9D259E-5CC5-4E3B-8BA3-B0FAEE778508}"/>
              </a:ext>
            </a:extLst>
          </p:cNvPr>
          <p:cNvSpPr/>
          <p:nvPr userDrawn="1"/>
        </p:nvSpPr>
        <p:spPr>
          <a:xfrm>
            <a:off x="0" y="0"/>
            <a:ext cx="357505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2" name="Graphique 11">
            <a:extLst>
              <a:ext uri="{FF2B5EF4-FFF2-40B4-BE49-F238E27FC236}">
                <a16:creationId xmlns:a16="http://schemas.microsoft.com/office/drawing/2014/main" id="{B4D507AF-7604-4B56-A8FE-F135B23E7090}"/>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246074" y="6216051"/>
            <a:ext cx="863847" cy="452490"/>
          </a:xfrm>
          <a:prstGeom prst="rect">
            <a:avLst/>
          </a:prstGeom>
        </p:spPr>
      </p:pic>
      <p:sp>
        <p:nvSpPr>
          <p:cNvPr id="5" name="Rectangle 2">
            <a:extLst>
              <a:ext uri="{FF2B5EF4-FFF2-40B4-BE49-F238E27FC236}">
                <a16:creationId xmlns:a16="http://schemas.microsoft.com/office/drawing/2014/main" id="{50C7EA37-BF2D-B133-A3A3-B2AE624853CC}"/>
              </a:ext>
            </a:extLst>
          </p:cNvPr>
          <p:cNvSpPr>
            <a:spLocks noGrp="1" noChangeArrowheads="1"/>
          </p:cNvSpPr>
          <p:nvPr>
            <p:ph type="ctrTitle" hasCustomPrompt="1"/>
          </p:nvPr>
        </p:nvSpPr>
        <p:spPr>
          <a:xfrm>
            <a:off x="3935414" y="2281063"/>
            <a:ext cx="7338986" cy="5908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400" baseline="0">
                <a:solidFill>
                  <a:srgbClr val="003865"/>
                </a:solidFill>
              </a:defRPr>
            </a:lvl1pPr>
          </a:lstStyle>
          <a:p>
            <a:pPr lvl="0"/>
            <a:r>
              <a:rPr lang="fr-FR" noProof="0"/>
              <a:t>Titre, </a:t>
            </a:r>
            <a:r>
              <a:rPr lang="fr-FR" noProof="0" err="1"/>
              <a:t>arial</a:t>
            </a:r>
            <a:r>
              <a:rPr lang="fr-FR" noProof="0"/>
              <a:t>, 34</a:t>
            </a:r>
          </a:p>
        </p:txBody>
      </p:sp>
      <p:sp>
        <p:nvSpPr>
          <p:cNvPr id="6" name="Rectangle 3">
            <a:extLst>
              <a:ext uri="{FF2B5EF4-FFF2-40B4-BE49-F238E27FC236}">
                <a16:creationId xmlns:a16="http://schemas.microsoft.com/office/drawing/2014/main" id="{6D50EEAD-3275-FD8E-225D-A0272959D08A}"/>
              </a:ext>
            </a:extLst>
          </p:cNvPr>
          <p:cNvSpPr>
            <a:spLocks noGrp="1" noChangeArrowheads="1"/>
          </p:cNvSpPr>
          <p:nvPr>
            <p:ph type="subTitle" idx="1" hasCustomPrompt="1"/>
          </p:nvPr>
        </p:nvSpPr>
        <p:spPr>
          <a:xfrm>
            <a:off x="3935413" y="3004272"/>
            <a:ext cx="7338987" cy="424728"/>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Arial" panose="020B0604020202020204" pitchFamily="34" charset="0"/>
                <a:cs typeface="Arial" panose="020B0604020202020204" pitchFamily="34" charset="0"/>
              </a:defRPr>
            </a:lvl1pPr>
          </a:lstStyle>
          <a:p>
            <a:pPr lvl="0"/>
            <a:r>
              <a:rPr lang="fr-FR" noProof="0"/>
              <a:t>Sous-titre, Arial, 24</a:t>
            </a:r>
          </a:p>
        </p:txBody>
      </p:sp>
      <p:pic>
        <p:nvPicPr>
          <p:cNvPr id="2" name="Image 1" descr="Une image contenant capture d’écran, Police, noir, Graphique&#10;&#10;Description générée automatiquement">
            <a:extLst>
              <a:ext uri="{FF2B5EF4-FFF2-40B4-BE49-F238E27FC236}">
                <a16:creationId xmlns:a16="http://schemas.microsoft.com/office/drawing/2014/main" id="{18D55DC5-E5BB-1D85-5FA4-DE8F813EFBB5}"/>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8796759" y="6431647"/>
            <a:ext cx="3045129" cy="262613"/>
          </a:xfrm>
          <a:prstGeom prst="rect">
            <a:avLst/>
          </a:prstGeom>
        </p:spPr>
      </p:pic>
    </p:spTree>
    <p:extLst>
      <p:ext uri="{BB962C8B-B14F-4D97-AF65-F5344CB8AC3E}">
        <p14:creationId xmlns:p14="http://schemas.microsoft.com/office/powerpoint/2010/main" val="137973298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Intertitre clair">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B9D259E-5CC5-4E3B-8BA3-B0FAEE778508}"/>
              </a:ext>
            </a:extLst>
          </p:cNvPr>
          <p:cNvSpPr/>
          <p:nvPr userDrawn="1"/>
        </p:nvSpPr>
        <p:spPr>
          <a:xfrm>
            <a:off x="0" y="0"/>
            <a:ext cx="3600000" cy="6858000"/>
          </a:xfrm>
          <a:prstGeom prst="rect">
            <a:avLst/>
          </a:prstGeom>
          <a:solidFill>
            <a:srgbClr val="0084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2">
            <a:extLst>
              <a:ext uri="{FF2B5EF4-FFF2-40B4-BE49-F238E27FC236}">
                <a16:creationId xmlns:a16="http://schemas.microsoft.com/office/drawing/2014/main" id="{5093DD42-E983-3820-2890-85A1D87D685F}"/>
              </a:ext>
            </a:extLst>
          </p:cNvPr>
          <p:cNvSpPr>
            <a:spLocks noGrp="1" noChangeArrowheads="1"/>
          </p:cNvSpPr>
          <p:nvPr>
            <p:ph type="ctrTitle" hasCustomPrompt="1"/>
          </p:nvPr>
        </p:nvSpPr>
        <p:spPr>
          <a:xfrm>
            <a:off x="3948693" y="2281063"/>
            <a:ext cx="7290981" cy="590850"/>
          </a:xfrm>
          <a:extLst>
            <a:ext uri="{909E8E84-426E-40DD-AFC4-6F175D3DCCD1}">
              <a14:hiddenFill xmlns:a14="http://schemas.microsoft.com/office/drawing/2010/main">
                <a:solidFill>
                  <a:schemeClr val="tx2"/>
                </a:solidFill>
              </a14:hiddenFill>
            </a:ext>
          </a:extLst>
        </p:spPr>
        <p:txBody>
          <a:bodyPr wrap="square" tIns="118792" rIns="0" anchor="b">
            <a:spAutoFit/>
          </a:bodyPr>
          <a:lstStyle>
            <a:lvl1pPr>
              <a:defRPr sz="3400" baseline="0">
                <a:solidFill>
                  <a:schemeClr val="accent1"/>
                </a:solidFill>
              </a:defRPr>
            </a:lvl1pPr>
          </a:lstStyle>
          <a:p>
            <a:pPr lvl="0"/>
            <a:r>
              <a:rPr lang="fr-FR" noProof="0"/>
              <a:t>Titre, </a:t>
            </a:r>
            <a:r>
              <a:rPr lang="fr-FR" noProof="0" err="1"/>
              <a:t>arial</a:t>
            </a:r>
            <a:r>
              <a:rPr lang="fr-FR" noProof="0"/>
              <a:t>, 34</a:t>
            </a:r>
          </a:p>
        </p:txBody>
      </p:sp>
      <p:sp>
        <p:nvSpPr>
          <p:cNvPr id="6" name="Rectangle 3">
            <a:extLst>
              <a:ext uri="{FF2B5EF4-FFF2-40B4-BE49-F238E27FC236}">
                <a16:creationId xmlns:a16="http://schemas.microsoft.com/office/drawing/2014/main" id="{835A7ED0-1ACE-D4F2-7A1B-993F8AAA9616}"/>
              </a:ext>
            </a:extLst>
          </p:cNvPr>
          <p:cNvSpPr>
            <a:spLocks noGrp="1" noChangeArrowheads="1"/>
          </p:cNvSpPr>
          <p:nvPr>
            <p:ph type="subTitle" idx="1" hasCustomPrompt="1"/>
          </p:nvPr>
        </p:nvSpPr>
        <p:spPr>
          <a:xfrm>
            <a:off x="3948694" y="3004272"/>
            <a:ext cx="7290981" cy="424728"/>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chemeClr val="accent1"/>
                </a:solidFill>
                <a:latin typeface="Arial" panose="020B0604020202020204" pitchFamily="34" charset="0"/>
                <a:cs typeface="Arial" panose="020B0604020202020204" pitchFamily="34" charset="0"/>
              </a:defRPr>
            </a:lvl1pPr>
          </a:lstStyle>
          <a:p>
            <a:pPr lvl="0"/>
            <a:r>
              <a:rPr lang="fr-FR" noProof="0"/>
              <a:t>Sous-titre, Arial, 24</a:t>
            </a:r>
          </a:p>
        </p:txBody>
      </p:sp>
      <p:pic>
        <p:nvPicPr>
          <p:cNvPr id="2" name="Graphique 1">
            <a:extLst>
              <a:ext uri="{FF2B5EF4-FFF2-40B4-BE49-F238E27FC236}">
                <a16:creationId xmlns:a16="http://schemas.microsoft.com/office/drawing/2014/main" id="{F9331895-939A-91E5-1973-CF6B8538C3D4}"/>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246074" y="6216051"/>
            <a:ext cx="863847" cy="452490"/>
          </a:xfrm>
          <a:prstGeom prst="rect">
            <a:avLst/>
          </a:prstGeom>
        </p:spPr>
      </p:pic>
      <p:pic>
        <p:nvPicPr>
          <p:cNvPr id="7" name="Image 6" descr="Une image contenant capture d’écran, Police, noir, Graphique&#10;&#10;Description générée automatiquement">
            <a:extLst>
              <a:ext uri="{FF2B5EF4-FFF2-40B4-BE49-F238E27FC236}">
                <a16:creationId xmlns:a16="http://schemas.microsoft.com/office/drawing/2014/main" id="{AF3B665F-DC56-52C4-8F61-25D0050E904C}"/>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8796759" y="6431647"/>
            <a:ext cx="3045129" cy="262613"/>
          </a:xfrm>
          <a:prstGeom prst="rect">
            <a:avLst/>
          </a:prstGeom>
        </p:spPr>
      </p:pic>
    </p:spTree>
    <p:extLst>
      <p:ext uri="{BB962C8B-B14F-4D97-AF65-F5344CB8AC3E}">
        <p14:creationId xmlns:p14="http://schemas.microsoft.com/office/powerpoint/2010/main" val="277626150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Intertitre jaun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B9D259E-5CC5-4E3B-8BA3-B0FAEE778508}"/>
              </a:ext>
            </a:extLst>
          </p:cNvPr>
          <p:cNvSpPr/>
          <p:nvPr userDrawn="1"/>
        </p:nvSpPr>
        <p:spPr>
          <a:xfrm>
            <a:off x="0" y="0"/>
            <a:ext cx="3600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2">
            <a:extLst>
              <a:ext uri="{FF2B5EF4-FFF2-40B4-BE49-F238E27FC236}">
                <a16:creationId xmlns:a16="http://schemas.microsoft.com/office/drawing/2014/main" id="{5093DD42-E983-3820-2890-85A1D87D685F}"/>
              </a:ext>
            </a:extLst>
          </p:cNvPr>
          <p:cNvSpPr>
            <a:spLocks noGrp="1" noChangeArrowheads="1"/>
          </p:cNvSpPr>
          <p:nvPr>
            <p:ph type="ctrTitle" hasCustomPrompt="1"/>
          </p:nvPr>
        </p:nvSpPr>
        <p:spPr>
          <a:xfrm>
            <a:off x="3948693" y="2281063"/>
            <a:ext cx="7290981" cy="590850"/>
          </a:xfrm>
          <a:extLst>
            <a:ext uri="{909E8E84-426E-40DD-AFC4-6F175D3DCCD1}">
              <a14:hiddenFill xmlns:a14="http://schemas.microsoft.com/office/drawing/2010/main">
                <a:solidFill>
                  <a:schemeClr val="tx2"/>
                </a:solidFill>
              </a14:hiddenFill>
            </a:ext>
          </a:extLst>
        </p:spPr>
        <p:txBody>
          <a:bodyPr wrap="square" tIns="118792" rIns="0" anchor="b">
            <a:spAutoFit/>
          </a:bodyPr>
          <a:lstStyle>
            <a:lvl1pPr>
              <a:defRPr sz="3400" baseline="0">
                <a:solidFill>
                  <a:schemeClr val="accent1"/>
                </a:solidFill>
              </a:defRPr>
            </a:lvl1pPr>
          </a:lstStyle>
          <a:p>
            <a:pPr lvl="0"/>
            <a:r>
              <a:rPr lang="fr-FR" noProof="0"/>
              <a:t>Titre, </a:t>
            </a:r>
            <a:r>
              <a:rPr lang="fr-FR" noProof="0" err="1"/>
              <a:t>arial</a:t>
            </a:r>
            <a:r>
              <a:rPr lang="fr-FR" noProof="0"/>
              <a:t>, 34</a:t>
            </a:r>
          </a:p>
        </p:txBody>
      </p:sp>
      <p:sp>
        <p:nvSpPr>
          <p:cNvPr id="6" name="Rectangle 3">
            <a:extLst>
              <a:ext uri="{FF2B5EF4-FFF2-40B4-BE49-F238E27FC236}">
                <a16:creationId xmlns:a16="http://schemas.microsoft.com/office/drawing/2014/main" id="{835A7ED0-1ACE-D4F2-7A1B-993F8AAA9616}"/>
              </a:ext>
            </a:extLst>
          </p:cNvPr>
          <p:cNvSpPr>
            <a:spLocks noGrp="1" noChangeArrowheads="1"/>
          </p:cNvSpPr>
          <p:nvPr>
            <p:ph type="subTitle" idx="1" hasCustomPrompt="1"/>
          </p:nvPr>
        </p:nvSpPr>
        <p:spPr>
          <a:xfrm>
            <a:off x="3948694" y="3004272"/>
            <a:ext cx="7290981" cy="424728"/>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chemeClr val="accent1"/>
                </a:solidFill>
                <a:latin typeface="Arial" panose="020B0604020202020204" pitchFamily="34" charset="0"/>
                <a:cs typeface="Arial" panose="020B0604020202020204" pitchFamily="34" charset="0"/>
              </a:defRPr>
            </a:lvl1pPr>
          </a:lstStyle>
          <a:p>
            <a:pPr lvl="0"/>
            <a:r>
              <a:rPr lang="fr-FR" noProof="0"/>
              <a:t>Sous-titre, Arial, 24</a:t>
            </a:r>
          </a:p>
        </p:txBody>
      </p:sp>
      <p:pic>
        <p:nvPicPr>
          <p:cNvPr id="2" name="Graphique 1">
            <a:extLst>
              <a:ext uri="{FF2B5EF4-FFF2-40B4-BE49-F238E27FC236}">
                <a16:creationId xmlns:a16="http://schemas.microsoft.com/office/drawing/2014/main" id="{F9331895-939A-91E5-1973-CF6B8538C3D4}"/>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246074" y="6216051"/>
            <a:ext cx="863847" cy="452490"/>
          </a:xfrm>
          <a:prstGeom prst="rect">
            <a:avLst/>
          </a:prstGeom>
        </p:spPr>
      </p:pic>
      <p:pic>
        <p:nvPicPr>
          <p:cNvPr id="7" name="Image 6" descr="Une image contenant capture d’écran, Police, noir, Graphique&#10;&#10;Description générée automatiquement">
            <a:extLst>
              <a:ext uri="{FF2B5EF4-FFF2-40B4-BE49-F238E27FC236}">
                <a16:creationId xmlns:a16="http://schemas.microsoft.com/office/drawing/2014/main" id="{AF3B665F-DC56-52C4-8F61-25D0050E904C}"/>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8796759" y="6431647"/>
            <a:ext cx="3045129" cy="262613"/>
          </a:xfrm>
          <a:prstGeom prst="rect">
            <a:avLst/>
          </a:prstGeom>
        </p:spPr>
      </p:pic>
    </p:spTree>
    <p:extLst>
      <p:ext uri="{BB962C8B-B14F-4D97-AF65-F5344CB8AC3E}">
        <p14:creationId xmlns:p14="http://schemas.microsoft.com/office/powerpoint/2010/main" val="12835125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re et contenu" preserve="1" userDrawn="1">
  <p:cSld name="Titre et contenu">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42916ECC-362E-8738-744F-F0451A31A3AC}"/>
              </a:ext>
            </a:extLst>
          </p:cNvPr>
          <p:cNvSpPr>
            <a:spLocks noGrp="1"/>
          </p:cNvSpPr>
          <p:nvPr>
            <p:ph type="title"/>
          </p:nvPr>
        </p:nvSpPr>
        <p:spPr>
          <a:xfrm>
            <a:off x="477881" y="460051"/>
            <a:ext cx="11308752" cy="332399"/>
          </a:xfrm>
        </p:spPr>
        <p:txBody>
          <a:bodyPr lIns="0"/>
          <a:lstStyle/>
          <a:p>
            <a:r>
              <a:rPr lang="fr-FR"/>
              <a:t>Modifiez le style du titre</a:t>
            </a:r>
          </a:p>
        </p:txBody>
      </p:sp>
      <p:sp>
        <p:nvSpPr>
          <p:cNvPr id="4" name="Espace réservé du contenu 3">
            <a:extLst>
              <a:ext uri="{FF2B5EF4-FFF2-40B4-BE49-F238E27FC236}">
                <a16:creationId xmlns:a16="http://schemas.microsoft.com/office/drawing/2014/main" id="{3B4A3ADA-1B30-0E09-EC1D-A09904363B51}"/>
              </a:ext>
            </a:extLst>
          </p:cNvPr>
          <p:cNvSpPr>
            <a:spLocks noGrp="1"/>
          </p:cNvSpPr>
          <p:nvPr>
            <p:ph sz="quarter" idx="10"/>
          </p:nvPr>
        </p:nvSpPr>
        <p:spPr>
          <a:xfrm>
            <a:off x="479425" y="1143000"/>
            <a:ext cx="11307763" cy="4949825"/>
          </a:xfrm>
        </p:spPr>
        <p:txBody>
          <a:bodyPr/>
          <a:lstStyle>
            <a:lvl1pPr marL="171450" indent="-171450">
              <a:buClr>
                <a:schemeClr val="accent2"/>
              </a:buClr>
              <a:buFont typeface="Wingdings" panose="05000000000000000000" pitchFamily="2" charset="2"/>
              <a:buChar char="§"/>
              <a:defRPr/>
            </a:lvl1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08451164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re et contenu" preserve="1" userDrawn="1">
  <p:cSld name="1_Titre et contenu">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42916ECC-362E-8738-744F-F0451A31A3AC}"/>
              </a:ext>
            </a:extLst>
          </p:cNvPr>
          <p:cNvSpPr>
            <a:spLocks noGrp="1"/>
          </p:cNvSpPr>
          <p:nvPr>
            <p:ph type="title"/>
          </p:nvPr>
        </p:nvSpPr>
        <p:spPr>
          <a:xfrm>
            <a:off x="477881" y="460051"/>
            <a:ext cx="11308752" cy="332399"/>
          </a:xfrm>
        </p:spPr>
        <p:txBody>
          <a:bodyPr lIns="0"/>
          <a:lstStyle/>
          <a:p>
            <a:r>
              <a:rPr lang="fr-FR"/>
              <a:t>Modifiez le style du titre</a:t>
            </a:r>
          </a:p>
        </p:txBody>
      </p:sp>
      <p:sp>
        <p:nvSpPr>
          <p:cNvPr id="4" name="Espace réservé du contenu 3">
            <a:extLst>
              <a:ext uri="{FF2B5EF4-FFF2-40B4-BE49-F238E27FC236}">
                <a16:creationId xmlns:a16="http://schemas.microsoft.com/office/drawing/2014/main" id="{3B4A3ADA-1B30-0E09-EC1D-A09904363B51}"/>
              </a:ext>
            </a:extLst>
          </p:cNvPr>
          <p:cNvSpPr>
            <a:spLocks noGrp="1"/>
          </p:cNvSpPr>
          <p:nvPr>
            <p:ph sz="quarter" idx="10"/>
          </p:nvPr>
        </p:nvSpPr>
        <p:spPr>
          <a:xfrm>
            <a:off x="479425" y="1143000"/>
            <a:ext cx="5472431" cy="494982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2" name="Espace réservé du contenu 3">
            <a:extLst>
              <a:ext uri="{FF2B5EF4-FFF2-40B4-BE49-F238E27FC236}">
                <a16:creationId xmlns:a16="http://schemas.microsoft.com/office/drawing/2014/main" id="{584D04B2-61E7-7631-1FA3-CAD29F5123CF}"/>
              </a:ext>
            </a:extLst>
          </p:cNvPr>
          <p:cNvSpPr>
            <a:spLocks noGrp="1"/>
          </p:cNvSpPr>
          <p:nvPr>
            <p:ph sz="quarter" idx="11"/>
          </p:nvPr>
        </p:nvSpPr>
        <p:spPr>
          <a:xfrm>
            <a:off x="6240145" y="1158240"/>
            <a:ext cx="5543868" cy="494982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61714334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re, sous-titre et contenu">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42916ECC-362E-8738-744F-F0451A31A3AC}"/>
              </a:ext>
            </a:extLst>
          </p:cNvPr>
          <p:cNvSpPr>
            <a:spLocks noGrp="1"/>
          </p:cNvSpPr>
          <p:nvPr>
            <p:ph type="title"/>
          </p:nvPr>
        </p:nvSpPr>
        <p:spPr>
          <a:xfrm>
            <a:off x="477881" y="461322"/>
            <a:ext cx="11308752" cy="332399"/>
          </a:xfrm>
        </p:spPr>
        <p:txBody>
          <a:bodyPr lIns="0"/>
          <a:lstStyle/>
          <a:p>
            <a:r>
              <a:rPr lang="fr-FR"/>
              <a:t>Modifiez le style du titre</a:t>
            </a:r>
          </a:p>
        </p:txBody>
      </p:sp>
      <p:sp>
        <p:nvSpPr>
          <p:cNvPr id="5" name="Espace réservé du texte 4">
            <a:extLst>
              <a:ext uri="{FF2B5EF4-FFF2-40B4-BE49-F238E27FC236}">
                <a16:creationId xmlns:a16="http://schemas.microsoft.com/office/drawing/2014/main" id="{3671C1AE-7700-8ECD-BD89-8F28EA77DDAC}"/>
              </a:ext>
            </a:extLst>
          </p:cNvPr>
          <p:cNvSpPr>
            <a:spLocks noGrp="1"/>
          </p:cNvSpPr>
          <p:nvPr>
            <p:ph type="body" sz="quarter" idx="13" hasCustomPrompt="1"/>
          </p:nvPr>
        </p:nvSpPr>
        <p:spPr>
          <a:xfrm>
            <a:off x="477371" y="813653"/>
            <a:ext cx="11308752" cy="307975"/>
          </a:xfrm>
          <a:prstGeom prst="rect">
            <a:avLst/>
          </a:prstGeom>
        </p:spPr>
        <p:txBody>
          <a:bodyPr lIns="0" tIns="0" rIns="0" bIns="0"/>
          <a:lstStyle>
            <a:lvl1pPr>
              <a:defRPr sz="1600">
                <a:solidFill>
                  <a:schemeClr val="tx2"/>
                </a:solidFill>
              </a:defRPr>
            </a:lvl1pPr>
            <a:lvl2pPr marL="0" indent="0">
              <a:buNone/>
              <a:defRPr/>
            </a:lvl2pPr>
          </a:lstStyle>
          <a:p>
            <a:pPr lvl="0"/>
            <a:r>
              <a:rPr lang="fr-FR"/>
              <a:t>Cliquez pour ajouter un sous-titre</a:t>
            </a:r>
          </a:p>
        </p:txBody>
      </p:sp>
      <p:sp>
        <p:nvSpPr>
          <p:cNvPr id="3" name="Espace réservé du contenu 3">
            <a:extLst>
              <a:ext uri="{FF2B5EF4-FFF2-40B4-BE49-F238E27FC236}">
                <a16:creationId xmlns:a16="http://schemas.microsoft.com/office/drawing/2014/main" id="{1FE9DDD0-74BE-972C-4C4C-3C8891451D59}"/>
              </a:ext>
            </a:extLst>
          </p:cNvPr>
          <p:cNvSpPr>
            <a:spLocks noGrp="1"/>
          </p:cNvSpPr>
          <p:nvPr>
            <p:ph sz="quarter" idx="10"/>
          </p:nvPr>
        </p:nvSpPr>
        <p:spPr>
          <a:xfrm>
            <a:off x="479425" y="1545336"/>
            <a:ext cx="11307763" cy="454748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84861885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re et contenu impac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1AC42C9-D1EB-80E0-FDC9-AE8119524DBD}"/>
              </a:ext>
            </a:extLst>
          </p:cNvPr>
          <p:cNvSpPr/>
          <p:nvPr userDrawn="1"/>
        </p:nvSpPr>
        <p:spPr>
          <a:xfrm>
            <a:off x="0" y="0"/>
            <a:ext cx="12192000" cy="10532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fr-FR" sz="1200"/>
          </a:p>
        </p:txBody>
      </p:sp>
      <p:sp>
        <p:nvSpPr>
          <p:cNvPr id="6" name="Titre 5">
            <a:extLst>
              <a:ext uri="{FF2B5EF4-FFF2-40B4-BE49-F238E27FC236}">
                <a16:creationId xmlns:a16="http://schemas.microsoft.com/office/drawing/2014/main" id="{42916ECC-362E-8738-744F-F0451A31A3AC}"/>
              </a:ext>
            </a:extLst>
          </p:cNvPr>
          <p:cNvSpPr>
            <a:spLocks noGrp="1"/>
          </p:cNvSpPr>
          <p:nvPr>
            <p:ph type="title"/>
          </p:nvPr>
        </p:nvSpPr>
        <p:spPr>
          <a:xfrm>
            <a:off x="477881" y="460051"/>
            <a:ext cx="11308752" cy="332399"/>
          </a:xfrm>
        </p:spPr>
        <p:txBody>
          <a:bodyPr lIns="0"/>
          <a:lstStyle>
            <a:lvl1pPr>
              <a:defRPr>
                <a:solidFill>
                  <a:schemeClr val="bg1"/>
                </a:solidFill>
              </a:defRPr>
            </a:lvl1pPr>
          </a:lstStyle>
          <a:p>
            <a:r>
              <a:rPr lang="fr-FR"/>
              <a:t>Modifiez le style du titre</a:t>
            </a:r>
          </a:p>
        </p:txBody>
      </p:sp>
      <p:sp>
        <p:nvSpPr>
          <p:cNvPr id="2" name="Espace réservé du contenu 3">
            <a:extLst>
              <a:ext uri="{FF2B5EF4-FFF2-40B4-BE49-F238E27FC236}">
                <a16:creationId xmlns:a16="http://schemas.microsoft.com/office/drawing/2014/main" id="{4143124E-75E0-6BA3-6B3C-F9E0907F013C}"/>
              </a:ext>
            </a:extLst>
          </p:cNvPr>
          <p:cNvSpPr>
            <a:spLocks noGrp="1"/>
          </p:cNvSpPr>
          <p:nvPr>
            <p:ph sz="quarter" idx="10"/>
          </p:nvPr>
        </p:nvSpPr>
        <p:spPr>
          <a:xfrm>
            <a:off x="479425" y="1545336"/>
            <a:ext cx="11307763" cy="454748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0201528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re et 4 boites">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42916ECC-362E-8738-744F-F0451A31A3AC}"/>
              </a:ext>
            </a:extLst>
          </p:cNvPr>
          <p:cNvSpPr>
            <a:spLocks noGrp="1"/>
          </p:cNvSpPr>
          <p:nvPr>
            <p:ph type="title"/>
          </p:nvPr>
        </p:nvSpPr>
        <p:spPr>
          <a:xfrm>
            <a:off x="477881" y="460051"/>
            <a:ext cx="11308752" cy="332399"/>
          </a:xfrm>
        </p:spPr>
        <p:txBody>
          <a:bodyPr/>
          <a:lstStyle/>
          <a:p>
            <a:r>
              <a:rPr lang="fr-FR"/>
              <a:t>Modifiez le style du titre</a:t>
            </a:r>
          </a:p>
        </p:txBody>
      </p:sp>
      <p:sp>
        <p:nvSpPr>
          <p:cNvPr id="8" name="Espace réservé du texte 3">
            <a:extLst>
              <a:ext uri="{FF2B5EF4-FFF2-40B4-BE49-F238E27FC236}">
                <a16:creationId xmlns:a16="http://schemas.microsoft.com/office/drawing/2014/main" id="{ECC345B1-65F5-826C-CB6D-A7E0C103B4E6}"/>
              </a:ext>
            </a:extLst>
          </p:cNvPr>
          <p:cNvSpPr>
            <a:spLocks noGrp="1"/>
          </p:cNvSpPr>
          <p:nvPr>
            <p:ph type="body" sz="quarter" idx="32" hasCustomPrompt="1"/>
          </p:nvPr>
        </p:nvSpPr>
        <p:spPr>
          <a:xfrm>
            <a:off x="3397565" y="2286137"/>
            <a:ext cx="2559078" cy="3323837"/>
          </a:xfrm>
          <a:prstGeom prst="roundRect">
            <a:avLst>
              <a:gd name="adj" fmla="val 1563"/>
            </a:avLst>
          </a:prstGeom>
          <a:solidFill>
            <a:schemeClr val="bg1">
              <a:lumMod val="95000"/>
            </a:schemeClr>
          </a:solidFill>
        </p:spPr>
        <p:txBody>
          <a:bodyPr anchor="t"/>
          <a:lstStyle>
            <a:lvl1pPr marL="180000" indent="-171450" algn="l">
              <a:lnSpc>
                <a:spcPct val="100000"/>
              </a:lnSpc>
              <a:spcBef>
                <a:spcPts val="600"/>
              </a:spcBef>
              <a:spcAft>
                <a:spcPts val="0"/>
              </a:spcAft>
              <a:buFont typeface="Wingdings" panose="05000000000000000000" pitchFamily="2" charset="2"/>
              <a:buChar char="§"/>
              <a:defRPr sz="1200" b="0">
                <a:solidFill>
                  <a:schemeClr val="tx2"/>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
        <p:nvSpPr>
          <p:cNvPr id="16" name="Espace réservé du texte 3">
            <a:extLst>
              <a:ext uri="{FF2B5EF4-FFF2-40B4-BE49-F238E27FC236}">
                <a16:creationId xmlns:a16="http://schemas.microsoft.com/office/drawing/2014/main" id="{A97A9A8F-DDD7-B29C-0D99-57BB3E2D4961}"/>
              </a:ext>
            </a:extLst>
          </p:cNvPr>
          <p:cNvSpPr>
            <a:spLocks noGrp="1"/>
          </p:cNvSpPr>
          <p:nvPr>
            <p:ph type="body" sz="quarter" idx="34" hasCustomPrompt="1"/>
          </p:nvPr>
        </p:nvSpPr>
        <p:spPr>
          <a:xfrm>
            <a:off x="487604" y="2286137"/>
            <a:ext cx="2553082" cy="3323837"/>
          </a:xfrm>
          <a:prstGeom prst="roundRect">
            <a:avLst>
              <a:gd name="adj" fmla="val 1563"/>
            </a:avLst>
          </a:prstGeom>
          <a:solidFill>
            <a:schemeClr val="bg1">
              <a:lumMod val="95000"/>
            </a:schemeClr>
          </a:solidFill>
        </p:spPr>
        <p:txBody>
          <a:bodyPr anchor="t"/>
          <a:lstStyle>
            <a:lvl1pPr marL="180000" indent="-171450" algn="l">
              <a:lnSpc>
                <a:spcPct val="100000"/>
              </a:lnSpc>
              <a:spcBef>
                <a:spcPts val="600"/>
              </a:spcBef>
              <a:spcAft>
                <a:spcPts val="0"/>
              </a:spcAft>
              <a:buFont typeface="Wingdings" panose="05000000000000000000" pitchFamily="2" charset="2"/>
              <a:buChar char="§"/>
              <a:defRPr sz="1200" b="0">
                <a:solidFill>
                  <a:schemeClr val="tx2"/>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
        <p:nvSpPr>
          <p:cNvPr id="17" name="Espace réservé du texte 3">
            <a:extLst>
              <a:ext uri="{FF2B5EF4-FFF2-40B4-BE49-F238E27FC236}">
                <a16:creationId xmlns:a16="http://schemas.microsoft.com/office/drawing/2014/main" id="{11095BE5-3E55-B60D-2CB6-77CA09B5C036}"/>
              </a:ext>
            </a:extLst>
          </p:cNvPr>
          <p:cNvSpPr>
            <a:spLocks noGrp="1"/>
          </p:cNvSpPr>
          <p:nvPr>
            <p:ph type="body" sz="quarter" idx="36" hasCustomPrompt="1"/>
          </p:nvPr>
        </p:nvSpPr>
        <p:spPr>
          <a:xfrm>
            <a:off x="6307525" y="2286137"/>
            <a:ext cx="2562803" cy="3323837"/>
          </a:xfrm>
          <a:prstGeom prst="roundRect">
            <a:avLst>
              <a:gd name="adj" fmla="val 1563"/>
            </a:avLst>
          </a:prstGeom>
          <a:solidFill>
            <a:schemeClr val="bg1">
              <a:lumMod val="95000"/>
            </a:schemeClr>
          </a:solidFill>
        </p:spPr>
        <p:txBody>
          <a:bodyPr anchor="t"/>
          <a:lstStyle>
            <a:lvl1pPr marL="180000" indent="-171450" algn="l">
              <a:lnSpc>
                <a:spcPct val="100000"/>
              </a:lnSpc>
              <a:spcBef>
                <a:spcPts val="600"/>
              </a:spcBef>
              <a:spcAft>
                <a:spcPts val="0"/>
              </a:spcAft>
              <a:buFont typeface="Wingdings" panose="05000000000000000000" pitchFamily="2" charset="2"/>
              <a:buChar char="§"/>
              <a:defRPr sz="1200" b="0">
                <a:solidFill>
                  <a:schemeClr val="tx2"/>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
        <p:nvSpPr>
          <p:cNvPr id="18" name="Espace réservé du texte 3">
            <a:extLst>
              <a:ext uri="{FF2B5EF4-FFF2-40B4-BE49-F238E27FC236}">
                <a16:creationId xmlns:a16="http://schemas.microsoft.com/office/drawing/2014/main" id="{02142EDE-530F-6BD7-55BB-FD8E7BE8896F}"/>
              </a:ext>
            </a:extLst>
          </p:cNvPr>
          <p:cNvSpPr>
            <a:spLocks noGrp="1"/>
          </p:cNvSpPr>
          <p:nvPr>
            <p:ph type="body" sz="quarter" idx="38" hasCustomPrompt="1"/>
          </p:nvPr>
        </p:nvSpPr>
        <p:spPr>
          <a:xfrm>
            <a:off x="9217486" y="2286137"/>
            <a:ext cx="2562803" cy="3323837"/>
          </a:xfrm>
          <a:prstGeom prst="roundRect">
            <a:avLst>
              <a:gd name="adj" fmla="val 1563"/>
            </a:avLst>
          </a:prstGeom>
          <a:solidFill>
            <a:schemeClr val="bg1">
              <a:lumMod val="95000"/>
            </a:schemeClr>
          </a:solidFill>
        </p:spPr>
        <p:txBody>
          <a:bodyPr anchor="t"/>
          <a:lstStyle>
            <a:lvl1pPr marL="180000" indent="-171450" algn="l">
              <a:lnSpc>
                <a:spcPct val="100000"/>
              </a:lnSpc>
              <a:spcBef>
                <a:spcPts val="600"/>
              </a:spcBef>
              <a:spcAft>
                <a:spcPts val="0"/>
              </a:spcAft>
              <a:buFont typeface="Wingdings" panose="05000000000000000000" pitchFamily="2" charset="2"/>
              <a:buChar char="§"/>
              <a:defRPr sz="1200" b="0">
                <a:solidFill>
                  <a:schemeClr val="tx2"/>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
        <p:nvSpPr>
          <p:cNvPr id="19" name="Espace réservé du texte 3">
            <a:extLst>
              <a:ext uri="{FF2B5EF4-FFF2-40B4-BE49-F238E27FC236}">
                <a16:creationId xmlns:a16="http://schemas.microsoft.com/office/drawing/2014/main" id="{70D8E750-4C6B-9FAB-D8EB-750227FC8499}"/>
              </a:ext>
            </a:extLst>
          </p:cNvPr>
          <p:cNvSpPr>
            <a:spLocks noGrp="1"/>
          </p:cNvSpPr>
          <p:nvPr>
            <p:ph type="body" sz="quarter" idx="33" hasCustomPrompt="1"/>
          </p:nvPr>
        </p:nvSpPr>
        <p:spPr>
          <a:xfrm>
            <a:off x="3391567" y="2061840"/>
            <a:ext cx="2565075" cy="276999"/>
          </a:xfrm>
          <a:prstGeom prst="rect">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1200" b="1">
                <a:solidFill>
                  <a:schemeClr val="bg1"/>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
        <p:nvSpPr>
          <p:cNvPr id="20" name="Espace réservé du texte 3">
            <a:extLst>
              <a:ext uri="{FF2B5EF4-FFF2-40B4-BE49-F238E27FC236}">
                <a16:creationId xmlns:a16="http://schemas.microsoft.com/office/drawing/2014/main" id="{EFE20C3B-7A82-C02C-902F-60DCC4250C4F}"/>
              </a:ext>
            </a:extLst>
          </p:cNvPr>
          <p:cNvSpPr>
            <a:spLocks noGrp="1"/>
          </p:cNvSpPr>
          <p:nvPr>
            <p:ph type="body" sz="quarter" idx="35" hasCustomPrompt="1"/>
          </p:nvPr>
        </p:nvSpPr>
        <p:spPr>
          <a:xfrm>
            <a:off x="6305253" y="2061840"/>
            <a:ext cx="2565075" cy="276999"/>
          </a:xfrm>
          <a:prstGeom prst="rect">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1200" b="1">
                <a:solidFill>
                  <a:schemeClr val="bg1"/>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
        <p:nvSpPr>
          <p:cNvPr id="21" name="Espace réservé du texte 3">
            <a:extLst>
              <a:ext uri="{FF2B5EF4-FFF2-40B4-BE49-F238E27FC236}">
                <a16:creationId xmlns:a16="http://schemas.microsoft.com/office/drawing/2014/main" id="{870D683A-36B2-9344-0805-C77832D7146E}"/>
              </a:ext>
            </a:extLst>
          </p:cNvPr>
          <p:cNvSpPr>
            <a:spLocks noGrp="1"/>
          </p:cNvSpPr>
          <p:nvPr>
            <p:ph type="body" sz="quarter" idx="37" hasCustomPrompt="1"/>
          </p:nvPr>
        </p:nvSpPr>
        <p:spPr>
          <a:xfrm>
            <a:off x="477881" y="2061840"/>
            <a:ext cx="2565075" cy="276999"/>
          </a:xfrm>
          <a:prstGeom prst="rect">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1200" b="1">
                <a:solidFill>
                  <a:schemeClr val="bg1"/>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
        <p:nvSpPr>
          <p:cNvPr id="22" name="Espace réservé du texte 3">
            <a:extLst>
              <a:ext uri="{FF2B5EF4-FFF2-40B4-BE49-F238E27FC236}">
                <a16:creationId xmlns:a16="http://schemas.microsoft.com/office/drawing/2014/main" id="{2F43AEE8-DC36-D4C4-7BC2-5CB79E4F2F2E}"/>
              </a:ext>
            </a:extLst>
          </p:cNvPr>
          <p:cNvSpPr>
            <a:spLocks noGrp="1"/>
          </p:cNvSpPr>
          <p:nvPr>
            <p:ph type="body" sz="quarter" idx="39" hasCustomPrompt="1"/>
          </p:nvPr>
        </p:nvSpPr>
        <p:spPr>
          <a:xfrm>
            <a:off x="9218938" y="2061840"/>
            <a:ext cx="2565075" cy="276999"/>
          </a:xfrm>
          <a:prstGeom prst="rect">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1200" b="1">
                <a:solidFill>
                  <a:schemeClr val="bg1"/>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Tree>
    <p:extLst>
      <p:ext uri="{BB962C8B-B14F-4D97-AF65-F5344CB8AC3E}">
        <p14:creationId xmlns:p14="http://schemas.microsoft.com/office/powerpoint/2010/main" val="67615623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hiffres motrices">
    <p:spTree>
      <p:nvGrpSpPr>
        <p:cNvPr id="1" name=""/>
        <p:cNvGrpSpPr/>
        <p:nvPr/>
      </p:nvGrpSpPr>
      <p:grpSpPr>
        <a:xfrm>
          <a:off x="0" y="0"/>
          <a:ext cx="0" cy="0"/>
          <a:chOff x="0" y="0"/>
          <a:chExt cx="0" cy="0"/>
        </a:xfrm>
      </p:grpSpPr>
      <p:sp>
        <p:nvSpPr>
          <p:cNvPr id="7" name="Espace réservé du texte 6">
            <a:extLst>
              <a:ext uri="{FF2B5EF4-FFF2-40B4-BE49-F238E27FC236}">
                <a16:creationId xmlns:a16="http://schemas.microsoft.com/office/drawing/2014/main" id="{2C69D8E4-C5B1-C9C1-C44E-413DE8D14A3A}"/>
              </a:ext>
            </a:extLst>
          </p:cNvPr>
          <p:cNvSpPr>
            <a:spLocks noGrp="1"/>
          </p:cNvSpPr>
          <p:nvPr>
            <p:ph type="body" sz="quarter" idx="10" hasCustomPrompt="1"/>
          </p:nvPr>
        </p:nvSpPr>
        <p:spPr>
          <a:xfrm>
            <a:off x="483686" y="3653722"/>
            <a:ext cx="2254435" cy="837345"/>
          </a:xfrm>
          <a:prstGeom prst="rect">
            <a:avLst/>
          </a:prstGeom>
        </p:spPr>
        <p:txBody>
          <a:bodyPr>
            <a:noAutofit/>
          </a:bodyPr>
          <a:lstStyle>
            <a:lvl1pPr>
              <a:defRPr>
                <a:solidFill>
                  <a:schemeClr val="tx2"/>
                </a:solidFill>
              </a:defRPr>
            </a:lvl1pPr>
          </a:lstStyle>
          <a:p>
            <a:pPr lvl="0"/>
            <a:r>
              <a:rPr lang="fr-FR" err="1"/>
              <a:t>Antiur</a:t>
            </a:r>
            <a:r>
              <a:rPr lang="fr-FR"/>
              <a:t> </a:t>
            </a:r>
            <a:r>
              <a:rPr lang="fr-FR" err="1"/>
              <a:t>atissi</a:t>
            </a:r>
            <a:r>
              <a:rPr lang="fr-FR"/>
              <a:t> set,</a:t>
            </a:r>
          </a:p>
          <a:p>
            <a:pPr lvl="0"/>
            <a:r>
              <a:rPr lang="fr-FR" err="1"/>
              <a:t>doluptas</a:t>
            </a:r>
            <a:r>
              <a:rPr lang="fr-FR"/>
              <a:t> arum </a:t>
            </a:r>
            <a:r>
              <a:rPr lang="fr-FR" err="1"/>
              <a:t>lorem</a:t>
            </a:r>
            <a:endParaRPr lang="fr-FR"/>
          </a:p>
          <a:p>
            <a:pPr lvl="0"/>
            <a:r>
              <a:rPr lang="fr-FR"/>
              <a:t>ipsum </a:t>
            </a:r>
            <a:r>
              <a:rPr lang="fr-FR" err="1"/>
              <a:t>idebit</a:t>
            </a:r>
            <a:r>
              <a:rPr lang="fr-FR"/>
              <a:t>.</a:t>
            </a:r>
          </a:p>
        </p:txBody>
      </p:sp>
      <p:sp>
        <p:nvSpPr>
          <p:cNvPr id="9" name="Espace réservé du texte 6">
            <a:extLst>
              <a:ext uri="{FF2B5EF4-FFF2-40B4-BE49-F238E27FC236}">
                <a16:creationId xmlns:a16="http://schemas.microsoft.com/office/drawing/2014/main" id="{9662AB08-9427-36C1-B31A-7326166703DA}"/>
              </a:ext>
            </a:extLst>
          </p:cNvPr>
          <p:cNvSpPr>
            <a:spLocks noGrp="1"/>
          </p:cNvSpPr>
          <p:nvPr>
            <p:ph type="body" sz="quarter" idx="12" hasCustomPrompt="1"/>
          </p:nvPr>
        </p:nvSpPr>
        <p:spPr>
          <a:xfrm>
            <a:off x="7884415" y="3642429"/>
            <a:ext cx="2254435" cy="837345"/>
          </a:xfrm>
          <a:prstGeom prst="rect">
            <a:avLst/>
          </a:prstGeom>
        </p:spPr>
        <p:txBody>
          <a:bodyPr>
            <a:noAutofit/>
          </a:bodyPr>
          <a:lstStyle>
            <a:lvl1pPr>
              <a:defRPr>
                <a:solidFill>
                  <a:schemeClr val="tx2"/>
                </a:solidFill>
              </a:defRPr>
            </a:lvl1pPr>
          </a:lstStyle>
          <a:p>
            <a:pPr lvl="0"/>
            <a:r>
              <a:rPr lang="fr-FR" err="1"/>
              <a:t>Antiur</a:t>
            </a:r>
            <a:r>
              <a:rPr lang="fr-FR"/>
              <a:t> </a:t>
            </a:r>
            <a:r>
              <a:rPr lang="fr-FR" err="1"/>
              <a:t>atissi</a:t>
            </a:r>
            <a:r>
              <a:rPr lang="fr-FR"/>
              <a:t> set,</a:t>
            </a:r>
          </a:p>
          <a:p>
            <a:pPr lvl="0"/>
            <a:r>
              <a:rPr lang="fr-FR" err="1"/>
              <a:t>doluptas</a:t>
            </a:r>
            <a:r>
              <a:rPr lang="fr-FR"/>
              <a:t> arum </a:t>
            </a:r>
            <a:r>
              <a:rPr lang="fr-FR" err="1"/>
              <a:t>lorem</a:t>
            </a:r>
            <a:endParaRPr lang="fr-FR"/>
          </a:p>
          <a:p>
            <a:pPr lvl="0"/>
            <a:r>
              <a:rPr lang="fr-FR"/>
              <a:t>ipsum </a:t>
            </a:r>
            <a:r>
              <a:rPr lang="fr-FR" err="1"/>
              <a:t>idebit</a:t>
            </a:r>
            <a:r>
              <a:rPr lang="fr-FR"/>
              <a:t>.</a:t>
            </a:r>
          </a:p>
        </p:txBody>
      </p:sp>
      <p:sp>
        <p:nvSpPr>
          <p:cNvPr id="17" name="Espace réservé du texte 16">
            <a:extLst>
              <a:ext uri="{FF2B5EF4-FFF2-40B4-BE49-F238E27FC236}">
                <a16:creationId xmlns:a16="http://schemas.microsoft.com/office/drawing/2014/main" id="{4607A496-AFBC-E2F1-06C9-A28297374B52}"/>
              </a:ext>
            </a:extLst>
          </p:cNvPr>
          <p:cNvSpPr>
            <a:spLocks noGrp="1" noChangeAspect="1"/>
          </p:cNvSpPr>
          <p:nvPr>
            <p:ph type="body" sz="quarter" idx="16" hasCustomPrompt="1"/>
          </p:nvPr>
        </p:nvSpPr>
        <p:spPr>
          <a:xfrm>
            <a:off x="483687" y="2179463"/>
            <a:ext cx="2184250" cy="1247775"/>
          </a:xfrm>
          <a:custGeom>
            <a:avLst/>
            <a:gdLst>
              <a:gd name="connsiteX0" fmla="*/ 188184 w 2184250"/>
              <a:gd name="connsiteY0" fmla="*/ 0 h 1247775"/>
              <a:gd name="connsiteX1" fmla="*/ 2163979 w 2184250"/>
              <a:gd name="connsiteY1" fmla="*/ 497695 h 1247775"/>
              <a:gd name="connsiteX2" fmla="*/ 2181077 w 2184250"/>
              <a:gd name="connsiteY2" fmla="*/ 548902 h 1247775"/>
              <a:gd name="connsiteX3" fmla="*/ 1983922 w 2184250"/>
              <a:gd name="connsiteY3" fmla="*/ 1221330 h 1247775"/>
              <a:gd name="connsiteX4" fmla="*/ 1945022 w 2184250"/>
              <a:gd name="connsiteY4" fmla="*/ 1247775 h 1247775"/>
              <a:gd name="connsiteX5" fmla="*/ 34036 w 2184250"/>
              <a:gd name="connsiteY5" fmla="*/ 1247775 h 1247775"/>
              <a:gd name="connsiteX6" fmla="*/ 0 w 2184250"/>
              <a:gd name="connsiteY6" fmla="*/ 1208972 h 1247775"/>
              <a:gd name="connsiteX7" fmla="*/ 11 w 2184250"/>
              <a:gd name="connsiteY7" fmla="*/ 42436 h 1247775"/>
              <a:gd name="connsiteX8" fmla="*/ 40141 w 2184250"/>
              <a:gd name="connsiteY8" fmla="*/ 2969 h 1247775"/>
              <a:gd name="connsiteX9" fmla="*/ 188184 w 2184250"/>
              <a:gd name="connsiteY9" fmla="*/ 0 h 124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84250" h="1247775">
                <a:moveTo>
                  <a:pt x="188184" y="0"/>
                </a:moveTo>
                <a:cubicBezTo>
                  <a:pt x="610884" y="0"/>
                  <a:pt x="1541590" y="63139"/>
                  <a:pt x="2163979" y="497695"/>
                </a:cubicBezTo>
                <a:cubicBezTo>
                  <a:pt x="2183579" y="511302"/>
                  <a:pt x="2188242" y="523843"/>
                  <a:pt x="2181077" y="548902"/>
                </a:cubicBezTo>
                <a:cubicBezTo>
                  <a:pt x="2177645" y="560880"/>
                  <a:pt x="1983922" y="1221330"/>
                  <a:pt x="1983922" y="1221330"/>
                </a:cubicBezTo>
                <a:cubicBezTo>
                  <a:pt x="1975881" y="1246055"/>
                  <a:pt x="1962216" y="1247775"/>
                  <a:pt x="1945022" y="1247775"/>
                </a:cubicBezTo>
                <a:lnTo>
                  <a:pt x="34036" y="1247775"/>
                </a:lnTo>
                <a:cubicBezTo>
                  <a:pt x="13420" y="1247763"/>
                  <a:pt x="0" y="1229377"/>
                  <a:pt x="0" y="1208972"/>
                </a:cubicBezTo>
                <a:lnTo>
                  <a:pt x="11" y="42436"/>
                </a:lnTo>
                <a:cubicBezTo>
                  <a:pt x="11" y="16289"/>
                  <a:pt x="15836" y="4069"/>
                  <a:pt x="40141" y="2969"/>
                </a:cubicBezTo>
                <a:cubicBezTo>
                  <a:pt x="77459" y="1295"/>
                  <a:pt x="127577" y="0"/>
                  <a:pt x="188184" y="0"/>
                </a:cubicBezTo>
                <a:close/>
              </a:path>
            </a:pathLst>
          </a:custGeom>
          <a:solidFill>
            <a:schemeClr val="accent3"/>
          </a:solidFill>
        </p:spPr>
        <p:txBody>
          <a:bodyPr vert="horz" wrap="square" lIns="144000" tIns="1476000" rIns="0" bIns="0" rtlCol="0" anchor="b" anchorCtr="0">
            <a:noAutofit/>
          </a:bodyPr>
          <a:lstStyle>
            <a:lvl1pPr>
              <a:defRPr lang="fr-FR" sz="6000" b="1" smtClean="0">
                <a:solidFill>
                  <a:schemeClr val="bg1"/>
                </a:solidFill>
                <a:latin typeface="+mj-lt"/>
                <a:ea typeface="+mj-ea"/>
                <a:cs typeface="+mj-cs"/>
              </a:defRPr>
            </a:lvl1pPr>
          </a:lstStyle>
          <a:p>
            <a:pPr lvl="0">
              <a:lnSpc>
                <a:spcPct val="90000"/>
              </a:lnSpc>
              <a:spcBef>
                <a:spcPct val="0"/>
              </a:spcBef>
            </a:pPr>
            <a:r>
              <a:rPr lang="fr-FR"/>
              <a:t>200</a:t>
            </a:r>
          </a:p>
        </p:txBody>
      </p:sp>
      <p:sp>
        <p:nvSpPr>
          <p:cNvPr id="4" name="Titre 5">
            <a:extLst>
              <a:ext uri="{FF2B5EF4-FFF2-40B4-BE49-F238E27FC236}">
                <a16:creationId xmlns:a16="http://schemas.microsoft.com/office/drawing/2014/main" id="{47E66C05-4183-A4D0-442F-6712C19BE3B4}"/>
              </a:ext>
            </a:extLst>
          </p:cNvPr>
          <p:cNvSpPr>
            <a:spLocks noGrp="1"/>
          </p:cNvSpPr>
          <p:nvPr>
            <p:ph type="title"/>
          </p:nvPr>
        </p:nvSpPr>
        <p:spPr>
          <a:xfrm>
            <a:off x="467833" y="460051"/>
            <a:ext cx="11308752" cy="332399"/>
          </a:xfrm>
        </p:spPr>
        <p:txBody>
          <a:bodyPr/>
          <a:lstStyle/>
          <a:p>
            <a:r>
              <a:rPr lang="fr-FR"/>
              <a:t>Modifiez le style du titre</a:t>
            </a:r>
          </a:p>
        </p:txBody>
      </p:sp>
      <p:sp>
        <p:nvSpPr>
          <p:cNvPr id="5" name="Espace réservé du texte 16">
            <a:extLst>
              <a:ext uri="{FF2B5EF4-FFF2-40B4-BE49-F238E27FC236}">
                <a16:creationId xmlns:a16="http://schemas.microsoft.com/office/drawing/2014/main" id="{1CF4DF66-9227-4BF1-B841-59291CE6DA7C}"/>
              </a:ext>
            </a:extLst>
          </p:cNvPr>
          <p:cNvSpPr>
            <a:spLocks noGrp="1" noChangeAspect="1"/>
          </p:cNvSpPr>
          <p:nvPr>
            <p:ph type="body" sz="quarter" idx="19" hasCustomPrompt="1"/>
          </p:nvPr>
        </p:nvSpPr>
        <p:spPr>
          <a:xfrm>
            <a:off x="3954400" y="1754222"/>
            <a:ext cx="2908870" cy="1661722"/>
          </a:xfrm>
          <a:custGeom>
            <a:avLst/>
            <a:gdLst>
              <a:gd name="connsiteX0" fmla="*/ 188184 w 2184250"/>
              <a:gd name="connsiteY0" fmla="*/ 0 h 1247775"/>
              <a:gd name="connsiteX1" fmla="*/ 2163979 w 2184250"/>
              <a:gd name="connsiteY1" fmla="*/ 497695 h 1247775"/>
              <a:gd name="connsiteX2" fmla="*/ 2181077 w 2184250"/>
              <a:gd name="connsiteY2" fmla="*/ 548902 h 1247775"/>
              <a:gd name="connsiteX3" fmla="*/ 1983922 w 2184250"/>
              <a:gd name="connsiteY3" fmla="*/ 1221330 h 1247775"/>
              <a:gd name="connsiteX4" fmla="*/ 1945022 w 2184250"/>
              <a:gd name="connsiteY4" fmla="*/ 1247775 h 1247775"/>
              <a:gd name="connsiteX5" fmla="*/ 34036 w 2184250"/>
              <a:gd name="connsiteY5" fmla="*/ 1247775 h 1247775"/>
              <a:gd name="connsiteX6" fmla="*/ 0 w 2184250"/>
              <a:gd name="connsiteY6" fmla="*/ 1208972 h 1247775"/>
              <a:gd name="connsiteX7" fmla="*/ 11 w 2184250"/>
              <a:gd name="connsiteY7" fmla="*/ 42436 h 1247775"/>
              <a:gd name="connsiteX8" fmla="*/ 40141 w 2184250"/>
              <a:gd name="connsiteY8" fmla="*/ 2969 h 1247775"/>
              <a:gd name="connsiteX9" fmla="*/ 188184 w 2184250"/>
              <a:gd name="connsiteY9" fmla="*/ 0 h 124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84250" h="1247775">
                <a:moveTo>
                  <a:pt x="188184" y="0"/>
                </a:moveTo>
                <a:cubicBezTo>
                  <a:pt x="610884" y="0"/>
                  <a:pt x="1541590" y="63139"/>
                  <a:pt x="2163979" y="497695"/>
                </a:cubicBezTo>
                <a:cubicBezTo>
                  <a:pt x="2183579" y="511302"/>
                  <a:pt x="2188242" y="523843"/>
                  <a:pt x="2181077" y="548902"/>
                </a:cubicBezTo>
                <a:cubicBezTo>
                  <a:pt x="2177645" y="560880"/>
                  <a:pt x="1983922" y="1221330"/>
                  <a:pt x="1983922" y="1221330"/>
                </a:cubicBezTo>
                <a:cubicBezTo>
                  <a:pt x="1975881" y="1246055"/>
                  <a:pt x="1962216" y="1247775"/>
                  <a:pt x="1945022" y="1247775"/>
                </a:cubicBezTo>
                <a:lnTo>
                  <a:pt x="34036" y="1247775"/>
                </a:lnTo>
                <a:cubicBezTo>
                  <a:pt x="13420" y="1247763"/>
                  <a:pt x="0" y="1229377"/>
                  <a:pt x="0" y="1208972"/>
                </a:cubicBezTo>
                <a:lnTo>
                  <a:pt x="11" y="42436"/>
                </a:lnTo>
                <a:cubicBezTo>
                  <a:pt x="11" y="16289"/>
                  <a:pt x="15836" y="4069"/>
                  <a:pt x="40141" y="2969"/>
                </a:cubicBezTo>
                <a:cubicBezTo>
                  <a:pt x="77459" y="1295"/>
                  <a:pt x="127577" y="0"/>
                  <a:pt x="188184" y="0"/>
                </a:cubicBezTo>
                <a:close/>
              </a:path>
            </a:pathLst>
          </a:custGeom>
          <a:solidFill>
            <a:schemeClr val="accent1"/>
          </a:solidFill>
        </p:spPr>
        <p:txBody>
          <a:bodyPr vert="horz" wrap="square" lIns="144000" tIns="1476000" rIns="0" bIns="72000" rtlCol="0" anchor="b" anchorCtr="0">
            <a:noAutofit/>
          </a:bodyPr>
          <a:lstStyle>
            <a:lvl1pPr>
              <a:defRPr lang="fr-FR" sz="6000" b="1" smtClean="0">
                <a:solidFill>
                  <a:schemeClr val="bg1"/>
                </a:solidFill>
                <a:latin typeface="+mj-lt"/>
                <a:ea typeface="+mj-ea"/>
                <a:cs typeface="+mj-cs"/>
              </a:defRPr>
            </a:lvl1pPr>
          </a:lstStyle>
          <a:p>
            <a:pPr lvl="0">
              <a:lnSpc>
                <a:spcPct val="90000"/>
              </a:lnSpc>
              <a:spcBef>
                <a:spcPct val="0"/>
              </a:spcBef>
            </a:pPr>
            <a:r>
              <a:rPr lang="fr-FR"/>
              <a:t>300</a:t>
            </a:r>
          </a:p>
        </p:txBody>
      </p:sp>
      <p:sp>
        <p:nvSpPr>
          <p:cNvPr id="6" name="Espace réservé du texte 6">
            <a:extLst>
              <a:ext uri="{FF2B5EF4-FFF2-40B4-BE49-F238E27FC236}">
                <a16:creationId xmlns:a16="http://schemas.microsoft.com/office/drawing/2014/main" id="{4C99B2BB-5C10-E2D9-0748-F41543A01936}"/>
              </a:ext>
            </a:extLst>
          </p:cNvPr>
          <p:cNvSpPr>
            <a:spLocks noGrp="1"/>
          </p:cNvSpPr>
          <p:nvPr>
            <p:ph type="body" sz="quarter" idx="20" hasCustomPrompt="1"/>
          </p:nvPr>
        </p:nvSpPr>
        <p:spPr>
          <a:xfrm>
            <a:off x="3954400" y="3642428"/>
            <a:ext cx="2254435" cy="837345"/>
          </a:xfrm>
          <a:prstGeom prst="rect">
            <a:avLst/>
          </a:prstGeom>
        </p:spPr>
        <p:txBody>
          <a:bodyPr>
            <a:noAutofit/>
          </a:bodyPr>
          <a:lstStyle>
            <a:lvl1pPr>
              <a:defRPr>
                <a:solidFill>
                  <a:schemeClr val="tx2"/>
                </a:solidFill>
              </a:defRPr>
            </a:lvl1pPr>
          </a:lstStyle>
          <a:p>
            <a:pPr lvl="0"/>
            <a:r>
              <a:rPr lang="fr-FR" err="1"/>
              <a:t>Antiur</a:t>
            </a:r>
            <a:r>
              <a:rPr lang="fr-FR"/>
              <a:t> </a:t>
            </a:r>
            <a:r>
              <a:rPr lang="fr-FR" err="1"/>
              <a:t>atissi</a:t>
            </a:r>
            <a:r>
              <a:rPr lang="fr-FR"/>
              <a:t> set,</a:t>
            </a:r>
          </a:p>
          <a:p>
            <a:pPr lvl="0"/>
            <a:r>
              <a:rPr lang="fr-FR" err="1"/>
              <a:t>doluptas</a:t>
            </a:r>
            <a:r>
              <a:rPr lang="fr-FR"/>
              <a:t> arum </a:t>
            </a:r>
            <a:r>
              <a:rPr lang="fr-FR" err="1"/>
              <a:t>lorem</a:t>
            </a:r>
            <a:endParaRPr lang="fr-FR"/>
          </a:p>
          <a:p>
            <a:pPr lvl="0"/>
            <a:r>
              <a:rPr lang="fr-FR"/>
              <a:t>ipsum </a:t>
            </a:r>
            <a:r>
              <a:rPr lang="fr-FR" err="1"/>
              <a:t>idebit</a:t>
            </a:r>
            <a:r>
              <a:rPr lang="fr-FR"/>
              <a:t>.</a:t>
            </a:r>
          </a:p>
        </p:txBody>
      </p:sp>
      <p:sp>
        <p:nvSpPr>
          <p:cNvPr id="8" name="Espace réservé du texte 16">
            <a:extLst>
              <a:ext uri="{FF2B5EF4-FFF2-40B4-BE49-F238E27FC236}">
                <a16:creationId xmlns:a16="http://schemas.microsoft.com/office/drawing/2014/main" id="{244AAEC6-B498-4B53-8D0F-953EE9E5CFA0}"/>
              </a:ext>
            </a:extLst>
          </p:cNvPr>
          <p:cNvSpPr>
            <a:spLocks noGrp="1" noChangeAspect="1"/>
          </p:cNvSpPr>
          <p:nvPr>
            <p:ph type="body" sz="quarter" idx="21" hasCustomPrompt="1"/>
          </p:nvPr>
        </p:nvSpPr>
        <p:spPr>
          <a:xfrm>
            <a:off x="7877292" y="1298374"/>
            <a:ext cx="3706841" cy="2117571"/>
          </a:xfrm>
          <a:custGeom>
            <a:avLst/>
            <a:gdLst>
              <a:gd name="connsiteX0" fmla="*/ 188184 w 2184250"/>
              <a:gd name="connsiteY0" fmla="*/ 0 h 1247775"/>
              <a:gd name="connsiteX1" fmla="*/ 2163979 w 2184250"/>
              <a:gd name="connsiteY1" fmla="*/ 497695 h 1247775"/>
              <a:gd name="connsiteX2" fmla="*/ 2181077 w 2184250"/>
              <a:gd name="connsiteY2" fmla="*/ 548902 h 1247775"/>
              <a:gd name="connsiteX3" fmla="*/ 1983922 w 2184250"/>
              <a:gd name="connsiteY3" fmla="*/ 1221330 h 1247775"/>
              <a:gd name="connsiteX4" fmla="*/ 1945022 w 2184250"/>
              <a:gd name="connsiteY4" fmla="*/ 1247775 h 1247775"/>
              <a:gd name="connsiteX5" fmla="*/ 34036 w 2184250"/>
              <a:gd name="connsiteY5" fmla="*/ 1247775 h 1247775"/>
              <a:gd name="connsiteX6" fmla="*/ 0 w 2184250"/>
              <a:gd name="connsiteY6" fmla="*/ 1208972 h 1247775"/>
              <a:gd name="connsiteX7" fmla="*/ 11 w 2184250"/>
              <a:gd name="connsiteY7" fmla="*/ 42436 h 1247775"/>
              <a:gd name="connsiteX8" fmla="*/ 40141 w 2184250"/>
              <a:gd name="connsiteY8" fmla="*/ 2969 h 1247775"/>
              <a:gd name="connsiteX9" fmla="*/ 188184 w 2184250"/>
              <a:gd name="connsiteY9" fmla="*/ 0 h 124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84250" h="1247775">
                <a:moveTo>
                  <a:pt x="188184" y="0"/>
                </a:moveTo>
                <a:cubicBezTo>
                  <a:pt x="610884" y="0"/>
                  <a:pt x="1541590" y="63139"/>
                  <a:pt x="2163979" y="497695"/>
                </a:cubicBezTo>
                <a:cubicBezTo>
                  <a:pt x="2183579" y="511302"/>
                  <a:pt x="2188242" y="523843"/>
                  <a:pt x="2181077" y="548902"/>
                </a:cubicBezTo>
                <a:cubicBezTo>
                  <a:pt x="2177645" y="560880"/>
                  <a:pt x="1983922" y="1221330"/>
                  <a:pt x="1983922" y="1221330"/>
                </a:cubicBezTo>
                <a:cubicBezTo>
                  <a:pt x="1975881" y="1246055"/>
                  <a:pt x="1962216" y="1247775"/>
                  <a:pt x="1945022" y="1247775"/>
                </a:cubicBezTo>
                <a:lnTo>
                  <a:pt x="34036" y="1247775"/>
                </a:lnTo>
                <a:cubicBezTo>
                  <a:pt x="13420" y="1247763"/>
                  <a:pt x="0" y="1229377"/>
                  <a:pt x="0" y="1208972"/>
                </a:cubicBezTo>
                <a:lnTo>
                  <a:pt x="11" y="42436"/>
                </a:lnTo>
                <a:cubicBezTo>
                  <a:pt x="11" y="16289"/>
                  <a:pt x="15836" y="4069"/>
                  <a:pt x="40141" y="2969"/>
                </a:cubicBezTo>
                <a:cubicBezTo>
                  <a:pt x="77459" y="1295"/>
                  <a:pt x="127577" y="0"/>
                  <a:pt x="188184" y="0"/>
                </a:cubicBezTo>
                <a:close/>
              </a:path>
            </a:pathLst>
          </a:custGeom>
          <a:solidFill>
            <a:srgbClr val="003865"/>
          </a:solidFill>
        </p:spPr>
        <p:txBody>
          <a:bodyPr vert="horz" wrap="square" lIns="144000" tIns="1476000" rIns="0" bIns="72000" rtlCol="0" anchor="b" anchorCtr="0">
            <a:noAutofit/>
          </a:bodyPr>
          <a:lstStyle>
            <a:lvl1pPr>
              <a:defRPr lang="fr-FR" sz="6000" b="1" smtClean="0">
                <a:solidFill>
                  <a:schemeClr val="bg1"/>
                </a:solidFill>
                <a:latin typeface="+mj-lt"/>
                <a:ea typeface="+mj-ea"/>
                <a:cs typeface="+mj-cs"/>
              </a:defRPr>
            </a:lvl1pPr>
          </a:lstStyle>
          <a:p>
            <a:pPr lvl="0">
              <a:lnSpc>
                <a:spcPct val="90000"/>
              </a:lnSpc>
              <a:spcBef>
                <a:spcPct val="0"/>
              </a:spcBef>
            </a:pPr>
            <a:r>
              <a:rPr lang="fr-FR"/>
              <a:t>400</a:t>
            </a:r>
          </a:p>
        </p:txBody>
      </p:sp>
    </p:spTree>
    <p:extLst>
      <p:ext uri="{BB962C8B-B14F-4D97-AF65-F5344CB8AC3E}">
        <p14:creationId xmlns:p14="http://schemas.microsoft.com/office/powerpoint/2010/main" val="287940512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xte motrices">
    <p:spTree>
      <p:nvGrpSpPr>
        <p:cNvPr id="1" name=""/>
        <p:cNvGrpSpPr/>
        <p:nvPr/>
      </p:nvGrpSpPr>
      <p:grpSpPr>
        <a:xfrm>
          <a:off x="0" y="0"/>
          <a:ext cx="0" cy="0"/>
          <a:chOff x="0" y="0"/>
          <a:chExt cx="0" cy="0"/>
        </a:xfrm>
      </p:grpSpPr>
      <p:sp>
        <p:nvSpPr>
          <p:cNvPr id="7" name="Espace réservé du graphique SmartArt 6">
            <a:extLst>
              <a:ext uri="{FF2B5EF4-FFF2-40B4-BE49-F238E27FC236}">
                <a16:creationId xmlns:a16="http://schemas.microsoft.com/office/drawing/2014/main" id="{0FB7C87D-E4E7-458C-D5EC-B16FA7747D90}"/>
              </a:ext>
            </a:extLst>
          </p:cNvPr>
          <p:cNvSpPr>
            <a:spLocks noGrp="1"/>
          </p:cNvSpPr>
          <p:nvPr>
            <p:ph type="dgm" sz="quarter" idx="18" hasCustomPrompt="1"/>
          </p:nvPr>
        </p:nvSpPr>
        <p:spPr>
          <a:xfrm>
            <a:off x="778193" y="3593076"/>
            <a:ext cx="10584000" cy="3600"/>
          </a:xfrm>
          <a:prstGeom prst="rect">
            <a:avLst/>
          </a:prstGeom>
          <a:solidFill>
            <a:srgbClr val="F2827F"/>
          </a:solidFill>
        </p:spPr>
        <p:txBody>
          <a:bodyPr/>
          <a:lstStyle>
            <a:lvl1pPr>
              <a:defRPr sz="100">
                <a:noFill/>
              </a:defRPr>
            </a:lvl1pPr>
          </a:lstStyle>
          <a:p>
            <a:r>
              <a:rPr lang="fr-FR"/>
              <a:t>d</a:t>
            </a:r>
          </a:p>
        </p:txBody>
      </p:sp>
      <p:sp>
        <p:nvSpPr>
          <p:cNvPr id="21" name="Espace réservé du texte 6">
            <a:extLst>
              <a:ext uri="{FF2B5EF4-FFF2-40B4-BE49-F238E27FC236}">
                <a16:creationId xmlns:a16="http://schemas.microsoft.com/office/drawing/2014/main" id="{9B5E651F-122D-B570-6654-8D0BBF6B3B1A}"/>
              </a:ext>
            </a:extLst>
          </p:cNvPr>
          <p:cNvSpPr>
            <a:spLocks noGrp="1"/>
          </p:cNvSpPr>
          <p:nvPr>
            <p:ph type="body" sz="quarter" idx="19" hasCustomPrompt="1"/>
          </p:nvPr>
        </p:nvSpPr>
        <p:spPr>
          <a:xfrm>
            <a:off x="777200" y="3823744"/>
            <a:ext cx="2254435" cy="837345"/>
          </a:xfrm>
          <a:prstGeom prst="rect">
            <a:avLst/>
          </a:prstGeom>
        </p:spPr>
        <p:txBody>
          <a:bodyPr>
            <a:noAutofit/>
          </a:bodyPr>
          <a:lstStyle>
            <a:lvl1pPr>
              <a:defRPr>
                <a:latin typeface="+mj-lt"/>
              </a:defRPr>
            </a:lvl1pPr>
          </a:lstStyle>
          <a:p>
            <a:pPr lvl="0"/>
            <a:r>
              <a:rPr lang="fr-FR" err="1"/>
              <a:t>Antiur</a:t>
            </a:r>
            <a:r>
              <a:rPr lang="fr-FR"/>
              <a:t> </a:t>
            </a:r>
            <a:r>
              <a:rPr lang="fr-FR" err="1"/>
              <a:t>atissi</a:t>
            </a:r>
            <a:r>
              <a:rPr lang="fr-FR"/>
              <a:t> set,</a:t>
            </a:r>
          </a:p>
          <a:p>
            <a:pPr lvl="0"/>
            <a:r>
              <a:rPr lang="fr-FR" err="1"/>
              <a:t>doluptas</a:t>
            </a:r>
            <a:r>
              <a:rPr lang="fr-FR"/>
              <a:t> arum </a:t>
            </a:r>
            <a:r>
              <a:rPr lang="fr-FR" err="1"/>
              <a:t>lorem</a:t>
            </a:r>
            <a:endParaRPr lang="fr-FR"/>
          </a:p>
          <a:p>
            <a:pPr lvl="0"/>
            <a:r>
              <a:rPr lang="fr-FR"/>
              <a:t>ipsum </a:t>
            </a:r>
            <a:r>
              <a:rPr lang="fr-FR" err="1"/>
              <a:t>idebit</a:t>
            </a:r>
            <a:r>
              <a:rPr lang="fr-FR"/>
              <a:t>.</a:t>
            </a:r>
          </a:p>
        </p:txBody>
      </p:sp>
      <p:sp>
        <p:nvSpPr>
          <p:cNvPr id="22" name="Espace réservé du texte 6">
            <a:extLst>
              <a:ext uri="{FF2B5EF4-FFF2-40B4-BE49-F238E27FC236}">
                <a16:creationId xmlns:a16="http://schemas.microsoft.com/office/drawing/2014/main" id="{77A59C8D-0E6D-3E86-D681-AF31B81B76FB}"/>
              </a:ext>
            </a:extLst>
          </p:cNvPr>
          <p:cNvSpPr>
            <a:spLocks noGrp="1"/>
          </p:cNvSpPr>
          <p:nvPr>
            <p:ph type="body" sz="quarter" idx="20" hasCustomPrompt="1"/>
          </p:nvPr>
        </p:nvSpPr>
        <p:spPr>
          <a:xfrm>
            <a:off x="3718158" y="3823744"/>
            <a:ext cx="2254435" cy="837345"/>
          </a:xfrm>
          <a:prstGeom prst="rect">
            <a:avLst/>
          </a:prstGeom>
        </p:spPr>
        <p:txBody>
          <a:bodyPr>
            <a:noAutofit/>
          </a:bodyPr>
          <a:lstStyle>
            <a:lvl1pPr>
              <a:defRPr>
                <a:latin typeface="+mj-lt"/>
              </a:defRPr>
            </a:lvl1pPr>
          </a:lstStyle>
          <a:p>
            <a:pPr lvl="0"/>
            <a:r>
              <a:rPr lang="fr-FR" err="1"/>
              <a:t>Antiur</a:t>
            </a:r>
            <a:r>
              <a:rPr lang="fr-FR"/>
              <a:t> </a:t>
            </a:r>
            <a:r>
              <a:rPr lang="fr-FR" err="1"/>
              <a:t>atissi</a:t>
            </a:r>
            <a:r>
              <a:rPr lang="fr-FR"/>
              <a:t> set,</a:t>
            </a:r>
          </a:p>
          <a:p>
            <a:pPr lvl="0"/>
            <a:r>
              <a:rPr lang="fr-FR" err="1"/>
              <a:t>doluptas</a:t>
            </a:r>
            <a:r>
              <a:rPr lang="fr-FR"/>
              <a:t> arum </a:t>
            </a:r>
            <a:r>
              <a:rPr lang="fr-FR" err="1"/>
              <a:t>lorem</a:t>
            </a:r>
            <a:endParaRPr lang="fr-FR"/>
          </a:p>
          <a:p>
            <a:pPr lvl="0"/>
            <a:r>
              <a:rPr lang="fr-FR"/>
              <a:t>ipsum </a:t>
            </a:r>
            <a:r>
              <a:rPr lang="fr-FR" err="1"/>
              <a:t>idebit</a:t>
            </a:r>
            <a:r>
              <a:rPr lang="fr-FR"/>
              <a:t>.</a:t>
            </a:r>
          </a:p>
        </p:txBody>
      </p:sp>
      <p:sp>
        <p:nvSpPr>
          <p:cNvPr id="23" name="Espace réservé du texte 6">
            <a:extLst>
              <a:ext uri="{FF2B5EF4-FFF2-40B4-BE49-F238E27FC236}">
                <a16:creationId xmlns:a16="http://schemas.microsoft.com/office/drawing/2014/main" id="{C0F4019A-0B69-7582-574E-F1B739D20513}"/>
              </a:ext>
            </a:extLst>
          </p:cNvPr>
          <p:cNvSpPr>
            <a:spLocks noGrp="1"/>
          </p:cNvSpPr>
          <p:nvPr>
            <p:ph type="body" sz="quarter" idx="21" hasCustomPrompt="1"/>
          </p:nvPr>
        </p:nvSpPr>
        <p:spPr>
          <a:xfrm>
            <a:off x="6659116" y="3823744"/>
            <a:ext cx="2254435" cy="837345"/>
          </a:xfrm>
          <a:prstGeom prst="rect">
            <a:avLst/>
          </a:prstGeom>
        </p:spPr>
        <p:txBody>
          <a:bodyPr>
            <a:noAutofit/>
          </a:bodyPr>
          <a:lstStyle>
            <a:lvl1pPr>
              <a:defRPr>
                <a:latin typeface="+mj-lt"/>
              </a:defRPr>
            </a:lvl1pPr>
          </a:lstStyle>
          <a:p>
            <a:pPr lvl="0"/>
            <a:r>
              <a:rPr lang="fr-FR" err="1"/>
              <a:t>Antiur</a:t>
            </a:r>
            <a:r>
              <a:rPr lang="fr-FR"/>
              <a:t> </a:t>
            </a:r>
            <a:r>
              <a:rPr lang="fr-FR" err="1"/>
              <a:t>atissi</a:t>
            </a:r>
            <a:r>
              <a:rPr lang="fr-FR"/>
              <a:t> set,</a:t>
            </a:r>
          </a:p>
          <a:p>
            <a:pPr lvl="0"/>
            <a:r>
              <a:rPr lang="fr-FR" err="1"/>
              <a:t>doluptas</a:t>
            </a:r>
            <a:r>
              <a:rPr lang="fr-FR"/>
              <a:t> arum </a:t>
            </a:r>
            <a:r>
              <a:rPr lang="fr-FR" err="1"/>
              <a:t>lorem</a:t>
            </a:r>
            <a:endParaRPr lang="fr-FR"/>
          </a:p>
          <a:p>
            <a:pPr lvl="0"/>
            <a:r>
              <a:rPr lang="fr-FR"/>
              <a:t>ipsum </a:t>
            </a:r>
            <a:r>
              <a:rPr lang="fr-FR" err="1"/>
              <a:t>idebit</a:t>
            </a:r>
            <a:r>
              <a:rPr lang="fr-FR"/>
              <a:t>.</a:t>
            </a:r>
          </a:p>
        </p:txBody>
      </p:sp>
      <p:sp>
        <p:nvSpPr>
          <p:cNvPr id="24" name="Espace réservé du texte 6">
            <a:extLst>
              <a:ext uri="{FF2B5EF4-FFF2-40B4-BE49-F238E27FC236}">
                <a16:creationId xmlns:a16="http://schemas.microsoft.com/office/drawing/2014/main" id="{D6CCE5A8-2F16-A694-3300-EBA0DE8748A9}"/>
              </a:ext>
            </a:extLst>
          </p:cNvPr>
          <p:cNvSpPr>
            <a:spLocks noGrp="1"/>
          </p:cNvSpPr>
          <p:nvPr>
            <p:ph type="body" sz="quarter" idx="22" hasCustomPrompt="1"/>
          </p:nvPr>
        </p:nvSpPr>
        <p:spPr>
          <a:xfrm>
            <a:off x="9600075" y="3823744"/>
            <a:ext cx="2254435" cy="837345"/>
          </a:xfrm>
          <a:prstGeom prst="rect">
            <a:avLst/>
          </a:prstGeom>
        </p:spPr>
        <p:txBody>
          <a:bodyPr>
            <a:noAutofit/>
          </a:bodyPr>
          <a:lstStyle>
            <a:lvl1pPr>
              <a:defRPr>
                <a:latin typeface="+mj-lt"/>
              </a:defRPr>
            </a:lvl1pPr>
          </a:lstStyle>
          <a:p>
            <a:pPr lvl="0"/>
            <a:r>
              <a:rPr lang="fr-FR" err="1"/>
              <a:t>Antiur</a:t>
            </a:r>
            <a:r>
              <a:rPr lang="fr-FR"/>
              <a:t> </a:t>
            </a:r>
            <a:r>
              <a:rPr lang="fr-FR" err="1"/>
              <a:t>atissi</a:t>
            </a:r>
            <a:r>
              <a:rPr lang="fr-FR"/>
              <a:t> set,</a:t>
            </a:r>
          </a:p>
          <a:p>
            <a:pPr lvl="0"/>
            <a:r>
              <a:rPr lang="fr-FR" err="1"/>
              <a:t>doluptas</a:t>
            </a:r>
            <a:r>
              <a:rPr lang="fr-FR"/>
              <a:t> arum </a:t>
            </a:r>
            <a:r>
              <a:rPr lang="fr-FR" err="1"/>
              <a:t>lorem</a:t>
            </a:r>
            <a:endParaRPr lang="fr-FR"/>
          </a:p>
          <a:p>
            <a:pPr lvl="0"/>
            <a:r>
              <a:rPr lang="fr-FR"/>
              <a:t>ipsum </a:t>
            </a:r>
            <a:r>
              <a:rPr lang="fr-FR" err="1"/>
              <a:t>idebit</a:t>
            </a:r>
            <a:r>
              <a:rPr lang="fr-FR"/>
              <a:t>.</a:t>
            </a:r>
          </a:p>
        </p:txBody>
      </p:sp>
      <p:sp>
        <p:nvSpPr>
          <p:cNvPr id="9" name="Espace réservé du texte 8">
            <a:extLst>
              <a:ext uri="{FF2B5EF4-FFF2-40B4-BE49-F238E27FC236}">
                <a16:creationId xmlns:a16="http://schemas.microsoft.com/office/drawing/2014/main" id="{D276F15A-2797-72D1-22FE-9498208123B1}"/>
              </a:ext>
            </a:extLst>
          </p:cNvPr>
          <p:cNvSpPr>
            <a:spLocks noGrp="1" noChangeAspect="1"/>
          </p:cNvSpPr>
          <p:nvPr>
            <p:ph type="body" sz="quarter" idx="26" hasCustomPrompt="1"/>
          </p:nvPr>
        </p:nvSpPr>
        <p:spPr>
          <a:xfrm>
            <a:off x="778193" y="2541189"/>
            <a:ext cx="1957863" cy="1055487"/>
          </a:xfrm>
          <a:custGeom>
            <a:avLst/>
            <a:gdLst>
              <a:gd name="connsiteX0" fmla="*/ 168680 w 1957863"/>
              <a:gd name="connsiteY0" fmla="*/ 0 h 1055487"/>
              <a:gd name="connsiteX1" fmla="*/ 1939693 w 1957863"/>
              <a:gd name="connsiteY1" fmla="*/ 420998 h 1055487"/>
              <a:gd name="connsiteX2" fmla="*/ 1955019 w 1957863"/>
              <a:gd name="connsiteY2" fmla="*/ 464313 h 1055487"/>
              <a:gd name="connsiteX3" fmla="*/ 1778298 w 1957863"/>
              <a:gd name="connsiteY3" fmla="*/ 1033117 h 1055487"/>
              <a:gd name="connsiteX4" fmla="*/ 1743430 w 1957863"/>
              <a:gd name="connsiteY4" fmla="*/ 1055487 h 1055487"/>
              <a:gd name="connsiteX5" fmla="*/ 30508 w 1957863"/>
              <a:gd name="connsiteY5" fmla="*/ 1055487 h 1055487"/>
              <a:gd name="connsiteX6" fmla="*/ 0 w 1957863"/>
              <a:gd name="connsiteY6" fmla="*/ 1022664 h 1055487"/>
              <a:gd name="connsiteX7" fmla="*/ 10 w 1957863"/>
              <a:gd name="connsiteY7" fmla="*/ 35897 h 1055487"/>
              <a:gd name="connsiteX8" fmla="*/ 35981 w 1957863"/>
              <a:gd name="connsiteY8" fmla="*/ 2511 h 1055487"/>
              <a:gd name="connsiteX9" fmla="*/ 168680 w 1957863"/>
              <a:gd name="connsiteY9" fmla="*/ 0 h 1055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57863" h="1055487">
                <a:moveTo>
                  <a:pt x="168680" y="0"/>
                </a:moveTo>
                <a:cubicBezTo>
                  <a:pt x="547569" y="0"/>
                  <a:pt x="1381812" y="53409"/>
                  <a:pt x="1939693" y="420998"/>
                </a:cubicBezTo>
                <a:cubicBezTo>
                  <a:pt x="1957262" y="432508"/>
                  <a:pt x="1961441" y="443116"/>
                  <a:pt x="1955019" y="464313"/>
                </a:cubicBezTo>
                <a:cubicBezTo>
                  <a:pt x="1951943" y="474446"/>
                  <a:pt x="1778298" y="1033117"/>
                  <a:pt x="1778298" y="1033117"/>
                </a:cubicBezTo>
                <a:cubicBezTo>
                  <a:pt x="1771091" y="1054032"/>
                  <a:pt x="1758841" y="1055487"/>
                  <a:pt x="1743430" y="1055487"/>
                </a:cubicBezTo>
                <a:lnTo>
                  <a:pt x="30508" y="1055487"/>
                </a:lnTo>
                <a:cubicBezTo>
                  <a:pt x="12029" y="1055477"/>
                  <a:pt x="0" y="1039924"/>
                  <a:pt x="0" y="1022664"/>
                </a:cubicBezTo>
                <a:lnTo>
                  <a:pt x="10" y="35897"/>
                </a:lnTo>
                <a:cubicBezTo>
                  <a:pt x="10" y="13779"/>
                  <a:pt x="14195" y="3442"/>
                  <a:pt x="35981" y="2511"/>
                </a:cubicBezTo>
                <a:cubicBezTo>
                  <a:pt x="69431" y="1095"/>
                  <a:pt x="114354" y="0"/>
                  <a:pt x="168680" y="0"/>
                </a:cubicBezTo>
                <a:close/>
              </a:path>
            </a:pathLst>
          </a:custGeom>
          <a:solidFill>
            <a:schemeClr val="accent1"/>
          </a:solidFill>
        </p:spPr>
        <p:txBody>
          <a:bodyPr vert="horz" wrap="square" lIns="144000" tIns="1080000" rIns="0" bIns="0" rtlCol="0" anchor="b" anchorCtr="0">
            <a:noAutofit/>
          </a:bodyPr>
          <a:lstStyle>
            <a:lvl1pPr>
              <a:defRPr lang="fr-FR" sz="2400" b="1">
                <a:solidFill>
                  <a:schemeClr val="bg1"/>
                </a:solidFill>
                <a:latin typeface="+mj-lt"/>
                <a:ea typeface="+mj-ea"/>
                <a:cs typeface="+mj-cs"/>
              </a:defRPr>
            </a:lvl1pPr>
          </a:lstStyle>
          <a:p>
            <a:pPr lvl="0">
              <a:lnSpc>
                <a:spcPct val="90000"/>
              </a:lnSpc>
              <a:spcBef>
                <a:spcPct val="0"/>
              </a:spcBef>
            </a:pPr>
            <a:r>
              <a:rPr lang="fr-FR"/>
              <a:t>2022</a:t>
            </a:r>
          </a:p>
        </p:txBody>
      </p:sp>
      <p:sp>
        <p:nvSpPr>
          <p:cNvPr id="27" name="Espace réservé du texte 26">
            <a:extLst>
              <a:ext uri="{FF2B5EF4-FFF2-40B4-BE49-F238E27FC236}">
                <a16:creationId xmlns:a16="http://schemas.microsoft.com/office/drawing/2014/main" id="{F3C2A378-B028-2317-D6CC-E67E6FF22EB5}"/>
              </a:ext>
            </a:extLst>
          </p:cNvPr>
          <p:cNvSpPr>
            <a:spLocks noGrp="1" noChangeAspect="1"/>
          </p:cNvSpPr>
          <p:nvPr>
            <p:ph type="body" sz="quarter" idx="27" hasCustomPrompt="1"/>
          </p:nvPr>
        </p:nvSpPr>
        <p:spPr>
          <a:xfrm>
            <a:off x="3718820" y="2541189"/>
            <a:ext cx="1957863" cy="1055487"/>
          </a:xfrm>
          <a:custGeom>
            <a:avLst/>
            <a:gdLst>
              <a:gd name="connsiteX0" fmla="*/ 168680 w 1957863"/>
              <a:gd name="connsiteY0" fmla="*/ 0 h 1055487"/>
              <a:gd name="connsiteX1" fmla="*/ 1939693 w 1957863"/>
              <a:gd name="connsiteY1" fmla="*/ 420998 h 1055487"/>
              <a:gd name="connsiteX2" fmla="*/ 1955019 w 1957863"/>
              <a:gd name="connsiteY2" fmla="*/ 464313 h 1055487"/>
              <a:gd name="connsiteX3" fmla="*/ 1778298 w 1957863"/>
              <a:gd name="connsiteY3" fmla="*/ 1033117 h 1055487"/>
              <a:gd name="connsiteX4" fmla="*/ 1743430 w 1957863"/>
              <a:gd name="connsiteY4" fmla="*/ 1055487 h 1055487"/>
              <a:gd name="connsiteX5" fmla="*/ 30508 w 1957863"/>
              <a:gd name="connsiteY5" fmla="*/ 1055487 h 1055487"/>
              <a:gd name="connsiteX6" fmla="*/ 0 w 1957863"/>
              <a:gd name="connsiteY6" fmla="*/ 1022664 h 1055487"/>
              <a:gd name="connsiteX7" fmla="*/ 10 w 1957863"/>
              <a:gd name="connsiteY7" fmla="*/ 35897 h 1055487"/>
              <a:gd name="connsiteX8" fmla="*/ 35981 w 1957863"/>
              <a:gd name="connsiteY8" fmla="*/ 2511 h 1055487"/>
              <a:gd name="connsiteX9" fmla="*/ 168680 w 1957863"/>
              <a:gd name="connsiteY9" fmla="*/ 0 h 1055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57863" h="1055487">
                <a:moveTo>
                  <a:pt x="168680" y="0"/>
                </a:moveTo>
                <a:cubicBezTo>
                  <a:pt x="547569" y="0"/>
                  <a:pt x="1381812" y="53409"/>
                  <a:pt x="1939693" y="420998"/>
                </a:cubicBezTo>
                <a:cubicBezTo>
                  <a:pt x="1957262" y="432508"/>
                  <a:pt x="1961441" y="443116"/>
                  <a:pt x="1955019" y="464313"/>
                </a:cubicBezTo>
                <a:cubicBezTo>
                  <a:pt x="1951943" y="474446"/>
                  <a:pt x="1778298" y="1033117"/>
                  <a:pt x="1778298" y="1033117"/>
                </a:cubicBezTo>
                <a:cubicBezTo>
                  <a:pt x="1771091" y="1054032"/>
                  <a:pt x="1758841" y="1055487"/>
                  <a:pt x="1743430" y="1055487"/>
                </a:cubicBezTo>
                <a:lnTo>
                  <a:pt x="30508" y="1055487"/>
                </a:lnTo>
                <a:cubicBezTo>
                  <a:pt x="12029" y="1055477"/>
                  <a:pt x="0" y="1039924"/>
                  <a:pt x="0" y="1022664"/>
                </a:cubicBezTo>
                <a:lnTo>
                  <a:pt x="10" y="35897"/>
                </a:lnTo>
                <a:cubicBezTo>
                  <a:pt x="10" y="13779"/>
                  <a:pt x="14195" y="3442"/>
                  <a:pt x="35981" y="2511"/>
                </a:cubicBezTo>
                <a:cubicBezTo>
                  <a:pt x="69431" y="1095"/>
                  <a:pt x="114354" y="0"/>
                  <a:pt x="168680" y="0"/>
                </a:cubicBezTo>
                <a:close/>
              </a:path>
            </a:pathLst>
          </a:custGeom>
          <a:solidFill>
            <a:schemeClr val="accent1"/>
          </a:solidFill>
        </p:spPr>
        <p:txBody>
          <a:bodyPr vert="horz" wrap="square" lIns="144000" tIns="1080000" rIns="0" bIns="0" rtlCol="0" anchor="b" anchorCtr="0">
            <a:noAutofit/>
          </a:bodyPr>
          <a:lstStyle>
            <a:lvl1pPr>
              <a:defRPr lang="fr-FR" sz="2400" b="1">
                <a:solidFill>
                  <a:schemeClr val="bg1"/>
                </a:solidFill>
                <a:latin typeface="+mj-lt"/>
                <a:ea typeface="+mj-ea"/>
                <a:cs typeface="+mj-cs"/>
              </a:defRPr>
            </a:lvl1pPr>
          </a:lstStyle>
          <a:p>
            <a:pPr lvl="0">
              <a:lnSpc>
                <a:spcPct val="90000"/>
              </a:lnSpc>
              <a:spcBef>
                <a:spcPct val="0"/>
              </a:spcBef>
            </a:pPr>
            <a:r>
              <a:rPr lang="fr-FR"/>
              <a:t>2023</a:t>
            </a:r>
          </a:p>
        </p:txBody>
      </p:sp>
      <p:sp>
        <p:nvSpPr>
          <p:cNvPr id="28" name="Espace réservé du texte 27">
            <a:extLst>
              <a:ext uri="{FF2B5EF4-FFF2-40B4-BE49-F238E27FC236}">
                <a16:creationId xmlns:a16="http://schemas.microsoft.com/office/drawing/2014/main" id="{41D19039-611B-B63F-FA33-2B558B1582BE}"/>
              </a:ext>
            </a:extLst>
          </p:cNvPr>
          <p:cNvSpPr>
            <a:spLocks noGrp="1" noChangeAspect="1"/>
          </p:cNvSpPr>
          <p:nvPr>
            <p:ph type="body" sz="quarter" idx="28" hasCustomPrompt="1"/>
          </p:nvPr>
        </p:nvSpPr>
        <p:spPr>
          <a:xfrm>
            <a:off x="6659447" y="2541189"/>
            <a:ext cx="1957863" cy="1055487"/>
          </a:xfrm>
          <a:custGeom>
            <a:avLst/>
            <a:gdLst>
              <a:gd name="connsiteX0" fmla="*/ 168680 w 1957863"/>
              <a:gd name="connsiteY0" fmla="*/ 0 h 1055487"/>
              <a:gd name="connsiteX1" fmla="*/ 1939693 w 1957863"/>
              <a:gd name="connsiteY1" fmla="*/ 420998 h 1055487"/>
              <a:gd name="connsiteX2" fmla="*/ 1955019 w 1957863"/>
              <a:gd name="connsiteY2" fmla="*/ 464313 h 1055487"/>
              <a:gd name="connsiteX3" fmla="*/ 1778298 w 1957863"/>
              <a:gd name="connsiteY3" fmla="*/ 1033117 h 1055487"/>
              <a:gd name="connsiteX4" fmla="*/ 1743430 w 1957863"/>
              <a:gd name="connsiteY4" fmla="*/ 1055487 h 1055487"/>
              <a:gd name="connsiteX5" fmla="*/ 30508 w 1957863"/>
              <a:gd name="connsiteY5" fmla="*/ 1055487 h 1055487"/>
              <a:gd name="connsiteX6" fmla="*/ 0 w 1957863"/>
              <a:gd name="connsiteY6" fmla="*/ 1022664 h 1055487"/>
              <a:gd name="connsiteX7" fmla="*/ 10 w 1957863"/>
              <a:gd name="connsiteY7" fmla="*/ 35897 h 1055487"/>
              <a:gd name="connsiteX8" fmla="*/ 35981 w 1957863"/>
              <a:gd name="connsiteY8" fmla="*/ 2511 h 1055487"/>
              <a:gd name="connsiteX9" fmla="*/ 168680 w 1957863"/>
              <a:gd name="connsiteY9" fmla="*/ 0 h 1055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57863" h="1055487">
                <a:moveTo>
                  <a:pt x="168680" y="0"/>
                </a:moveTo>
                <a:cubicBezTo>
                  <a:pt x="547569" y="0"/>
                  <a:pt x="1381812" y="53409"/>
                  <a:pt x="1939693" y="420998"/>
                </a:cubicBezTo>
                <a:cubicBezTo>
                  <a:pt x="1957262" y="432508"/>
                  <a:pt x="1961441" y="443116"/>
                  <a:pt x="1955019" y="464313"/>
                </a:cubicBezTo>
                <a:cubicBezTo>
                  <a:pt x="1951943" y="474446"/>
                  <a:pt x="1778298" y="1033117"/>
                  <a:pt x="1778298" y="1033117"/>
                </a:cubicBezTo>
                <a:cubicBezTo>
                  <a:pt x="1771091" y="1054032"/>
                  <a:pt x="1758841" y="1055487"/>
                  <a:pt x="1743430" y="1055487"/>
                </a:cubicBezTo>
                <a:lnTo>
                  <a:pt x="30508" y="1055487"/>
                </a:lnTo>
                <a:cubicBezTo>
                  <a:pt x="12029" y="1055477"/>
                  <a:pt x="0" y="1039924"/>
                  <a:pt x="0" y="1022664"/>
                </a:cubicBezTo>
                <a:lnTo>
                  <a:pt x="10" y="35897"/>
                </a:lnTo>
                <a:cubicBezTo>
                  <a:pt x="10" y="13779"/>
                  <a:pt x="14195" y="3442"/>
                  <a:pt x="35981" y="2511"/>
                </a:cubicBezTo>
                <a:cubicBezTo>
                  <a:pt x="69431" y="1095"/>
                  <a:pt x="114354" y="0"/>
                  <a:pt x="168680" y="0"/>
                </a:cubicBezTo>
                <a:close/>
              </a:path>
            </a:pathLst>
          </a:custGeom>
          <a:solidFill>
            <a:schemeClr val="accent1"/>
          </a:solidFill>
        </p:spPr>
        <p:txBody>
          <a:bodyPr vert="horz" wrap="square" lIns="144000" tIns="1080000" rIns="0" bIns="0" rtlCol="0" anchor="b" anchorCtr="0">
            <a:noAutofit/>
          </a:bodyPr>
          <a:lstStyle>
            <a:lvl1pPr>
              <a:defRPr lang="fr-FR" sz="2400" b="1">
                <a:solidFill>
                  <a:schemeClr val="bg1"/>
                </a:solidFill>
                <a:latin typeface="+mj-lt"/>
                <a:ea typeface="+mj-ea"/>
                <a:cs typeface="+mj-cs"/>
              </a:defRPr>
            </a:lvl1pPr>
          </a:lstStyle>
          <a:p>
            <a:pPr lvl="0">
              <a:lnSpc>
                <a:spcPct val="90000"/>
              </a:lnSpc>
              <a:spcBef>
                <a:spcPct val="0"/>
              </a:spcBef>
            </a:pPr>
            <a:r>
              <a:rPr lang="fr-FR"/>
              <a:t>2024</a:t>
            </a:r>
          </a:p>
        </p:txBody>
      </p:sp>
      <p:sp>
        <p:nvSpPr>
          <p:cNvPr id="29" name="Espace réservé du texte 28">
            <a:extLst>
              <a:ext uri="{FF2B5EF4-FFF2-40B4-BE49-F238E27FC236}">
                <a16:creationId xmlns:a16="http://schemas.microsoft.com/office/drawing/2014/main" id="{1D747015-2660-2330-D044-E047D48DC89A}"/>
              </a:ext>
            </a:extLst>
          </p:cNvPr>
          <p:cNvSpPr>
            <a:spLocks noGrp="1" noChangeAspect="1"/>
          </p:cNvSpPr>
          <p:nvPr>
            <p:ph type="body" sz="quarter" idx="29" hasCustomPrompt="1"/>
          </p:nvPr>
        </p:nvSpPr>
        <p:spPr>
          <a:xfrm>
            <a:off x="9600075" y="2541189"/>
            <a:ext cx="1957863" cy="1055487"/>
          </a:xfrm>
          <a:custGeom>
            <a:avLst/>
            <a:gdLst>
              <a:gd name="connsiteX0" fmla="*/ 168680 w 1957863"/>
              <a:gd name="connsiteY0" fmla="*/ 0 h 1055487"/>
              <a:gd name="connsiteX1" fmla="*/ 1939693 w 1957863"/>
              <a:gd name="connsiteY1" fmla="*/ 420998 h 1055487"/>
              <a:gd name="connsiteX2" fmla="*/ 1955019 w 1957863"/>
              <a:gd name="connsiteY2" fmla="*/ 464313 h 1055487"/>
              <a:gd name="connsiteX3" fmla="*/ 1778298 w 1957863"/>
              <a:gd name="connsiteY3" fmla="*/ 1033117 h 1055487"/>
              <a:gd name="connsiteX4" fmla="*/ 1743430 w 1957863"/>
              <a:gd name="connsiteY4" fmla="*/ 1055487 h 1055487"/>
              <a:gd name="connsiteX5" fmla="*/ 30508 w 1957863"/>
              <a:gd name="connsiteY5" fmla="*/ 1055487 h 1055487"/>
              <a:gd name="connsiteX6" fmla="*/ 0 w 1957863"/>
              <a:gd name="connsiteY6" fmla="*/ 1022664 h 1055487"/>
              <a:gd name="connsiteX7" fmla="*/ 10 w 1957863"/>
              <a:gd name="connsiteY7" fmla="*/ 35897 h 1055487"/>
              <a:gd name="connsiteX8" fmla="*/ 35981 w 1957863"/>
              <a:gd name="connsiteY8" fmla="*/ 2511 h 1055487"/>
              <a:gd name="connsiteX9" fmla="*/ 168680 w 1957863"/>
              <a:gd name="connsiteY9" fmla="*/ 0 h 1055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57863" h="1055487">
                <a:moveTo>
                  <a:pt x="168680" y="0"/>
                </a:moveTo>
                <a:cubicBezTo>
                  <a:pt x="547569" y="0"/>
                  <a:pt x="1381812" y="53409"/>
                  <a:pt x="1939693" y="420998"/>
                </a:cubicBezTo>
                <a:cubicBezTo>
                  <a:pt x="1957262" y="432508"/>
                  <a:pt x="1961441" y="443116"/>
                  <a:pt x="1955019" y="464313"/>
                </a:cubicBezTo>
                <a:cubicBezTo>
                  <a:pt x="1951943" y="474446"/>
                  <a:pt x="1778298" y="1033117"/>
                  <a:pt x="1778298" y="1033117"/>
                </a:cubicBezTo>
                <a:cubicBezTo>
                  <a:pt x="1771091" y="1054032"/>
                  <a:pt x="1758841" y="1055487"/>
                  <a:pt x="1743430" y="1055487"/>
                </a:cubicBezTo>
                <a:lnTo>
                  <a:pt x="30508" y="1055487"/>
                </a:lnTo>
                <a:cubicBezTo>
                  <a:pt x="12029" y="1055477"/>
                  <a:pt x="0" y="1039924"/>
                  <a:pt x="0" y="1022664"/>
                </a:cubicBezTo>
                <a:lnTo>
                  <a:pt x="10" y="35897"/>
                </a:lnTo>
                <a:cubicBezTo>
                  <a:pt x="10" y="13779"/>
                  <a:pt x="14195" y="3442"/>
                  <a:pt x="35981" y="2511"/>
                </a:cubicBezTo>
                <a:cubicBezTo>
                  <a:pt x="69431" y="1095"/>
                  <a:pt x="114354" y="0"/>
                  <a:pt x="168680" y="0"/>
                </a:cubicBezTo>
                <a:close/>
              </a:path>
            </a:pathLst>
          </a:custGeom>
          <a:solidFill>
            <a:schemeClr val="accent1"/>
          </a:solidFill>
        </p:spPr>
        <p:txBody>
          <a:bodyPr vert="horz" wrap="square" lIns="144000" tIns="1080000" rIns="0" bIns="0" rtlCol="0" anchor="b" anchorCtr="0">
            <a:noAutofit/>
          </a:bodyPr>
          <a:lstStyle>
            <a:lvl1pPr>
              <a:defRPr lang="fr-FR" sz="2400" b="1">
                <a:solidFill>
                  <a:schemeClr val="bg1"/>
                </a:solidFill>
                <a:latin typeface="+mj-lt"/>
                <a:ea typeface="+mj-ea"/>
                <a:cs typeface="+mj-cs"/>
              </a:defRPr>
            </a:lvl1pPr>
          </a:lstStyle>
          <a:p>
            <a:pPr lvl="0">
              <a:lnSpc>
                <a:spcPct val="90000"/>
              </a:lnSpc>
              <a:spcBef>
                <a:spcPct val="0"/>
              </a:spcBef>
            </a:pPr>
            <a:r>
              <a:rPr lang="fr-FR"/>
              <a:t>2025</a:t>
            </a:r>
          </a:p>
        </p:txBody>
      </p:sp>
      <p:sp>
        <p:nvSpPr>
          <p:cNvPr id="6" name="Titre 5">
            <a:extLst>
              <a:ext uri="{FF2B5EF4-FFF2-40B4-BE49-F238E27FC236}">
                <a16:creationId xmlns:a16="http://schemas.microsoft.com/office/drawing/2014/main" id="{2D53BE04-AD40-0413-DA1E-4B9555574F7C}"/>
              </a:ext>
            </a:extLst>
          </p:cNvPr>
          <p:cNvSpPr>
            <a:spLocks noGrp="1"/>
          </p:cNvSpPr>
          <p:nvPr>
            <p:ph type="title"/>
          </p:nvPr>
        </p:nvSpPr>
        <p:spPr>
          <a:xfrm>
            <a:off x="467833" y="460051"/>
            <a:ext cx="11308752" cy="332399"/>
          </a:xfrm>
        </p:spPr>
        <p:txBody>
          <a:bodyPr/>
          <a:lstStyle/>
          <a:p>
            <a:r>
              <a:rPr lang="fr-FR"/>
              <a:t>Modifiez le style du titre</a:t>
            </a:r>
          </a:p>
        </p:txBody>
      </p:sp>
    </p:spTree>
    <p:extLst>
      <p:ext uri="{BB962C8B-B14F-4D97-AF65-F5344CB8AC3E}">
        <p14:creationId xmlns:p14="http://schemas.microsoft.com/office/powerpoint/2010/main" val="42047072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Motrice debout filigrane &quot;merci&quot;">
    <p:spTree>
      <p:nvGrpSpPr>
        <p:cNvPr id="1" name=""/>
        <p:cNvGrpSpPr/>
        <p:nvPr/>
      </p:nvGrpSpPr>
      <p:grpSpPr>
        <a:xfrm>
          <a:off x="0" y="0"/>
          <a:ext cx="0" cy="0"/>
          <a:chOff x="0" y="0"/>
          <a:chExt cx="0" cy="0"/>
        </a:xfrm>
      </p:grpSpPr>
      <p:pic>
        <p:nvPicPr>
          <p:cNvPr id="3" name="Graphique 2">
            <a:extLst>
              <a:ext uri="{FF2B5EF4-FFF2-40B4-BE49-F238E27FC236}">
                <a16:creationId xmlns:a16="http://schemas.microsoft.com/office/drawing/2014/main" id="{CC1D0AD3-9538-4214-55DA-42F52D5BEB77}"/>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0" y="0"/>
            <a:ext cx="5899207" cy="6858000"/>
          </a:xfrm>
          <a:prstGeom prst="rect">
            <a:avLst/>
          </a:prstGeom>
        </p:spPr>
      </p:pic>
      <p:sp>
        <p:nvSpPr>
          <p:cNvPr id="7" name="Titre 6">
            <a:extLst>
              <a:ext uri="{FF2B5EF4-FFF2-40B4-BE49-F238E27FC236}">
                <a16:creationId xmlns:a16="http://schemas.microsoft.com/office/drawing/2014/main" id="{2CAEFB7B-E910-56DD-C5D9-F91E99595386}"/>
              </a:ext>
            </a:extLst>
          </p:cNvPr>
          <p:cNvSpPr>
            <a:spLocks noGrp="1"/>
          </p:cNvSpPr>
          <p:nvPr>
            <p:ph type="title" hasCustomPrompt="1"/>
          </p:nvPr>
        </p:nvSpPr>
        <p:spPr>
          <a:xfrm>
            <a:off x="618173" y="3787268"/>
            <a:ext cx="6239827" cy="2124299"/>
          </a:xfrm>
        </p:spPr>
        <p:txBody>
          <a:bodyPr/>
          <a:lstStyle>
            <a:lvl1pPr>
              <a:defRPr sz="15000">
                <a:solidFill>
                  <a:srgbClr val="003865"/>
                </a:solidFill>
              </a:defRPr>
            </a:lvl1pPr>
          </a:lstStyle>
          <a:p>
            <a:r>
              <a:rPr lang="fr-FR"/>
              <a:t>Merci</a:t>
            </a:r>
          </a:p>
        </p:txBody>
      </p:sp>
      <p:pic>
        <p:nvPicPr>
          <p:cNvPr id="2" name="Graphique 1">
            <a:extLst>
              <a:ext uri="{FF2B5EF4-FFF2-40B4-BE49-F238E27FC236}">
                <a16:creationId xmlns:a16="http://schemas.microsoft.com/office/drawing/2014/main" id="{3B528DD2-6EC9-F6BF-7100-7566FD889397}"/>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248935" y="6374422"/>
            <a:ext cx="550800" cy="288514"/>
          </a:xfrm>
          <a:prstGeom prst="rect">
            <a:avLst/>
          </a:prstGeom>
        </p:spPr>
      </p:pic>
      <p:sp>
        <p:nvSpPr>
          <p:cNvPr id="4" name="Text Box 25">
            <a:extLst>
              <a:ext uri="{FF2B5EF4-FFF2-40B4-BE49-F238E27FC236}">
                <a16:creationId xmlns:a16="http://schemas.microsoft.com/office/drawing/2014/main" id="{9E524A49-B470-250F-7365-B7C1DA1BB06D}"/>
              </a:ext>
            </a:extLst>
          </p:cNvPr>
          <p:cNvSpPr txBox="1">
            <a:spLocks noChangeArrowheads="1"/>
          </p:cNvSpPr>
          <p:nvPr userDrawn="1"/>
        </p:nvSpPr>
        <p:spPr bwMode="auto">
          <a:xfrm>
            <a:off x="3771226" y="6557577"/>
            <a:ext cx="4681068"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23" rtl="0" eaLnBrk="1" fontAlgn="base" latinLnBrk="0" hangingPunct="1">
              <a:lnSpc>
                <a:spcPct val="100000"/>
              </a:lnSpc>
              <a:spcBef>
                <a:spcPct val="0"/>
              </a:spcBef>
              <a:spcAft>
                <a:spcPct val="0"/>
              </a:spcAft>
              <a:buClrTx/>
              <a:buSzTx/>
              <a:buFontTx/>
              <a:buNone/>
              <a:tabLst/>
              <a:defRPr/>
            </a:pPr>
            <a:r>
              <a:rPr lang="fr-FR" sz="900" b="0">
                <a:solidFill>
                  <a:schemeClr val="tx1"/>
                </a:solidFill>
              </a:rPr>
              <a:t>DOCUMENT</a:t>
            </a:r>
            <a:r>
              <a:rPr lang="fr-FR" sz="900" b="0" baseline="0">
                <a:solidFill>
                  <a:schemeClr val="tx1"/>
                </a:solidFill>
              </a:rPr>
              <a:t> CONFIDENTIEL 2023 – page </a:t>
            </a:r>
            <a:fld id="{A1A6DFBC-6B76-4CF5-8DED-6C793B731C5F}" type="slidenum">
              <a:rPr lang="fr-FR" sz="900" b="0" baseline="0" smtClean="0">
                <a:solidFill>
                  <a:schemeClr val="tx1"/>
                </a:solidFill>
              </a:rPr>
              <a:t>‹N°›</a:t>
            </a:fld>
            <a:endParaRPr lang="fr-FR" sz="900" b="0">
              <a:solidFill>
                <a:schemeClr val="tx1"/>
              </a:solidFill>
            </a:endParaRPr>
          </a:p>
        </p:txBody>
      </p:sp>
      <p:pic>
        <p:nvPicPr>
          <p:cNvPr id="5" name="Image 4" descr="Une image contenant capture d’écran, Police, noir, Graphique&#10;&#10;Description générée automatiquement">
            <a:extLst>
              <a:ext uri="{FF2B5EF4-FFF2-40B4-BE49-F238E27FC236}">
                <a16:creationId xmlns:a16="http://schemas.microsoft.com/office/drawing/2014/main" id="{720DDC1C-F6B4-1867-43E5-8603E4070B05}"/>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467832" y="6500382"/>
            <a:ext cx="2101747" cy="181255"/>
          </a:xfrm>
          <a:prstGeom prst="rect">
            <a:avLst/>
          </a:prstGeom>
        </p:spPr>
      </p:pic>
    </p:spTree>
    <p:extLst>
      <p:ext uri="{BB962C8B-B14F-4D97-AF65-F5344CB8AC3E}">
        <p14:creationId xmlns:p14="http://schemas.microsoft.com/office/powerpoint/2010/main" val="164038831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Motrices aux couleurs de la charte">
    <p:spTree>
      <p:nvGrpSpPr>
        <p:cNvPr id="1" name=""/>
        <p:cNvGrpSpPr/>
        <p:nvPr/>
      </p:nvGrpSpPr>
      <p:grpSpPr>
        <a:xfrm>
          <a:off x="0" y="0"/>
          <a:ext cx="0" cy="0"/>
          <a:chOff x="0" y="0"/>
          <a:chExt cx="0" cy="0"/>
        </a:xfrm>
      </p:grpSpPr>
      <p:sp>
        <p:nvSpPr>
          <p:cNvPr id="8" name="Forme libre : forme 7">
            <a:extLst>
              <a:ext uri="{FF2B5EF4-FFF2-40B4-BE49-F238E27FC236}">
                <a16:creationId xmlns:a16="http://schemas.microsoft.com/office/drawing/2014/main" id="{6D4062F7-B7B9-9565-61B6-03A48AA7E098}"/>
              </a:ext>
            </a:extLst>
          </p:cNvPr>
          <p:cNvSpPr>
            <a:spLocks noChangeAspect="1"/>
          </p:cNvSpPr>
          <p:nvPr/>
        </p:nvSpPr>
        <p:spPr>
          <a:xfrm>
            <a:off x="3626843" y="2452551"/>
            <a:ext cx="1099871" cy="599363"/>
          </a:xfrm>
          <a:custGeom>
            <a:avLst/>
            <a:gdLst>
              <a:gd name="connsiteX0" fmla="*/ 22157 w 1099871"/>
              <a:gd name="connsiteY0" fmla="*/ 1536 h 599363"/>
              <a:gd name="connsiteX1" fmla="*/ 1941 w 1099871"/>
              <a:gd name="connsiteY1" fmla="*/ 20461 h 599363"/>
              <a:gd name="connsiteX2" fmla="*/ 1523 w 1099871"/>
              <a:gd name="connsiteY2" fmla="*/ 580239 h 599363"/>
              <a:gd name="connsiteX3" fmla="*/ 18636 w 1099871"/>
              <a:gd name="connsiteY3" fmla="*/ 598859 h 599363"/>
              <a:gd name="connsiteX4" fmla="*/ 980704 w 1099871"/>
              <a:gd name="connsiteY4" fmla="*/ 599531 h 599363"/>
              <a:gd name="connsiteX5" fmla="*/ 1000300 w 1099871"/>
              <a:gd name="connsiteY5" fmla="*/ 586851 h 599363"/>
              <a:gd name="connsiteX6" fmla="*/ 1099786 w 1099871"/>
              <a:gd name="connsiteY6" fmla="*/ 264249 h 599363"/>
              <a:gd name="connsiteX7" fmla="*/ 1091198 w 1099871"/>
              <a:gd name="connsiteY7" fmla="*/ 239675 h 599363"/>
              <a:gd name="connsiteX8" fmla="*/ 96690 w 1099871"/>
              <a:gd name="connsiteY8" fmla="*/ 168 h 599363"/>
              <a:gd name="connsiteX9" fmla="*/ 22157 w 1099871"/>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2157" y="1536"/>
                </a:moveTo>
                <a:cubicBezTo>
                  <a:pt x="9921" y="2056"/>
                  <a:pt x="1953" y="7908"/>
                  <a:pt x="1941" y="20461"/>
                </a:cubicBezTo>
                <a:lnTo>
                  <a:pt x="1523" y="580239"/>
                </a:lnTo>
                <a:cubicBezTo>
                  <a:pt x="1510" y="590030"/>
                  <a:pt x="8262" y="598859"/>
                  <a:pt x="18636" y="598859"/>
                </a:cubicBezTo>
                <a:lnTo>
                  <a:pt x="980704" y="599531"/>
                </a:lnTo>
                <a:cubicBezTo>
                  <a:pt x="989355" y="599531"/>
                  <a:pt x="996246" y="598720"/>
                  <a:pt x="1000300" y="586851"/>
                </a:cubicBezTo>
                <a:cubicBezTo>
                  <a:pt x="1000300" y="586851"/>
                  <a:pt x="1098063" y="270000"/>
                  <a:pt x="1099786" y="264249"/>
                </a:cubicBezTo>
                <a:cubicBezTo>
                  <a:pt x="1103409" y="252228"/>
                  <a:pt x="1101065" y="246211"/>
                  <a:pt x="1091198" y="239675"/>
                </a:cubicBezTo>
                <a:cubicBezTo>
                  <a:pt x="778020" y="30924"/>
                  <a:pt x="309494" y="308"/>
                  <a:pt x="96690" y="168"/>
                </a:cubicBezTo>
                <a:cubicBezTo>
                  <a:pt x="66175" y="143"/>
                  <a:pt x="40942" y="751"/>
                  <a:pt x="22157" y="1536"/>
                </a:cubicBezTo>
              </a:path>
            </a:pathLst>
          </a:custGeom>
          <a:solidFill>
            <a:srgbClr val="E5CF85"/>
          </a:solidFill>
          <a:ln w="12667" cap="flat">
            <a:noFill/>
            <a:prstDash val="solid"/>
            <a:miter/>
          </a:ln>
        </p:spPr>
        <p:txBody>
          <a:bodyPr rtlCol="0" anchor="ctr"/>
          <a:lstStyle/>
          <a:p>
            <a:endParaRPr lang="fr-FR"/>
          </a:p>
        </p:txBody>
      </p:sp>
      <p:sp>
        <p:nvSpPr>
          <p:cNvPr id="9" name="Forme libre : forme 8">
            <a:extLst>
              <a:ext uri="{FF2B5EF4-FFF2-40B4-BE49-F238E27FC236}">
                <a16:creationId xmlns:a16="http://schemas.microsoft.com/office/drawing/2014/main" id="{F0E4432F-D425-0CA4-4187-32E6D7ADB582}"/>
              </a:ext>
            </a:extLst>
          </p:cNvPr>
          <p:cNvSpPr>
            <a:spLocks noChangeAspect="1"/>
          </p:cNvSpPr>
          <p:nvPr/>
        </p:nvSpPr>
        <p:spPr>
          <a:xfrm>
            <a:off x="7054458" y="2452551"/>
            <a:ext cx="1099871" cy="599363"/>
          </a:xfrm>
          <a:custGeom>
            <a:avLst/>
            <a:gdLst>
              <a:gd name="connsiteX0" fmla="*/ 23661 w 1099871"/>
              <a:gd name="connsiteY0" fmla="*/ 1536 h 599363"/>
              <a:gd name="connsiteX1" fmla="*/ 3444 w 1099871"/>
              <a:gd name="connsiteY1" fmla="*/ 20461 h 599363"/>
              <a:gd name="connsiteX2" fmla="*/ 3026 w 1099871"/>
              <a:gd name="connsiteY2" fmla="*/ 580239 h 599363"/>
              <a:gd name="connsiteX3" fmla="*/ 20139 w 1099871"/>
              <a:gd name="connsiteY3" fmla="*/ 598859 h 599363"/>
              <a:gd name="connsiteX4" fmla="*/ 982207 w 1099871"/>
              <a:gd name="connsiteY4" fmla="*/ 599531 h 599363"/>
              <a:gd name="connsiteX5" fmla="*/ 1001803 w 1099871"/>
              <a:gd name="connsiteY5" fmla="*/ 586851 h 599363"/>
              <a:gd name="connsiteX6" fmla="*/ 1101289 w 1099871"/>
              <a:gd name="connsiteY6" fmla="*/ 264249 h 599363"/>
              <a:gd name="connsiteX7" fmla="*/ 1092701 w 1099871"/>
              <a:gd name="connsiteY7" fmla="*/ 239675 h 599363"/>
              <a:gd name="connsiteX8" fmla="*/ 98193 w 1099871"/>
              <a:gd name="connsiteY8" fmla="*/ 168 h 599363"/>
              <a:gd name="connsiteX9" fmla="*/ 23661 w 1099871"/>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3661" y="1536"/>
                </a:moveTo>
                <a:cubicBezTo>
                  <a:pt x="11424" y="2056"/>
                  <a:pt x="3457" y="7908"/>
                  <a:pt x="3444" y="20461"/>
                </a:cubicBezTo>
                <a:lnTo>
                  <a:pt x="3026" y="580239"/>
                </a:lnTo>
                <a:cubicBezTo>
                  <a:pt x="3013" y="590030"/>
                  <a:pt x="9765" y="598859"/>
                  <a:pt x="20139" y="598859"/>
                </a:cubicBezTo>
                <a:lnTo>
                  <a:pt x="982207" y="599531"/>
                </a:lnTo>
                <a:cubicBezTo>
                  <a:pt x="990859" y="599531"/>
                  <a:pt x="997749" y="598720"/>
                  <a:pt x="1001803" y="586851"/>
                </a:cubicBezTo>
                <a:cubicBezTo>
                  <a:pt x="1001803" y="586851"/>
                  <a:pt x="1099566" y="270000"/>
                  <a:pt x="1101289" y="264249"/>
                </a:cubicBezTo>
                <a:cubicBezTo>
                  <a:pt x="1104912" y="252228"/>
                  <a:pt x="1102569" y="246211"/>
                  <a:pt x="1092701" y="239675"/>
                </a:cubicBezTo>
                <a:cubicBezTo>
                  <a:pt x="779523" y="30924"/>
                  <a:pt x="310998" y="308"/>
                  <a:pt x="98193" y="168"/>
                </a:cubicBezTo>
                <a:cubicBezTo>
                  <a:pt x="67678" y="143"/>
                  <a:pt x="42446" y="751"/>
                  <a:pt x="23661" y="1536"/>
                </a:cubicBezTo>
              </a:path>
            </a:pathLst>
          </a:custGeom>
          <a:solidFill>
            <a:srgbClr val="EFBAE1"/>
          </a:solidFill>
          <a:ln w="12667" cap="flat">
            <a:noFill/>
            <a:prstDash val="solid"/>
            <a:miter/>
          </a:ln>
        </p:spPr>
        <p:txBody>
          <a:bodyPr rtlCol="0" anchor="ctr"/>
          <a:lstStyle/>
          <a:p>
            <a:endParaRPr lang="fr-FR"/>
          </a:p>
        </p:txBody>
      </p:sp>
      <p:sp>
        <p:nvSpPr>
          <p:cNvPr id="10" name="Forme libre : forme 9">
            <a:extLst>
              <a:ext uri="{FF2B5EF4-FFF2-40B4-BE49-F238E27FC236}">
                <a16:creationId xmlns:a16="http://schemas.microsoft.com/office/drawing/2014/main" id="{906CC872-9EEF-26BC-A933-423258C777F7}"/>
              </a:ext>
            </a:extLst>
          </p:cNvPr>
          <p:cNvSpPr>
            <a:spLocks noChangeAspect="1"/>
          </p:cNvSpPr>
          <p:nvPr/>
        </p:nvSpPr>
        <p:spPr>
          <a:xfrm>
            <a:off x="1781015" y="2452551"/>
            <a:ext cx="1099871" cy="599363"/>
          </a:xfrm>
          <a:custGeom>
            <a:avLst/>
            <a:gdLst>
              <a:gd name="connsiteX0" fmla="*/ 21348 w 1099871"/>
              <a:gd name="connsiteY0" fmla="*/ 1536 h 599363"/>
              <a:gd name="connsiteX1" fmla="*/ 1131 w 1099871"/>
              <a:gd name="connsiteY1" fmla="*/ 20461 h 599363"/>
              <a:gd name="connsiteX2" fmla="*/ 713 w 1099871"/>
              <a:gd name="connsiteY2" fmla="*/ 580239 h 599363"/>
              <a:gd name="connsiteX3" fmla="*/ 17826 w 1099871"/>
              <a:gd name="connsiteY3" fmla="*/ 598859 h 599363"/>
              <a:gd name="connsiteX4" fmla="*/ 979894 w 1099871"/>
              <a:gd name="connsiteY4" fmla="*/ 599531 h 599363"/>
              <a:gd name="connsiteX5" fmla="*/ 999490 w 1099871"/>
              <a:gd name="connsiteY5" fmla="*/ 586851 h 599363"/>
              <a:gd name="connsiteX6" fmla="*/ 1098976 w 1099871"/>
              <a:gd name="connsiteY6" fmla="*/ 264249 h 599363"/>
              <a:gd name="connsiteX7" fmla="*/ 1090388 w 1099871"/>
              <a:gd name="connsiteY7" fmla="*/ 239675 h 599363"/>
              <a:gd name="connsiteX8" fmla="*/ 95880 w 1099871"/>
              <a:gd name="connsiteY8" fmla="*/ 168 h 599363"/>
              <a:gd name="connsiteX9" fmla="*/ 21348 w 1099871"/>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1348" y="1536"/>
                </a:moveTo>
                <a:cubicBezTo>
                  <a:pt x="9111" y="2056"/>
                  <a:pt x="1144" y="7908"/>
                  <a:pt x="1131" y="20461"/>
                </a:cubicBezTo>
                <a:lnTo>
                  <a:pt x="713" y="580239"/>
                </a:lnTo>
                <a:cubicBezTo>
                  <a:pt x="701" y="590030"/>
                  <a:pt x="7452" y="598859"/>
                  <a:pt x="17826" y="598859"/>
                </a:cubicBezTo>
                <a:lnTo>
                  <a:pt x="979894" y="599531"/>
                </a:lnTo>
                <a:cubicBezTo>
                  <a:pt x="988546" y="599531"/>
                  <a:pt x="995437" y="598720"/>
                  <a:pt x="999490" y="586851"/>
                </a:cubicBezTo>
                <a:cubicBezTo>
                  <a:pt x="999490" y="586851"/>
                  <a:pt x="1097254" y="270000"/>
                  <a:pt x="1098976" y="264249"/>
                </a:cubicBezTo>
                <a:cubicBezTo>
                  <a:pt x="1102599" y="252228"/>
                  <a:pt x="1100256" y="246211"/>
                  <a:pt x="1090388" y="239675"/>
                </a:cubicBezTo>
                <a:cubicBezTo>
                  <a:pt x="777210" y="30924"/>
                  <a:pt x="308685" y="308"/>
                  <a:pt x="95880" y="168"/>
                </a:cubicBezTo>
                <a:cubicBezTo>
                  <a:pt x="65365" y="143"/>
                  <a:pt x="40133" y="751"/>
                  <a:pt x="21348" y="1536"/>
                </a:cubicBezTo>
              </a:path>
            </a:pathLst>
          </a:custGeom>
          <a:solidFill>
            <a:srgbClr val="D52B1E"/>
          </a:solidFill>
          <a:ln w="12667" cap="flat">
            <a:noFill/>
            <a:prstDash val="solid"/>
            <a:miter/>
          </a:ln>
        </p:spPr>
        <p:txBody>
          <a:bodyPr rtlCol="0" anchor="ctr"/>
          <a:lstStyle/>
          <a:p>
            <a:endParaRPr lang="fr-FR"/>
          </a:p>
        </p:txBody>
      </p:sp>
      <p:sp>
        <p:nvSpPr>
          <p:cNvPr id="11" name="Forme libre : forme 10">
            <a:extLst>
              <a:ext uri="{FF2B5EF4-FFF2-40B4-BE49-F238E27FC236}">
                <a16:creationId xmlns:a16="http://schemas.microsoft.com/office/drawing/2014/main" id="{D8C58A49-4810-2C2F-040D-1917AA501F6B}"/>
              </a:ext>
            </a:extLst>
          </p:cNvPr>
          <p:cNvSpPr>
            <a:spLocks noChangeAspect="1"/>
          </p:cNvSpPr>
          <p:nvPr/>
        </p:nvSpPr>
        <p:spPr>
          <a:xfrm>
            <a:off x="4769377" y="2452551"/>
            <a:ext cx="1099871" cy="599363"/>
          </a:xfrm>
          <a:custGeom>
            <a:avLst/>
            <a:gdLst>
              <a:gd name="connsiteX0" fmla="*/ 22658 w 1099871"/>
              <a:gd name="connsiteY0" fmla="*/ 1536 h 599363"/>
              <a:gd name="connsiteX1" fmla="*/ 2442 w 1099871"/>
              <a:gd name="connsiteY1" fmla="*/ 20461 h 599363"/>
              <a:gd name="connsiteX2" fmla="*/ 2024 w 1099871"/>
              <a:gd name="connsiteY2" fmla="*/ 580239 h 599363"/>
              <a:gd name="connsiteX3" fmla="*/ 19137 w 1099871"/>
              <a:gd name="connsiteY3" fmla="*/ 598859 h 599363"/>
              <a:gd name="connsiteX4" fmla="*/ 981205 w 1099871"/>
              <a:gd name="connsiteY4" fmla="*/ 599531 h 599363"/>
              <a:gd name="connsiteX5" fmla="*/ 1000801 w 1099871"/>
              <a:gd name="connsiteY5" fmla="*/ 586851 h 599363"/>
              <a:gd name="connsiteX6" fmla="*/ 1100287 w 1099871"/>
              <a:gd name="connsiteY6" fmla="*/ 264249 h 599363"/>
              <a:gd name="connsiteX7" fmla="*/ 1091699 w 1099871"/>
              <a:gd name="connsiteY7" fmla="*/ 239675 h 599363"/>
              <a:gd name="connsiteX8" fmla="*/ 97191 w 1099871"/>
              <a:gd name="connsiteY8" fmla="*/ 168 h 599363"/>
              <a:gd name="connsiteX9" fmla="*/ 22658 w 1099871"/>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2658" y="1536"/>
                </a:moveTo>
                <a:cubicBezTo>
                  <a:pt x="10422" y="2056"/>
                  <a:pt x="2455" y="7908"/>
                  <a:pt x="2442" y="20461"/>
                </a:cubicBezTo>
                <a:lnTo>
                  <a:pt x="2024" y="580239"/>
                </a:lnTo>
                <a:cubicBezTo>
                  <a:pt x="2011" y="590030"/>
                  <a:pt x="8763" y="598859"/>
                  <a:pt x="19137" y="598859"/>
                </a:cubicBezTo>
                <a:lnTo>
                  <a:pt x="981205" y="599531"/>
                </a:lnTo>
                <a:cubicBezTo>
                  <a:pt x="989856" y="599531"/>
                  <a:pt x="996747" y="598720"/>
                  <a:pt x="1000801" y="586851"/>
                </a:cubicBezTo>
                <a:cubicBezTo>
                  <a:pt x="1000801" y="586851"/>
                  <a:pt x="1098564" y="270000"/>
                  <a:pt x="1100287" y="264249"/>
                </a:cubicBezTo>
                <a:cubicBezTo>
                  <a:pt x="1103910" y="252228"/>
                  <a:pt x="1101566" y="246211"/>
                  <a:pt x="1091699" y="239675"/>
                </a:cubicBezTo>
                <a:cubicBezTo>
                  <a:pt x="778521" y="30924"/>
                  <a:pt x="309996" y="308"/>
                  <a:pt x="97191" y="168"/>
                </a:cubicBezTo>
                <a:cubicBezTo>
                  <a:pt x="66676" y="143"/>
                  <a:pt x="41443" y="751"/>
                  <a:pt x="22658" y="1536"/>
                </a:cubicBezTo>
              </a:path>
            </a:pathLst>
          </a:custGeom>
          <a:solidFill>
            <a:srgbClr val="F0BD9E"/>
          </a:solidFill>
          <a:ln w="12667" cap="flat">
            <a:noFill/>
            <a:prstDash val="solid"/>
            <a:miter/>
          </a:ln>
        </p:spPr>
        <p:txBody>
          <a:bodyPr rtlCol="0" anchor="ctr"/>
          <a:lstStyle/>
          <a:p>
            <a:endParaRPr lang="fr-FR"/>
          </a:p>
        </p:txBody>
      </p:sp>
      <p:sp>
        <p:nvSpPr>
          <p:cNvPr id="12" name="Forme libre : forme 11">
            <a:extLst>
              <a:ext uri="{FF2B5EF4-FFF2-40B4-BE49-F238E27FC236}">
                <a16:creationId xmlns:a16="http://schemas.microsoft.com/office/drawing/2014/main" id="{79269531-1BDD-F026-D11C-7C8544D24A13}"/>
              </a:ext>
            </a:extLst>
          </p:cNvPr>
          <p:cNvSpPr>
            <a:spLocks noChangeAspect="1"/>
          </p:cNvSpPr>
          <p:nvPr/>
        </p:nvSpPr>
        <p:spPr>
          <a:xfrm>
            <a:off x="8197005" y="2452551"/>
            <a:ext cx="1099871" cy="599363"/>
          </a:xfrm>
          <a:custGeom>
            <a:avLst/>
            <a:gdLst>
              <a:gd name="connsiteX0" fmla="*/ 24162 w 1099871"/>
              <a:gd name="connsiteY0" fmla="*/ 1536 h 599363"/>
              <a:gd name="connsiteX1" fmla="*/ 3945 w 1099871"/>
              <a:gd name="connsiteY1" fmla="*/ 20461 h 599363"/>
              <a:gd name="connsiteX2" fmla="*/ 3527 w 1099871"/>
              <a:gd name="connsiteY2" fmla="*/ 580239 h 599363"/>
              <a:gd name="connsiteX3" fmla="*/ 20640 w 1099871"/>
              <a:gd name="connsiteY3" fmla="*/ 598859 h 599363"/>
              <a:gd name="connsiteX4" fmla="*/ 982708 w 1099871"/>
              <a:gd name="connsiteY4" fmla="*/ 599531 h 599363"/>
              <a:gd name="connsiteX5" fmla="*/ 1002304 w 1099871"/>
              <a:gd name="connsiteY5" fmla="*/ 586851 h 599363"/>
              <a:gd name="connsiteX6" fmla="*/ 1101790 w 1099871"/>
              <a:gd name="connsiteY6" fmla="*/ 264249 h 599363"/>
              <a:gd name="connsiteX7" fmla="*/ 1093202 w 1099871"/>
              <a:gd name="connsiteY7" fmla="*/ 239675 h 599363"/>
              <a:gd name="connsiteX8" fmla="*/ 98694 w 1099871"/>
              <a:gd name="connsiteY8" fmla="*/ 168 h 599363"/>
              <a:gd name="connsiteX9" fmla="*/ 24162 w 1099871"/>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4162" y="1536"/>
                </a:moveTo>
                <a:cubicBezTo>
                  <a:pt x="11925" y="2056"/>
                  <a:pt x="3958" y="7908"/>
                  <a:pt x="3945" y="20461"/>
                </a:cubicBezTo>
                <a:lnTo>
                  <a:pt x="3527" y="580239"/>
                </a:lnTo>
                <a:cubicBezTo>
                  <a:pt x="3514" y="590030"/>
                  <a:pt x="10266" y="598859"/>
                  <a:pt x="20640" y="598859"/>
                </a:cubicBezTo>
                <a:lnTo>
                  <a:pt x="982708" y="599531"/>
                </a:lnTo>
                <a:cubicBezTo>
                  <a:pt x="991360" y="599531"/>
                  <a:pt x="998251" y="598720"/>
                  <a:pt x="1002304" y="586851"/>
                </a:cubicBezTo>
                <a:cubicBezTo>
                  <a:pt x="1002304" y="586851"/>
                  <a:pt x="1100068" y="270000"/>
                  <a:pt x="1101790" y="264249"/>
                </a:cubicBezTo>
                <a:cubicBezTo>
                  <a:pt x="1105413" y="252228"/>
                  <a:pt x="1103070" y="246211"/>
                  <a:pt x="1093202" y="239675"/>
                </a:cubicBezTo>
                <a:cubicBezTo>
                  <a:pt x="780024" y="30924"/>
                  <a:pt x="311499" y="308"/>
                  <a:pt x="98694" y="168"/>
                </a:cubicBezTo>
                <a:cubicBezTo>
                  <a:pt x="68179" y="143"/>
                  <a:pt x="42947" y="751"/>
                  <a:pt x="24162" y="1536"/>
                </a:cubicBezTo>
              </a:path>
            </a:pathLst>
          </a:custGeom>
          <a:solidFill>
            <a:srgbClr val="C7B2DE"/>
          </a:solidFill>
          <a:ln w="12667" cap="flat">
            <a:noFill/>
            <a:prstDash val="solid"/>
            <a:miter/>
          </a:ln>
        </p:spPr>
        <p:txBody>
          <a:bodyPr rtlCol="0" anchor="ctr"/>
          <a:lstStyle/>
          <a:p>
            <a:endParaRPr lang="fr-FR"/>
          </a:p>
        </p:txBody>
      </p:sp>
      <p:sp>
        <p:nvSpPr>
          <p:cNvPr id="13" name="Forme libre : forme 12">
            <a:extLst>
              <a:ext uri="{FF2B5EF4-FFF2-40B4-BE49-F238E27FC236}">
                <a16:creationId xmlns:a16="http://schemas.microsoft.com/office/drawing/2014/main" id="{A9994346-AFC0-FD6D-2E78-9154580ADE25}"/>
              </a:ext>
            </a:extLst>
          </p:cNvPr>
          <p:cNvSpPr>
            <a:spLocks noChangeAspect="1"/>
          </p:cNvSpPr>
          <p:nvPr/>
        </p:nvSpPr>
        <p:spPr>
          <a:xfrm>
            <a:off x="5911924" y="2452551"/>
            <a:ext cx="1099876" cy="599363"/>
          </a:xfrm>
          <a:custGeom>
            <a:avLst/>
            <a:gdLst>
              <a:gd name="connsiteX0" fmla="*/ 23159 w 1099876"/>
              <a:gd name="connsiteY0" fmla="*/ 1536 h 599363"/>
              <a:gd name="connsiteX1" fmla="*/ 2943 w 1099876"/>
              <a:gd name="connsiteY1" fmla="*/ 20461 h 599363"/>
              <a:gd name="connsiteX2" fmla="*/ 2525 w 1099876"/>
              <a:gd name="connsiteY2" fmla="*/ 580239 h 599363"/>
              <a:gd name="connsiteX3" fmla="*/ 19638 w 1099876"/>
              <a:gd name="connsiteY3" fmla="*/ 598859 h 599363"/>
              <a:gd name="connsiteX4" fmla="*/ 981706 w 1099876"/>
              <a:gd name="connsiteY4" fmla="*/ 599531 h 599363"/>
              <a:gd name="connsiteX5" fmla="*/ 1001302 w 1099876"/>
              <a:gd name="connsiteY5" fmla="*/ 586851 h 599363"/>
              <a:gd name="connsiteX6" fmla="*/ 1100801 w 1099876"/>
              <a:gd name="connsiteY6" fmla="*/ 264249 h 599363"/>
              <a:gd name="connsiteX7" fmla="*/ 1092200 w 1099876"/>
              <a:gd name="connsiteY7" fmla="*/ 239675 h 599363"/>
              <a:gd name="connsiteX8" fmla="*/ 97692 w 1099876"/>
              <a:gd name="connsiteY8" fmla="*/ 168 h 599363"/>
              <a:gd name="connsiteX9" fmla="*/ 23159 w 1099876"/>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6" h="599363">
                <a:moveTo>
                  <a:pt x="23159" y="1536"/>
                </a:moveTo>
                <a:cubicBezTo>
                  <a:pt x="10923" y="2056"/>
                  <a:pt x="2956" y="7908"/>
                  <a:pt x="2943" y="20461"/>
                </a:cubicBezTo>
                <a:lnTo>
                  <a:pt x="2525" y="580239"/>
                </a:lnTo>
                <a:cubicBezTo>
                  <a:pt x="2512" y="590030"/>
                  <a:pt x="9264" y="598859"/>
                  <a:pt x="19638" y="598859"/>
                </a:cubicBezTo>
                <a:lnTo>
                  <a:pt x="981706" y="599531"/>
                </a:lnTo>
                <a:cubicBezTo>
                  <a:pt x="990358" y="599531"/>
                  <a:pt x="997248" y="598720"/>
                  <a:pt x="1001302" y="586851"/>
                </a:cubicBezTo>
                <a:cubicBezTo>
                  <a:pt x="1001302" y="586851"/>
                  <a:pt x="1099065" y="270000"/>
                  <a:pt x="1100801" y="264249"/>
                </a:cubicBezTo>
                <a:cubicBezTo>
                  <a:pt x="1104411" y="252228"/>
                  <a:pt x="1102067" y="246211"/>
                  <a:pt x="1092200" y="239675"/>
                </a:cubicBezTo>
                <a:cubicBezTo>
                  <a:pt x="779022" y="30924"/>
                  <a:pt x="310497" y="308"/>
                  <a:pt x="97692" y="168"/>
                </a:cubicBezTo>
                <a:cubicBezTo>
                  <a:pt x="67177" y="143"/>
                  <a:pt x="41945" y="751"/>
                  <a:pt x="23159" y="1536"/>
                </a:cubicBezTo>
              </a:path>
            </a:pathLst>
          </a:custGeom>
          <a:solidFill>
            <a:srgbClr val="F8C1B8"/>
          </a:solidFill>
          <a:ln w="12667" cap="flat">
            <a:noFill/>
            <a:prstDash val="solid"/>
            <a:miter/>
          </a:ln>
        </p:spPr>
        <p:txBody>
          <a:bodyPr rtlCol="0" anchor="ctr"/>
          <a:lstStyle/>
          <a:p>
            <a:endParaRPr lang="fr-FR"/>
          </a:p>
        </p:txBody>
      </p:sp>
      <p:sp>
        <p:nvSpPr>
          <p:cNvPr id="14" name="Forme libre : forme 13">
            <a:extLst>
              <a:ext uri="{FF2B5EF4-FFF2-40B4-BE49-F238E27FC236}">
                <a16:creationId xmlns:a16="http://schemas.microsoft.com/office/drawing/2014/main" id="{EDB0E2F7-5AD1-735B-505B-45B6606DA814}"/>
              </a:ext>
            </a:extLst>
          </p:cNvPr>
          <p:cNvSpPr>
            <a:spLocks noChangeAspect="1"/>
          </p:cNvSpPr>
          <p:nvPr/>
        </p:nvSpPr>
        <p:spPr>
          <a:xfrm>
            <a:off x="641632" y="2455705"/>
            <a:ext cx="1093563" cy="593042"/>
          </a:xfrm>
          <a:custGeom>
            <a:avLst/>
            <a:gdLst>
              <a:gd name="connsiteX0" fmla="*/ 17819 w 1093563"/>
              <a:gd name="connsiteY0" fmla="*/ 1536 h 593042"/>
              <a:gd name="connsiteX1" fmla="*/ 630 w 1093563"/>
              <a:gd name="connsiteY1" fmla="*/ 17306 h 593042"/>
              <a:gd name="connsiteX2" fmla="*/ 212 w 1093563"/>
              <a:gd name="connsiteY2" fmla="*/ 577084 h 593042"/>
              <a:gd name="connsiteX3" fmla="*/ 4101 w 1093563"/>
              <a:gd name="connsiteY3" fmla="*/ 587991 h 593042"/>
              <a:gd name="connsiteX4" fmla="*/ 14171 w 1093563"/>
              <a:gd name="connsiteY4" fmla="*/ 592538 h 593042"/>
              <a:gd name="connsiteX5" fmla="*/ 976252 w 1093563"/>
              <a:gd name="connsiteY5" fmla="*/ 593209 h 593042"/>
              <a:gd name="connsiteX6" fmla="*/ 992845 w 1093563"/>
              <a:gd name="connsiteY6" fmla="*/ 582671 h 593042"/>
              <a:gd name="connsiteX7" fmla="*/ 1092294 w 1093563"/>
              <a:gd name="connsiteY7" fmla="*/ 260183 h 593042"/>
              <a:gd name="connsiteX8" fmla="*/ 1084998 w 1093563"/>
              <a:gd name="connsiteY8" fmla="*/ 239155 h 593042"/>
              <a:gd name="connsiteX9" fmla="*/ 92212 w 1093563"/>
              <a:gd name="connsiteY9" fmla="*/ 168 h 593042"/>
              <a:gd name="connsiteX10" fmla="*/ 17819 w 1093563"/>
              <a:gd name="connsiteY10" fmla="*/ 1536 h 59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93563" h="593042">
                <a:moveTo>
                  <a:pt x="17819" y="1536"/>
                </a:moveTo>
                <a:cubicBezTo>
                  <a:pt x="6419" y="2017"/>
                  <a:pt x="643" y="7325"/>
                  <a:pt x="630" y="17306"/>
                </a:cubicBezTo>
                <a:lnTo>
                  <a:pt x="212" y="577084"/>
                </a:lnTo>
                <a:cubicBezTo>
                  <a:pt x="212" y="581163"/>
                  <a:pt x="1631" y="585141"/>
                  <a:pt x="4101" y="587991"/>
                </a:cubicBezTo>
                <a:cubicBezTo>
                  <a:pt x="5912" y="590055"/>
                  <a:pt x="9117" y="592538"/>
                  <a:pt x="14171" y="592538"/>
                </a:cubicBezTo>
                <a:lnTo>
                  <a:pt x="976252" y="593209"/>
                </a:lnTo>
                <a:cubicBezTo>
                  <a:pt x="984295" y="593209"/>
                  <a:pt x="989413" y="592703"/>
                  <a:pt x="992845" y="582671"/>
                </a:cubicBezTo>
                <a:cubicBezTo>
                  <a:pt x="993795" y="579592"/>
                  <a:pt x="1090596" y="265845"/>
                  <a:pt x="1092294" y="260183"/>
                </a:cubicBezTo>
                <a:cubicBezTo>
                  <a:pt x="1095448" y="249707"/>
                  <a:pt x="1093814" y="244995"/>
                  <a:pt x="1084998" y="239155"/>
                </a:cubicBezTo>
                <a:cubicBezTo>
                  <a:pt x="977379" y="167422"/>
                  <a:pt x="665240" y="561"/>
                  <a:pt x="92212" y="168"/>
                </a:cubicBezTo>
                <a:cubicBezTo>
                  <a:pt x="58189" y="143"/>
                  <a:pt x="32969" y="903"/>
                  <a:pt x="17819" y="1536"/>
                </a:cubicBezTo>
              </a:path>
            </a:pathLst>
          </a:custGeom>
          <a:solidFill>
            <a:srgbClr val="FFFFFF"/>
          </a:solidFill>
          <a:ln w="6333" cap="flat">
            <a:solidFill>
              <a:srgbClr val="000000"/>
            </a:solid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266C8073-518A-496B-8D41-C7689BC9A67A}"/>
              </a:ext>
            </a:extLst>
          </p:cNvPr>
          <p:cNvSpPr>
            <a:spLocks noChangeAspect="1"/>
          </p:cNvSpPr>
          <p:nvPr/>
        </p:nvSpPr>
        <p:spPr>
          <a:xfrm>
            <a:off x="3626843" y="3092828"/>
            <a:ext cx="1099871" cy="599363"/>
          </a:xfrm>
          <a:custGeom>
            <a:avLst/>
            <a:gdLst>
              <a:gd name="connsiteX0" fmla="*/ 22157 w 1099871"/>
              <a:gd name="connsiteY0" fmla="*/ 1817 h 599363"/>
              <a:gd name="connsiteX1" fmla="*/ 1941 w 1099871"/>
              <a:gd name="connsiteY1" fmla="*/ 20742 h 599363"/>
              <a:gd name="connsiteX2" fmla="*/ 1523 w 1099871"/>
              <a:gd name="connsiteY2" fmla="*/ 580520 h 599363"/>
              <a:gd name="connsiteX3" fmla="*/ 18636 w 1099871"/>
              <a:gd name="connsiteY3" fmla="*/ 599140 h 599363"/>
              <a:gd name="connsiteX4" fmla="*/ 980704 w 1099871"/>
              <a:gd name="connsiteY4" fmla="*/ 599811 h 599363"/>
              <a:gd name="connsiteX5" fmla="*/ 1000300 w 1099871"/>
              <a:gd name="connsiteY5" fmla="*/ 587132 h 599363"/>
              <a:gd name="connsiteX6" fmla="*/ 1099786 w 1099871"/>
              <a:gd name="connsiteY6" fmla="*/ 264530 h 599363"/>
              <a:gd name="connsiteX7" fmla="*/ 1091198 w 1099871"/>
              <a:gd name="connsiteY7" fmla="*/ 239956 h 599363"/>
              <a:gd name="connsiteX8" fmla="*/ 96690 w 1099871"/>
              <a:gd name="connsiteY8" fmla="*/ 449 h 599363"/>
              <a:gd name="connsiteX9" fmla="*/ 22157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2157" y="1817"/>
                </a:moveTo>
                <a:cubicBezTo>
                  <a:pt x="9921" y="2337"/>
                  <a:pt x="1953" y="8189"/>
                  <a:pt x="1941" y="20742"/>
                </a:cubicBezTo>
                <a:lnTo>
                  <a:pt x="1523" y="580520"/>
                </a:lnTo>
                <a:cubicBezTo>
                  <a:pt x="1510" y="590311"/>
                  <a:pt x="8262" y="599140"/>
                  <a:pt x="18636" y="599140"/>
                </a:cubicBezTo>
                <a:lnTo>
                  <a:pt x="980704" y="599811"/>
                </a:lnTo>
                <a:cubicBezTo>
                  <a:pt x="989355" y="599811"/>
                  <a:pt x="996246" y="598988"/>
                  <a:pt x="1000300" y="587132"/>
                </a:cubicBezTo>
                <a:cubicBezTo>
                  <a:pt x="1000300" y="587132"/>
                  <a:pt x="1098063" y="270281"/>
                  <a:pt x="1099786" y="264530"/>
                </a:cubicBezTo>
                <a:cubicBezTo>
                  <a:pt x="1103409" y="252509"/>
                  <a:pt x="1101065" y="246492"/>
                  <a:pt x="1091198" y="239956"/>
                </a:cubicBezTo>
                <a:cubicBezTo>
                  <a:pt x="778020" y="31205"/>
                  <a:pt x="309494" y="588"/>
                  <a:pt x="96690" y="449"/>
                </a:cubicBezTo>
                <a:cubicBezTo>
                  <a:pt x="66175" y="424"/>
                  <a:pt x="40942" y="1032"/>
                  <a:pt x="22157" y="1817"/>
                </a:cubicBezTo>
              </a:path>
            </a:pathLst>
          </a:custGeom>
          <a:solidFill>
            <a:srgbClr val="DAAA00"/>
          </a:solidFill>
          <a:ln w="12667"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2AD4E2CA-CD8E-CFE8-6FD9-878FC73D6EEC}"/>
              </a:ext>
            </a:extLst>
          </p:cNvPr>
          <p:cNvSpPr>
            <a:spLocks noChangeAspect="1"/>
          </p:cNvSpPr>
          <p:nvPr/>
        </p:nvSpPr>
        <p:spPr>
          <a:xfrm>
            <a:off x="7054458" y="3092828"/>
            <a:ext cx="1099871" cy="599363"/>
          </a:xfrm>
          <a:custGeom>
            <a:avLst/>
            <a:gdLst>
              <a:gd name="connsiteX0" fmla="*/ 23661 w 1099871"/>
              <a:gd name="connsiteY0" fmla="*/ 1817 h 599363"/>
              <a:gd name="connsiteX1" fmla="*/ 3444 w 1099871"/>
              <a:gd name="connsiteY1" fmla="*/ 20742 h 599363"/>
              <a:gd name="connsiteX2" fmla="*/ 3026 w 1099871"/>
              <a:gd name="connsiteY2" fmla="*/ 580520 h 599363"/>
              <a:gd name="connsiteX3" fmla="*/ 20139 w 1099871"/>
              <a:gd name="connsiteY3" fmla="*/ 599140 h 599363"/>
              <a:gd name="connsiteX4" fmla="*/ 982207 w 1099871"/>
              <a:gd name="connsiteY4" fmla="*/ 599811 h 599363"/>
              <a:gd name="connsiteX5" fmla="*/ 1001803 w 1099871"/>
              <a:gd name="connsiteY5" fmla="*/ 587132 h 599363"/>
              <a:gd name="connsiteX6" fmla="*/ 1101289 w 1099871"/>
              <a:gd name="connsiteY6" fmla="*/ 264530 h 599363"/>
              <a:gd name="connsiteX7" fmla="*/ 1092701 w 1099871"/>
              <a:gd name="connsiteY7" fmla="*/ 239956 h 599363"/>
              <a:gd name="connsiteX8" fmla="*/ 98193 w 1099871"/>
              <a:gd name="connsiteY8" fmla="*/ 449 h 599363"/>
              <a:gd name="connsiteX9" fmla="*/ 23661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3661" y="1817"/>
                </a:moveTo>
                <a:cubicBezTo>
                  <a:pt x="11424" y="2337"/>
                  <a:pt x="3457" y="8189"/>
                  <a:pt x="3444" y="20742"/>
                </a:cubicBezTo>
                <a:lnTo>
                  <a:pt x="3026" y="580520"/>
                </a:lnTo>
                <a:cubicBezTo>
                  <a:pt x="3013" y="590311"/>
                  <a:pt x="9765" y="599140"/>
                  <a:pt x="20139" y="599140"/>
                </a:cubicBezTo>
                <a:lnTo>
                  <a:pt x="982207" y="599811"/>
                </a:lnTo>
                <a:cubicBezTo>
                  <a:pt x="990859" y="599811"/>
                  <a:pt x="997749" y="598988"/>
                  <a:pt x="1001803" y="587132"/>
                </a:cubicBezTo>
                <a:cubicBezTo>
                  <a:pt x="1001803" y="587132"/>
                  <a:pt x="1099566" y="270281"/>
                  <a:pt x="1101289" y="264530"/>
                </a:cubicBezTo>
                <a:cubicBezTo>
                  <a:pt x="1104912" y="252509"/>
                  <a:pt x="1102569" y="246492"/>
                  <a:pt x="1092701" y="239956"/>
                </a:cubicBezTo>
                <a:cubicBezTo>
                  <a:pt x="779523" y="31205"/>
                  <a:pt x="310998" y="588"/>
                  <a:pt x="98193" y="449"/>
                </a:cubicBezTo>
                <a:cubicBezTo>
                  <a:pt x="67678" y="424"/>
                  <a:pt x="42446" y="1032"/>
                  <a:pt x="23661" y="1817"/>
                </a:cubicBezTo>
              </a:path>
            </a:pathLst>
          </a:custGeom>
          <a:solidFill>
            <a:srgbClr val="EC86D0"/>
          </a:solidFill>
          <a:ln w="12667" cap="flat">
            <a:noFill/>
            <a:prstDash val="solid"/>
            <a:miter/>
          </a:ln>
        </p:spPr>
        <p:txBody>
          <a:bodyPr rtlCol="0" anchor="ctr"/>
          <a:lstStyle/>
          <a:p>
            <a:endParaRPr lang="fr-FR"/>
          </a:p>
        </p:txBody>
      </p:sp>
      <p:sp>
        <p:nvSpPr>
          <p:cNvPr id="17" name="Forme libre : forme 16">
            <a:extLst>
              <a:ext uri="{FF2B5EF4-FFF2-40B4-BE49-F238E27FC236}">
                <a16:creationId xmlns:a16="http://schemas.microsoft.com/office/drawing/2014/main" id="{7E8ADF35-29A6-616E-28D0-3103AD799DBE}"/>
              </a:ext>
            </a:extLst>
          </p:cNvPr>
          <p:cNvSpPr>
            <a:spLocks noChangeAspect="1"/>
          </p:cNvSpPr>
          <p:nvPr/>
        </p:nvSpPr>
        <p:spPr>
          <a:xfrm>
            <a:off x="1781015" y="3092828"/>
            <a:ext cx="1099871" cy="599363"/>
          </a:xfrm>
          <a:custGeom>
            <a:avLst/>
            <a:gdLst>
              <a:gd name="connsiteX0" fmla="*/ 21348 w 1099871"/>
              <a:gd name="connsiteY0" fmla="*/ 1817 h 599363"/>
              <a:gd name="connsiteX1" fmla="*/ 1131 w 1099871"/>
              <a:gd name="connsiteY1" fmla="*/ 20742 h 599363"/>
              <a:gd name="connsiteX2" fmla="*/ 713 w 1099871"/>
              <a:gd name="connsiteY2" fmla="*/ 580520 h 599363"/>
              <a:gd name="connsiteX3" fmla="*/ 17826 w 1099871"/>
              <a:gd name="connsiteY3" fmla="*/ 599140 h 599363"/>
              <a:gd name="connsiteX4" fmla="*/ 979894 w 1099871"/>
              <a:gd name="connsiteY4" fmla="*/ 599811 h 599363"/>
              <a:gd name="connsiteX5" fmla="*/ 999490 w 1099871"/>
              <a:gd name="connsiteY5" fmla="*/ 587132 h 599363"/>
              <a:gd name="connsiteX6" fmla="*/ 1098976 w 1099871"/>
              <a:gd name="connsiteY6" fmla="*/ 264530 h 599363"/>
              <a:gd name="connsiteX7" fmla="*/ 1090388 w 1099871"/>
              <a:gd name="connsiteY7" fmla="*/ 239956 h 599363"/>
              <a:gd name="connsiteX8" fmla="*/ 95880 w 1099871"/>
              <a:gd name="connsiteY8" fmla="*/ 449 h 599363"/>
              <a:gd name="connsiteX9" fmla="*/ 21348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1348" y="1817"/>
                </a:moveTo>
                <a:cubicBezTo>
                  <a:pt x="9111" y="2337"/>
                  <a:pt x="1144" y="8189"/>
                  <a:pt x="1131" y="20742"/>
                </a:cubicBezTo>
                <a:lnTo>
                  <a:pt x="713" y="580520"/>
                </a:lnTo>
                <a:cubicBezTo>
                  <a:pt x="701" y="590311"/>
                  <a:pt x="7452" y="599140"/>
                  <a:pt x="17826" y="599140"/>
                </a:cubicBezTo>
                <a:lnTo>
                  <a:pt x="979894" y="599811"/>
                </a:lnTo>
                <a:cubicBezTo>
                  <a:pt x="988546" y="599811"/>
                  <a:pt x="995437" y="598988"/>
                  <a:pt x="999490" y="587132"/>
                </a:cubicBezTo>
                <a:cubicBezTo>
                  <a:pt x="999490" y="587132"/>
                  <a:pt x="1097254" y="270281"/>
                  <a:pt x="1098976" y="264530"/>
                </a:cubicBezTo>
                <a:cubicBezTo>
                  <a:pt x="1102599" y="252509"/>
                  <a:pt x="1100256" y="246492"/>
                  <a:pt x="1090388" y="239956"/>
                </a:cubicBezTo>
                <a:cubicBezTo>
                  <a:pt x="777210" y="31205"/>
                  <a:pt x="308685" y="588"/>
                  <a:pt x="95880" y="449"/>
                </a:cubicBezTo>
                <a:cubicBezTo>
                  <a:pt x="65365" y="424"/>
                  <a:pt x="40133" y="1032"/>
                  <a:pt x="21348" y="1817"/>
                </a:cubicBezTo>
              </a:path>
            </a:pathLst>
          </a:custGeom>
          <a:solidFill>
            <a:srgbClr val="0088CE"/>
          </a:solidFill>
          <a:ln w="12667"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54460BAC-CE5F-91C6-FD48-E3C02DFB360C}"/>
              </a:ext>
            </a:extLst>
          </p:cNvPr>
          <p:cNvSpPr>
            <a:spLocks noChangeAspect="1"/>
          </p:cNvSpPr>
          <p:nvPr/>
        </p:nvSpPr>
        <p:spPr>
          <a:xfrm>
            <a:off x="4769377" y="3092828"/>
            <a:ext cx="1099871" cy="599363"/>
          </a:xfrm>
          <a:custGeom>
            <a:avLst/>
            <a:gdLst>
              <a:gd name="connsiteX0" fmla="*/ 22658 w 1099871"/>
              <a:gd name="connsiteY0" fmla="*/ 1817 h 599363"/>
              <a:gd name="connsiteX1" fmla="*/ 2442 w 1099871"/>
              <a:gd name="connsiteY1" fmla="*/ 20742 h 599363"/>
              <a:gd name="connsiteX2" fmla="*/ 2024 w 1099871"/>
              <a:gd name="connsiteY2" fmla="*/ 580520 h 599363"/>
              <a:gd name="connsiteX3" fmla="*/ 19137 w 1099871"/>
              <a:gd name="connsiteY3" fmla="*/ 599140 h 599363"/>
              <a:gd name="connsiteX4" fmla="*/ 981205 w 1099871"/>
              <a:gd name="connsiteY4" fmla="*/ 599811 h 599363"/>
              <a:gd name="connsiteX5" fmla="*/ 1000801 w 1099871"/>
              <a:gd name="connsiteY5" fmla="*/ 587132 h 599363"/>
              <a:gd name="connsiteX6" fmla="*/ 1100287 w 1099871"/>
              <a:gd name="connsiteY6" fmla="*/ 264530 h 599363"/>
              <a:gd name="connsiteX7" fmla="*/ 1091699 w 1099871"/>
              <a:gd name="connsiteY7" fmla="*/ 239956 h 599363"/>
              <a:gd name="connsiteX8" fmla="*/ 97191 w 1099871"/>
              <a:gd name="connsiteY8" fmla="*/ 449 h 599363"/>
              <a:gd name="connsiteX9" fmla="*/ 22658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2658" y="1817"/>
                </a:moveTo>
                <a:cubicBezTo>
                  <a:pt x="10422" y="2337"/>
                  <a:pt x="2455" y="8189"/>
                  <a:pt x="2442" y="20742"/>
                </a:cubicBezTo>
                <a:lnTo>
                  <a:pt x="2024" y="580520"/>
                </a:lnTo>
                <a:cubicBezTo>
                  <a:pt x="2011" y="590311"/>
                  <a:pt x="8763" y="599140"/>
                  <a:pt x="19137" y="599140"/>
                </a:cubicBezTo>
                <a:lnTo>
                  <a:pt x="981205" y="599811"/>
                </a:lnTo>
                <a:cubicBezTo>
                  <a:pt x="989856" y="599811"/>
                  <a:pt x="996747" y="598988"/>
                  <a:pt x="1000801" y="587132"/>
                </a:cubicBezTo>
                <a:cubicBezTo>
                  <a:pt x="1000801" y="587132"/>
                  <a:pt x="1098564" y="270281"/>
                  <a:pt x="1100287" y="264530"/>
                </a:cubicBezTo>
                <a:cubicBezTo>
                  <a:pt x="1103910" y="252509"/>
                  <a:pt x="1101566" y="246492"/>
                  <a:pt x="1091699" y="239956"/>
                </a:cubicBezTo>
                <a:cubicBezTo>
                  <a:pt x="778521" y="31205"/>
                  <a:pt x="309996" y="588"/>
                  <a:pt x="97191" y="449"/>
                </a:cubicBezTo>
                <a:cubicBezTo>
                  <a:pt x="66676" y="424"/>
                  <a:pt x="41443" y="1032"/>
                  <a:pt x="22658" y="1817"/>
                </a:cubicBezTo>
              </a:path>
            </a:pathLst>
          </a:custGeom>
          <a:solidFill>
            <a:srgbClr val="DC582A"/>
          </a:solidFill>
          <a:ln w="12667"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95EBA4CB-C23C-04D8-E2CC-2C4C541B5CF2}"/>
              </a:ext>
            </a:extLst>
          </p:cNvPr>
          <p:cNvSpPr>
            <a:spLocks noChangeAspect="1"/>
          </p:cNvSpPr>
          <p:nvPr/>
        </p:nvSpPr>
        <p:spPr>
          <a:xfrm>
            <a:off x="8197005" y="3092828"/>
            <a:ext cx="1099871" cy="599363"/>
          </a:xfrm>
          <a:custGeom>
            <a:avLst/>
            <a:gdLst>
              <a:gd name="connsiteX0" fmla="*/ 24162 w 1099871"/>
              <a:gd name="connsiteY0" fmla="*/ 1817 h 599363"/>
              <a:gd name="connsiteX1" fmla="*/ 3945 w 1099871"/>
              <a:gd name="connsiteY1" fmla="*/ 20742 h 599363"/>
              <a:gd name="connsiteX2" fmla="*/ 3527 w 1099871"/>
              <a:gd name="connsiteY2" fmla="*/ 580520 h 599363"/>
              <a:gd name="connsiteX3" fmla="*/ 20640 w 1099871"/>
              <a:gd name="connsiteY3" fmla="*/ 599140 h 599363"/>
              <a:gd name="connsiteX4" fmla="*/ 982708 w 1099871"/>
              <a:gd name="connsiteY4" fmla="*/ 599811 h 599363"/>
              <a:gd name="connsiteX5" fmla="*/ 1002304 w 1099871"/>
              <a:gd name="connsiteY5" fmla="*/ 587132 h 599363"/>
              <a:gd name="connsiteX6" fmla="*/ 1101790 w 1099871"/>
              <a:gd name="connsiteY6" fmla="*/ 264530 h 599363"/>
              <a:gd name="connsiteX7" fmla="*/ 1093202 w 1099871"/>
              <a:gd name="connsiteY7" fmla="*/ 239956 h 599363"/>
              <a:gd name="connsiteX8" fmla="*/ 98694 w 1099871"/>
              <a:gd name="connsiteY8" fmla="*/ 449 h 599363"/>
              <a:gd name="connsiteX9" fmla="*/ 24162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4162" y="1817"/>
                </a:moveTo>
                <a:cubicBezTo>
                  <a:pt x="11925" y="2337"/>
                  <a:pt x="3958" y="8189"/>
                  <a:pt x="3945" y="20742"/>
                </a:cubicBezTo>
                <a:lnTo>
                  <a:pt x="3527" y="580520"/>
                </a:lnTo>
                <a:cubicBezTo>
                  <a:pt x="3514" y="590311"/>
                  <a:pt x="10266" y="599140"/>
                  <a:pt x="20640" y="599140"/>
                </a:cubicBezTo>
                <a:lnTo>
                  <a:pt x="982708" y="599811"/>
                </a:lnTo>
                <a:cubicBezTo>
                  <a:pt x="991360" y="599811"/>
                  <a:pt x="998251" y="598988"/>
                  <a:pt x="1002304" y="587132"/>
                </a:cubicBezTo>
                <a:cubicBezTo>
                  <a:pt x="1002304" y="587132"/>
                  <a:pt x="1100068" y="270281"/>
                  <a:pt x="1101790" y="264530"/>
                </a:cubicBezTo>
                <a:cubicBezTo>
                  <a:pt x="1105413" y="252509"/>
                  <a:pt x="1103070" y="246492"/>
                  <a:pt x="1093202" y="239956"/>
                </a:cubicBezTo>
                <a:cubicBezTo>
                  <a:pt x="780024" y="31205"/>
                  <a:pt x="311499" y="588"/>
                  <a:pt x="98694" y="449"/>
                </a:cubicBezTo>
                <a:cubicBezTo>
                  <a:pt x="68179" y="424"/>
                  <a:pt x="42947" y="1032"/>
                  <a:pt x="24162" y="1817"/>
                </a:cubicBezTo>
              </a:path>
            </a:pathLst>
          </a:custGeom>
          <a:solidFill>
            <a:srgbClr val="8374D1"/>
          </a:solidFill>
          <a:ln w="12667"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F70CD01E-EB38-A716-7D43-7E610D99CD22}"/>
              </a:ext>
            </a:extLst>
          </p:cNvPr>
          <p:cNvSpPr>
            <a:spLocks noChangeAspect="1"/>
          </p:cNvSpPr>
          <p:nvPr/>
        </p:nvSpPr>
        <p:spPr>
          <a:xfrm>
            <a:off x="5911924" y="3092828"/>
            <a:ext cx="1099876" cy="599363"/>
          </a:xfrm>
          <a:custGeom>
            <a:avLst/>
            <a:gdLst>
              <a:gd name="connsiteX0" fmla="*/ 23159 w 1099876"/>
              <a:gd name="connsiteY0" fmla="*/ 1817 h 599363"/>
              <a:gd name="connsiteX1" fmla="*/ 2943 w 1099876"/>
              <a:gd name="connsiteY1" fmla="*/ 20742 h 599363"/>
              <a:gd name="connsiteX2" fmla="*/ 2525 w 1099876"/>
              <a:gd name="connsiteY2" fmla="*/ 580520 h 599363"/>
              <a:gd name="connsiteX3" fmla="*/ 19638 w 1099876"/>
              <a:gd name="connsiteY3" fmla="*/ 599140 h 599363"/>
              <a:gd name="connsiteX4" fmla="*/ 981706 w 1099876"/>
              <a:gd name="connsiteY4" fmla="*/ 599811 h 599363"/>
              <a:gd name="connsiteX5" fmla="*/ 1001302 w 1099876"/>
              <a:gd name="connsiteY5" fmla="*/ 587132 h 599363"/>
              <a:gd name="connsiteX6" fmla="*/ 1100801 w 1099876"/>
              <a:gd name="connsiteY6" fmla="*/ 264530 h 599363"/>
              <a:gd name="connsiteX7" fmla="*/ 1092200 w 1099876"/>
              <a:gd name="connsiteY7" fmla="*/ 239956 h 599363"/>
              <a:gd name="connsiteX8" fmla="*/ 97692 w 1099876"/>
              <a:gd name="connsiteY8" fmla="*/ 449 h 599363"/>
              <a:gd name="connsiteX9" fmla="*/ 23159 w 1099876"/>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6" h="599363">
                <a:moveTo>
                  <a:pt x="23159" y="1817"/>
                </a:moveTo>
                <a:cubicBezTo>
                  <a:pt x="10923" y="2337"/>
                  <a:pt x="2956" y="8189"/>
                  <a:pt x="2943" y="20742"/>
                </a:cubicBezTo>
                <a:lnTo>
                  <a:pt x="2525" y="580520"/>
                </a:lnTo>
                <a:cubicBezTo>
                  <a:pt x="2512" y="590311"/>
                  <a:pt x="9264" y="599140"/>
                  <a:pt x="19638" y="599140"/>
                </a:cubicBezTo>
                <a:lnTo>
                  <a:pt x="981706" y="599811"/>
                </a:lnTo>
                <a:cubicBezTo>
                  <a:pt x="990358" y="599811"/>
                  <a:pt x="997248" y="598988"/>
                  <a:pt x="1001302" y="587132"/>
                </a:cubicBezTo>
                <a:cubicBezTo>
                  <a:pt x="1001302" y="587132"/>
                  <a:pt x="1099065" y="270281"/>
                  <a:pt x="1100801" y="264530"/>
                </a:cubicBezTo>
                <a:cubicBezTo>
                  <a:pt x="1104411" y="252509"/>
                  <a:pt x="1102067" y="246492"/>
                  <a:pt x="1092200" y="239956"/>
                </a:cubicBezTo>
                <a:cubicBezTo>
                  <a:pt x="779022" y="31205"/>
                  <a:pt x="310497" y="588"/>
                  <a:pt x="97692" y="449"/>
                </a:cubicBezTo>
                <a:cubicBezTo>
                  <a:pt x="67177" y="424"/>
                  <a:pt x="41945" y="1032"/>
                  <a:pt x="23159" y="1817"/>
                </a:cubicBezTo>
              </a:path>
            </a:pathLst>
          </a:custGeom>
          <a:solidFill>
            <a:srgbClr val="F2827F"/>
          </a:solidFill>
          <a:ln w="12667"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0B2EAB0C-4843-7612-FF96-D4CDDAF562B3}"/>
              </a:ext>
            </a:extLst>
          </p:cNvPr>
          <p:cNvSpPr>
            <a:spLocks noChangeAspect="1"/>
          </p:cNvSpPr>
          <p:nvPr/>
        </p:nvSpPr>
        <p:spPr>
          <a:xfrm>
            <a:off x="1781015" y="3733104"/>
            <a:ext cx="1099871" cy="599363"/>
          </a:xfrm>
          <a:custGeom>
            <a:avLst/>
            <a:gdLst>
              <a:gd name="connsiteX0" fmla="*/ 21348 w 1099871"/>
              <a:gd name="connsiteY0" fmla="*/ 2098 h 599363"/>
              <a:gd name="connsiteX1" fmla="*/ 1131 w 1099871"/>
              <a:gd name="connsiteY1" fmla="*/ 21022 h 599363"/>
              <a:gd name="connsiteX2" fmla="*/ 713 w 1099871"/>
              <a:gd name="connsiteY2" fmla="*/ 580801 h 599363"/>
              <a:gd name="connsiteX3" fmla="*/ 17826 w 1099871"/>
              <a:gd name="connsiteY3" fmla="*/ 599421 h 599363"/>
              <a:gd name="connsiteX4" fmla="*/ 979894 w 1099871"/>
              <a:gd name="connsiteY4" fmla="*/ 600092 h 599363"/>
              <a:gd name="connsiteX5" fmla="*/ 999490 w 1099871"/>
              <a:gd name="connsiteY5" fmla="*/ 587413 h 599363"/>
              <a:gd name="connsiteX6" fmla="*/ 1098976 w 1099871"/>
              <a:gd name="connsiteY6" fmla="*/ 264811 h 599363"/>
              <a:gd name="connsiteX7" fmla="*/ 1090388 w 1099871"/>
              <a:gd name="connsiteY7" fmla="*/ 240237 h 599363"/>
              <a:gd name="connsiteX8" fmla="*/ 95880 w 1099871"/>
              <a:gd name="connsiteY8" fmla="*/ 730 h 599363"/>
              <a:gd name="connsiteX9" fmla="*/ 21348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1348" y="2098"/>
                </a:moveTo>
                <a:cubicBezTo>
                  <a:pt x="9111" y="2617"/>
                  <a:pt x="1144" y="8469"/>
                  <a:pt x="1131" y="21022"/>
                </a:cubicBezTo>
                <a:lnTo>
                  <a:pt x="713" y="580801"/>
                </a:lnTo>
                <a:cubicBezTo>
                  <a:pt x="701" y="590592"/>
                  <a:pt x="7452" y="599421"/>
                  <a:pt x="17826" y="599421"/>
                </a:cubicBezTo>
                <a:lnTo>
                  <a:pt x="979894" y="600092"/>
                </a:lnTo>
                <a:cubicBezTo>
                  <a:pt x="988546" y="600092"/>
                  <a:pt x="995437" y="599282"/>
                  <a:pt x="999490" y="587413"/>
                </a:cubicBezTo>
                <a:cubicBezTo>
                  <a:pt x="999490" y="587413"/>
                  <a:pt x="1097254" y="270561"/>
                  <a:pt x="1098976" y="264811"/>
                </a:cubicBezTo>
                <a:cubicBezTo>
                  <a:pt x="1102599" y="252790"/>
                  <a:pt x="1100256" y="246773"/>
                  <a:pt x="1090388" y="240237"/>
                </a:cubicBezTo>
                <a:cubicBezTo>
                  <a:pt x="777210" y="31485"/>
                  <a:pt x="308685" y="869"/>
                  <a:pt x="95880" y="730"/>
                </a:cubicBezTo>
                <a:cubicBezTo>
                  <a:pt x="65365" y="705"/>
                  <a:pt x="40133" y="1313"/>
                  <a:pt x="21348" y="2098"/>
                </a:cubicBezTo>
              </a:path>
            </a:pathLst>
          </a:custGeom>
          <a:solidFill>
            <a:srgbClr val="000000"/>
          </a:solidFill>
          <a:ln w="12667" cap="flat">
            <a:noFill/>
            <a:prstDash val="solid"/>
            <a:miter/>
          </a:ln>
        </p:spPr>
        <p:txBody>
          <a:bodyPr rtlCol="0" anchor="ctr"/>
          <a:lstStyle/>
          <a:p>
            <a:endParaRPr lang="fr-FR"/>
          </a:p>
        </p:txBody>
      </p:sp>
      <p:sp>
        <p:nvSpPr>
          <p:cNvPr id="22" name="Forme libre : forme 21">
            <a:extLst>
              <a:ext uri="{FF2B5EF4-FFF2-40B4-BE49-F238E27FC236}">
                <a16:creationId xmlns:a16="http://schemas.microsoft.com/office/drawing/2014/main" id="{95556A9A-4568-4AF9-9BFD-C4D76319BF0A}"/>
              </a:ext>
            </a:extLst>
          </p:cNvPr>
          <p:cNvSpPr>
            <a:spLocks noChangeAspect="1"/>
          </p:cNvSpPr>
          <p:nvPr/>
        </p:nvSpPr>
        <p:spPr>
          <a:xfrm>
            <a:off x="3626843" y="3733104"/>
            <a:ext cx="1099871" cy="599363"/>
          </a:xfrm>
          <a:custGeom>
            <a:avLst/>
            <a:gdLst>
              <a:gd name="connsiteX0" fmla="*/ 22157 w 1099871"/>
              <a:gd name="connsiteY0" fmla="*/ 2098 h 599363"/>
              <a:gd name="connsiteX1" fmla="*/ 1941 w 1099871"/>
              <a:gd name="connsiteY1" fmla="*/ 21022 h 599363"/>
              <a:gd name="connsiteX2" fmla="*/ 1523 w 1099871"/>
              <a:gd name="connsiteY2" fmla="*/ 580801 h 599363"/>
              <a:gd name="connsiteX3" fmla="*/ 18636 w 1099871"/>
              <a:gd name="connsiteY3" fmla="*/ 599421 h 599363"/>
              <a:gd name="connsiteX4" fmla="*/ 980704 w 1099871"/>
              <a:gd name="connsiteY4" fmla="*/ 600092 h 599363"/>
              <a:gd name="connsiteX5" fmla="*/ 1000300 w 1099871"/>
              <a:gd name="connsiteY5" fmla="*/ 587413 h 599363"/>
              <a:gd name="connsiteX6" fmla="*/ 1099786 w 1099871"/>
              <a:gd name="connsiteY6" fmla="*/ 264811 h 599363"/>
              <a:gd name="connsiteX7" fmla="*/ 1091198 w 1099871"/>
              <a:gd name="connsiteY7" fmla="*/ 240237 h 599363"/>
              <a:gd name="connsiteX8" fmla="*/ 96690 w 1099871"/>
              <a:gd name="connsiteY8" fmla="*/ 730 h 599363"/>
              <a:gd name="connsiteX9" fmla="*/ 22157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2157" y="2098"/>
                </a:moveTo>
                <a:cubicBezTo>
                  <a:pt x="9921" y="2617"/>
                  <a:pt x="1953" y="8469"/>
                  <a:pt x="1941" y="21022"/>
                </a:cubicBezTo>
                <a:lnTo>
                  <a:pt x="1523" y="580801"/>
                </a:lnTo>
                <a:cubicBezTo>
                  <a:pt x="1510" y="590592"/>
                  <a:pt x="8262" y="599421"/>
                  <a:pt x="18636" y="599421"/>
                </a:cubicBezTo>
                <a:lnTo>
                  <a:pt x="980704" y="600092"/>
                </a:lnTo>
                <a:cubicBezTo>
                  <a:pt x="989355" y="600092"/>
                  <a:pt x="996246" y="599282"/>
                  <a:pt x="1000300" y="587413"/>
                </a:cubicBezTo>
                <a:cubicBezTo>
                  <a:pt x="1000300" y="587413"/>
                  <a:pt x="1098063" y="270561"/>
                  <a:pt x="1099786" y="264811"/>
                </a:cubicBezTo>
                <a:cubicBezTo>
                  <a:pt x="1103409" y="252790"/>
                  <a:pt x="1101065" y="246773"/>
                  <a:pt x="1091198" y="240237"/>
                </a:cubicBezTo>
                <a:cubicBezTo>
                  <a:pt x="778020" y="31485"/>
                  <a:pt x="309494" y="869"/>
                  <a:pt x="96690" y="730"/>
                </a:cubicBezTo>
                <a:cubicBezTo>
                  <a:pt x="66175" y="705"/>
                  <a:pt x="40942" y="1313"/>
                  <a:pt x="22157" y="2098"/>
                </a:cubicBezTo>
              </a:path>
            </a:pathLst>
          </a:custGeom>
          <a:solidFill>
            <a:srgbClr val="4A412A"/>
          </a:solidFill>
          <a:ln w="12667" cap="flat">
            <a:noFill/>
            <a:prstDash val="solid"/>
            <a:miter/>
          </a:ln>
        </p:spPr>
        <p:txBody>
          <a:bodyPr rtlCol="0" anchor="ctr"/>
          <a:lstStyle/>
          <a:p>
            <a:endParaRPr lang="fr-FR"/>
          </a:p>
        </p:txBody>
      </p:sp>
      <p:sp>
        <p:nvSpPr>
          <p:cNvPr id="23" name="Forme libre : forme 22">
            <a:extLst>
              <a:ext uri="{FF2B5EF4-FFF2-40B4-BE49-F238E27FC236}">
                <a16:creationId xmlns:a16="http://schemas.microsoft.com/office/drawing/2014/main" id="{467CB186-C0A9-5EE7-984D-E66128D088D9}"/>
              </a:ext>
            </a:extLst>
          </p:cNvPr>
          <p:cNvSpPr>
            <a:spLocks noChangeAspect="1"/>
          </p:cNvSpPr>
          <p:nvPr/>
        </p:nvSpPr>
        <p:spPr>
          <a:xfrm>
            <a:off x="7054458" y="3733104"/>
            <a:ext cx="1099871" cy="599363"/>
          </a:xfrm>
          <a:custGeom>
            <a:avLst/>
            <a:gdLst>
              <a:gd name="connsiteX0" fmla="*/ 23661 w 1099871"/>
              <a:gd name="connsiteY0" fmla="*/ 2098 h 599363"/>
              <a:gd name="connsiteX1" fmla="*/ 3444 w 1099871"/>
              <a:gd name="connsiteY1" fmla="*/ 21022 h 599363"/>
              <a:gd name="connsiteX2" fmla="*/ 3026 w 1099871"/>
              <a:gd name="connsiteY2" fmla="*/ 580801 h 599363"/>
              <a:gd name="connsiteX3" fmla="*/ 20139 w 1099871"/>
              <a:gd name="connsiteY3" fmla="*/ 599421 h 599363"/>
              <a:gd name="connsiteX4" fmla="*/ 982207 w 1099871"/>
              <a:gd name="connsiteY4" fmla="*/ 600092 h 599363"/>
              <a:gd name="connsiteX5" fmla="*/ 1001803 w 1099871"/>
              <a:gd name="connsiteY5" fmla="*/ 587413 h 599363"/>
              <a:gd name="connsiteX6" fmla="*/ 1101289 w 1099871"/>
              <a:gd name="connsiteY6" fmla="*/ 264811 h 599363"/>
              <a:gd name="connsiteX7" fmla="*/ 1092701 w 1099871"/>
              <a:gd name="connsiteY7" fmla="*/ 240237 h 599363"/>
              <a:gd name="connsiteX8" fmla="*/ 98193 w 1099871"/>
              <a:gd name="connsiteY8" fmla="*/ 730 h 599363"/>
              <a:gd name="connsiteX9" fmla="*/ 23661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3661" y="2098"/>
                </a:moveTo>
                <a:cubicBezTo>
                  <a:pt x="11424" y="2617"/>
                  <a:pt x="3457" y="8469"/>
                  <a:pt x="3444" y="21022"/>
                </a:cubicBezTo>
                <a:lnTo>
                  <a:pt x="3026" y="580801"/>
                </a:lnTo>
                <a:cubicBezTo>
                  <a:pt x="3013" y="590592"/>
                  <a:pt x="9765" y="599421"/>
                  <a:pt x="20139" y="599421"/>
                </a:cubicBezTo>
                <a:lnTo>
                  <a:pt x="982207" y="600092"/>
                </a:lnTo>
                <a:cubicBezTo>
                  <a:pt x="990859" y="600092"/>
                  <a:pt x="997749" y="599282"/>
                  <a:pt x="1001803" y="587413"/>
                </a:cubicBezTo>
                <a:cubicBezTo>
                  <a:pt x="1001803" y="587413"/>
                  <a:pt x="1099566" y="270561"/>
                  <a:pt x="1101289" y="264811"/>
                </a:cubicBezTo>
                <a:cubicBezTo>
                  <a:pt x="1104912" y="252790"/>
                  <a:pt x="1102569" y="246773"/>
                  <a:pt x="1092701" y="240237"/>
                </a:cubicBezTo>
                <a:cubicBezTo>
                  <a:pt x="779523" y="31485"/>
                  <a:pt x="310998" y="869"/>
                  <a:pt x="98193" y="730"/>
                </a:cubicBezTo>
                <a:cubicBezTo>
                  <a:pt x="67678" y="705"/>
                  <a:pt x="42446" y="1313"/>
                  <a:pt x="23661" y="2098"/>
                </a:cubicBezTo>
              </a:path>
            </a:pathLst>
          </a:custGeom>
          <a:solidFill>
            <a:srgbClr val="3F2A56"/>
          </a:solidFill>
          <a:ln w="12667" cap="flat">
            <a:noFill/>
            <a:prstDash val="solid"/>
            <a:miter/>
          </a:ln>
        </p:spPr>
        <p:txBody>
          <a:bodyPr rtlCol="0" anchor="ctr"/>
          <a:lstStyle/>
          <a:p>
            <a:endParaRPr lang="fr-FR"/>
          </a:p>
        </p:txBody>
      </p:sp>
      <p:sp>
        <p:nvSpPr>
          <p:cNvPr id="24" name="Forme libre : forme 23">
            <a:extLst>
              <a:ext uri="{FF2B5EF4-FFF2-40B4-BE49-F238E27FC236}">
                <a16:creationId xmlns:a16="http://schemas.microsoft.com/office/drawing/2014/main" id="{19B0D6E3-3446-D75E-13A1-D65C983612F3}"/>
              </a:ext>
            </a:extLst>
          </p:cNvPr>
          <p:cNvSpPr>
            <a:spLocks noChangeAspect="1"/>
          </p:cNvSpPr>
          <p:nvPr/>
        </p:nvSpPr>
        <p:spPr>
          <a:xfrm>
            <a:off x="638472" y="3733104"/>
            <a:ext cx="1099871" cy="599363"/>
          </a:xfrm>
          <a:custGeom>
            <a:avLst/>
            <a:gdLst>
              <a:gd name="connsiteX0" fmla="*/ 20847 w 1099871"/>
              <a:gd name="connsiteY0" fmla="*/ 2098 h 599363"/>
              <a:gd name="connsiteX1" fmla="*/ 630 w 1099871"/>
              <a:gd name="connsiteY1" fmla="*/ 21022 h 599363"/>
              <a:gd name="connsiteX2" fmla="*/ 212 w 1099871"/>
              <a:gd name="connsiteY2" fmla="*/ 580801 h 599363"/>
              <a:gd name="connsiteX3" fmla="*/ 17325 w 1099871"/>
              <a:gd name="connsiteY3" fmla="*/ 599421 h 599363"/>
              <a:gd name="connsiteX4" fmla="*/ 979393 w 1099871"/>
              <a:gd name="connsiteY4" fmla="*/ 600092 h 599363"/>
              <a:gd name="connsiteX5" fmla="*/ 998989 w 1099871"/>
              <a:gd name="connsiteY5" fmla="*/ 587413 h 599363"/>
              <a:gd name="connsiteX6" fmla="*/ 1098475 w 1099871"/>
              <a:gd name="connsiteY6" fmla="*/ 264811 h 599363"/>
              <a:gd name="connsiteX7" fmla="*/ 1089887 w 1099871"/>
              <a:gd name="connsiteY7" fmla="*/ 240237 h 599363"/>
              <a:gd name="connsiteX8" fmla="*/ 95379 w 1099871"/>
              <a:gd name="connsiteY8" fmla="*/ 730 h 599363"/>
              <a:gd name="connsiteX9" fmla="*/ 20847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0847" y="2098"/>
                </a:moveTo>
                <a:cubicBezTo>
                  <a:pt x="8610" y="2617"/>
                  <a:pt x="643" y="8469"/>
                  <a:pt x="630" y="21022"/>
                </a:cubicBezTo>
                <a:lnTo>
                  <a:pt x="212" y="580801"/>
                </a:lnTo>
                <a:cubicBezTo>
                  <a:pt x="199" y="590592"/>
                  <a:pt x="6951" y="599421"/>
                  <a:pt x="17325" y="599421"/>
                </a:cubicBezTo>
                <a:lnTo>
                  <a:pt x="979393" y="600092"/>
                </a:lnTo>
                <a:cubicBezTo>
                  <a:pt x="988045" y="600092"/>
                  <a:pt x="994935" y="599282"/>
                  <a:pt x="998989" y="587413"/>
                </a:cubicBezTo>
                <a:cubicBezTo>
                  <a:pt x="998989" y="587413"/>
                  <a:pt x="1096752" y="270561"/>
                  <a:pt x="1098475" y="264811"/>
                </a:cubicBezTo>
                <a:cubicBezTo>
                  <a:pt x="1102098" y="252790"/>
                  <a:pt x="1099755" y="246773"/>
                  <a:pt x="1089887" y="240237"/>
                </a:cubicBezTo>
                <a:cubicBezTo>
                  <a:pt x="776709" y="31485"/>
                  <a:pt x="308184" y="869"/>
                  <a:pt x="95379" y="730"/>
                </a:cubicBezTo>
                <a:cubicBezTo>
                  <a:pt x="64864" y="705"/>
                  <a:pt x="39632" y="1313"/>
                  <a:pt x="20847" y="2098"/>
                </a:cubicBezTo>
              </a:path>
            </a:pathLst>
          </a:custGeom>
          <a:solidFill>
            <a:srgbClr val="3C3732"/>
          </a:solidFill>
          <a:ln w="12667" cap="flat">
            <a:noFill/>
            <a:prstDash val="solid"/>
            <a:miter/>
          </a:ln>
        </p:spPr>
        <p:txBody>
          <a:bodyPr rtlCol="0" anchor="ctr"/>
          <a:lstStyle/>
          <a:p>
            <a:endParaRPr lang="fr-FR"/>
          </a:p>
        </p:txBody>
      </p:sp>
      <p:sp>
        <p:nvSpPr>
          <p:cNvPr id="25" name="Forme libre : forme 24">
            <a:extLst>
              <a:ext uri="{FF2B5EF4-FFF2-40B4-BE49-F238E27FC236}">
                <a16:creationId xmlns:a16="http://schemas.microsoft.com/office/drawing/2014/main" id="{A97E93C3-2F48-A5E2-F1BE-CB05D730D14D}"/>
              </a:ext>
            </a:extLst>
          </p:cNvPr>
          <p:cNvSpPr>
            <a:spLocks noChangeAspect="1"/>
          </p:cNvSpPr>
          <p:nvPr/>
        </p:nvSpPr>
        <p:spPr>
          <a:xfrm>
            <a:off x="4769377" y="3733104"/>
            <a:ext cx="1099871" cy="599363"/>
          </a:xfrm>
          <a:custGeom>
            <a:avLst/>
            <a:gdLst>
              <a:gd name="connsiteX0" fmla="*/ 22658 w 1099871"/>
              <a:gd name="connsiteY0" fmla="*/ 2098 h 599363"/>
              <a:gd name="connsiteX1" fmla="*/ 2442 w 1099871"/>
              <a:gd name="connsiteY1" fmla="*/ 21022 h 599363"/>
              <a:gd name="connsiteX2" fmla="*/ 2024 w 1099871"/>
              <a:gd name="connsiteY2" fmla="*/ 580801 h 599363"/>
              <a:gd name="connsiteX3" fmla="*/ 19137 w 1099871"/>
              <a:gd name="connsiteY3" fmla="*/ 599421 h 599363"/>
              <a:gd name="connsiteX4" fmla="*/ 981205 w 1099871"/>
              <a:gd name="connsiteY4" fmla="*/ 600092 h 599363"/>
              <a:gd name="connsiteX5" fmla="*/ 1000801 w 1099871"/>
              <a:gd name="connsiteY5" fmla="*/ 587413 h 599363"/>
              <a:gd name="connsiteX6" fmla="*/ 1100287 w 1099871"/>
              <a:gd name="connsiteY6" fmla="*/ 264811 h 599363"/>
              <a:gd name="connsiteX7" fmla="*/ 1091699 w 1099871"/>
              <a:gd name="connsiteY7" fmla="*/ 240237 h 599363"/>
              <a:gd name="connsiteX8" fmla="*/ 97191 w 1099871"/>
              <a:gd name="connsiteY8" fmla="*/ 730 h 599363"/>
              <a:gd name="connsiteX9" fmla="*/ 22658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2658" y="2098"/>
                </a:moveTo>
                <a:cubicBezTo>
                  <a:pt x="10422" y="2617"/>
                  <a:pt x="2455" y="8469"/>
                  <a:pt x="2442" y="21022"/>
                </a:cubicBezTo>
                <a:lnTo>
                  <a:pt x="2024" y="580801"/>
                </a:lnTo>
                <a:cubicBezTo>
                  <a:pt x="2011" y="590592"/>
                  <a:pt x="8763" y="599421"/>
                  <a:pt x="19137" y="599421"/>
                </a:cubicBezTo>
                <a:lnTo>
                  <a:pt x="981205" y="600092"/>
                </a:lnTo>
                <a:cubicBezTo>
                  <a:pt x="989856" y="600092"/>
                  <a:pt x="996747" y="599282"/>
                  <a:pt x="1000801" y="587413"/>
                </a:cubicBezTo>
                <a:cubicBezTo>
                  <a:pt x="1000801" y="587413"/>
                  <a:pt x="1098564" y="270561"/>
                  <a:pt x="1100287" y="264811"/>
                </a:cubicBezTo>
                <a:cubicBezTo>
                  <a:pt x="1103910" y="252790"/>
                  <a:pt x="1101566" y="246773"/>
                  <a:pt x="1091699" y="240237"/>
                </a:cubicBezTo>
                <a:cubicBezTo>
                  <a:pt x="778521" y="31485"/>
                  <a:pt x="309996" y="869"/>
                  <a:pt x="97191" y="730"/>
                </a:cubicBezTo>
                <a:cubicBezTo>
                  <a:pt x="66676" y="705"/>
                  <a:pt x="41443" y="1313"/>
                  <a:pt x="22658" y="2098"/>
                </a:cubicBezTo>
              </a:path>
            </a:pathLst>
          </a:custGeom>
          <a:solidFill>
            <a:srgbClr val="4F2910"/>
          </a:solidFill>
          <a:ln w="12667" cap="flat">
            <a:noFill/>
            <a:prstDash val="solid"/>
            <a:miter/>
          </a:ln>
        </p:spPr>
        <p:txBody>
          <a:bodyPr rtlCol="0" anchor="ctr"/>
          <a:lstStyle/>
          <a:p>
            <a:endParaRPr lang="fr-FR"/>
          </a:p>
        </p:txBody>
      </p:sp>
      <p:sp>
        <p:nvSpPr>
          <p:cNvPr id="26" name="Forme libre : forme 25">
            <a:extLst>
              <a:ext uri="{FF2B5EF4-FFF2-40B4-BE49-F238E27FC236}">
                <a16:creationId xmlns:a16="http://schemas.microsoft.com/office/drawing/2014/main" id="{050E775B-A325-5587-5015-FC201A48226A}"/>
              </a:ext>
            </a:extLst>
          </p:cNvPr>
          <p:cNvSpPr>
            <a:spLocks noChangeAspect="1"/>
          </p:cNvSpPr>
          <p:nvPr/>
        </p:nvSpPr>
        <p:spPr>
          <a:xfrm>
            <a:off x="8197005" y="3733104"/>
            <a:ext cx="1099871" cy="599363"/>
          </a:xfrm>
          <a:custGeom>
            <a:avLst/>
            <a:gdLst>
              <a:gd name="connsiteX0" fmla="*/ 24162 w 1099871"/>
              <a:gd name="connsiteY0" fmla="*/ 2098 h 599363"/>
              <a:gd name="connsiteX1" fmla="*/ 3945 w 1099871"/>
              <a:gd name="connsiteY1" fmla="*/ 21022 h 599363"/>
              <a:gd name="connsiteX2" fmla="*/ 3527 w 1099871"/>
              <a:gd name="connsiteY2" fmla="*/ 580801 h 599363"/>
              <a:gd name="connsiteX3" fmla="*/ 20640 w 1099871"/>
              <a:gd name="connsiteY3" fmla="*/ 599421 h 599363"/>
              <a:gd name="connsiteX4" fmla="*/ 982708 w 1099871"/>
              <a:gd name="connsiteY4" fmla="*/ 600092 h 599363"/>
              <a:gd name="connsiteX5" fmla="*/ 1002304 w 1099871"/>
              <a:gd name="connsiteY5" fmla="*/ 587413 h 599363"/>
              <a:gd name="connsiteX6" fmla="*/ 1101790 w 1099871"/>
              <a:gd name="connsiteY6" fmla="*/ 264811 h 599363"/>
              <a:gd name="connsiteX7" fmla="*/ 1093202 w 1099871"/>
              <a:gd name="connsiteY7" fmla="*/ 240237 h 599363"/>
              <a:gd name="connsiteX8" fmla="*/ 98694 w 1099871"/>
              <a:gd name="connsiteY8" fmla="*/ 730 h 599363"/>
              <a:gd name="connsiteX9" fmla="*/ 24162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4162" y="2098"/>
                </a:moveTo>
                <a:cubicBezTo>
                  <a:pt x="11925" y="2617"/>
                  <a:pt x="3958" y="8469"/>
                  <a:pt x="3945" y="21022"/>
                </a:cubicBezTo>
                <a:lnTo>
                  <a:pt x="3527" y="580801"/>
                </a:lnTo>
                <a:cubicBezTo>
                  <a:pt x="3514" y="590592"/>
                  <a:pt x="10266" y="599421"/>
                  <a:pt x="20640" y="599421"/>
                </a:cubicBezTo>
                <a:lnTo>
                  <a:pt x="982708" y="600092"/>
                </a:lnTo>
                <a:cubicBezTo>
                  <a:pt x="991360" y="600092"/>
                  <a:pt x="998251" y="599282"/>
                  <a:pt x="1002304" y="587413"/>
                </a:cubicBezTo>
                <a:cubicBezTo>
                  <a:pt x="1002304" y="587413"/>
                  <a:pt x="1100068" y="270561"/>
                  <a:pt x="1101790" y="264811"/>
                </a:cubicBezTo>
                <a:cubicBezTo>
                  <a:pt x="1105413" y="252790"/>
                  <a:pt x="1103070" y="246773"/>
                  <a:pt x="1093202" y="240237"/>
                </a:cubicBezTo>
                <a:cubicBezTo>
                  <a:pt x="780024" y="31485"/>
                  <a:pt x="311499" y="869"/>
                  <a:pt x="98694" y="730"/>
                </a:cubicBezTo>
                <a:cubicBezTo>
                  <a:pt x="68179" y="705"/>
                  <a:pt x="42947" y="1313"/>
                  <a:pt x="24162" y="2098"/>
                </a:cubicBezTo>
              </a:path>
            </a:pathLst>
          </a:custGeom>
          <a:solidFill>
            <a:srgbClr val="00205B"/>
          </a:solidFill>
          <a:ln w="12667" cap="flat">
            <a:noFill/>
            <a:prstDash val="solid"/>
            <a:miter/>
          </a:ln>
        </p:spPr>
        <p:txBody>
          <a:bodyPr rtlCol="0" anchor="ctr"/>
          <a:lstStyle/>
          <a:p>
            <a:endParaRPr lang="fr-FR"/>
          </a:p>
        </p:txBody>
      </p:sp>
      <p:sp>
        <p:nvSpPr>
          <p:cNvPr id="27" name="Forme libre : forme 26">
            <a:extLst>
              <a:ext uri="{FF2B5EF4-FFF2-40B4-BE49-F238E27FC236}">
                <a16:creationId xmlns:a16="http://schemas.microsoft.com/office/drawing/2014/main" id="{D89B81E5-F2CE-2BCE-DFCD-ECBE07A402D7}"/>
              </a:ext>
            </a:extLst>
          </p:cNvPr>
          <p:cNvSpPr>
            <a:spLocks noChangeAspect="1"/>
          </p:cNvSpPr>
          <p:nvPr/>
        </p:nvSpPr>
        <p:spPr>
          <a:xfrm>
            <a:off x="5911924" y="3733104"/>
            <a:ext cx="1099876" cy="599363"/>
          </a:xfrm>
          <a:custGeom>
            <a:avLst/>
            <a:gdLst>
              <a:gd name="connsiteX0" fmla="*/ 23159 w 1099876"/>
              <a:gd name="connsiteY0" fmla="*/ 2098 h 599363"/>
              <a:gd name="connsiteX1" fmla="*/ 2943 w 1099876"/>
              <a:gd name="connsiteY1" fmla="*/ 21022 h 599363"/>
              <a:gd name="connsiteX2" fmla="*/ 2525 w 1099876"/>
              <a:gd name="connsiteY2" fmla="*/ 580801 h 599363"/>
              <a:gd name="connsiteX3" fmla="*/ 19638 w 1099876"/>
              <a:gd name="connsiteY3" fmla="*/ 599421 h 599363"/>
              <a:gd name="connsiteX4" fmla="*/ 981706 w 1099876"/>
              <a:gd name="connsiteY4" fmla="*/ 600092 h 599363"/>
              <a:gd name="connsiteX5" fmla="*/ 1001302 w 1099876"/>
              <a:gd name="connsiteY5" fmla="*/ 587413 h 599363"/>
              <a:gd name="connsiteX6" fmla="*/ 1100801 w 1099876"/>
              <a:gd name="connsiteY6" fmla="*/ 264811 h 599363"/>
              <a:gd name="connsiteX7" fmla="*/ 1092200 w 1099876"/>
              <a:gd name="connsiteY7" fmla="*/ 240237 h 599363"/>
              <a:gd name="connsiteX8" fmla="*/ 97692 w 1099876"/>
              <a:gd name="connsiteY8" fmla="*/ 730 h 599363"/>
              <a:gd name="connsiteX9" fmla="*/ 23159 w 1099876"/>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6" h="599363">
                <a:moveTo>
                  <a:pt x="23159" y="2098"/>
                </a:moveTo>
                <a:cubicBezTo>
                  <a:pt x="10923" y="2617"/>
                  <a:pt x="2956" y="8469"/>
                  <a:pt x="2943" y="21022"/>
                </a:cubicBezTo>
                <a:lnTo>
                  <a:pt x="2525" y="580801"/>
                </a:lnTo>
                <a:cubicBezTo>
                  <a:pt x="2512" y="590592"/>
                  <a:pt x="9264" y="599421"/>
                  <a:pt x="19638" y="599421"/>
                </a:cubicBezTo>
                <a:lnTo>
                  <a:pt x="981706" y="600092"/>
                </a:lnTo>
                <a:cubicBezTo>
                  <a:pt x="990358" y="600092"/>
                  <a:pt x="997248" y="599282"/>
                  <a:pt x="1001302" y="587413"/>
                </a:cubicBezTo>
                <a:cubicBezTo>
                  <a:pt x="1001302" y="587413"/>
                  <a:pt x="1099065" y="270561"/>
                  <a:pt x="1100801" y="264811"/>
                </a:cubicBezTo>
                <a:cubicBezTo>
                  <a:pt x="1104411" y="252790"/>
                  <a:pt x="1102067" y="246773"/>
                  <a:pt x="1092200" y="240237"/>
                </a:cubicBezTo>
                <a:cubicBezTo>
                  <a:pt x="779022" y="31485"/>
                  <a:pt x="310497" y="869"/>
                  <a:pt x="97692" y="730"/>
                </a:cubicBezTo>
                <a:cubicBezTo>
                  <a:pt x="67177" y="705"/>
                  <a:pt x="41945" y="1313"/>
                  <a:pt x="23159" y="2098"/>
                </a:cubicBezTo>
              </a:path>
            </a:pathLst>
          </a:custGeom>
          <a:solidFill>
            <a:srgbClr val="651C32"/>
          </a:solidFill>
          <a:ln w="12667" cap="flat">
            <a:noFill/>
            <a:prstDash val="solid"/>
            <a:miter/>
          </a:ln>
        </p:spPr>
        <p:txBody>
          <a:bodyPr rtlCol="0" anchor="ctr"/>
          <a:lstStyle/>
          <a:p>
            <a:endParaRPr lang="fr-FR"/>
          </a:p>
        </p:txBody>
      </p:sp>
      <p:sp>
        <p:nvSpPr>
          <p:cNvPr id="28" name="Forme libre : forme 27">
            <a:extLst>
              <a:ext uri="{FF2B5EF4-FFF2-40B4-BE49-F238E27FC236}">
                <a16:creationId xmlns:a16="http://schemas.microsoft.com/office/drawing/2014/main" id="{879A5DC2-A5D5-B5C9-BC56-7431329CCDC3}"/>
              </a:ext>
            </a:extLst>
          </p:cNvPr>
          <p:cNvSpPr>
            <a:spLocks noChangeAspect="1"/>
          </p:cNvSpPr>
          <p:nvPr/>
        </p:nvSpPr>
        <p:spPr>
          <a:xfrm>
            <a:off x="638472" y="3092828"/>
            <a:ext cx="1099871" cy="599363"/>
          </a:xfrm>
          <a:custGeom>
            <a:avLst/>
            <a:gdLst>
              <a:gd name="connsiteX0" fmla="*/ 20847 w 1099871"/>
              <a:gd name="connsiteY0" fmla="*/ 1817 h 599363"/>
              <a:gd name="connsiteX1" fmla="*/ 630 w 1099871"/>
              <a:gd name="connsiteY1" fmla="*/ 20742 h 599363"/>
              <a:gd name="connsiteX2" fmla="*/ 212 w 1099871"/>
              <a:gd name="connsiteY2" fmla="*/ 580520 h 599363"/>
              <a:gd name="connsiteX3" fmla="*/ 17325 w 1099871"/>
              <a:gd name="connsiteY3" fmla="*/ 599140 h 599363"/>
              <a:gd name="connsiteX4" fmla="*/ 979393 w 1099871"/>
              <a:gd name="connsiteY4" fmla="*/ 599811 h 599363"/>
              <a:gd name="connsiteX5" fmla="*/ 998989 w 1099871"/>
              <a:gd name="connsiteY5" fmla="*/ 587132 h 599363"/>
              <a:gd name="connsiteX6" fmla="*/ 1098475 w 1099871"/>
              <a:gd name="connsiteY6" fmla="*/ 264530 h 599363"/>
              <a:gd name="connsiteX7" fmla="*/ 1089887 w 1099871"/>
              <a:gd name="connsiteY7" fmla="*/ 239956 h 599363"/>
              <a:gd name="connsiteX8" fmla="*/ 95379 w 1099871"/>
              <a:gd name="connsiteY8" fmla="*/ 449 h 599363"/>
              <a:gd name="connsiteX9" fmla="*/ 20847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0847" y="1817"/>
                </a:moveTo>
                <a:cubicBezTo>
                  <a:pt x="8610" y="2337"/>
                  <a:pt x="643" y="8189"/>
                  <a:pt x="630" y="20742"/>
                </a:cubicBezTo>
                <a:lnTo>
                  <a:pt x="212" y="580520"/>
                </a:lnTo>
                <a:cubicBezTo>
                  <a:pt x="199" y="590311"/>
                  <a:pt x="6951" y="599140"/>
                  <a:pt x="17325" y="599140"/>
                </a:cubicBezTo>
                <a:lnTo>
                  <a:pt x="979393" y="599811"/>
                </a:lnTo>
                <a:cubicBezTo>
                  <a:pt x="988045" y="599811"/>
                  <a:pt x="994935" y="598988"/>
                  <a:pt x="998989" y="587132"/>
                </a:cubicBezTo>
                <a:cubicBezTo>
                  <a:pt x="998989" y="587132"/>
                  <a:pt x="1096752" y="270281"/>
                  <a:pt x="1098475" y="264530"/>
                </a:cubicBezTo>
                <a:cubicBezTo>
                  <a:pt x="1102098" y="252509"/>
                  <a:pt x="1099755" y="246492"/>
                  <a:pt x="1089887" y="239956"/>
                </a:cubicBezTo>
                <a:cubicBezTo>
                  <a:pt x="776709" y="31205"/>
                  <a:pt x="308184" y="588"/>
                  <a:pt x="95379" y="449"/>
                </a:cubicBezTo>
                <a:cubicBezTo>
                  <a:pt x="64864" y="424"/>
                  <a:pt x="39632" y="1032"/>
                  <a:pt x="20847" y="1817"/>
                </a:cubicBezTo>
              </a:path>
            </a:pathLst>
          </a:custGeom>
          <a:solidFill>
            <a:srgbClr val="D0D3D4"/>
          </a:solidFill>
          <a:ln w="12667" cap="flat">
            <a:noFill/>
            <a:prstDash val="solid"/>
            <a:miter/>
          </a:ln>
        </p:spPr>
        <p:txBody>
          <a:bodyPr rtlCol="0" anchor="ctr"/>
          <a:lstStyle/>
          <a:p>
            <a:endParaRPr lang="fr-FR"/>
          </a:p>
        </p:txBody>
      </p:sp>
      <p:sp>
        <p:nvSpPr>
          <p:cNvPr id="29" name="Forme libre : forme 28">
            <a:extLst>
              <a:ext uri="{FF2B5EF4-FFF2-40B4-BE49-F238E27FC236}">
                <a16:creationId xmlns:a16="http://schemas.microsoft.com/office/drawing/2014/main" id="{02BF3038-3BD0-F47C-135C-76A5F67AD974}"/>
              </a:ext>
            </a:extLst>
          </p:cNvPr>
          <p:cNvSpPr>
            <a:spLocks noChangeAspect="1"/>
          </p:cNvSpPr>
          <p:nvPr/>
        </p:nvSpPr>
        <p:spPr>
          <a:xfrm>
            <a:off x="9339539" y="2452551"/>
            <a:ext cx="1099871" cy="599363"/>
          </a:xfrm>
          <a:custGeom>
            <a:avLst/>
            <a:gdLst>
              <a:gd name="connsiteX0" fmla="*/ 24663 w 1099871"/>
              <a:gd name="connsiteY0" fmla="*/ 1536 h 599363"/>
              <a:gd name="connsiteX1" fmla="*/ 4446 w 1099871"/>
              <a:gd name="connsiteY1" fmla="*/ 20461 h 599363"/>
              <a:gd name="connsiteX2" fmla="*/ 4028 w 1099871"/>
              <a:gd name="connsiteY2" fmla="*/ 580239 h 599363"/>
              <a:gd name="connsiteX3" fmla="*/ 21141 w 1099871"/>
              <a:gd name="connsiteY3" fmla="*/ 598859 h 599363"/>
              <a:gd name="connsiteX4" fmla="*/ 983209 w 1099871"/>
              <a:gd name="connsiteY4" fmla="*/ 599531 h 599363"/>
              <a:gd name="connsiteX5" fmla="*/ 1002805 w 1099871"/>
              <a:gd name="connsiteY5" fmla="*/ 586851 h 599363"/>
              <a:gd name="connsiteX6" fmla="*/ 1102291 w 1099871"/>
              <a:gd name="connsiteY6" fmla="*/ 264249 h 599363"/>
              <a:gd name="connsiteX7" fmla="*/ 1093703 w 1099871"/>
              <a:gd name="connsiteY7" fmla="*/ 239675 h 599363"/>
              <a:gd name="connsiteX8" fmla="*/ 99195 w 1099871"/>
              <a:gd name="connsiteY8" fmla="*/ 168 h 599363"/>
              <a:gd name="connsiteX9" fmla="*/ 24663 w 1099871"/>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4663" y="1536"/>
                </a:moveTo>
                <a:cubicBezTo>
                  <a:pt x="12426" y="2056"/>
                  <a:pt x="4459" y="7908"/>
                  <a:pt x="4446" y="20461"/>
                </a:cubicBezTo>
                <a:lnTo>
                  <a:pt x="4028" y="580239"/>
                </a:lnTo>
                <a:cubicBezTo>
                  <a:pt x="4016" y="590030"/>
                  <a:pt x="10767" y="598859"/>
                  <a:pt x="21141" y="598859"/>
                </a:cubicBezTo>
                <a:lnTo>
                  <a:pt x="983209" y="599531"/>
                </a:lnTo>
                <a:cubicBezTo>
                  <a:pt x="991861" y="599531"/>
                  <a:pt x="998752" y="598720"/>
                  <a:pt x="1002805" y="586851"/>
                </a:cubicBezTo>
                <a:cubicBezTo>
                  <a:pt x="1002805" y="586851"/>
                  <a:pt x="1100569" y="270000"/>
                  <a:pt x="1102291" y="264249"/>
                </a:cubicBezTo>
                <a:cubicBezTo>
                  <a:pt x="1105914" y="252228"/>
                  <a:pt x="1103571" y="246211"/>
                  <a:pt x="1093703" y="239675"/>
                </a:cubicBezTo>
                <a:cubicBezTo>
                  <a:pt x="780525" y="30924"/>
                  <a:pt x="312000" y="308"/>
                  <a:pt x="99195" y="168"/>
                </a:cubicBezTo>
                <a:cubicBezTo>
                  <a:pt x="68680" y="143"/>
                  <a:pt x="43448" y="751"/>
                  <a:pt x="24663" y="1536"/>
                </a:cubicBezTo>
              </a:path>
            </a:pathLst>
          </a:custGeom>
          <a:solidFill>
            <a:srgbClr val="A4C8E1"/>
          </a:solidFill>
          <a:ln w="12667" cap="flat">
            <a:noFill/>
            <a:prstDash val="solid"/>
            <a:miter/>
          </a:ln>
        </p:spPr>
        <p:txBody>
          <a:bodyPr rtlCol="0" anchor="ctr"/>
          <a:lstStyle/>
          <a:p>
            <a:endParaRPr lang="fr-FR"/>
          </a:p>
        </p:txBody>
      </p:sp>
      <p:sp>
        <p:nvSpPr>
          <p:cNvPr id="30" name="Forme libre : forme 29">
            <a:extLst>
              <a:ext uri="{FF2B5EF4-FFF2-40B4-BE49-F238E27FC236}">
                <a16:creationId xmlns:a16="http://schemas.microsoft.com/office/drawing/2014/main" id="{D6644DD6-BDAF-ADC3-E7CA-1238688F7D5F}"/>
              </a:ext>
            </a:extLst>
          </p:cNvPr>
          <p:cNvSpPr>
            <a:spLocks noChangeAspect="1"/>
          </p:cNvSpPr>
          <p:nvPr/>
        </p:nvSpPr>
        <p:spPr>
          <a:xfrm>
            <a:off x="10435268" y="2452551"/>
            <a:ext cx="1099871" cy="599363"/>
          </a:xfrm>
          <a:custGeom>
            <a:avLst/>
            <a:gdLst>
              <a:gd name="connsiteX0" fmla="*/ 25143 w 1099871"/>
              <a:gd name="connsiteY0" fmla="*/ 1536 h 599363"/>
              <a:gd name="connsiteX1" fmla="*/ 4927 w 1099871"/>
              <a:gd name="connsiteY1" fmla="*/ 20461 h 599363"/>
              <a:gd name="connsiteX2" fmla="*/ 4509 w 1099871"/>
              <a:gd name="connsiteY2" fmla="*/ 580239 h 599363"/>
              <a:gd name="connsiteX3" fmla="*/ 21622 w 1099871"/>
              <a:gd name="connsiteY3" fmla="*/ 598859 h 599363"/>
              <a:gd name="connsiteX4" fmla="*/ 983690 w 1099871"/>
              <a:gd name="connsiteY4" fmla="*/ 599531 h 599363"/>
              <a:gd name="connsiteX5" fmla="*/ 1003286 w 1099871"/>
              <a:gd name="connsiteY5" fmla="*/ 586851 h 599363"/>
              <a:gd name="connsiteX6" fmla="*/ 1102772 w 1099871"/>
              <a:gd name="connsiteY6" fmla="*/ 264249 h 599363"/>
              <a:gd name="connsiteX7" fmla="*/ 1094184 w 1099871"/>
              <a:gd name="connsiteY7" fmla="*/ 239675 h 599363"/>
              <a:gd name="connsiteX8" fmla="*/ 99676 w 1099871"/>
              <a:gd name="connsiteY8" fmla="*/ 168 h 599363"/>
              <a:gd name="connsiteX9" fmla="*/ 25143 w 1099871"/>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5143" y="1536"/>
                </a:moveTo>
                <a:cubicBezTo>
                  <a:pt x="12907" y="2056"/>
                  <a:pt x="4940" y="7908"/>
                  <a:pt x="4927" y="20461"/>
                </a:cubicBezTo>
                <a:lnTo>
                  <a:pt x="4509" y="580239"/>
                </a:lnTo>
                <a:cubicBezTo>
                  <a:pt x="4496" y="590030"/>
                  <a:pt x="11248" y="598859"/>
                  <a:pt x="21622" y="598859"/>
                </a:cubicBezTo>
                <a:lnTo>
                  <a:pt x="983690" y="599531"/>
                </a:lnTo>
                <a:cubicBezTo>
                  <a:pt x="992341" y="599531"/>
                  <a:pt x="999232" y="598720"/>
                  <a:pt x="1003286" y="586851"/>
                </a:cubicBezTo>
                <a:cubicBezTo>
                  <a:pt x="1003286" y="586851"/>
                  <a:pt x="1101049" y="270000"/>
                  <a:pt x="1102772" y="264249"/>
                </a:cubicBezTo>
                <a:cubicBezTo>
                  <a:pt x="1106395" y="252228"/>
                  <a:pt x="1104051" y="246211"/>
                  <a:pt x="1094184" y="239675"/>
                </a:cubicBezTo>
                <a:cubicBezTo>
                  <a:pt x="781006" y="30924"/>
                  <a:pt x="312481" y="308"/>
                  <a:pt x="99676" y="168"/>
                </a:cubicBezTo>
                <a:cubicBezTo>
                  <a:pt x="69161" y="143"/>
                  <a:pt x="43928" y="751"/>
                  <a:pt x="25143" y="1536"/>
                </a:cubicBezTo>
              </a:path>
            </a:pathLst>
          </a:custGeom>
          <a:solidFill>
            <a:srgbClr val="A1D6CA"/>
          </a:solidFill>
          <a:ln w="12667" cap="flat">
            <a:noFill/>
            <a:prstDash val="solid"/>
            <a:miter/>
          </a:ln>
        </p:spPr>
        <p:txBody>
          <a:bodyPr rtlCol="0" anchor="ctr"/>
          <a:lstStyle/>
          <a:p>
            <a:endParaRPr lang="fr-FR"/>
          </a:p>
        </p:txBody>
      </p:sp>
      <p:sp>
        <p:nvSpPr>
          <p:cNvPr id="31" name="Forme libre : forme 30">
            <a:extLst>
              <a:ext uri="{FF2B5EF4-FFF2-40B4-BE49-F238E27FC236}">
                <a16:creationId xmlns:a16="http://schemas.microsoft.com/office/drawing/2014/main" id="{2A1F5051-2F83-E85A-BB70-0F3D9323A4CB}"/>
              </a:ext>
            </a:extLst>
          </p:cNvPr>
          <p:cNvSpPr>
            <a:spLocks noChangeAspect="1"/>
          </p:cNvSpPr>
          <p:nvPr/>
        </p:nvSpPr>
        <p:spPr>
          <a:xfrm>
            <a:off x="9339539" y="3092828"/>
            <a:ext cx="1099871" cy="599363"/>
          </a:xfrm>
          <a:custGeom>
            <a:avLst/>
            <a:gdLst>
              <a:gd name="connsiteX0" fmla="*/ 24663 w 1099871"/>
              <a:gd name="connsiteY0" fmla="*/ 1817 h 599363"/>
              <a:gd name="connsiteX1" fmla="*/ 4446 w 1099871"/>
              <a:gd name="connsiteY1" fmla="*/ 20742 h 599363"/>
              <a:gd name="connsiteX2" fmla="*/ 4028 w 1099871"/>
              <a:gd name="connsiteY2" fmla="*/ 580520 h 599363"/>
              <a:gd name="connsiteX3" fmla="*/ 21141 w 1099871"/>
              <a:gd name="connsiteY3" fmla="*/ 599140 h 599363"/>
              <a:gd name="connsiteX4" fmla="*/ 983209 w 1099871"/>
              <a:gd name="connsiteY4" fmla="*/ 599811 h 599363"/>
              <a:gd name="connsiteX5" fmla="*/ 1002805 w 1099871"/>
              <a:gd name="connsiteY5" fmla="*/ 587132 h 599363"/>
              <a:gd name="connsiteX6" fmla="*/ 1102291 w 1099871"/>
              <a:gd name="connsiteY6" fmla="*/ 264530 h 599363"/>
              <a:gd name="connsiteX7" fmla="*/ 1093703 w 1099871"/>
              <a:gd name="connsiteY7" fmla="*/ 239956 h 599363"/>
              <a:gd name="connsiteX8" fmla="*/ 99195 w 1099871"/>
              <a:gd name="connsiteY8" fmla="*/ 449 h 599363"/>
              <a:gd name="connsiteX9" fmla="*/ 24663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4663" y="1817"/>
                </a:moveTo>
                <a:cubicBezTo>
                  <a:pt x="12426" y="2337"/>
                  <a:pt x="4459" y="8189"/>
                  <a:pt x="4446" y="20742"/>
                </a:cubicBezTo>
                <a:lnTo>
                  <a:pt x="4028" y="580520"/>
                </a:lnTo>
                <a:cubicBezTo>
                  <a:pt x="4016" y="590311"/>
                  <a:pt x="10767" y="599140"/>
                  <a:pt x="21141" y="599140"/>
                </a:cubicBezTo>
                <a:lnTo>
                  <a:pt x="983209" y="599811"/>
                </a:lnTo>
                <a:cubicBezTo>
                  <a:pt x="991861" y="599811"/>
                  <a:pt x="998752" y="598988"/>
                  <a:pt x="1002805" y="587132"/>
                </a:cubicBezTo>
                <a:cubicBezTo>
                  <a:pt x="1002805" y="587132"/>
                  <a:pt x="1100569" y="270281"/>
                  <a:pt x="1102291" y="264530"/>
                </a:cubicBezTo>
                <a:cubicBezTo>
                  <a:pt x="1105914" y="252509"/>
                  <a:pt x="1103571" y="246492"/>
                  <a:pt x="1093703" y="239956"/>
                </a:cubicBezTo>
                <a:cubicBezTo>
                  <a:pt x="780525" y="31205"/>
                  <a:pt x="312000" y="588"/>
                  <a:pt x="99195" y="449"/>
                </a:cubicBezTo>
                <a:cubicBezTo>
                  <a:pt x="68680" y="424"/>
                  <a:pt x="43448" y="1032"/>
                  <a:pt x="24663" y="1817"/>
                </a:cubicBezTo>
              </a:path>
            </a:pathLst>
          </a:custGeom>
          <a:solidFill>
            <a:srgbClr val="0084D4"/>
          </a:solidFill>
          <a:ln w="12667" cap="flat">
            <a:noFill/>
            <a:prstDash val="solid"/>
            <a:miter/>
          </a:ln>
        </p:spPr>
        <p:txBody>
          <a:bodyPr rtlCol="0" anchor="ctr"/>
          <a:lstStyle/>
          <a:p>
            <a:endParaRPr lang="fr-FR"/>
          </a:p>
        </p:txBody>
      </p:sp>
      <p:sp>
        <p:nvSpPr>
          <p:cNvPr id="32" name="Forme libre : forme 31">
            <a:extLst>
              <a:ext uri="{FF2B5EF4-FFF2-40B4-BE49-F238E27FC236}">
                <a16:creationId xmlns:a16="http://schemas.microsoft.com/office/drawing/2014/main" id="{BC42E761-B2F1-D303-F603-1FA81121A2BC}"/>
              </a:ext>
            </a:extLst>
          </p:cNvPr>
          <p:cNvSpPr>
            <a:spLocks noChangeAspect="1"/>
          </p:cNvSpPr>
          <p:nvPr/>
        </p:nvSpPr>
        <p:spPr>
          <a:xfrm>
            <a:off x="10435268" y="3092828"/>
            <a:ext cx="1099871" cy="599363"/>
          </a:xfrm>
          <a:custGeom>
            <a:avLst/>
            <a:gdLst>
              <a:gd name="connsiteX0" fmla="*/ 25143 w 1099871"/>
              <a:gd name="connsiteY0" fmla="*/ 1817 h 599363"/>
              <a:gd name="connsiteX1" fmla="*/ 4927 w 1099871"/>
              <a:gd name="connsiteY1" fmla="*/ 20742 h 599363"/>
              <a:gd name="connsiteX2" fmla="*/ 4509 w 1099871"/>
              <a:gd name="connsiteY2" fmla="*/ 580520 h 599363"/>
              <a:gd name="connsiteX3" fmla="*/ 21622 w 1099871"/>
              <a:gd name="connsiteY3" fmla="*/ 599140 h 599363"/>
              <a:gd name="connsiteX4" fmla="*/ 983690 w 1099871"/>
              <a:gd name="connsiteY4" fmla="*/ 599811 h 599363"/>
              <a:gd name="connsiteX5" fmla="*/ 1003286 w 1099871"/>
              <a:gd name="connsiteY5" fmla="*/ 587132 h 599363"/>
              <a:gd name="connsiteX6" fmla="*/ 1102772 w 1099871"/>
              <a:gd name="connsiteY6" fmla="*/ 264530 h 599363"/>
              <a:gd name="connsiteX7" fmla="*/ 1094184 w 1099871"/>
              <a:gd name="connsiteY7" fmla="*/ 239956 h 599363"/>
              <a:gd name="connsiteX8" fmla="*/ 99676 w 1099871"/>
              <a:gd name="connsiteY8" fmla="*/ 449 h 599363"/>
              <a:gd name="connsiteX9" fmla="*/ 25143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5143" y="1817"/>
                </a:moveTo>
                <a:cubicBezTo>
                  <a:pt x="12907" y="2337"/>
                  <a:pt x="4940" y="8189"/>
                  <a:pt x="4927" y="20742"/>
                </a:cubicBezTo>
                <a:lnTo>
                  <a:pt x="4509" y="580520"/>
                </a:lnTo>
                <a:cubicBezTo>
                  <a:pt x="4496" y="590311"/>
                  <a:pt x="11248" y="599140"/>
                  <a:pt x="21622" y="599140"/>
                </a:cubicBezTo>
                <a:lnTo>
                  <a:pt x="983690" y="599811"/>
                </a:lnTo>
                <a:cubicBezTo>
                  <a:pt x="992341" y="599811"/>
                  <a:pt x="999232" y="598988"/>
                  <a:pt x="1003286" y="587132"/>
                </a:cubicBezTo>
                <a:cubicBezTo>
                  <a:pt x="1003286" y="587132"/>
                  <a:pt x="1101049" y="270281"/>
                  <a:pt x="1102772" y="264530"/>
                </a:cubicBezTo>
                <a:cubicBezTo>
                  <a:pt x="1106395" y="252509"/>
                  <a:pt x="1104051" y="246492"/>
                  <a:pt x="1094184" y="239956"/>
                </a:cubicBezTo>
                <a:cubicBezTo>
                  <a:pt x="781006" y="31205"/>
                  <a:pt x="312481" y="588"/>
                  <a:pt x="99676" y="449"/>
                </a:cubicBezTo>
                <a:cubicBezTo>
                  <a:pt x="69161" y="424"/>
                  <a:pt x="43928" y="1032"/>
                  <a:pt x="25143" y="1817"/>
                </a:cubicBezTo>
              </a:path>
            </a:pathLst>
          </a:custGeom>
          <a:solidFill>
            <a:srgbClr val="00B388"/>
          </a:solidFill>
          <a:ln w="12667" cap="flat">
            <a:noFill/>
            <a:prstDash val="solid"/>
            <a:miter/>
          </a:ln>
        </p:spPr>
        <p:txBody>
          <a:bodyPr rtlCol="0" anchor="ctr"/>
          <a:lstStyle/>
          <a:p>
            <a:endParaRPr lang="fr-FR"/>
          </a:p>
        </p:txBody>
      </p:sp>
      <p:sp>
        <p:nvSpPr>
          <p:cNvPr id="33" name="Forme libre : forme 32">
            <a:extLst>
              <a:ext uri="{FF2B5EF4-FFF2-40B4-BE49-F238E27FC236}">
                <a16:creationId xmlns:a16="http://schemas.microsoft.com/office/drawing/2014/main" id="{D3E5BD4D-228B-579D-0ED0-E52C8B459A74}"/>
              </a:ext>
            </a:extLst>
          </p:cNvPr>
          <p:cNvSpPr>
            <a:spLocks noChangeAspect="1"/>
          </p:cNvSpPr>
          <p:nvPr/>
        </p:nvSpPr>
        <p:spPr>
          <a:xfrm>
            <a:off x="9339539" y="3733104"/>
            <a:ext cx="1099871" cy="599363"/>
          </a:xfrm>
          <a:custGeom>
            <a:avLst/>
            <a:gdLst>
              <a:gd name="connsiteX0" fmla="*/ 24663 w 1099871"/>
              <a:gd name="connsiteY0" fmla="*/ 2098 h 599363"/>
              <a:gd name="connsiteX1" fmla="*/ 4446 w 1099871"/>
              <a:gd name="connsiteY1" fmla="*/ 21022 h 599363"/>
              <a:gd name="connsiteX2" fmla="*/ 4028 w 1099871"/>
              <a:gd name="connsiteY2" fmla="*/ 580801 h 599363"/>
              <a:gd name="connsiteX3" fmla="*/ 21141 w 1099871"/>
              <a:gd name="connsiteY3" fmla="*/ 599421 h 599363"/>
              <a:gd name="connsiteX4" fmla="*/ 983209 w 1099871"/>
              <a:gd name="connsiteY4" fmla="*/ 600092 h 599363"/>
              <a:gd name="connsiteX5" fmla="*/ 1002805 w 1099871"/>
              <a:gd name="connsiteY5" fmla="*/ 587413 h 599363"/>
              <a:gd name="connsiteX6" fmla="*/ 1102291 w 1099871"/>
              <a:gd name="connsiteY6" fmla="*/ 264811 h 599363"/>
              <a:gd name="connsiteX7" fmla="*/ 1093703 w 1099871"/>
              <a:gd name="connsiteY7" fmla="*/ 240237 h 599363"/>
              <a:gd name="connsiteX8" fmla="*/ 99195 w 1099871"/>
              <a:gd name="connsiteY8" fmla="*/ 730 h 599363"/>
              <a:gd name="connsiteX9" fmla="*/ 24663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4663" y="2098"/>
                </a:moveTo>
                <a:cubicBezTo>
                  <a:pt x="12426" y="2617"/>
                  <a:pt x="4459" y="8469"/>
                  <a:pt x="4446" y="21022"/>
                </a:cubicBezTo>
                <a:lnTo>
                  <a:pt x="4028" y="580801"/>
                </a:lnTo>
                <a:cubicBezTo>
                  <a:pt x="4016" y="590592"/>
                  <a:pt x="10767" y="599421"/>
                  <a:pt x="21141" y="599421"/>
                </a:cubicBezTo>
                <a:lnTo>
                  <a:pt x="983209" y="600092"/>
                </a:lnTo>
                <a:cubicBezTo>
                  <a:pt x="991861" y="600092"/>
                  <a:pt x="998752" y="599282"/>
                  <a:pt x="1002805" y="587413"/>
                </a:cubicBezTo>
                <a:cubicBezTo>
                  <a:pt x="1002805" y="587413"/>
                  <a:pt x="1100569" y="270561"/>
                  <a:pt x="1102291" y="264811"/>
                </a:cubicBezTo>
                <a:cubicBezTo>
                  <a:pt x="1105914" y="252790"/>
                  <a:pt x="1103571" y="246773"/>
                  <a:pt x="1093703" y="240237"/>
                </a:cubicBezTo>
                <a:cubicBezTo>
                  <a:pt x="780525" y="31485"/>
                  <a:pt x="312000" y="869"/>
                  <a:pt x="99195" y="730"/>
                </a:cubicBezTo>
                <a:cubicBezTo>
                  <a:pt x="68680" y="705"/>
                  <a:pt x="43448" y="1313"/>
                  <a:pt x="24663" y="2098"/>
                </a:cubicBezTo>
              </a:path>
            </a:pathLst>
          </a:custGeom>
          <a:solidFill>
            <a:srgbClr val="003865"/>
          </a:solidFill>
          <a:ln w="12667" cap="flat">
            <a:noFill/>
            <a:prstDash val="solid"/>
            <a:miter/>
          </a:ln>
        </p:spPr>
        <p:txBody>
          <a:bodyPr rtlCol="0" anchor="ctr"/>
          <a:lstStyle/>
          <a:p>
            <a:endParaRPr lang="fr-FR"/>
          </a:p>
        </p:txBody>
      </p:sp>
      <p:sp>
        <p:nvSpPr>
          <p:cNvPr id="34" name="Forme libre : forme 33">
            <a:extLst>
              <a:ext uri="{FF2B5EF4-FFF2-40B4-BE49-F238E27FC236}">
                <a16:creationId xmlns:a16="http://schemas.microsoft.com/office/drawing/2014/main" id="{01A680D8-BB42-DF47-C6BF-71F745964BB0}"/>
              </a:ext>
            </a:extLst>
          </p:cNvPr>
          <p:cNvSpPr>
            <a:spLocks noChangeAspect="1"/>
          </p:cNvSpPr>
          <p:nvPr/>
        </p:nvSpPr>
        <p:spPr>
          <a:xfrm>
            <a:off x="10435268" y="3733104"/>
            <a:ext cx="1099871" cy="599363"/>
          </a:xfrm>
          <a:custGeom>
            <a:avLst/>
            <a:gdLst>
              <a:gd name="connsiteX0" fmla="*/ 25143 w 1099871"/>
              <a:gd name="connsiteY0" fmla="*/ 2098 h 599363"/>
              <a:gd name="connsiteX1" fmla="*/ 4927 w 1099871"/>
              <a:gd name="connsiteY1" fmla="*/ 21022 h 599363"/>
              <a:gd name="connsiteX2" fmla="*/ 4509 w 1099871"/>
              <a:gd name="connsiteY2" fmla="*/ 580801 h 599363"/>
              <a:gd name="connsiteX3" fmla="*/ 21622 w 1099871"/>
              <a:gd name="connsiteY3" fmla="*/ 599421 h 599363"/>
              <a:gd name="connsiteX4" fmla="*/ 983690 w 1099871"/>
              <a:gd name="connsiteY4" fmla="*/ 600092 h 599363"/>
              <a:gd name="connsiteX5" fmla="*/ 1003286 w 1099871"/>
              <a:gd name="connsiteY5" fmla="*/ 587413 h 599363"/>
              <a:gd name="connsiteX6" fmla="*/ 1102772 w 1099871"/>
              <a:gd name="connsiteY6" fmla="*/ 264811 h 599363"/>
              <a:gd name="connsiteX7" fmla="*/ 1094184 w 1099871"/>
              <a:gd name="connsiteY7" fmla="*/ 240237 h 599363"/>
              <a:gd name="connsiteX8" fmla="*/ 99676 w 1099871"/>
              <a:gd name="connsiteY8" fmla="*/ 730 h 599363"/>
              <a:gd name="connsiteX9" fmla="*/ 25143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5143" y="2098"/>
                </a:moveTo>
                <a:cubicBezTo>
                  <a:pt x="12907" y="2617"/>
                  <a:pt x="4940" y="8469"/>
                  <a:pt x="4927" y="21022"/>
                </a:cubicBezTo>
                <a:lnTo>
                  <a:pt x="4509" y="580801"/>
                </a:lnTo>
                <a:cubicBezTo>
                  <a:pt x="4496" y="590592"/>
                  <a:pt x="11248" y="599421"/>
                  <a:pt x="21622" y="599421"/>
                </a:cubicBezTo>
                <a:lnTo>
                  <a:pt x="983690" y="600092"/>
                </a:lnTo>
                <a:cubicBezTo>
                  <a:pt x="992341" y="600092"/>
                  <a:pt x="999232" y="599282"/>
                  <a:pt x="1003286" y="587413"/>
                </a:cubicBezTo>
                <a:cubicBezTo>
                  <a:pt x="1003286" y="587413"/>
                  <a:pt x="1101049" y="270561"/>
                  <a:pt x="1102772" y="264811"/>
                </a:cubicBezTo>
                <a:cubicBezTo>
                  <a:pt x="1106395" y="252790"/>
                  <a:pt x="1104051" y="246773"/>
                  <a:pt x="1094184" y="240237"/>
                </a:cubicBezTo>
                <a:cubicBezTo>
                  <a:pt x="781006" y="31485"/>
                  <a:pt x="312481" y="869"/>
                  <a:pt x="99676" y="730"/>
                </a:cubicBezTo>
                <a:cubicBezTo>
                  <a:pt x="69161" y="705"/>
                  <a:pt x="43928" y="1313"/>
                  <a:pt x="25143" y="2098"/>
                </a:cubicBezTo>
              </a:path>
            </a:pathLst>
          </a:custGeom>
          <a:solidFill>
            <a:srgbClr val="154734"/>
          </a:solidFill>
          <a:ln w="12667" cap="flat">
            <a:noFill/>
            <a:prstDash val="solid"/>
            <a:miter/>
          </a:ln>
        </p:spPr>
        <p:txBody>
          <a:bodyPr rtlCol="0" anchor="ctr"/>
          <a:lstStyle/>
          <a:p>
            <a:endParaRPr lang="fr-FR"/>
          </a:p>
        </p:txBody>
      </p:sp>
      <p:sp>
        <p:nvSpPr>
          <p:cNvPr id="2" name="Titre 1">
            <a:extLst>
              <a:ext uri="{FF2B5EF4-FFF2-40B4-BE49-F238E27FC236}">
                <a16:creationId xmlns:a16="http://schemas.microsoft.com/office/drawing/2014/main" id="{E9F1C968-10B2-613A-7D5C-B547C715559C}"/>
              </a:ext>
            </a:extLst>
          </p:cNvPr>
          <p:cNvSpPr>
            <a:spLocks noGrp="1"/>
          </p:cNvSpPr>
          <p:nvPr>
            <p:ph type="title" hasCustomPrompt="1"/>
          </p:nvPr>
        </p:nvSpPr>
        <p:spPr/>
        <p:txBody>
          <a:bodyPr/>
          <a:lstStyle>
            <a:lvl1pPr>
              <a:defRPr/>
            </a:lvl1pPr>
          </a:lstStyle>
          <a:p>
            <a:r>
              <a:rPr lang="fr-FR"/>
              <a:t>Boite à outils </a:t>
            </a:r>
          </a:p>
        </p:txBody>
      </p:sp>
    </p:spTree>
    <p:extLst>
      <p:ext uri="{BB962C8B-B14F-4D97-AF65-F5344CB8AC3E}">
        <p14:creationId xmlns:p14="http://schemas.microsoft.com/office/powerpoint/2010/main" val="181013083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 neutre">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9" name="Image 8" descr="Une image contenant plein air, voie ferrée, ciel, transport&#10;&#10;Description générée automatiquement">
            <a:extLst>
              <a:ext uri="{FF2B5EF4-FFF2-40B4-BE49-F238E27FC236}">
                <a16:creationId xmlns:a16="http://schemas.microsoft.com/office/drawing/2014/main" id="{3AEFB77F-B1D5-91A1-D054-F7986F3752F7}"/>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0" y="1"/>
            <a:ext cx="3600450" cy="6858000"/>
          </a:xfrm>
          <a:prstGeom prst="rect">
            <a:avLst/>
          </a:prstGeom>
        </p:spPr>
      </p:pic>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spTree>
    <p:extLst>
      <p:ext uri="{BB962C8B-B14F-4D97-AF65-F5344CB8AC3E}">
        <p14:creationId xmlns:p14="http://schemas.microsoft.com/office/powerpoint/2010/main" val="49698459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 Ouigo">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pic>
        <p:nvPicPr>
          <p:cNvPr id="17" name="Image 16" descr="Une image contenant plein air, ciel, piste, voie ferrée&#10;&#10;Description générée automatiquement">
            <a:extLst>
              <a:ext uri="{FF2B5EF4-FFF2-40B4-BE49-F238E27FC236}">
                <a16:creationId xmlns:a16="http://schemas.microsoft.com/office/drawing/2014/main" id="{10EE43A3-3827-1624-69C7-AC065CAAA00D}"/>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b="-271"/>
          <a:stretch/>
        </p:blipFill>
        <p:spPr>
          <a:xfrm>
            <a:off x="0" y="-1"/>
            <a:ext cx="3575050" cy="6869549"/>
          </a:xfrm>
          <a:prstGeom prst="rect">
            <a:avLst/>
          </a:prstGeom>
        </p:spPr>
      </p:pic>
      <p:pic>
        <p:nvPicPr>
          <p:cNvPr id="2" name="Image 1" descr="Une image contenant texte, Police, Graphique, logo&#10;&#10;Description générée automatiquement">
            <a:extLst>
              <a:ext uri="{FF2B5EF4-FFF2-40B4-BE49-F238E27FC236}">
                <a16:creationId xmlns:a16="http://schemas.microsoft.com/office/drawing/2014/main" id="{256379A2-2549-701E-CA17-529A2FA5511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205214" y="5922789"/>
            <a:ext cx="1227215" cy="1227215"/>
          </a:xfrm>
          <a:prstGeom prst="rect">
            <a:avLst/>
          </a:prstGeom>
        </p:spPr>
      </p:pic>
    </p:spTree>
    <p:extLst>
      <p:ext uri="{BB962C8B-B14F-4D97-AF65-F5344CB8AC3E}">
        <p14:creationId xmlns:p14="http://schemas.microsoft.com/office/powerpoint/2010/main" val="206912668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 TER">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pic>
        <p:nvPicPr>
          <p:cNvPr id="3" name="Image 2" descr="Une image contenant plein air, piste, voie ferrée, véhicule&#10;&#10;Description générée automatiquement">
            <a:extLst>
              <a:ext uri="{FF2B5EF4-FFF2-40B4-BE49-F238E27FC236}">
                <a16:creationId xmlns:a16="http://schemas.microsoft.com/office/drawing/2014/main" id="{DC51B89C-1A46-CCDC-9295-3DB54A3F6B4A}"/>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t="-281"/>
          <a:stretch/>
        </p:blipFill>
        <p:spPr>
          <a:xfrm>
            <a:off x="0" y="-1"/>
            <a:ext cx="3575050" cy="6845215"/>
          </a:xfrm>
          <a:prstGeom prst="rect">
            <a:avLst/>
          </a:prstGeom>
        </p:spPr>
      </p:pic>
      <p:pic>
        <p:nvPicPr>
          <p:cNvPr id="7" name="Image 6" descr="Une image contenant plein air, voie ferrée, piste, train&#10;&#10;Description générée automatiquement">
            <a:extLst>
              <a:ext uri="{FF2B5EF4-FFF2-40B4-BE49-F238E27FC236}">
                <a16:creationId xmlns:a16="http://schemas.microsoft.com/office/drawing/2014/main" id="{7962313C-92B1-AF10-88DD-513C79BA6B43}"/>
              </a:ext>
            </a:extLst>
          </p:cNvPr>
          <p:cNvPicPr>
            <a:picLocks noChangeAspect="1"/>
          </p:cNvPicPr>
          <p:nvPr userDrawn="1"/>
        </p:nvPicPr>
        <p:blipFill rotWithShape="1">
          <a:blip r:embed="rId5" cstate="email">
            <a:extLst>
              <a:ext uri="{28A0092B-C50C-407E-A947-70E740481C1C}">
                <a14:useLocalDpi xmlns:a14="http://schemas.microsoft.com/office/drawing/2010/main"/>
              </a:ext>
            </a:extLst>
          </a:blip>
          <a:srcRect t="-93"/>
          <a:stretch/>
        </p:blipFill>
        <p:spPr>
          <a:xfrm>
            <a:off x="0" y="-6394"/>
            <a:ext cx="3575050" cy="6858000"/>
          </a:xfrm>
          <a:prstGeom prst="rect">
            <a:avLst/>
          </a:prstGeom>
        </p:spPr>
      </p:pic>
      <p:pic>
        <p:nvPicPr>
          <p:cNvPr id="4" name="Graphique 3">
            <a:extLst>
              <a:ext uri="{FF2B5EF4-FFF2-40B4-BE49-F238E27FC236}">
                <a16:creationId xmlns:a16="http://schemas.microsoft.com/office/drawing/2014/main" id="{64171102-2EBE-D05C-98B9-0B75E1ABBE1C}"/>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246074" y="6216051"/>
            <a:ext cx="863847" cy="452490"/>
          </a:xfrm>
          <a:prstGeom prst="rect">
            <a:avLst/>
          </a:prstGeom>
        </p:spPr>
      </p:pic>
    </p:spTree>
    <p:extLst>
      <p:ext uri="{BB962C8B-B14F-4D97-AF65-F5344CB8AC3E}">
        <p14:creationId xmlns:p14="http://schemas.microsoft.com/office/powerpoint/2010/main" val="19539340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 Transilien">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pic>
        <p:nvPicPr>
          <p:cNvPr id="17" name="Image 16">
            <a:extLst>
              <a:ext uri="{FF2B5EF4-FFF2-40B4-BE49-F238E27FC236}">
                <a16:creationId xmlns:a16="http://schemas.microsoft.com/office/drawing/2014/main" id="{62DE02D0-920C-A1CA-4BBD-BF6804DD7897}"/>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t="-210"/>
          <a:stretch/>
        </p:blipFill>
        <p:spPr>
          <a:xfrm>
            <a:off x="1" y="-2"/>
            <a:ext cx="3575049" cy="6854739"/>
          </a:xfrm>
          <a:prstGeom prst="rect">
            <a:avLst/>
          </a:prstGeom>
        </p:spPr>
      </p:pic>
      <p:pic>
        <p:nvPicPr>
          <p:cNvPr id="2" name="Image 1" descr="Une image contenant texte, Police, Graphique, logo&#10;&#10;Description générée automatiquement">
            <a:extLst>
              <a:ext uri="{FF2B5EF4-FFF2-40B4-BE49-F238E27FC236}">
                <a16:creationId xmlns:a16="http://schemas.microsoft.com/office/drawing/2014/main" id="{A73DBC22-32DA-F4F9-71DB-89937F131D0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205214" y="5911638"/>
            <a:ext cx="1227215" cy="1227215"/>
          </a:xfrm>
          <a:prstGeom prst="rect">
            <a:avLst/>
          </a:prstGeom>
        </p:spPr>
      </p:pic>
    </p:spTree>
    <p:extLst>
      <p:ext uri="{BB962C8B-B14F-4D97-AF65-F5344CB8AC3E}">
        <p14:creationId xmlns:p14="http://schemas.microsoft.com/office/powerpoint/2010/main" val="208830420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 gare">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pic>
        <p:nvPicPr>
          <p:cNvPr id="3" name="Image 2" descr="Une image contenant fenêtre, plein air, horloge, sculpture&#10;&#10;Description générée automatiquement">
            <a:extLst>
              <a:ext uri="{FF2B5EF4-FFF2-40B4-BE49-F238E27FC236}">
                <a16:creationId xmlns:a16="http://schemas.microsoft.com/office/drawing/2014/main" id="{B9AD9AE8-B342-64CC-0F85-03AC3A83B705}"/>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1" y="12785"/>
            <a:ext cx="3571875" cy="6858000"/>
          </a:xfrm>
          <a:prstGeom prst="rect">
            <a:avLst/>
          </a:prstGeom>
        </p:spPr>
      </p:pic>
      <p:pic>
        <p:nvPicPr>
          <p:cNvPr id="2" name="Image 1" descr="Une image contenant texte, Police, Graphique, logo&#10;&#10;Description générée automatiquement">
            <a:extLst>
              <a:ext uri="{FF2B5EF4-FFF2-40B4-BE49-F238E27FC236}">
                <a16:creationId xmlns:a16="http://schemas.microsoft.com/office/drawing/2014/main" id="{603CC615-0589-01A4-557E-D66161876D57}"/>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205214" y="5911638"/>
            <a:ext cx="1227215" cy="1227215"/>
          </a:xfrm>
          <a:prstGeom prst="rect">
            <a:avLst/>
          </a:prstGeom>
        </p:spPr>
      </p:pic>
    </p:spTree>
    <p:extLst>
      <p:ext uri="{BB962C8B-B14F-4D97-AF65-F5344CB8AC3E}">
        <p14:creationId xmlns:p14="http://schemas.microsoft.com/office/powerpoint/2010/main" val="210270982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 technicentre">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pic>
        <p:nvPicPr>
          <p:cNvPr id="23" name="Image 22" descr="Une image contenant plein air, ciel, véhicule, Véhicule terrestre&#10;&#10;Description générée automatiquement">
            <a:extLst>
              <a:ext uri="{FF2B5EF4-FFF2-40B4-BE49-F238E27FC236}">
                <a16:creationId xmlns:a16="http://schemas.microsoft.com/office/drawing/2014/main" id="{71717D49-9A50-D823-0731-815DAD1AF20A}"/>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b="-186"/>
          <a:stretch/>
        </p:blipFill>
        <p:spPr>
          <a:xfrm>
            <a:off x="-9525" y="12785"/>
            <a:ext cx="3575050" cy="6858000"/>
          </a:xfrm>
          <a:prstGeom prst="rect">
            <a:avLst/>
          </a:prstGeom>
        </p:spPr>
      </p:pic>
      <p:pic>
        <p:nvPicPr>
          <p:cNvPr id="2" name="Image 1" descr="Une image contenant texte, Police, Graphique, logo&#10;&#10;Description générée automatiquement">
            <a:extLst>
              <a:ext uri="{FF2B5EF4-FFF2-40B4-BE49-F238E27FC236}">
                <a16:creationId xmlns:a16="http://schemas.microsoft.com/office/drawing/2014/main" id="{B034599F-9EDA-DD1F-4040-60F605F3AE4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205214" y="5911638"/>
            <a:ext cx="1227215" cy="1227215"/>
          </a:xfrm>
          <a:prstGeom prst="rect">
            <a:avLst/>
          </a:prstGeom>
        </p:spPr>
      </p:pic>
    </p:spTree>
    <p:extLst>
      <p:ext uri="{BB962C8B-B14F-4D97-AF65-F5344CB8AC3E}">
        <p14:creationId xmlns:p14="http://schemas.microsoft.com/office/powerpoint/2010/main" val="229659708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 Fret">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pic>
        <p:nvPicPr>
          <p:cNvPr id="3" name="Image 2" descr="Une image contenant plein air, piste, voie ferrée, véhicule&#10;&#10;Description générée automatiquement">
            <a:extLst>
              <a:ext uri="{FF2B5EF4-FFF2-40B4-BE49-F238E27FC236}">
                <a16:creationId xmlns:a16="http://schemas.microsoft.com/office/drawing/2014/main" id="{DC51B89C-1A46-CCDC-9295-3DB54A3F6B4A}"/>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t="-281"/>
          <a:stretch/>
        </p:blipFill>
        <p:spPr>
          <a:xfrm>
            <a:off x="0" y="-1"/>
            <a:ext cx="3575050" cy="6845215"/>
          </a:xfrm>
          <a:prstGeom prst="rect">
            <a:avLst/>
          </a:prstGeom>
        </p:spPr>
      </p:pic>
      <p:pic>
        <p:nvPicPr>
          <p:cNvPr id="2" name="Image 1" descr="Une image contenant texte, Police, Graphique, logo&#10;&#10;Description générée automatiquement">
            <a:extLst>
              <a:ext uri="{FF2B5EF4-FFF2-40B4-BE49-F238E27FC236}">
                <a16:creationId xmlns:a16="http://schemas.microsoft.com/office/drawing/2014/main" id="{D36A35AD-5D9A-3AF3-CB82-9A36D5CE6EF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205214" y="5911638"/>
            <a:ext cx="1227215" cy="1227215"/>
          </a:xfrm>
          <a:prstGeom prst="rect">
            <a:avLst/>
          </a:prstGeom>
        </p:spPr>
      </p:pic>
    </p:spTree>
    <p:extLst>
      <p:ext uri="{BB962C8B-B14F-4D97-AF65-F5344CB8AC3E}">
        <p14:creationId xmlns:p14="http://schemas.microsoft.com/office/powerpoint/2010/main" val="413093807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1_Titre de la présentation - Fret">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pic>
        <p:nvPicPr>
          <p:cNvPr id="22" name="Image 21">
            <a:extLst>
              <a:ext uri="{FF2B5EF4-FFF2-40B4-BE49-F238E27FC236}">
                <a16:creationId xmlns:a16="http://schemas.microsoft.com/office/drawing/2014/main" id="{1B1DA279-199F-D01F-7C35-9193E4F43699}"/>
              </a:ext>
            </a:extLst>
          </p:cNvPr>
          <p:cNvPicPr>
            <a:picLocks noChangeAspect="1"/>
          </p:cNvPicPr>
          <p:nvPr userDrawn="1"/>
        </p:nvPicPr>
        <p:blipFill rotWithShape="1">
          <a:blip r:embed="rId4"/>
          <a:srcRect l="68896" r="6852"/>
          <a:stretch/>
        </p:blipFill>
        <p:spPr>
          <a:xfrm>
            <a:off x="-1" y="1"/>
            <a:ext cx="3575051" cy="6852124"/>
          </a:xfrm>
          <a:prstGeom prst="rect">
            <a:avLst/>
          </a:prstGeom>
        </p:spPr>
      </p:pic>
      <p:pic>
        <p:nvPicPr>
          <p:cNvPr id="23" name="Graphique 22">
            <a:extLst>
              <a:ext uri="{FF2B5EF4-FFF2-40B4-BE49-F238E27FC236}">
                <a16:creationId xmlns:a16="http://schemas.microsoft.com/office/drawing/2014/main" id="{28E3198C-4AEC-AEE5-FEAA-287CCD66C7E6}"/>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246074" y="6216051"/>
            <a:ext cx="863847" cy="452490"/>
          </a:xfrm>
          <a:prstGeom prst="rect">
            <a:avLst/>
          </a:prstGeom>
        </p:spPr>
      </p:pic>
    </p:spTree>
    <p:extLst>
      <p:ext uri="{BB962C8B-B14F-4D97-AF65-F5344CB8AC3E}">
        <p14:creationId xmlns:p14="http://schemas.microsoft.com/office/powerpoint/2010/main" val="277147818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1_Titre de la présentation - neutre">
    <p:bg>
      <p:bgPr>
        <a:solidFill>
          <a:schemeClr val="bg1"/>
        </a:solidFill>
        <a:effectLst/>
      </p:bgPr>
    </p:bg>
    <p:spTree>
      <p:nvGrpSpPr>
        <p:cNvPr id="1" name=""/>
        <p:cNvGrpSpPr/>
        <p:nvPr/>
      </p:nvGrpSpPr>
      <p:grpSpPr>
        <a:xfrm>
          <a:off x="0" y="0"/>
          <a:ext cx="0" cy="0"/>
          <a:chOff x="0" y="0"/>
          <a:chExt cx="0" cy="0"/>
        </a:xfrm>
      </p:grpSpPr>
      <p:sp>
        <p:nvSpPr>
          <p:cNvPr id="2" name="Espace réservé pour une image  9">
            <a:extLst>
              <a:ext uri="{FF2B5EF4-FFF2-40B4-BE49-F238E27FC236}">
                <a16:creationId xmlns:a16="http://schemas.microsoft.com/office/drawing/2014/main" id="{26438537-98AA-5155-E789-691AB09A2EB4}"/>
              </a:ext>
            </a:extLst>
          </p:cNvPr>
          <p:cNvSpPr>
            <a:spLocks noGrp="1"/>
          </p:cNvSpPr>
          <p:nvPr>
            <p:ph type="pic" sz="quarter" idx="12"/>
          </p:nvPr>
        </p:nvSpPr>
        <p:spPr>
          <a:xfrm>
            <a:off x="0" y="0"/>
            <a:ext cx="3600450" cy="6858000"/>
          </a:xfrm>
          <a:prstGeom prst="rect">
            <a:avLst/>
          </a:prstGeom>
          <a:solidFill>
            <a:srgbClr val="002060">
              <a:alpha val="38000"/>
            </a:srgbClr>
          </a:solidFill>
        </p:spPr>
        <p:txBody>
          <a:bodyPr/>
          <a:lstStyle/>
          <a:p>
            <a:r>
              <a:rPr lang="fr-FR"/>
              <a:t>Cliquez sur l'icône pour ajouter une image</a:t>
            </a:r>
          </a:p>
        </p:txBody>
      </p:sp>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spTree>
    <p:extLst>
      <p:ext uri="{BB962C8B-B14F-4D97-AF65-F5344CB8AC3E}">
        <p14:creationId xmlns:p14="http://schemas.microsoft.com/office/powerpoint/2010/main" val="322139001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Intertitre foncé">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B9D259E-5CC5-4E3B-8BA3-B0FAEE778508}"/>
              </a:ext>
            </a:extLst>
          </p:cNvPr>
          <p:cNvSpPr/>
          <p:nvPr userDrawn="1"/>
        </p:nvSpPr>
        <p:spPr>
          <a:xfrm>
            <a:off x="0" y="0"/>
            <a:ext cx="357505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2" name="Graphique 11">
            <a:extLst>
              <a:ext uri="{FF2B5EF4-FFF2-40B4-BE49-F238E27FC236}">
                <a16:creationId xmlns:a16="http://schemas.microsoft.com/office/drawing/2014/main" id="{B4D507AF-7604-4B56-A8FE-F135B23E7090}"/>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246074" y="6216051"/>
            <a:ext cx="863847" cy="452490"/>
          </a:xfrm>
          <a:prstGeom prst="rect">
            <a:avLst/>
          </a:prstGeom>
        </p:spPr>
      </p:pic>
      <p:sp>
        <p:nvSpPr>
          <p:cNvPr id="5" name="Rectangle 2">
            <a:extLst>
              <a:ext uri="{FF2B5EF4-FFF2-40B4-BE49-F238E27FC236}">
                <a16:creationId xmlns:a16="http://schemas.microsoft.com/office/drawing/2014/main" id="{50C7EA37-BF2D-B133-A3A3-B2AE624853CC}"/>
              </a:ext>
            </a:extLst>
          </p:cNvPr>
          <p:cNvSpPr>
            <a:spLocks noGrp="1" noChangeArrowheads="1"/>
          </p:cNvSpPr>
          <p:nvPr>
            <p:ph type="ctrTitle" hasCustomPrompt="1"/>
          </p:nvPr>
        </p:nvSpPr>
        <p:spPr>
          <a:xfrm>
            <a:off x="3935414" y="2281063"/>
            <a:ext cx="7338986" cy="5908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400" baseline="0">
                <a:solidFill>
                  <a:srgbClr val="003865"/>
                </a:solidFill>
              </a:defRPr>
            </a:lvl1pPr>
          </a:lstStyle>
          <a:p>
            <a:pPr lvl="0"/>
            <a:r>
              <a:rPr lang="fr-FR" noProof="0"/>
              <a:t>Titre, </a:t>
            </a:r>
            <a:r>
              <a:rPr lang="fr-FR" noProof="0" err="1"/>
              <a:t>arial</a:t>
            </a:r>
            <a:r>
              <a:rPr lang="fr-FR" noProof="0"/>
              <a:t>, 34</a:t>
            </a:r>
          </a:p>
        </p:txBody>
      </p:sp>
      <p:sp>
        <p:nvSpPr>
          <p:cNvPr id="6" name="Rectangle 3">
            <a:extLst>
              <a:ext uri="{FF2B5EF4-FFF2-40B4-BE49-F238E27FC236}">
                <a16:creationId xmlns:a16="http://schemas.microsoft.com/office/drawing/2014/main" id="{6D50EEAD-3275-FD8E-225D-A0272959D08A}"/>
              </a:ext>
            </a:extLst>
          </p:cNvPr>
          <p:cNvSpPr>
            <a:spLocks noGrp="1" noChangeArrowheads="1"/>
          </p:cNvSpPr>
          <p:nvPr>
            <p:ph type="subTitle" idx="1" hasCustomPrompt="1"/>
          </p:nvPr>
        </p:nvSpPr>
        <p:spPr>
          <a:xfrm>
            <a:off x="3935413" y="3004272"/>
            <a:ext cx="7338987" cy="424728"/>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Arial" panose="020B0604020202020204" pitchFamily="34" charset="0"/>
                <a:cs typeface="Arial" panose="020B0604020202020204" pitchFamily="34" charset="0"/>
              </a:defRPr>
            </a:lvl1pPr>
          </a:lstStyle>
          <a:p>
            <a:pPr lvl="0"/>
            <a:r>
              <a:rPr lang="fr-FR" noProof="0"/>
              <a:t>Sous-titre, Arial, 24</a:t>
            </a:r>
          </a:p>
        </p:txBody>
      </p:sp>
      <p:pic>
        <p:nvPicPr>
          <p:cNvPr id="2" name="Image 1" descr="Une image contenant capture d’écran, Police, noir, Graphique&#10;&#10;Description générée automatiquement">
            <a:extLst>
              <a:ext uri="{FF2B5EF4-FFF2-40B4-BE49-F238E27FC236}">
                <a16:creationId xmlns:a16="http://schemas.microsoft.com/office/drawing/2014/main" id="{18D55DC5-E5BB-1D85-5FA4-DE8F813EFBB5}"/>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8796759" y="6431647"/>
            <a:ext cx="3045129" cy="262613"/>
          </a:xfrm>
          <a:prstGeom prst="rect">
            <a:avLst/>
          </a:prstGeom>
        </p:spPr>
      </p:pic>
    </p:spTree>
    <p:extLst>
      <p:ext uri="{BB962C8B-B14F-4D97-AF65-F5344CB8AC3E}">
        <p14:creationId xmlns:p14="http://schemas.microsoft.com/office/powerpoint/2010/main" val="160741224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Intertitre clair">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B9D259E-5CC5-4E3B-8BA3-B0FAEE778508}"/>
              </a:ext>
            </a:extLst>
          </p:cNvPr>
          <p:cNvSpPr/>
          <p:nvPr userDrawn="1"/>
        </p:nvSpPr>
        <p:spPr>
          <a:xfrm>
            <a:off x="0" y="0"/>
            <a:ext cx="3600000" cy="6858000"/>
          </a:xfrm>
          <a:prstGeom prst="rect">
            <a:avLst/>
          </a:prstGeom>
          <a:solidFill>
            <a:srgbClr val="0084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2">
            <a:extLst>
              <a:ext uri="{FF2B5EF4-FFF2-40B4-BE49-F238E27FC236}">
                <a16:creationId xmlns:a16="http://schemas.microsoft.com/office/drawing/2014/main" id="{5093DD42-E983-3820-2890-85A1D87D685F}"/>
              </a:ext>
            </a:extLst>
          </p:cNvPr>
          <p:cNvSpPr>
            <a:spLocks noGrp="1" noChangeArrowheads="1"/>
          </p:cNvSpPr>
          <p:nvPr>
            <p:ph type="ctrTitle" hasCustomPrompt="1"/>
          </p:nvPr>
        </p:nvSpPr>
        <p:spPr>
          <a:xfrm>
            <a:off x="3948693" y="2281063"/>
            <a:ext cx="7290981" cy="590850"/>
          </a:xfrm>
          <a:extLst>
            <a:ext uri="{909E8E84-426E-40DD-AFC4-6F175D3DCCD1}">
              <a14:hiddenFill xmlns:a14="http://schemas.microsoft.com/office/drawing/2010/main">
                <a:solidFill>
                  <a:schemeClr val="tx2"/>
                </a:solidFill>
              </a14:hiddenFill>
            </a:ext>
          </a:extLst>
        </p:spPr>
        <p:txBody>
          <a:bodyPr wrap="square" tIns="118792" rIns="0" anchor="b">
            <a:spAutoFit/>
          </a:bodyPr>
          <a:lstStyle>
            <a:lvl1pPr>
              <a:defRPr sz="3400" baseline="0">
                <a:solidFill>
                  <a:schemeClr val="accent1"/>
                </a:solidFill>
              </a:defRPr>
            </a:lvl1pPr>
          </a:lstStyle>
          <a:p>
            <a:pPr lvl="0"/>
            <a:r>
              <a:rPr lang="fr-FR" noProof="0"/>
              <a:t>Titre, </a:t>
            </a:r>
            <a:r>
              <a:rPr lang="fr-FR" noProof="0" err="1"/>
              <a:t>arial</a:t>
            </a:r>
            <a:r>
              <a:rPr lang="fr-FR" noProof="0"/>
              <a:t>, 34</a:t>
            </a:r>
          </a:p>
        </p:txBody>
      </p:sp>
      <p:sp>
        <p:nvSpPr>
          <p:cNvPr id="6" name="Rectangle 3">
            <a:extLst>
              <a:ext uri="{FF2B5EF4-FFF2-40B4-BE49-F238E27FC236}">
                <a16:creationId xmlns:a16="http://schemas.microsoft.com/office/drawing/2014/main" id="{835A7ED0-1ACE-D4F2-7A1B-993F8AAA9616}"/>
              </a:ext>
            </a:extLst>
          </p:cNvPr>
          <p:cNvSpPr>
            <a:spLocks noGrp="1" noChangeArrowheads="1"/>
          </p:cNvSpPr>
          <p:nvPr>
            <p:ph type="subTitle" idx="1" hasCustomPrompt="1"/>
          </p:nvPr>
        </p:nvSpPr>
        <p:spPr>
          <a:xfrm>
            <a:off x="3948694" y="3004272"/>
            <a:ext cx="7290981" cy="424728"/>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chemeClr val="accent1"/>
                </a:solidFill>
                <a:latin typeface="Arial" panose="020B0604020202020204" pitchFamily="34" charset="0"/>
                <a:cs typeface="Arial" panose="020B0604020202020204" pitchFamily="34" charset="0"/>
              </a:defRPr>
            </a:lvl1pPr>
          </a:lstStyle>
          <a:p>
            <a:pPr lvl="0"/>
            <a:r>
              <a:rPr lang="fr-FR" noProof="0"/>
              <a:t>Sous-titre, Arial, 24</a:t>
            </a:r>
          </a:p>
        </p:txBody>
      </p:sp>
      <p:pic>
        <p:nvPicPr>
          <p:cNvPr id="2" name="Graphique 1">
            <a:extLst>
              <a:ext uri="{FF2B5EF4-FFF2-40B4-BE49-F238E27FC236}">
                <a16:creationId xmlns:a16="http://schemas.microsoft.com/office/drawing/2014/main" id="{F9331895-939A-91E5-1973-CF6B8538C3D4}"/>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246074" y="6216051"/>
            <a:ext cx="863847" cy="452490"/>
          </a:xfrm>
          <a:prstGeom prst="rect">
            <a:avLst/>
          </a:prstGeom>
        </p:spPr>
      </p:pic>
      <p:pic>
        <p:nvPicPr>
          <p:cNvPr id="7" name="Image 6" descr="Une image contenant capture d’écran, Police, noir, Graphique&#10;&#10;Description générée automatiquement">
            <a:extLst>
              <a:ext uri="{FF2B5EF4-FFF2-40B4-BE49-F238E27FC236}">
                <a16:creationId xmlns:a16="http://schemas.microsoft.com/office/drawing/2014/main" id="{AF3B665F-DC56-52C4-8F61-25D0050E904C}"/>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8796759" y="6431647"/>
            <a:ext cx="3045129" cy="262613"/>
          </a:xfrm>
          <a:prstGeom prst="rect">
            <a:avLst/>
          </a:prstGeom>
        </p:spPr>
      </p:pic>
    </p:spTree>
    <p:extLst>
      <p:ext uri="{BB962C8B-B14F-4D97-AF65-F5344CB8AC3E}">
        <p14:creationId xmlns:p14="http://schemas.microsoft.com/office/powerpoint/2010/main" val="89215906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Intertitre jaun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B9D259E-5CC5-4E3B-8BA3-B0FAEE778508}"/>
              </a:ext>
            </a:extLst>
          </p:cNvPr>
          <p:cNvSpPr/>
          <p:nvPr userDrawn="1"/>
        </p:nvSpPr>
        <p:spPr>
          <a:xfrm>
            <a:off x="0" y="0"/>
            <a:ext cx="3600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2">
            <a:extLst>
              <a:ext uri="{FF2B5EF4-FFF2-40B4-BE49-F238E27FC236}">
                <a16:creationId xmlns:a16="http://schemas.microsoft.com/office/drawing/2014/main" id="{5093DD42-E983-3820-2890-85A1D87D685F}"/>
              </a:ext>
            </a:extLst>
          </p:cNvPr>
          <p:cNvSpPr>
            <a:spLocks noGrp="1" noChangeArrowheads="1"/>
          </p:cNvSpPr>
          <p:nvPr>
            <p:ph type="ctrTitle" hasCustomPrompt="1"/>
          </p:nvPr>
        </p:nvSpPr>
        <p:spPr>
          <a:xfrm>
            <a:off x="3948693" y="2281063"/>
            <a:ext cx="7290981" cy="590850"/>
          </a:xfrm>
          <a:extLst>
            <a:ext uri="{909E8E84-426E-40DD-AFC4-6F175D3DCCD1}">
              <a14:hiddenFill xmlns:a14="http://schemas.microsoft.com/office/drawing/2010/main">
                <a:solidFill>
                  <a:schemeClr val="tx2"/>
                </a:solidFill>
              </a14:hiddenFill>
            </a:ext>
          </a:extLst>
        </p:spPr>
        <p:txBody>
          <a:bodyPr wrap="square" tIns="118792" rIns="0" anchor="b">
            <a:spAutoFit/>
          </a:bodyPr>
          <a:lstStyle>
            <a:lvl1pPr>
              <a:defRPr sz="3400" baseline="0">
                <a:solidFill>
                  <a:schemeClr val="accent1"/>
                </a:solidFill>
              </a:defRPr>
            </a:lvl1pPr>
          </a:lstStyle>
          <a:p>
            <a:pPr lvl="0"/>
            <a:r>
              <a:rPr lang="fr-FR" noProof="0"/>
              <a:t>Titre, </a:t>
            </a:r>
            <a:r>
              <a:rPr lang="fr-FR" noProof="0" err="1"/>
              <a:t>arial</a:t>
            </a:r>
            <a:r>
              <a:rPr lang="fr-FR" noProof="0"/>
              <a:t>, 34</a:t>
            </a:r>
          </a:p>
        </p:txBody>
      </p:sp>
      <p:sp>
        <p:nvSpPr>
          <p:cNvPr id="6" name="Rectangle 3">
            <a:extLst>
              <a:ext uri="{FF2B5EF4-FFF2-40B4-BE49-F238E27FC236}">
                <a16:creationId xmlns:a16="http://schemas.microsoft.com/office/drawing/2014/main" id="{835A7ED0-1ACE-D4F2-7A1B-993F8AAA9616}"/>
              </a:ext>
            </a:extLst>
          </p:cNvPr>
          <p:cNvSpPr>
            <a:spLocks noGrp="1" noChangeArrowheads="1"/>
          </p:cNvSpPr>
          <p:nvPr>
            <p:ph type="subTitle" idx="1" hasCustomPrompt="1"/>
          </p:nvPr>
        </p:nvSpPr>
        <p:spPr>
          <a:xfrm>
            <a:off x="3948694" y="3004272"/>
            <a:ext cx="7290981" cy="424728"/>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chemeClr val="accent1"/>
                </a:solidFill>
                <a:latin typeface="Arial" panose="020B0604020202020204" pitchFamily="34" charset="0"/>
                <a:cs typeface="Arial" panose="020B0604020202020204" pitchFamily="34" charset="0"/>
              </a:defRPr>
            </a:lvl1pPr>
          </a:lstStyle>
          <a:p>
            <a:pPr lvl="0"/>
            <a:r>
              <a:rPr lang="fr-FR" noProof="0"/>
              <a:t>Sous-titre, Arial, 24</a:t>
            </a:r>
          </a:p>
        </p:txBody>
      </p:sp>
      <p:pic>
        <p:nvPicPr>
          <p:cNvPr id="2" name="Graphique 1">
            <a:extLst>
              <a:ext uri="{FF2B5EF4-FFF2-40B4-BE49-F238E27FC236}">
                <a16:creationId xmlns:a16="http://schemas.microsoft.com/office/drawing/2014/main" id="{F9331895-939A-91E5-1973-CF6B8538C3D4}"/>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246074" y="6216051"/>
            <a:ext cx="863847" cy="452490"/>
          </a:xfrm>
          <a:prstGeom prst="rect">
            <a:avLst/>
          </a:prstGeom>
        </p:spPr>
      </p:pic>
      <p:pic>
        <p:nvPicPr>
          <p:cNvPr id="7" name="Image 6" descr="Une image contenant capture d’écran, Police, noir, Graphique&#10;&#10;Description générée automatiquement">
            <a:extLst>
              <a:ext uri="{FF2B5EF4-FFF2-40B4-BE49-F238E27FC236}">
                <a16:creationId xmlns:a16="http://schemas.microsoft.com/office/drawing/2014/main" id="{AF3B665F-DC56-52C4-8F61-25D0050E904C}"/>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8796759" y="6431647"/>
            <a:ext cx="3045129" cy="262613"/>
          </a:xfrm>
          <a:prstGeom prst="rect">
            <a:avLst/>
          </a:prstGeom>
        </p:spPr>
      </p:pic>
    </p:spTree>
    <p:extLst>
      <p:ext uri="{BB962C8B-B14F-4D97-AF65-F5344CB8AC3E}">
        <p14:creationId xmlns:p14="http://schemas.microsoft.com/office/powerpoint/2010/main" val="103249110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re et contenu" preserve="1" userDrawn="1">
  <p:cSld name="Titre et contenu">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42916ECC-362E-8738-744F-F0451A31A3AC}"/>
              </a:ext>
            </a:extLst>
          </p:cNvPr>
          <p:cNvSpPr>
            <a:spLocks noGrp="1"/>
          </p:cNvSpPr>
          <p:nvPr>
            <p:ph type="title"/>
          </p:nvPr>
        </p:nvSpPr>
        <p:spPr>
          <a:xfrm>
            <a:off x="477881" y="460051"/>
            <a:ext cx="11308752" cy="332399"/>
          </a:xfrm>
        </p:spPr>
        <p:txBody>
          <a:bodyPr lIns="0"/>
          <a:lstStyle/>
          <a:p>
            <a:r>
              <a:rPr lang="fr-FR"/>
              <a:t>Modifiez le style du titre</a:t>
            </a:r>
          </a:p>
        </p:txBody>
      </p:sp>
      <p:sp>
        <p:nvSpPr>
          <p:cNvPr id="4" name="Espace réservé du contenu 3">
            <a:extLst>
              <a:ext uri="{FF2B5EF4-FFF2-40B4-BE49-F238E27FC236}">
                <a16:creationId xmlns:a16="http://schemas.microsoft.com/office/drawing/2014/main" id="{3B4A3ADA-1B30-0E09-EC1D-A09904363B51}"/>
              </a:ext>
            </a:extLst>
          </p:cNvPr>
          <p:cNvSpPr>
            <a:spLocks noGrp="1"/>
          </p:cNvSpPr>
          <p:nvPr>
            <p:ph sz="quarter" idx="10"/>
          </p:nvPr>
        </p:nvSpPr>
        <p:spPr>
          <a:xfrm>
            <a:off x="479425" y="1143000"/>
            <a:ext cx="11307763" cy="4949825"/>
          </a:xfrm>
        </p:spPr>
        <p:txBody>
          <a:bodyPr/>
          <a:lstStyle>
            <a:lvl1pPr marL="171450" indent="-171450">
              <a:buClr>
                <a:schemeClr val="accent2"/>
              </a:buClr>
              <a:buFont typeface="Wingdings" panose="05000000000000000000" pitchFamily="2" charset="2"/>
              <a:buChar char="§"/>
              <a:defRPr/>
            </a:lvl1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50132495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re et contenu" preserve="1" userDrawn="1">
  <p:cSld name="1_Titre et contenu">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42916ECC-362E-8738-744F-F0451A31A3AC}"/>
              </a:ext>
            </a:extLst>
          </p:cNvPr>
          <p:cNvSpPr>
            <a:spLocks noGrp="1"/>
          </p:cNvSpPr>
          <p:nvPr>
            <p:ph type="title"/>
          </p:nvPr>
        </p:nvSpPr>
        <p:spPr>
          <a:xfrm>
            <a:off x="477881" y="460051"/>
            <a:ext cx="11308752" cy="332399"/>
          </a:xfrm>
        </p:spPr>
        <p:txBody>
          <a:bodyPr lIns="0"/>
          <a:lstStyle/>
          <a:p>
            <a:r>
              <a:rPr lang="fr-FR"/>
              <a:t>Modifiez le style du titre</a:t>
            </a:r>
          </a:p>
        </p:txBody>
      </p:sp>
      <p:sp>
        <p:nvSpPr>
          <p:cNvPr id="4" name="Espace réservé du contenu 3">
            <a:extLst>
              <a:ext uri="{FF2B5EF4-FFF2-40B4-BE49-F238E27FC236}">
                <a16:creationId xmlns:a16="http://schemas.microsoft.com/office/drawing/2014/main" id="{3B4A3ADA-1B30-0E09-EC1D-A09904363B51}"/>
              </a:ext>
            </a:extLst>
          </p:cNvPr>
          <p:cNvSpPr>
            <a:spLocks noGrp="1"/>
          </p:cNvSpPr>
          <p:nvPr>
            <p:ph sz="quarter" idx="10"/>
          </p:nvPr>
        </p:nvSpPr>
        <p:spPr>
          <a:xfrm>
            <a:off x="479425" y="1143000"/>
            <a:ext cx="5472431" cy="494982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2" name="Espace réservé du contenu 3">
            <a:extLst>
              <a:ext uri="{FF2B5EF4-FFF2-40B4-BE49-F238E27FC236}">
                <a16:creationId xmlns:a16="http://schemas.microsoft.com/office/drawing/2014/main" id="{584D04B2-61E7-7631-1FA3-CAD29F5123CF}"/>
              </a:ext>
            </a:extLst>
          </p:cNvPr>
          <p:cNvSpPr>
            <a:spLocks noGrp="1"/>
          </p:cNvSpPr>
          <p:nvPr>
            <p:ph sz="quarter" idx="11"/>
          </p:nvPr>
        </p:nvSpPr>
        <p:spPr>
          <a:xfrm>
            <a:off x="6240145" y="1158240"/>
            <a:ext cx="5543868" cy="494982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12025459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re, sous-titre et contenu">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42916ECC-362E-8738-744F-F0451A31A3AC}"/>
              </a:ext>
            </a:extLst>
          </p:cNvPr>
          <p:cNvSpPr>
            <a:spLocks noGrp="1"/>
          </p:cNvSpPr>
          <p:nvPr>
            <p:ph type="title"/>
          </p:nvPr>
        </p:nvSpPr>
        <p:spPr>
          <a:xfrm>
            <a:off x="477881" y="461322"/>
            <a:ext cx="11308752" cy="332399"/>
          </a:xfrm>
        </p:spPr>
        <p:txBody>
          <a:bodyPr lIns="0"/>
          <a:lstStyle/>
          <a:p>
            <a:r>
              <a:rPr lang="fr-FR"/>
              <a:t>Modifiez le style du titre</a:t>
            </a:r>
          </a:p>
        </p:txBody>
      </p:sp>
      <p:sp>
        <p:nvSpPr>
          <p:cNvPr id="5" name="Espace réservé du texte 4">
            <a:extLst>
              <a:ext uri="{FF2B5EF4-FFF2-40B4-BE49-F238E27FC236}">
                <a16:creationId xmlns:a16="http://schemas.microsoft.com/office/drawing/2014/main" id="{3671C1AE-7700-8ECD-BD89-8F28EA77DDAC}"/>
              </a:ext>
            </a:extLst>
          </p:cNvPr>
          <p:cNvSpPr>
            <a:spLocks noGrp="1"/>
          </p:cNvSpPr>
          <p:nvPr>
            <p:ph type="body" sz="quarter" idx="13" hasCustomPrompt="1"/>
          </p:nvPr>
        </p:nvSpPr>
        <p:spPr>
          <a:xfrm>
            <a:off x="477371" y="813653"/>
            <a:ext cx="11308752" cy="307975"/>
          </a:xfrm>
          <a:prstGeom prst="rect">
            <a:avLst/>
          </a:prstGeom>
        </p:spPr>
        <p:txBody>
          <a:bodyPr lIns="0" tIns="0" rIns="0" bIns="0"/>
          <a:lstStyle>
            <a:lvl1pPr>
              <a:defRPr sz="1600">
                <a:solidFill>
                  <a:schemeClr val="tx2"/>
                </a:solidFill>
              </a:defRPr>
            </a:lvl1pPr>
            <a:lvl2pPr marL="0" indent="0">
              <a:buNone/>
              <a:defRPr/>
            </a:lvl2pPr>
          </a:lstStyle>
          <a:p>
            <a:pPr lvl="0"/>
            <a:r>
              <a:rPr lang="fr-FR"/>
              <a:t>Cliquez pour ajouter un sous-titre</a:t>
            </a:r>
          </a:p>
        </p:txBody>
      </p:sp>
      <p:sp>
        <p:nvSpPr>
          <p:cNvPr id="3" name="Espace réservé du contenu 3">
            <a:extLst>
              <a:ext uri="{FF2B5EF4-FFF2-40B4-BE49-F238E27FC236}">
                <a16:creationId xmlns:a16="http://schemas.microsoft.com/office/drawing/2014/main" id="{1FE9DDD0-74BE-972C-4C4C-3C8891451D59}"/>
              </a:ext>
            </a:extLst>
          </p:cNvPr>
          <p:cNvSpPr>
            <a:spLocks noGrp="1"/>
          </p:cNvSpPr>
          <p:nvPr>
            <p:ph sz="quarter" idx="10"/>
          </p:nvPr>
        </p:nvSpPr>
        <p:spPr>
          <a:xfrm>
            <a:off x="479425" y="1545336"/>
            <a:ext cx="11307763" cy="454748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6603051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re et contenu impac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1AC42C9-D1EB-80E0-FDC9-AE8119524DBD}"/>
              </a:ext>
            </a:extLst>
          </p:cNvPr>
          <p:cNvSpPr/>
          <p:nvPr userDrawn="1"/>
        </p:nvSpPr>
        <p:spPr>
          <a:xfrm>
            <a:off x="0" y="0"/>
            <a:ext cx="12192000" cy="10532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fr-FR" sz="1200"/>
          </a:p>
        </p:txBody>
      </p:sp>
      <p:sp>
        <p:nvSpPr>
          <p:cNvPr id="6" name="Titre 5">
            <a:extLst>
              <a:ext uri="{FF2B5EF4-FFF2-40B4-BE49-F238E27FC236}">
                <a16:creationId xmlns:a16="http://schemas.microsoft.com/office/drawing/2014/main" id="{42916ECC-362E-8738-744F-F0451A31A3AC}"/>
              </a:ext>
            </a:extLst>
          </p:cNvPr>
          <p:cNvSpPr>
            <a:spLocks noGrp="1"/>
          </p:cNvSpPr>
          <p:nvPr>
            <p:ph type="title"/>
          </p:nvPr>
        </p:nvSpPr>
        <p:spPr>
          <a:xfrm>
            <a:off x="477881" y="460051"/>
            <a:ext cx="11308752" cy="332399"/>
          </a:xfrm>
        </p:spPr>
        <p:txBody>
          <a:bodyPr lIns="0"/>
          <a:lstStyle>
            <a:lvl1pPr>
              <a:defRPr>
                <a:solidFill>
                  <a:schemeClr val="bg1"/>
                </a:solidFill>
              </a:defRPr>
            </a:lvl1pPr>
          </a:lstStyle>
          <a:p>
            <a:r>
              <a:rPr lang="fr-FR"/>
              <a:t>Modifiez le style du titre</a:t>
            </a:r>
          </a:p>
        </p:txBody>
      </p:sp>
      <p:sp>
        <p:nvSpPr>
          <p:cNvPr id="2" name="Espace réservé du contenu 3">
            <a:extLst>
              <a:ext uri="{FF2B5EF4-FFF2-40B4-BE49-F238E27FC236}">
                <a16:creationId xmlns:a16="http://schemas.microsoft.com/office/drawing/2014/main" id="{4143124E-75E0-6BA3-6B3C-F9E0907F013C}"/>
              </a:ext>
            </a:extLst>
          </p:cNvPr>
          <p:cNvSpPr>
            <a:spLocks noGrp="1"/>
          </p:cNvSpPr>
          <p:nvPr>
            <p:ph sz="quarter" idx="10"/>
          </p:nvPr>
        </p:nvSpPr>
        <p:spPr>
          <a:xfrm>
            <a:off x="479425" y="1545336"/>
            <a:ext cx="11307763" cy="454748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10225144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re et 4 boites">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42916ECC-362E-8738-744F-F0451A31A3AC}"/>
              </a:ext>
            </a:extLst>
          </p:cNvPr>
          <p:cNvSpPr>
            <a:spLocks noGrp="1"/>
          </p:cNvSpPr>
          <p:nvPr>
            <p:ph type="title"/>
          </p:nvPr>
        </p:nvSpPr>
        <p:spPr>
          <a:xfrm>
            <a:off x="477881" y="460051"/>
            <a:ext cx="11308752" cy="332399"/>
          </a:xfrm>
        </p:spPr>
        <p:txBody>
          <a:bodyPr/>
          <a:lstStyle/>
          <a:p>
            <a:r>
              <a:rPr lang="fr-FR"/>
              <a:t>Modifiez le style du titre</a:t>
            </a:r>
          </a:p>
        </p:txBody>
      </p:sp>
      <p:sp>
        <p:nvSpPr>
          <p:cNvPr id="8" name="Espace réservé du texte 3">
            <a:extLst>
              <a:ext uri="{FF2B5EF4-FFF2-40B4-BE49-F238E27FC236}">
                <a16:creationId xmlns:a16="http://schemas.microsoft.com/office/drawing/2014/main" id="{ECC345B1-65F5-826C-CB6D-A7E0C103B4E6}"/>
              </a:ext>
            </a:extLst>
          </p:cNvPr>
          <p:cNvSpPr>
            <a:spLocks noGrp="1"/>
          </p:cNvSpPr>
          <p:nvPr>
            <p:ph type="body" sz="quarter" idx="32" hasCustomPrompt="1"/>
          </p:nvPr>
        </p:nvSpPr>
        <p:spPr>
          <a:xfrm>
            <a:off x="3397565" y="2286137"/>
            <a:ext cx="2559078" cy="3323837"/>
          </a:xfrm>
          <a:prstGeom prst="roundRect">
            <a:avLst>
              <a:gd name="adj" fmla="val 1563"/>
            </a:avLst>
          </a:prstGeom>
          <a:solidFill>
            <a:schemeClr val="bg1">
              <a:lumMod val="95000"/>
            </a:schemeClr>
          </a:solidFill>
        </p:spPr>
        <p:txBody>
          <a:bodyPr anchor="t"/>
          <a:lstStyle>
            <a:lvl1pPr marL="180000" indent="-171450" algn="l">
              <a:lnSpc>
                <a:spcPct val="100000"/>
              </a:lnSpc>
              <a:spcBef>
                <a:spcPts val="600"/>
              </a:spcBef>
              <a:spcAft>
                <a:spcPts val="0"/>
              </a:spcAft>
              <a:buFont typeface="Wingdings" panose="05000000000000000000" pitchFamily="2" charset="2"/>
              <a:buChar char="§"/>
              <a:defRPr sz="1200" b="0">
                <a:solidFill>
                  <a:schemeClr val="tx2"/>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
        <p:nvSpPr>
          <p:cNvPr id="16" name="Espace réservé du texte 3">
            <a:extLst>
              <a:ext uri="{FF2B5EF4-FFF2-40B4-BE49-F238E27FC236}">
                <a16:creationId xmlns:a16="http://schemas.microsoft.com/office/drawing/2014/main" id="{A97A9A8F-DDD7-B29C-0D99-57BB3E2D4961}"/>
              </a:ext>
            </a:extLst>
          </p:cNvPr>
          <p:cNvSpPr>
            <a:spLocks noGrp="1"/>
          </p:cNvSpPr>
          <p:nvPr>
            <p:ph type="body" sz="quarter" idx="34" hasCustomPrompt="1"/>
          </p:nvPr>
        </p:nvSpPr>
        <p:spPr>
          <a:xfrm>
            <a:off x="487604" y="2286137"/>
            <a:ext cx="2553082" cy="3323837"/>
          </a:xfrm>
          <a:prstGeom prst="roundRect">
            <a:avLst>
              <a:gd name="adj" fmla="val 1563"/>
            </a:avLst>
          </a:prstGeom>
          <a:solidFill>
            <a:schemeClr val="bg1">
              <a:lumMod val="95000"/>
            </a:schemeClr>
          </a:solidFill>
        </p:spPr>
        <p:txBody>
          <a:bodyPr anchor="t"/>
          <a:lstStyle>
            <a:lvl1pPr marL="180000" indent="-171450" algn="l">
              <a:lnSpc>
                <a:spcPct val="100000"/>
              </a:lnSpc>
              <a:spcBef>
                <a:spcPts val="600"/>
              </a:spcBef>
              <a:spcAft>
                <a:spcPts val="0"/>
              </a:spcAft>
              <a:buFont typeface="Wingdings" panose="05000000000000000000" pitchFamily="2" charset="2"/>
              <a:buChar char="§"/>
              <a:defRPr sz="1200" b="0">
                <a:solidFill>
                  <a:schemeClr val="tx2"/>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
        <p:nvSpPr>
          <p:cNvPr id="17" name="Espace réservé du texte 3">
            <a:extLst>
              <a:ext uri="{FF2B5EF4-FFF2-40B4-BE49-F238E27FC236}">
                <a16:creationId xmlns:a16="http://schemas.microsoft.com/office/drawing/2014/main" id="{11095BE5-3E55-B60D-2CB6-77CA09B5C036}"/>
              </a:ext>
            </a:extLst>
          </p:cNvPr>
          <p:cNvSpPr>
            <a:spLocks noGrp="1"/>
          </p:cNvSpPr>
          <p:nvPr>
            <p:ph type="body" sz="quarter" idx="36" hasCustomPrompt="1"/>
          </p:nvPr>
        </p:nvSpPr>
        <p:spPr>
          <a:xfrm>
            <a:off x="6307525" y="2286137"/>
            <a:ext cx="2562803" cy="3323837"/>
          </a:xfrm>
          <a:prstGeom prst="roundRect">
            <a:avLst>
              <a:gd name="adj" fmla="val 1563"/>
            </a:avLst>
          </a:prstGeom>
          <a:solidFill>
            <a:schemeClr val="bg1">
              <a:lumMod val="95000"/>
            </a:schemeClr>
          </a:solidFill>
        </p:spPr>
        <p:txBody>
          <a:bodyPr anchor="t"/>
          <a:lstStyle>
            <a:lvl1pPr marL="180000" indent="-171450" algn="l">
              <a:lnSpc>
                <a:spcPct val="100000"/>
              </a:lnSpc>
              <a:spcBef>
                <a:spcPts val="600"/>
              </a:spcBef>
              <a:spcAft>
                <a:spcPts val="0"/>
              </a:spcAft>
              <a:buFont typeface="Wingdings" panose="05000000000000000000" pitchFamily="2" charset="2"/>
              <a:buChar char="§"/>
              <a:defRPr sz="1200" b="0">
                <a:solidFill>
                  <a:schemeClr val="tx2"/>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
        <p:nvSpPr>
          <p:cNvPr id="18" name="Espace réservé du texte 3">
            <a:extLst>
              <a:ext uri="{FF2B5EF4-FFF2-40B4-BE49-F238E27FC236}">
                <a16:creationId xmlns:a16="http://schemas.microsoft.com/office/drawing/2014/main" id="{02142EDE-530F-6BD7-55BB-FD8E7BE8896F}"/>
              </a:ext>
            </a:extLst>
          </p:cNvPr>
          <p:cNvSpPr>
            <a:spLocks noGrp="1"/>
          </p:cNvSpPr>
          <p:nvPr>
            <p:ph type="body" sz="quarter" idx="38" hasCustomPrompt="1"/>
          </p:nvPr>
        </p:nvSpPr>
        <p:spPr>
          <a:xfrm>
            <a:off x="9217486" y="2286137"/>
            <a:ext cx="2562803" cy="3323837"/>
          </a:xfrm>
          <a:prstGeom prst="roundRect">
            <a:avLst>
              <a:gd name="adj" fmla="val 1563"/>
            </a:avLst>
          </a:prstGeom>
          <a:solidFill>
            <a:schemeClr val="bg1">
              <a:lumMod val="95000"/>
            </a:schemeClr>
          </a:solidFill>
        </p:spPr>
        <p:txBody>
          <a:bodyPr anchor="t"/>
          <a:lstStyle>
            <a:lvl1pPr marL="180000" indent="-171450" algn="l">
              <a:lnSpc>
                <a:spcPct val="100000"/>
              </a:lnSpc>
              <a:spcBef>
                <a:spcPts val="600"/>
              </a:spcBef>
              <a:spcAft>
                <a:spcPts val="0"/>
              </a:spcAft>
              <a:buFont typeface="Wingdings" panose="05000000000000000000" pitchFamily="2" charset="2"/>
              <a:buChar char="§"/>
              <a:defRPr sz="1200" b="0">
                <a:solidFill>
                  <a:schemeClr val="tx2"/>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
        <p:nvSpPr>
          <p:cNvPr id="19" name="Espace réservé du texte 3">
            <a:extLst>
              <a:ext uri="{FF2B5EF4-FFF2-40B4-BE49-F238E27FC236}">
                <a16:creationId xmlns:a16="http://schemas.microsoft.com/office/drawing/2014/main" id="{70D8E750-4C6B-9FAB-D8EB-750227FC8499}"/>
              </a:ext>
            </a:extLst>
          </p:cNvPr>
          <p:cNvSpPr>
            <a:spLocks noGrp="1"/>
          </p:cNvSpPr>
          <p:nvPr>
            <p:ph type="body" sz="quarter" idx="33" hasCustomPrompt="1"/>
          </p:nvPr>
        </p:nvSpPr>
        <p:spPr>
          <a:xfrm>
            <a:off x="3391567" y="2061840"/>
            <a:ext cx="2565075" cy="276999"/>
          </a:xfrm>
          <a:prstGeom prst="rect">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1200" b="1">
                <a:solidFill>
                  <a:schemeClr val="bg1"/>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
        <p:nvSpPr>
          <p:cNvPr id="20" name="Espace réservé du texte 3">
            <a:extLst>
              <a:ext uri="{FF2B5EF4-FFF2-40B4-BE49-F238E27FC236}">
                <a16:creationId xmlns:a16="http://schemas.microsoft.com/office/drawing/2014/main" id="{EFE20C3B-7A82-C02C-902F-60DCC4250C4F}"/>
              </a:ext>
            </a:extLst>
          </p:cNvPr>
          <p:cNvSpPr>
            <a:spLocks noGrp="1"/>
          </p:cNvSpPr>
          <p:nvPr>
            <p:ph type="body" sz="quarter" idx="35" hasCustomPrompt="1"/>
          </p:nvPr>
        </p:nvSpPr>
        <p:spPr>
          <a:xfrm>
            <a:off x="6305253" y="2061840"/>
            <a:ext cx="2565075" cy="276999"/>
          </a:xfrm>
          <a:prstGeom prst="rect">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1200" b="1">
                <a:solidFill>
                  <a:schemeClr val="bg1"/>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
        <p:nvSpPr>
          <p:cNvPr id="21" name="Espace réservé du texte 3">
            <a:extLst>
              <a:ext uri="{FF2B5EF4-FFF2-40B4-BE49-F238E27FC236}">
                <a16:creationId xmlns:a16="http://schemas.microsoft.com/office/drawing/2014/main" id="{870D683A-36B2-9344-0805-C77832D7146E}"/>
              </a:ext>
            </a:extLst>
          </p:cNvPr>
          <p:cNvSpPr>
            <a:spLocks noGrp="1"/>
          </p:cNvSpPr>
          <p:nvPr>
            <p:ph type="body" sz="quarter" idx="37" hasCustomPrompt="1"/>
          </p:nvPr>
        </p:nvSpPr>
        <p:spPr>
          <a:xfrm>
            <a:off x="477881" y="2061840"/>
            <a:ext cx="2565075" cy="276999"/>
          </a:xfrm>
          <a:prstGeom prst="rect">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1200" b="1">
                <a:solidFill>
                  <a:schemeClr val="bg1"/>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
        <p:nvSpPr>
          <p:cNvPr id="22" name="Espace réservé du texte 3">
            <a:extLst>
              <a:ext uri="{FF2B5EF4-FFF2-40B4-BE49-F238E27FC236}">
                <a16:creationId xmlns:a16="http://schemas.microsoft.com/office/drawing/2014/main" id="{2F43AEE8-DC36-D4C4-7BC2-5CB79E4F2F2E}"/>
              </a:ext>
            </a:extLst>
          </p:cNvPr>
          <p:cNvSpPr>
            <a:spLocks noGrp="1"/>
          </p:cNvSpPr>
          <p:nvPr>
            <p:ph type="body" sz="quarter" idx="39" hasCustomPrompt="1"/>
          </p:nvPr>
        </p:nvSpPr>
        <p:spPr>
          <a:xfrm>
            <a:off x="9218938" y="2061840"/>
            <a:ext cx="2565075" cy="276999"/>
          </a:xfrm>
          <a:prstGeom prst="rect">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1200" b="1">
                <a:solidFill>
                  <a:schemeClr val="bg1"/>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Tree>
    <p:extLst>
      <p:ext uri="{BB962C8B-B14F-4D97-AF65-F5344CB8AC3E}">
        <p14:creationId xmlns:p14="http://schemas.microsoft.com/office/powerpoint/2010/main" val="143114174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hiffres motrices">
    <p:spTree>
      <p:nvGrpSpPr>
        <p:cNvPr id="1" name=""/>
        <p:cNvGrpSpPr/>
        <p:nvPr/>
      </p:nvGrpSpPr>
      <p:grpSpPr>
        <a:xfrm>
          <a:off x="0" y="0"/>
          <a:ext cx="0" cy="0"/>
          <a:chOff x="0" y="0"/>
          <a:chExt cx="0" cy="0"/>
        </a:xfrm>
      </p:grpSpPr>
      <p:sp>
        <p:nvSpPr>
          <p:cNvPr id="7" name="Espace réservé du texte 6">
            <a:extLst>
              <a:ext uri="{FF2B5EF4-FFF2-40B4-BE49-F238E27FC236}">
                <a16:creationId xmlns:a16="http://schemas.microsoft.com/office/drawing/2014/main" id="{2C69D8E4-C5B1-C9C1-C44E-413DE8D14A3A}"/>
              </a:ext>
            </a:extLst>
          </p:cNvPr>
          <p:cNvSpPr>
            <a:spLocks noGrp="1"/>
          </p:cNvSpPr>
          <p:nvPr>
            <p:ph type="body" sz="quarter" idx="10" hasCustomPrompt="1"/>
          </p:nvPr>
        </p:nvSpPr>
        <p:spPr>
          <a:xfrm>
            <a:off x="483686" y="3653722"/>
            <a:ext cx="2254435" cy="837345"/>
          </a:xfrm>
          <a:prstGeom prst="rect">
            <a:avLst/>
          </a:prstGeom>
        </p:spPr>
        <p:txBody>
          <a:bodyPr>
            <a:noAutofit/>
          </a:bodyPr>
          <a:lstStyle>
            <a:lvl1pPr>
              <a:defRPr>
                <a:solidFill>
                  <a:schemeClr val="tx2"/>
                </a:solidFill>
              </a:defRPr>
            </a:lvl1pPr>
          </a:lstStyle>
          <a:p>
            <a:pPr lvl="0"/>
            <a:r>
              <a:rPr lang="fr-FR" err="1"/>
              <a:t>Antiur</a:t>
            </a:r>
            <a:r>
              <a:rPr lang="fr-FR"/>
              <a:t> </a:t>
            </a:r>
            <a:r>
              <a:rPr lang="fr-FR" err="1"/>
              <a:t>atissi</a:t>
            </a:r>
            <a:r>
              <a:rPr lang="fr-FR"/>
              <a:t> set,</a:t>
            </a:r>
          </a:p>
          <a:p>
            <a:pPr lvl="0"/>
            <a:r>
              <a:rPr lang="fr-FR" err="1"/>
              <a:t>doluptas</a:t>
            </a:r>
            <a:r>
              <a:rPr lang="fr-FR"/>
              <a:t> arum </a:t>
            </a:r>
            <a:r>
              <a:rPr lang="fr-FR" err="1"/>
              <a:t>lorem</a:t>
            </a:r>
            <a:endParaRPr lang="fr-FR"/>
          </a:p>
          <a:p>
            <a:pPr lvl="0"/>
            <a:r>
              <a:rPr lang="fr-FR"/>
              <a:t>ipsum </a:t>
            </a:r>
            <a:r>
              <a:rPr lang="fr-FR" err="1"/>
              <a:t>idebit</a:t>
            </a:r>
            <a:r>
              <a:rPr lang="fr-FR"/>
              <a:t>.</a:t>
            </a:r>
          </a:p>
        </p:txBody>
      </p:sp>
      <p:sp>
        <p:nvSpPr>
          <p:cNvPr id="9" name="Espace réservé du texte 6">
            <a:extLst>
              <a:ext uri="{FF2B5EF4-FFF2-40B4-BE49-F238E27FC236}">
                <a16:creationId xmlns:a16="http://schemas.microsoft.com/office/drawing/2014/main" id="{9662AB08-9427-36C1-B31A-7326166703DA}"/>
              </a:ext>
            </a:extLst>
          </p:cNvPr>
          <p:cNvSpPr>
            <a:spLocks noGrp="1"/>
          </p:cNvSpPr>
          <p:nvPr>
            <p:ph type="body" sz="quarter" idx="12" hasCustomPrompt="1"/>
          </p:nvPr>
        </p:nvSpPr>
        <p:spPr>
          <a:xfrm>
            <a:off x="7884415" y="3642429"/>
            <a:ext cx="2254435" cy="837345"/>
          </a:xfrm>
          <a:prstGeom prst="rect">
            <a:avLst/>
          </a:prstGeom>
        </p:spPr>
        <p:txBody>
          <a:bodyPr>
            <a:noAutofit/>
          </a:bodyPr>
          <a:lstStyle>
            <a:lvl1pPr>
              <a:defRPr>
                <a:solidFill>
                  <a:schemeClr val="tx2"/>
                </a:solidFill>
              </a:defRPr>
            </a:lvl1pPr>
          </a:lstStyle>
          <a:p>
            <a:pPr lvl="0"/>
            <a:r>
              <a:rPr lang="fr-FR" err="1"/>
              <a:t>Antiur</a:t>
            </a:r>
            <a:r>
              <a:rPr lang="fr-FR"/>
              <a:t> </a:t>
            </a:r>
            <a:r>
              <a:rPr lang="fr-FR" err="1"/>
              <a:t>atissi</a:t>
            </a:r>
            <a:r>
              <a:rPr lang="fr-FR"/>
              <a:t> set,</a:t>
            </a:r>
          </a:p>
          <a:p>
            <a:pPr lvl="0"/>
            <a:r>
              <a:rPr lang="fr-FR" err="1"/>
              <a:t>doluptas</a:t>
            </a:r>
            <a:r>
              <a:rPr lang="fr-FR"/>
              <a:t> arum </a:t>
            </a:r>
            <a:r>
              <a:rPr lang="fr-FR" err="1"/>
              <a:t>lorem</a:t>
            </a:r>
            <a:endParaRPr lang="fr-FR"/>
          </a:p>
          <a:p>
            <a:pPr lvl="0"/>
            <a:r>
              <a:rPr lang="fr-FR"/>
              <a:t>ipsum </a:t>
            </a:r>
            <a:r>
              <a:rPr lang="fr-FR" err="1"/>
              <a:t>idebit</a:t>
            </a:r>
            <a:r>
              <a:rPr lang="fr-FR"/>
              <a:t>.</a:t>
            </a:r>
          </a:p>
        </p:txBody>
      </p:sp>
      <p:sp>
        <p:nvSpPr>
          <p:cNvPr id="17" name="Espace réservé du texte 16">
            <a:extLst>
              <a:ext uri="{FF2B5EF4-FFF2-40B4-BE49-F238E27FC236}">
                <a16:creationId xmlns:a16="http://schemas.microsoft.com/office/drawing/2014/main" id="{4607A496-AFBC-E2F1-06C9-A28297374B52}"/>
              </a:ext>
            </a:extLst>
          </p:cNvPr>
          <p:cNvSpPr>
            <a:spLocks noGrp="1" noChangeAspect="1"/>
          </p:cNvSpPr>
          <p:nvPr>
            <p:ph type="body" sz="quarter" idx="16" hasCustomPrompt="1"/>
          </p:nvPr>
        </p:nvSpPr>
        <p:spPr>
          <a:xfrm>
            <a:off x="483687" y="2179463"/>
            <a:ext cx="2184250" cy="1247775"/>
          </a:xfrm>
          <a:custGeom>
            <a:avLst/>
            <a:gdLst>
              <a:gd name="connsiteX0" fmla="*/ 188184 w 2184250"/>
              <a:gd name="connsiteY0" fmla="*/ 0 h 1247775"/>
              <a:gd name="connsiteX1" fmla="*/ 2163979 w 2184250"/>
              <a:gd name="connsiteY1" fmla="*/ 497695 h 1247775"/>
              <a:gd name="connsiteX2" fmla="*/ 2181077 w 2184250"/>
              <a:gd name="connsiteY2" fmla="*/ 548902 h 1247775"/>
              <a:gd name="connsiteX3" fmla="*/ 1983922 w 2184250"/>
              <a:gd name="connsiteY3" fmla="*/ 1221330 h 1247775"/>
              <a:gd name="connsiteX4" fmla="*/ 1945022 w 2184250"/>
              <a:gd name="connsiteY4" fmla="*/ 1247775 h 1247775"/>
              <a:gd name="connsiteX5" fmla="*/ 34036 w 2184250"/>
              <a:gd name="connsiteY5" fmla="*/ 1247775 h 1247775"/>
              <a:gd name="connsiteX6" fmla="*/ 0 w 2184250"/>
              <a:gd name="connsiteY6" fmla="*/ 1208972 h 1247775"/>
              <a:gd name="connsiteX7" fmla="*/ 11 w 2184250"/>
              <a:gd name="connsiteY7" fmla="*/ 42436 h 1247775"/>
              <a:gd name="connsiteX8" fmla="*/ 40141 w 2184250"/>
              <a:gd name="connsiteY8" fmla="*/ 2969 h 1247775"/>
              <a:gd name="connsiteX9" fmla="*/ 188184 w 2184250"/>
              <a:gd name="connsiteY9" fmla="*/ 0 h 124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84250" h="1247775">
                <a:moveTo>
                  <a:pt x="188184" y="0"/>
                </a:moveTo>
                <a:cubicBezTo>
                  <a:pt x="610884" y="0"/>
                  <a:pt x="1541590" y="63139"/>
                  <a:pt x="2163979" y="497695"/>
                </a:cubicBezTo>
                <a:cubicBezTo>
                  <a:pt x="2183579" y="511302"/>
                  <a:pt x="2188242" y="523843"/>
                  <a:pt x="2181077" y="548902"/>
                </a:cubicBezTo>
                <a:cubicBezTo>
                  <a:pt x="2177645" y="560880"/>
                  <a:pt x="1983922" y="1221330"/>
                  <a:pt x="1983922" y="1221330"/>
                </a:cubicBezTo>
                <a:cubicBezTo>
                  <a:pt x="1975881" y="1246055"/>
                  <a:pt x="1962216" y="1247775"/>
                  <a:pt x="1945022" y="1247775"/>
                </a:cubicBezTo>
                <a:lnTo>
                  <a:pt x="34036" y="1247775"/>
                </a:lnTo>
                <a:cubicBezTo>
                  <a:pt x="13420" y="1247763"/>
                  <a:pt x="0" y="1229377"/>
                  <a:pt x="0" y="1208972"/>
                </a:cubicBezTo>
                <a:lnTo>
                  <a:pt x="11" y="42436"/>
                </a:lnTo>
                <a:cubicBezTo>
                  <a:pt x="11" y="16289"/>
                  <a:pt x="15836" y="4069"/>
                  <a:pt x="40141" y="2969"/>
                </a:cubicBezTo>
                <a:cubicBezTo>
                  <a:pt x="77459" y="1295"/>
                  <a:pt x="127577" y="0"/>
                  <a:pt x="188184" y="0"/>
                </a:cubicBezTo>
                <a:close/>
              </a:path>
            </a:pathLst>
          </a:custGeom>
          <a:solidFill>
            <a:schemeClr val="accent3"/>
          </a:solidFill>
        </p:spPr>
        <p:txBody>
          <a:bodyPr vert="horz" wrap="square" lIns="144000" tIns="1476000" rIns="0" bIns="0" rtlCol="0" anchor="b" anchorCtr="0">
            <a:noAutofit/>
          </a:bodyPr>
          <a:lstStyle>
            <a:lvl1pPr>
              <a:defRPr lang="fr-FR" sz="6000" b="1" smtClean="0">
                <a:solidFill>
                  <a:schemeClr val="bg1"/>
                </a:solidFill>
                <a:latin typeface="+mj-lt"/>
                <a:ea typeface="+mj-ea"/>
                <a:cs typeface="+mj-cs"/>
              </a:defRPr>
            </a:lvl1pPr>
          </a:lstStyle>
          <a:p>
            <a:pPr lvl="0">
              <a:lnSpc>
                <a:spcPct val="90000"/>
              </a:lnSpc>
              <a:spcBef>
                <a:spcPct val="0"/>
              </a:spcBef>
            </a:pPr>
            <a:r>
              <a:rPr lang="fr-FR"/>
              <a:t>200</a:t>
            </a:r>
          </a:p>
        </p:txBody>
      </p:sp>
      <p:sp>
        <p:nvSpPr>
          <p:cNvPr id="4" name="Titre 5">
            <a:extLst>
              <a:ext uri="{FF2B5EF4-FFF2-40B4-BE49-F238E27FC236}">
                <a16:creationId xmlns:a16="http://schemas.microsoft.com/office/drawing/2014/main" id="{47E66C05-4183-A4D0-442F-6712C19BE3B4}"/>
              </a:ext>
            </a:extLst>
          </p:cNvPr>
          <p:cNvSpPr>
            <a:spLocks noGrp="1"/>
          </p:cNvSpPr>
          <p:nvPr>
            <p:ph type="title"/>
          </p:nvPr>
        </p:nvSpPr>
        <p:spPr>
          <a:xfrm>
            <a:off x="467833" y="460051"/>
            <a:ext cx="11308752" cy="332399"/>
          </a:xfrm>
        </p:spPr>
        <p:txBody>
          <a:bodyPr/>
          <a:lstStyle/>
          <a:p>
            <a:r>
              <a:rPr lang="fr-FR"/>
              <a:t>Modifiez le style du titre</a:t>
            </a:r>
          </a:p>
        </p:txBody>
      </p:sp>
      <p:sp>
        <p:nvSpPr>
          <p:cNvPr id="5" name="Espace réservé du texte 16">
            <a:extLst>
              <a:ext uri="{FF2B5EF4-FFF2-40B4-BE49-F238E27FC236}">
                <a16:creationId xmlns:a16="http://schemas.microsoft.com/office/drawing/2014/main" id="{1CF4DF66-9227-4BF1-B841-59291CE6DA7C}"/>
              </a:ext>
            </a:extLst>
          </p:cNvPr>
          <p:cNvSpPr>
            <a:spLocks noGrp="1" noChangeAspect="1"/>
          </p:cNvSpPr>
          <p:nvPr>
            <p:ph type="body" sz="quarter" idx="19" hasCustomPrompt="1"/>
          </p:nvPr>
        </p:nvSpPr>
        <p:spPr>
          <a:xfrm>
            <a:off x="3954400" y="1754222"/>
            <a:ext cx="2908870" cy="1661722"/>
          </a:xfrm>
          <a:custGeom>
            <a:avLst/>
            <a:gdLst>
              <a:gd name="connsiteX0" fmla="*/ 188184 w 2184250"/>
              <a:gd name="connsiteY0" fmla="*/ 0 h 1247775"/>
              <a:gd name="connsiteX1" fmla="*/ 2163979 w 2184250"/>
              <a:gd name="connsiteY1" fmla="*/ 497695 h 1247775"/>
              <a:gd name="connsiteX2" fmla="*/ 2181077 w 2184250"/>
              <a:gd name="connsiteY2" fmla="*/ 548902 h 1247775"/>
              <a:gd name="connsiteX3" fmla="*/ 1983922 w 2184250"/>
              <a:gd name="connsiteY3" fmla="*/ 1221330 h 1247775"/>
              <a:gd name="connsiteX4" fmla="*/ 1945022 w 2184250"/>
              <a:gd name="connsiteY4" fmla="*/ 1247775 h 1247775"/>
              <a:gd name="connsiteX5" fmla="*/ 34036 w 2184250"/>
              <a:gd name="connsiteY5" fmla="*/ 1247775 h 1247775"/>
              <a:gd name="connsiteX6" fmla="*/ 0 w 2184250"/>
              <a:gd name="connsiteY6" fmla="*/ 1208972 h 1247775"/>
              <a:gd name="connsiteX7" fmla="*/ 11 w 2184250"/>
              <a:gd name="connsiteY7" fmla="*/ 42436 h 1247775"/>
              <a:gd name="connsiteX8" fmla="*/ 40141 w 2184250"/>
              <a:gd name="connsiteY8" fmla="*/ 2969 h 1247775"/>
              <a:gd name="connsiteX9" fmla="*/ 188184 w 2184250"/>
              <a:gd name="connsiteY9" fmla="*/ 0 h 124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84250" h="1247775">
                <a:moveTo>
                  <a:pt x="188184" y="0"/>
                </a:moveTo>
                <a:cubicBezTo>
                  <a:pt x="610884" y="0"/>
                  <a:pt x="1541590" y="63139"/>
                  <a:pt x="2163979" y="497695"/>
                </a:cubicBezTo>
                <a:cubicBezTo>
                  <a:pt x="2183579" y="511302"/>
                  <a:pt x="2188242" y="523843"/>
                  <a:pt x="2181077" y="548902"/>
                </a:cubicBezTo>
                <a:cubicBezTo>
                  <a:pt x="2177645" y="560880"/>
                  <a:pt x="1983922" y="1221330"/>
                  <a:pt x="1983922" y="1221330"/>
                </a:cubicBezTo>
                <a:cubicBezTo>
                  <a:pt x="1975881" y="1246055"/>
                  <a:pt x="1962216" y="1247775"/>
                  <a:pt x="1945022" y="1247775"/>
                </a:cubicBezTo>
                <a:lnTo>
                  <a:pt x="34036" y="1247775"/>
                </a:lnTo>
                <a:cubicBezTo>
                  <a:pt x="13420" y="1247763"/>
                  <a:pt x="0" y="1229377"/>
                  <a:pt x="0" y="1208972"/>
                </a:cubicBezTo>
                <a:lnTo>
                  <a:pt x="11" y="42436"/>
                </a:lnTo>
                <a:cubicBezTo>
                  <a:pt x="11" y="16289"/>
                  <a:pt x="15836" y="4069"/>
                  <a:pt x="40141" y="2969"/>
                </a:cubicBezTo>
                <a:cubicBezTo>
                  <a:pt x="77459" y="1295"/>
                  <a:pt x="127577" y="0"/>
                  <a:pt x="188184" y="0"/>
                </a:cubicBezTo>
                <a:close/>
              </a:path>
            </a:pathLst>
          </a:custGeom>
          <a:solidFill>
            <a:schemeClr val="accent1"/>
          </a:solidFill>
        </p:spPr>
        <p:txBody>
          <a:bodyPr vert="horz" wrap="square" lIns="144000" tIns="1476000" rIns="0" bIns="72000" rtlCol="0" anchor="b" anchorCtr="0">
            <a:noAutofit/>
          </a:bodyPr>
          <a:lstStyle>
            <a:lvl1pPr>
              <a:defRPr lang="fr-FR" sz="6000" b="1" smtClean="0">
                <a:solidFill>
                  <a:schemeClr val="bg1"/>
                </a:solidFill>
                <a:latin typeface="+mj-lt"/>
                <a:ea typeface="+mj-ea"/>
                <a:cs typeface="+mj-cs"/>
              </a:defRPr>
            </a:lvl1pPr>
          </a:lstStyle>
          <a:p>
            <a:pPr lvl="0">
              <a:lnSpc>
                <a:spcPct val="90000"/>
              </a:lnSpc>
              <a:spcBef>
                <a:spcPct val="0"/>
              </a:spcBef>
            </a:pPr>
            <a:r>
              <a:rPr lang="fr-FR"/>
              <a:t>300</a:t>
            </a:r>
          </a:p>
        </p:txBody>
      </p:sp>
      <p:sp>
        <p:nvSpPr>
          <p:cNvPr id="6" name="Espace réservé du texte 6">
            <a:extLst>
              <a:ext uri="{FF2B5EF4-FFF2-40B4-BE49-F238E27FC236}">
                <a16:creationId xmlns:a16="http://schemas.microsoft.com/office/drawing/2014/main" id="{4C99B2BB-5C10-E2D9-0748-F41543A01936}"/>
              </a:ext>
            </a:extLst>
          </p:cNvPr>
          <p:cNvSpPr>
            <a:spLocks noGrp="1"/>
          </p:cNvSpPr>
          <p:nvPr>
            <p:ph type="body" sz="quarter" idx="20" hasCustomPrompt="1"/>
          </p:nvPr>
        </p:nvSpPr>
        <p:spPr>
          <a:xfrm>
            <a:off x="3954400" y="3642428"/>
            <a:ext cx="2254435" cy="837345"/>
          </a:xfrm>
          <a:prstGeom prst="rect">
            <a:avLst/>
          </a:prstGeom>
        </p:spPr>
        <p:txBody>
          <a:bodyPr>
            <a:noAutofit/>
          </a:bodyPr>
          <a:lstStyle>
            <a:lvl1pPr>
              <a:defRPr>
                <a:solidFill>
                  <a:schemeClr val="tx2"/>
                </a:solidFill>
              </a:defRPr>
            </a:lvl1pPr>
          </a:lstStyle>
          <a:p>
            <a:pPr lvl="0"/>
            <a:r>
              <a:rPr lang="fr-FR" err="1"/>
              <a:t>Antiur</a:t>
            </a:r>
            <a:r>
              <a:rPr lang="fr-FR"/>
              <a:t> </a:t>
            </a:r>
            <a:r>
              <a:rPr lang="fr-FR" err="1"/>
              <a:t>atissi</a:t>
            </a:r>
            <a:r>
              <a:rPr lang="fr-FR"/>
              <a:t> set,</a:t>
            </a:r>
          </a:p>
          <a:p>
            <a:pPr lvl="0"/>
            <a:r>
              <a:rPr lang="fr-FR" err="1"/>
              <a:t>doluptas</a:t>
            </a:r>
            <a:r>
              <a:rPr lang="fr-FR"/>
              <a:t> arum </a:t>
            </a:r>
            <a:r>
              <a:rPr lang="fr-FR" err="1"/>
              <a:t>lorem</a:t>
            </a:r>
            <a:endParaRPr lang="fr-FR"/>
          </a:p>
          <a:p>
            <a:pPr lvl="0"/>
            <a:r>
              <a:rPr lang="fr-FR"/>
              <a:t>ipsum </a:t>
            </a:r>
            <a:r>
              <a:rPr lang="fr-FR" err="1"/>
              <a:t>idebit</a:t>
            </a:r>
            <a:r>
              <a:rPr lang="fr-FR"/>
              <a:t>.</a:t>
            </a:r>
          </a:p>
        </p:txBody>
      </p:sp>
      <p:sp>
        <p:nvSpPr>
          <p:cNvPr id="8" name="Espace réservé du texte 16">
            <a:extLst>
              <a:ext uri="{FF2B5EF4-FFF2-40B4-BE49-F238E27FC236}">
                <a16:creationId xmlns:a16="http://schemas.microsoft.com/office/drawing/2014/main" id="{244AAEC6-B498-4B53-8D0F-953EE9E5CFA0}"/>
              </a:ext>
            </a:extLst>
          </p:cNvPr>
          <p:cNvSpPr>
            <a:spLocks noGrp="1" noChangeAspect="1"/>
          </p:cNvSpPr>
          <p:nvPr>
            <p:ph type="body" sz="quarter" idx="21" hasCustomPrompt="1"/>
          </p:nvPr>
        </p:nvSpPr>
        <p:spPr>
          <a:xfrm>
            <a:off x="7877292" y="1298374"/>
            <a:ext cx="3706841" cy="2117571"/>
          </a:xfrm>
          <a:custGeom>
            <a:avLst/>
            <a:gdLst>
              <a:gd name="connsiteX0" fmla="*/ 188184 w 2184250"/>
              <a:gd name="connsiteY0" fmla="*/ 0 h 1247775"/>
              <a:gd name="connsiteX1" fmla="*/ 2163979 w 2184250"/>
              <a:gd name="connsiteY1" fmla="*/ 497695 h 1247775"/>
              <a:gd name="connsiteX2" fmla="*/ 2181077 w 2184250"/>
              <a:gd name="connsiteY2" fmla="*/ 548902 h 1247775"/>
              <a:gd name="connsiteX3" fmla="*/ 1983922 w 2184250"/>
              <a:gd name="connsiteY3" fmla="*/ 1221330 h 1247775"/>
              <a:gd name="connsiteX4" fmla="*/ 1945022 w 2184250"/>
              <a:gd name="connsiteY4" fmla="*/ 1247775 h 1247775"/>
              <a:gd name="connsiteX5" fmla="*/ 34036 w 2184250"/>
              <a:gd name="connsiteY5" fmla="*/ 1247775 h 1247775"/>
              <a:gd name="connsiteX6" fmla="*/ 0 w 2184250"/>
              <a:gd name="connsiteY6" fmla="*/ 1208972 h 1247775"/>
              <a:gd name="connsiteX7" fmla="*/ 11 w 2184250"/>
              <a:gd name="connsiteY7" fmla="*/ 42436 h 1247775"/>
              <a:gd name="connsiteX8" fmla="*/ 40141 w 2184250"/>
              <a:gd name="connsiteY8" fmla="*/ 2969 h 1247775"/>
              <a:gd name="connsiteX9" fmla="*/ 188184 w 2184250"/>
              <a:gd name="connsiteY9" fmla="*/ 0 h 124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84250" h="1247775">
                <a:moveTo>
                  <a:pt x="188184" y="0"/>
                </a:moveTo>
                <a:cubicBezTo>
                  <a:pt x="610884" y="0"/>
                  <a:pt x="1541590" y="63139"/>
                  <a:pt x="2163979" y="497695"/>
                </a:cubicBezTo>
                <a:cubicBezTo>
                  <a:pt x="2183579" y="511302"/>
                  <a:pt x="2188242" y="523843"/>
                  <a:pt x="2181077" y="548902"/>
                </a:cubicBezTo>
                <a:cubicBezTo>
                  <a:pt x="2177645" y="560880"/>
                  <a:pt x="1983922" y="1221330"/>
                  <a:pt x="1983922" y="1221330"/>
                </a:cubicBezTo>
                <a:cubicBezTo>
                  <a:pt x="1975881" y="1246055"/>
                  <a:pt x="1962216" y="1247775"/>
                  <a:pt x="1945022" y="1247775"/>
                </a:cubicBezTo>
                <a:lnTo>
                  <a:pt x="34036" y="1247775"/>
                </a:lnTo>
                <a:cubicBezTo>
                  <a:pt x="13420" y="1247763"/>
                  <a:pt x="0" y="1229377"/>
                  <a:pt x="0" y="1208972"/>
                </a:cubicBezTo>
                <a:lnTo>
                  <a:pt x="11" y="42436"/>
                </a:lnTo>
                <a:cubicBezTo>
                  <a:pt x="11" y="16289"/>
                  <a:pt x="15836" y="4069"/>
                  <a:pt x="40141" y="2969"/>
                </a:cubicBezTo>
                <a:cubicBezTo>
                  <a:pt x="77459" y="1295"/>
                  <a:pt x="127577" y="0"/>
                  <a:pt x="188184" y="0"/>
                </a:cubicBezTo>
                <a:close/>
              </a:path>
            </a:pathLst>
          </a:custGeom>
          <a:solidFill>
            <a:srgbClr val="003865"/>
          </a:solidFill>
        </p:spPr>
        <p:txBody>
          <a:bodyPr vert="horz" wrap="square" lIns="144000" tIns="1476000" rIns="0" bIns="72000" rtlCol="0" anchor="b" anchorCtr="0">
            <a:noAutofit/>
          </a:bodyPr>
          <a:lstStyle>
            <a:lvl1pPr>
              <a:defRPr lang="fr-FR" sz="6000" b="1" smtClean="0">
                <a:solidFill>
                  <a:schemeClr val="bg1"/>
                </a:solidFill>
                <a:latin typeface="+mj-lt"/>
                <a:ea typeface="+mj-ea"/>
                <a:cs typeface="+mj-cs"/>
              </a:defRPr>
            </a:lvl1pPr>
          </a:lstStyle>
          <a:p>
            <a:pPr lvl="0">
              <a:lnSpc>
                <a:spcPct val="90000"/>
              </a:lnSpc>
              <a:spcBef>
                <a:spcPct val="0"/>
              </a:spcBef>
            </a:pPr>
            <a:r>
              <a:rPr lang="fr-FR"/>
              <a:t>400</a:t>
            </a:r>
          </a:p>
        </p:txBody>
      </p:sp>
    </p:spTree>
    <p:extLst>
      <p:ext uri="{BB962C8B-B14F-4D97-AF65-F5344CB8AC3E}">
        <p14:creationId xmlns:p14="http://schemas.microsoft.com/office/powerpoint/2010/main" val="186989528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exte motrices">
    <p:spTree>
      <p:nvGrpSpPr>
        <p:cNvPr id="1" name=""/>
        <p:cNvGrpSpPr/>
        <p:nvPr/>
      </p:nvGrpSpPr>
      <p:grpSpPr>
        <a:xfrm>
          <a:off x="0" y="0"/>
          <a:ext cx="0" cy="0"/>
          <a:chOff x="0" y="0"/>
          <a:chExt cx="0" cy="0"/>
        </a:xfrm>
      </p:grpSpPr>
      <p:sp>
        <p:nvSpPr>
          <p:cNvPr id="7" name="Espace réservé du graphique SmartArt 6">
            <a:extLst>
              <a:ext uri="{FF2B5EF4-FFF2-40B4-BE49-F238E27FC236}">
                <a16:creationId xmlns:a16="http://schemas.microsoft.com/office/drawing/2014/main" id="{0FB7C87D-E4E7-458C-D5EC-B16FA7747D90}"/>
              </a:ext>
            </a:extLst>
          </p:cNvPr>
          <p:cNvSpPr>
            <a:spLocks noGrp="1"/>
          </p:cNvSpPr>
          <p:nvPr>
            <p:ph type="dgm" sz="quarter" idx="18" hasCustomPrompt="1"/>
          </p:nvPr>
        </p:nvSpPr>
        <p:spPr>
          <a:xfrm>
            <a:off x="778193" y="3593076"/>
            <a:ext cx="10584000" cy="3600"/>
          </a:xfrm>
          <a:prstGeom prst="rect">
            <a:avLst/>
          </a:prstGeom>
          <a:solidFill>
            <a:srgbClr val="F2827F"/>
          </a:solidFill>
        </p:spPr>
        <p:txBody>
          <a:bodyPr/>
          <a:lstStyle>
            <a:lvl1pPr>
              <a:defRPr sz="100">
                <a:noFill/>
              </a:defRPr>
            </a:lvl1pPr>
          </a:lstStyle>
          <a:p>
            <a:r>
              <a:rPr lang="fr-FR"/>
              <a:t>d</a:t>
            </a:r>
          </a:p>
        </p:txBody>
      </p:sp>
      <p:sp>
        <p:nvSpPr>
          <p:cNvPr id="21" name="Espace réservé du texte 6">
            <a:extLst>
              <a:ext uri="{FF2B5EF4-FFF2-40B4-BE49-F238E27FC236}">
                <a16:creationId xmlns:a16="http://schemas.microsoft.com/office/drawing/2014/main" id="{9B5E651F-122D-B570-6654-8D0BBF6B3B1A}"/>
              </a:ext>
            </a:extLst>
          </p:cNvPr>
          <p:cNvSpPr>
            <a:spLocks noGrp="1"/>
          </p:cNvSpPr>
          <p:nvPr>
            <p:ph type="body" sz="quarter" idx="19" hasCustomPrompt="1"/>
          </p:nvPr>
        </p:nvSpPr>
        <p:spPr>
          <a:xfrm>
            <a:off x="777200" y="3823744"/>
            <a:ext cx="2254435" cy="837345"/>
          </a:xfrm>
          <a:prstGeom prst="rect">
            <a:avLst/>
          </a:prstGeom>
        </p:spPr>
        <p:txBody>
          <a:bodyPr>
            <a:noAutofit/>
          </a:bodyPr>
          <a:lstStyle>
            <a:lvl1pPr>
              <a:defRPr>
                <a:latin typeface="+mj-lt"/>
              </a:defRPr>
            </a:lvl1pPr>
          </a:lstStyle>
          <a:p>
            <a:pPr lvl="0"/>
            <a:r>
              <a:rPr lang="fr-FR" err="1"/>
              <a:t>Antiur</a:t>
            </a:r>
            <a:r>
              <a:rPr lang="fr-FR"/>
              <a:t> </a:t>
            </a:r>
            <a:r>
              <a:rPr lang="fr-FR" err="1"/>
              <a:t>atissi</a:t>
            </a:r>
            <a:r>
              <a:rPr lang="fr-FR"/>
              <a:t> set,</a:t>
            </a:r>
          </a:p>
          <a:p>
            <a:pPr lvl="0"/>
            <a:r>
              <a:rPr lang="fr-FR" err="1"/>
              <a:t>doluptas</a:t>
            </a:r>
            <a:r>
              <a:rPr lang="fr-FR"/>
              <a:t> arum </a:t>
            </a:r>
            <a:r>
              <a:rPr lang="fr-FR" err="1"/>
              <a:t>lorem</a:t>
            </a:r>
            <a:endParaRPr lang="fr-FR"/>
          </a:p>
          <a:p>
            <a:pPr lvl="0"/>
            <a:r>
              <a:rPr lang="fr-FR"/>
              <a:t>ipsum </a:t>
            </a:r>
            <a:r>
              <a:rPr lang="fr-FR" err="1"/>
              <a:t>idebit</a:t>
            </a:r>
            <a:r>
              <a:rPr lang="fr-FR"/>
              <a:t>.</a:t>
            </a:r>
          </a:p>
        </p:txBody>
      </p:sp>
      <p:sp>
        <p:nvSpPr>
          <p:cNvPr id="22" name="Espace réservé du texte 6">
            <a:extLst>
              <a:ext uri="{FF2B5EF4-FFF2-40B4-BE49-F238E27FC236}">
                <a16:creationId xmlns:a16="http://schemas.microsoft.com/office/drawing/2014/main" id="{77A59C8D-0E6D-3E86-D681-AF31B81B76FB}"/>
              </a:ext>
            </a:extLst>
          </p:cNvPr>
          <p:cNvSpPr>
            <a:spLocks noGrp="1"/>
          </p:cNvSpPr>
          <p:nvPr>
            <p:ph type="body" sz="quarter" idx="20" hasCustomPrompt="1"/>
          </p:nvPr>
        </p:nvSpPr>
        <p:spPr>
          <a:xfrm>
            <a:off x="3718158" y="3823744"/>
            <a:ext cx="2254435" cy="837345"/>
          </a:xfrm>
          <a:prstGeom prst="rect">
            <a:avLst/>
          </a:prstGeom>
        </p:spPr>
        <p:txBody>
          <a:bodyPr>
            <a:noAutofit/>
          </a:bodyPr>
          <a:lstStyle>
            <a:lvl1pPr>
              <a:defRPr>
                <a:latin typeface="+mj-lt"/>
              </a:defRPr>
            </a:lvl1pPr>
          </a:lstStyle>
          <a:p>
            <a:pPr lvl="0"/>
            <a:r>
              <a:rPr lang="fr-FR" err="1"/>
              <a:t>Antiur</a:t>
            </a:r>
            <a:r>
              <a:rPr lang="fr-FR"/>
              <a:t> </a:t>
            </a:r>
            <a:r>
              <a:rPr lang="fr-FR" err="1"/>
              <a:t>atissi</a:t>
            </a:r>
            <a:r>
              <a:rPr lang="fr-FR"/>
              <a:t> set,</a:t>
            </a:r>
          </a:p>
          <a:p>
            <a:pPr lvl="0"/>
            <a:r>
              <a:rPr lang="fr-FR" err="1"/>
              <a:t>doluptas</a:t>
            </a:r>
            <a:r>
              <a:rPr lang="fr-FR"/>
              <a:t> arum </a:t>
            </a:r>
            <a:r>
              <a:rPr lang="fr-FR" err="1"/>
              <a:t>lorem</a:t>
            </a:r>
            <a:endParaRPr lang="fr-FR"/>
          </a:p>
          <a:p>
            <a:pPr lvl="0"/>
            <a:r>
              <a:rPr lang="fr-FR"/>
              <a:t>ipsum </a:t>
            </a:r>
            <a:r>
              <a:rPr lang="fr-FR" err="1"/>
              <a:t>idebit</a:t>
            </a:r>
            <a:r>
              <a:rPr lang="fr-FR"/>
              <a:t>.</a:t>
            </a:r>
          </a:p>
        </p:txBody>
      </p:sp>
      <p:sp>
        <p:nvSpPr>
          <p:cNvPr id="23" name="Espace réservé du texte 6">
            <a:extLst>
              <a:ext uri="{FF2B5EF4-FFF2-40B4-BE49-F238E27FC236}">
                <a16:creationId xmlns:a16="http://schemas.microsoft.com/office/drawing/2014/main" id="{C0F4019A-0B69-7582-574E-F1B739D20513}"/>
              </a:ext>
            </a:extLst>
          </p:cNvPr>
          <p:cNvSpPr>
            <a:spLocks noGrp="1"/>
          </p:cNvSpPr>
          <p:nvPr>
            <p:ph type="body" sz="quarter" idx="21" hasCustomPrompt="1"/>
          </p:nvPr>
        </p:nvSpPr>
        <p:spPr>
          <a:xfrm>
            <a:off x="6659116" y="3823744"/>
            <a:ext cx="2254435" cy="837345"/>
          </a:xfrm>
          <a:prstGeom prst="rect">
            <a:avLst/>
          </a:prstGeom>
        </p:spPr>
        <p:txBody>
          <a:bodyPr>
            <a:noAutofit/>
          </a:bodyPr>
          <a:lstStyle>
            <a:lvl1pPr>
              <a:defRPr>
                <a:latin typeface="+mj-lt"/>
              </a:defRPr>
            </a:lvl1pPr>
          </a:lstStyle>
          <a:p>
            <a:pPr lvl="0"/>
            <a:r>
              <a:rPr lang="fr-FR" err="1"/>
              <a:t>Antiur</a:t>
            </a:r>
            <a:r>
              <a:rPr lang="fr-FR"/>
              <a:t> </a:t>
            </a:r>
            <a:r>
              <a:rPr lang="fr-FR" err="1"/>
              <a:t>atissi</a:t>
            </a:r>
            <a:r>
              <a:rPr lang="fr-FR"/>
              <a:t> set,</a:t>
            </a:r>
          </a:p>
          <a:p>
            <a:pPr lvl="0"/>
            <a:r>
              <a:rPr lang="fr-FR" err="1"/>
              <a:t>doluptas</a:t>
            </a:r>
            <a:r>
              <a:rPr lang="fr-FR"/>
              <a:t> arum </a:t>
            </a:r>
            <a:r>
              <a:rPr lang="fr-FR" err="1"/>
              <a:t>lorem</a:t>
            </a:r>
            <a:endParaRPr lang="fr-FR"/>
          </a:p>
          <a:p>
            <a:pPr lvl="0"/>
            <a:r>
              <a:rPr lang="fr-FR"/>
              <a:t>ipsum </a:t>
            </a:r>
            <a:r>
              <a:rPr lang="fr-FR" err="1"/>
              <a:t>idebit</a:t>
            </a:r>
            <a:r>
              <a:rPr lang="fr-FR"/>
              <a:t>.</a:t>
            </a:r>
          </a:p>
        </p:txBody>
      </p:sp>
      <p:sp>
        <p:nvSpPr>
          <p:cNvPr id="24" name="Espace réservé du texte 6">
            <a:extLst>
              <a:ext uri="{FF2B5EF4-FFF2-40B4-BE49-F238E27FC236}">
                <a16:creationId xmlns:a16="http://schemas.microsoft.com/office/drawing/2014/main" id="{D6CCE5A8-2F16-A694-3300-EBA0DE8748A9}"/>
              </a:ext>
            </a:extLst>
          </p:cNvPr>
          <p:cNvSpPr>
            <a:spLocks noGrp="1"/>
          </p:cNvSpPr>
          <p:nvPr>
            <p:ph type="body" sz="quarter" idx="22" hasCustomPrompt="1"/>
          </p:nvPr>
        </p:nvSpPr>
        <p:spPr>
          <a:xfrm>
            <a:off x="9600075" y="3823744"/>
            <a:ext cx="2254435" cy="837345"/>
          </a:xfrm>
          <a:prstGeom prst="rect">
            <a:avLst/>
          </a:prstGeom>
        </p:spPr>
        <p:txBody>
          <a:bodyPr>
            <a:noAutofit/>
          </a:bodyPr>
          <a:lstStyle>
            <a:lvl1pPr>
              <a:defRPr>
                <a:latin typeface="+mj-lt"/>
              </a:defRPr>
            </a:lvl1pPr>
          </a:lstStyle>
          <a:p>
            <a:pPr lvl="0"/>
            <a:r>
              <a:rPr lang="fr-FR" err="1"/>
              <a:t>Antiur</a:t>
            </a:r>
            <a:r>
              <a:rPr lang="fr-FR"/>
              <a:t> </a:t>
            </a:r>
            <a:r>
              <a:rPr lang="fr-FR" err="1"/>
              <a:t>atissi</a:t>
            </a:r>
            <a:r>
              <a:rPr lang="fr-FR"/>
              <a:t> set,</a:t>
            </a:r>
          </a:p>
          <a:p>
            <a:pPr lvl="0"/>
            <a:r>
              <a:rPr lang="fr-FR" err="1"/>
              <a:t>doluptas</a:t>
            </a:r>
            <a:r>
              <a:rPr lang="fr-FR"/>
              <a:t> arum </a:t>
            </a:r>
            <a:r>
              <a:rPr lang="fr-FR" err="1"/>
              <a:t>lorem</a:t>
            </a:r>
            <a:endParaRPr lang="fr-FR"/>
          </a:p>
          <a:p>
            <a:pPr lvl="0"/>
            <a:r>
              <a:rPr lang="fr-FR"/>
              <a:t>ipsum </a:t>
            </a:r>
            <a:r>
              <a:rPr lang="fr-FR" err="1"/>
              <a:t>idebit</a:t>
            </a:r>
            <a:r>
              <a:rPr lang="fr-FR"/>
              <a:t>.</a:t>
            </a:r>
          </a:p>
        </p:txBody>
      </p:sp>
      <p:sp>
        <p:nvSpPr>
          <p:cNvPr id="9" name="Espace réservé du texte 8">
            <a:extLst>
              <a:ext uri="{FF2B5EF4-FFF2-40B4-BE49-F238E27FC236}">
                <a16:creationId xmlns:a16="http://schemas.microsoft.com/office/drawing/2014/main" id="{D276F15A-2797-72D1-22FE-9498208123B1}"/>
              </a:ext>
            </a:extLst>
          </p:cNvPr>
          <p:cNvSpPr>
            <a:spLocks noGrp="1" noChangeAspect="1"/>
          </p:cNvSpPr>
          <p:nvPr>
            <p:ph type="body" sz="quarter" idx="26" hasCustomPrompt="1"/>
          </p:nvPr>
        </p:nvSpPr>
        <p:spPr>
          <a:xfrm>
            <a:off x="778193" y="2541189"/>
            <a:ext cx="1957863" cy="1055487"/>
          </a:xfrm>
          <a:custGeom>
            <a:avLst/>
            <a:gdLst>
              <a:gd name="connsiteX0" fmla="*/ 168680 w 1957863"/>
              <a:gd name="connsiteY0" fmla="*/ 0 h 1055487"/>
              <a:gd name="connsiteX1" fmla="*/ 1939693 w 1957863"/>
              <a:gd name="connsiteY1" fmla="*/ 420998 h 1055487"/>
              <a:gd name="connsiteX2" fmla="*/ 1955019 w 1957863"/>
              <a:gd name="connsiteY2" fmla="*/ 464313 h 1055487"/>
              <a:gd name="connsiteX3" fmla="*/ 1778298 w 1957863"/>
              <a:gd name="connsiteY3" fmla="*/ 1033117 h 1055487"/>
              <a:gd name="connsiteX4" fmla="*/ 1743430 w 1957863"/>
              <a:gd name="connsiteY4" fmla="*/ 1055487 h 1055487"/>
              <a:gd name="connsiteX5" fmla="*/ 30508 w 1957863"/>
              <a:gd name="connsiteY5" fmla="*/ 1055487 h 1055487"/>
              <a:gd name="connsiteX6" fmla="*/ 0 w 1957863"/>
              <a:gd name="connsiteY6" fmla="*/ 1022664 h 1055487"/>
              <a:gd name="connsiteX7" fmla="*/ 10 w 1957863"/>
              <a:gd name="connsiteY7" fmla="*/ 35897 h 1055487"/>
              <a:gd name="connsiteX8" fmla="*/ 35981 w 1957863"/>
              <a:gd name="connsiteY8" fmla="*/ 2511 h 1055487"/>
              <a:gd name="connsiteX9" fmla="*/ 168680 w 1957863"/>
              <a:gd name="connsiteY9" fmla="*/ 0 h 1055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57863" h="1055487">
                <a:moveTo>
                  <a:pt x="168680" y="0"/>
                </a:moveTo>
                <a:cubicBezTo>
                  <a:pt x="547569" y="0"/>
                  <a:pt x="1381812" y="53409"/>
                  <a:pt x="1939693" y="420998"/>
                </a:cubicBezTo>
                <a:cubicBezTo>
                  <a:pt x="1957262" y="432508"/>
                  <a:pt x="1961441" y="443116"/>
                  <a:pt x="1955019" y="464313"/>
                </a:cubicBezTo>
                <a:cubicBezTo>
                  <a:pt x="1951943" y="474446"/>
                  <a:pt x="1778298" y="1033117"/>
                  <a:pt x="1778298" y="1033117"/>
                </a:cubicBezTo>
                <a:cubicBezTo>
                  <a:pt x="1771091" y="1054032"/>
                  <a:pt x="1758841" y="1055487"/>
                  <a:pt x="1743430" y="1055487"/>
                </a:cubicBezTo>
                <a:lnTo>
                  <a:pt x="30508" y="1055487"/>
                </a:lnTo>
                <a:cubicBezTo>
                  <a:pt x="12029" y="1055477"/>
                  <a:pt x="0" y="1039924"/>
                  <a:pt x="0" y="1022664"/>
                </a:cubicBezTo>
                <a:lnTo>
                  <a:pt x="10" y="35897"/>
                </a:lnTo>
                <a:cubicBezTo>
                  <a:pt x="10" y="13779"/>
                  <a:pt x="14195" y="3442"/>
                  <a:pt x="35981" y="2511"/>
                </a:cubicBezTo>
                <a:cubicBezTo>
                  <a:pt x="69431" y="1095"/>
                  <a:pt x="114354" y="0"/>
                  <a:pt x="168680" y="0"/>
                </a:cubicBezTo>
                <a:close/>
              </a:path>
            </a:pathLst>
          </a:custGeom>
          <a:solidFill>
            <a:schemeClr val="accent1"/>
          </a:solidFill>
        </p:spPr>
        <p:txBody>
          <a:bodyPr vert="horz" wrap="square" lIns="144000" tIns="1080000" rIns="0" bIns="0" rtlCol="0" anchor="b" anchorCtr="0">
            <a:noAutofit/>
          </a:bodyPr>
          <a:lstStyle>
            <a:lvl1pPr>
              <a:defRPr lang="fr-FR" sz="2400" b="1">
                <a:solidFill>
                  <a:schemeClr val="bg1"/>
                </a:solidFill>
                <a:latin typeface="+mj-lt"/>
                <a:ea typeface="+mj-ea"/>
                <a:cs typeface="+mj-cs"/>
              </a:defRPr>
            </a:lvl1pPr>
          </a:lstStyle>
          <a:p>
            <a:pPr lvl="0">
              <a:lnSpc>
                <a:spcPct val="90000"/>
              </a:lnSpc>
              <a:spcBef>
                <a:spcPct val="0"/>
              </a:spcBef>
            </a:pPr>
            <a:r>
              <a:rPr lang="fr-FR"/>
              <a:t>2022</a:t>
            </a:r>
          </a:p>
        </p:txBody>
      </p:sp>
      <p:sp>
        <p:nvSpPr>
          <p:cNvPr id="27" name="Espace réservé du texte 26">
            <a:extLst>
              <a:ext uri="{FF2B5EF4-FFF2-40B4-BE49-F238E27FC236}">
                <a16:creationId xmlns:a16="http://schemas.microsoft.com/office/drawing/2014/main" id="{F3C2A378-B028-2317-D6CC-E67E6FF22EB5}"/>
              </a:ext>
            </a:extLst>
          </p:cNvPr>
          <p:cNvSpPr>
            <a:spLocks noGrp="1" noChangeAspect="1"/>
          </p:cNvSpPr>
          <p:nvPr>
            <p:ph type="body" sz="quarter" idx="27" hasCustomPrompt="1"/>
          </p:nvPr>
        </p:nvSpPr>
        <p:spPr>
          <a:xfrm>
            <a:off x="3718820" y="2541189"/>
            <a:ext cx="1957863" cy="1055487"/>
          </a:xfrm>
          <a:custGeom>
            <a:avLst/>
            <a:gdLst>
              <a:gd name="connsiteX0" fmla="*/ 168680 w 1957863"/>
              <a:gd name="connsiteY0" fmla="*/ 0 h 1055487"/>
              <a:gd name="connsiteX1" fmla="*/ 1939693 w 1957863"/>
              <a:gd name="connsiteY1" fmla="*/ 420998 h 1055487"/>
              <a:gd name="connsiteX2" fmla="*/ 1955019 w 1957863"/>
              <a:gd name="connsiteY2" fmla="*/ 464313 h 1055487"/>
              <a:gd name="connsiteX3" fmla="*/ 1778298 w 1957863"/>
              <a:gd name="connsiteY3" fmla="*/ 1033117 h 1055487"/>
              <a:gd name="connsiteX4" fmla="*/ 1743430 w 1957863"/>
              <a:gd name="connsiteY4" fmla="*/ 1055487 h 1055487"/>
              <a:gd name="connsiteX5" fmla="*/ 30508 w 1957863"/>
              <a:gd name="connsiteY5" fmla="*/ 1055487 h 1055487"/>
              <a:gd name="connsiteX6" fmla="*/ 0 w 1957863"/>
              <a:gd name="connsiteY6" fmla="*/ 1022664 h 1055487"/>
              <a:gd name="connsiteX7" fmla="*/ 10 w 1957863"/>
              <a:gd name="connsiteY7" fmla="*/ 35897 h 1055487"/>
              <a:gd name="connsiteX8" fmla="*/ 35981 w 1957863"/>
              <a:gd name="connsiteY8" fmla="*/ 2511 h 1055487"/>
              <a:gd name="connsiteX9" fmla="*/ 168680 w 1957863"/>
              <a:gd name="connsiteY9" fmla="*/ 0 h 1055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57863" h="1055487">
                <a:moveTo>
                  <a:pt x="168680" y="0"/>
                </a:moveTo>
                <a:cubicBezTo>
                  <a:pt x="547569" y="0"/>
                  <a:pt x="1381812" y="53409"/>
                  <a:pt x="1939693" y="420998"/>
                </a:cubicBezTo>
                <a:cubicBezTo>
                  <a:pt x="1957262" y="432508"/>
                  <a:pt x="1961441" y="443116"/>
                  <a:pt x="1955019" y="464313"/>
                </a:cubicBezTo>
                <a:cubicBezTo>
                  <a:pt x="1951943" y="474446"/>
                  <a:pt x="1778298" y="1033117"/>
                  <a:pt x="1778298" y="1033117"/>
                </a:cubicBezTo>
                <a:cubicBezTo>
                  <a:pt x="1771091" y="1054032"/>
                  <a:pt x="1758841" y="1055487"/>
                  <a:pt x="1743430" y="1055487"/>
                </a:cubicBezTo>
                <a:lnTo>
                  <a:pt x="30508" y="1055487"/>
                </a:lnTo>
                <a:cubicBezTo>
                  <a:pt x="12029" y="1055477"/>
                  <a:pt x="0" y="1039924"/>
                  <a:pt x="0" y="1022664"/>
                </a:cubicBezTo>
                <a:lnTo>
                  <a:pt x="10" y="35897"/>
                </a:lnTo>
                <a:cubicBezTo>
                  <a:pt x="10" y="13779"/>
                  <a:pt x="14195" y="3442"/>
                  <a:pt x="35981" y="2511"/>
                </a:cubicBezTo>
                <a:cubicBezTo>
                  <a:pt x="69431" y="1095"/>
                  <a:pt x="114354" y="0"/>
                  <a:pt x="168680" y="0"/>
                </a:cubicBezTo>
                <a:close/>
              </a:path>
            </a:pathLst>
          </a:custGeom>
          <a:solidFill>
            <a:schemeClr val="accent1"/>
          </a:solidFill>
        </p:spPr>
        <p:txBody>
          <a:bodyPr vert="horz" wrap="square" lIns="144000" tIns="1080000" rIns="0" bIns="0" rtlCol="0" anchor="b" anchorCtr="0">
            <a:noAutofit/>
          </a:bodyPr>
          <a:lstStyle>
            <a:lvl1pPr>
              <a:defRPr lang="fr-FR" sz="2400" b="1">
                <a:solidFill>
                  <a:schemeClr val="bg1"/>
                </a:solidFill>
                <a:latin typeface="+mj-lt"/>
                <a:ea typeface="+mj-ea"/>
                <a:cs typeface="+mj-cs"/>
              </a:defRPr>
            </a:lvl1pPr>
          </a:lstStyle>
          <a:p>
            <a:pPr lvl="0">
              <a:lnSpc>
                <a:spcPct val="90000"/>
              </a:lnSpc>
              <a:spcBef>
                <a:spcPct val="0"/>
              </a:spcBef>
            </a:pPr>
            <a:r>
              <a:rPr lang="fr-FR"/>
              <a:t>2023</a:t>
            </a:r>
          </a:p>
        </p:txBody>
      </p:sp>
      <p:sp>
        <p:nvSpPr>
          <p:cNvPr id="28" name="Espace réservé du texte 27">
            <a:extLst>
              <a:ext uri="{FF2B5EF4-FFF2-40B4-BE49-F238E27FC236}">
                <a16:creationId xmlns:a16="http://schemas.microsoft.com/office/drawing/2014/main" id="{41D19039-611B-B63F-FA33-2B558B1582BE}"/>
              </a:ext>
            </a:extLst>
          </p:cNvPr>
          <p:cNvSpPr>
            <a:spLocks noGrp="1" noChangeAspect="1"/>
          </p:cNvSpPr>
          <p:nvPr>
            <p:ph type="body" sz="quarter" idx="28" hasCustomPrompt="1"/>
          </p:nvPr>
        </p:nvSpPr>
        <p:spPr>
          <a:xfrm>
            <a:off x="6659447" y="2541189"/>
            <a:ext cx="1957863" cy="1055487"/>
          </a:xfrm>
          <a:custGeom>
            <a:avLst/>
            <a:gdLst>
              <a:gd name="connsiteX0" fmla="*/ 168680 w 1957863"/>
              <a:gd name="connsiteY0" fmla="*/ 0 h 1055487"/>
              <a:gd name="connsiteX1" fmla="*/ 1939693 w 1957863"/>
              <a:gd name="connsiteY1" fmla="*/ 420998 h 1055487"/>
              <a:gd name="connsiteX2" fmla="*/ 1955019 w 1957863"/>
              <a:gd name="connsiteY2" fmla="*/ 464313 h 1055487"/>
              <a:gd name="connsiteX3" fmla="*/ 1778298 w 1957863"/>
              <a:gd name="connsiteY3" fmla="*/ 1033117 h 1055487"/>
              <a:gd name="connsiteX4" fmla="*/ 1743430 w 1957863"/>
              <a:gd name="connsiteY4" fmla="*/ 1055487 h 1055487"/>
              <a:gd name="connsiteX5" fmla="*/ 30508 w 1957863"/>
              <a:gd name="connsiteY5" fmla="*/ 1055487 h 1055487"/>
              <a:gd name="connsiteX6" fmla="*/ 0 w 1957863"/>
              <a:gd name="connsiteY6" fmla="*/ 1022664 h 1055487"/>
              <a:gd name="connsiteX7" fmla="*/ 10 w 1957863"/>
              <a:gd name="connsiteY7" fmla="*/ 35897 h 1055487"/>
              <a:gd name="connsiteX8" fmla="*/ 35981 w 1957863"/>
              <a:gd name="connsiteY8" fmla="*/ 2511 h 1055487"/>
              <a:gd name="connsiteX9" fmla="*/ 168680 w 1957863"/>
              <a:gd name="connsiteY9" fmla="*/ 0 h 1055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57863" h="1055487">
                <a:moveTo>
                  <a:pt x="168680" y="0"/>
                </a:moveTo>
                <a:cubicBezTo>
                  <a:pt x="547569" y="0"/>
                  <a:pt x="1381812" y="53409"/>
                  <a:pt x="1939693" y="420998"/>
                </a:cubicBezTo>
                <a:cubicBezTo>
                  <a:pt x="1957262" y="432508"/>
                  <a:pt x="1961441" y="443116"/>
                  <a:pt x="1955019" y="464313"/>
                </a:cubicBezTo>
                <a:cubicBezTo>
                  <a:pt x="1951943" y="474446"/>
                  <a:pt x="1778298" y="1033117"/>
                  <a:pt x="1778298" y="1033117"/>
                </a:cubicBezTo>
                <a:cubicBezTo>
                  <a:pt x="1771091" y="1054032"/>
                  <a:pt x="1758841" y="1055487"/>
                  <a:pt x="1743430" y="1055487"/>
                </a:cubicBezTo>
                <a:lnTo>
                  <a:pt x="30508" y="1055487"/>
                </a:lnTo>
                <a:cubicBezTo>
                  <a:pt x="12029" y="1055477"/>
                  <a:pt x="0" y="1039924"/>
                  <a:pt x="0" y="1022664"/>
                </a:cubicBezTo>
                <a:lnTo>
                  <a:pt x="10" y="35897"/>
                </a:lnTo>
                <a:cubicBezTo>
                  <a:pt x="10" y="13779"/>
                  <a:pt x="14195" y="3442"/>
                  <a:pt x="35981" y="2511"/>
                </a:cubicBezTo>
                <a:cubicBezTo>
                  <a:pt x="69431" y="1095"/>
                  <a:pt x="114354" y="0"/>
                  <a:pt x="168680" y="0"/>
                </a:cubicBezTo>
                <a:close/>
              </a:path>
            </a:pathLst>
          </a:custGeom>
          <a:solidFill>
            <a:schemeClr val="accent1"/>
          </a:solidFill>
        </p:spPr>
        <p:txBody>
          <a:bodyPr vert="horz" wrap="square" lIns="144000" tIns="1080000" rIns="0" bIns="0" rtlCol="0" anchor="b" anchorCtr="0">
            <a:noAutofit/>
          </a:bodyPr>
          <a:lstStyle>
            <a:lvl1pPr>
              <a:defRPr lang="fr-FR" sz="2400" b="1">
                <a:solidFill>
                  <a:schemeClr val="bg1"/>
                </a:solidFill>
                <a:latin typeface="+mj-lt"/>
                <a:ea typeface="+mj-ea"/>
                <a:cs typeface="+mj-cs"/>
              </a:defRPr>
            </a:lvl1pPr>
          </a:lstStyle>
          <a:p>
            <a:pPr lvl="0">
              <a:lnSpc>
                <a:spcPct val="90000"/>
              </a:lnSpc>
              <a:spcBef>
                <a:spcPct val="0"/>
              </a:spcBef>
            </a:pPr>
            <a:r>
              <a:rPr lang="fr-FR"/>
              <a:t>2024</a:t>
            </a:r>
          </a:p>
        </p:txBody>
      </p:sp>
      <p:sp>
        <p:nvSpPr>
          <p:cNvPr id="29" name="Espace réservé du texte 28">
            <a:extLst>
              <a:ext uri="{FF2B5EF4-FFF2-40B4-BE49-F238E27FC236}">
                <a16:creationId xmlns:a16="http://schemas.microsoft.com/office/drawing/2014/main" id="{1D747015-2660-2330-D044-E047D48DC89A}"/>
              </a:ext>
            </a:extLst>
          </p:cNvPr>
          <p:cNvSpPr>
            <a:spLocks noGrp="1" noChangeAspect="1"/>
          </p:cNvSpPr>
          <p:nvPr>
            <p:ph type="body" sz="quarter" idx="29" hasCustomPrompt="1"/>
          </p:nvPr>
        </p:nvSpPr>
        <p:spPr>
          <a:xfrm>
            <a:off x="9600075" y="2541189"/>
            <a:ext cx="1957863" cy="1055487"/>
          </a:xfrm>
          <a:custGeom>
            <a:avLst/>
            <a:gdLst>
              <a:gd name="connsiteX0" fmla="*/ 168680 w 1957863"/>
              <a:gd name="connsiteY0" fmla="*/ 0 h 1055487"/>
              <a:gd name="connsiteX1" fmla="*/ 1939693 w 1957863"/>
              <a:gd name="connsiteY1" fmla="*/ 420998 h 1055487"/>
              <a:gd name="connsiteX2" fmla="*/ 1955019 w 1957863"/>
              <a:gd name="connsiteY2" fmla="*/ 464313 h 1055487"/>
              <a:gd name="connsiteX3" fmla="*/ 1778298 w 1957863"/>
              <a:gd name="connsiteY3" fmla="*/ 1033117 h 1055487"/>
              <a:gd name="connsiteX4" fmla="*/ 1743430 w 1957863"/>
              <a:gd name="connsiteY4" fmla="*/ 1055487 h 1055487"/>
              <a:gd name="connsiteX5" fmla="*/ 30508 w 1957863"/>
              <a:gd name="connsiteY5" fmla="*/ 1055487 h 1055487"/>
              <a:gd name="connsiteX6" fmla="*/ 0 w 1957863"/>
              <a:gd name="connsiteY6" fmla="*/ 1022664 h 1055487"/>
              <a:gd name="connsiteX7" fmla="*/ 10 w 1957863"/>
              <a:gd name="connsiteY7" fmla="*/ 35897 h 1055487"/>
              <a:gd name="connsiteX8" fmla="*/ 35981 w 1957863"/>
              <a:gd name="connsiteY8" fmla="*/ 2511 h 1055487"/>
              <a:gd name="connsiteX9" fmla="*/ 168680 w 1957863"/>
              <a:gd name="connsiteY9" fmla="*/ 0 h 1055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57863" h="1055487">
                <a:moveTo>
                  <a:pt x="168680" y="0"/>
                </a:moveTo>
                <a:cubicBezTo>
                  <a:pt x="547569" y="0"/>
                  <a:pt x="1381812" y="53409"/>
                  <a:pt x="1939693" y="420998"/>
                </a:cubicBezTo>
                <a:cubicBezTo>
                  <a:pt x="1957262" y="432508"/>
                  <a:pt x="1961441" y="443116"/>
                  <a:pt x="1955019" y="464313"/>
                </a:cubicBezTo>
                <a:cubicBezTo>
                  <a:pt x="1951943" y="474446"/>
                  <a:pt x="1778298" y="1033117"/>
                  <a:pt x="1778298" y="1033117"/>
                </a:cubicBezTo>
                <a:cubicBezTo>
                  <a:pt x="1771091" y="1054032"/>
                  <a:pt x="1758841" y="1055487"/>
                  <a:pt x="1743430" y="1055487"/>
                </a:cubicBezTo>
                <a:lnTo>
                  <a:pt x="30508" y="1055487"/>
                </a:lnTo>
                <a:cubicBezTo>
                  <a:pt x="12029" y="1055477"/>
                  <a:pt x="0" y="1039924"/>
                  <a:pt x="0" y="1022664"/>
                </a:cubicBezTo>
                <a:lnTo>
                  <a:pt x="10" y="35897"/>
                </a:lnTo>
                <a:cubicBezTo>
                  <a:pt x="10" y="13779"/>
                  <a:pt x="14195" y="3442"/>
                  <a:pt x="35981" y="2511"/>
                </a:cubicBezTo>
                <a:cubicBezTo>
                  <a:pt x="69431" y="1095"/>
                  <a:pt x="114354" y="0"/>
                  <a:pt x="168680" y="0"/>
                </a:cubicBezTo>
                <a:close/>
              </a:path>
            </a:pathLst>
          </a:custGeom>
          <a:solidFill>
            <a:schemeClr val="accent1"/>
          </a:solidFill>
        </p:spPr>
        <p:txBody>
          <a:bodyPr vert="horz" wrap="square" lIns="144000" tIns="1080000" rIns="0" bIns="0" rtlCol="0" anchor="b" anchorCtr="0">
            <a:noAutofit/>
          </a:bodyPr>
          <a:lstStyle>
            <a:lvl1pPr>
              <a:defRPr lang="fr-FR" sz="2400" b="1">
                <a:solidFill>
                  <a:schemeClr val="bg1"/>
                </a:solidFill>
                <a:latin typeface="+mj-lt"/>
                <a:ea typeface="+mj-ea"/>
                <a:cs typeface="+mj-cs"/>
              </a:defRPr>
            </a:lvl1pPr>
          </a:lstStyle>
          <a:p>
            <a:pPr lvl="0">
              <a:lnSpc>
                <a:spcPct val="90000"/>
              </a:lnSpc>
              <a:spcBef>
                <a:spcPct val="0"/>
              </a:spcBef>
            </a:pPr>
            <a:r>
              <a:rPr lang="fr-FR"/>
              <a:t>2025</a:t>
            </a:r>
          </a:p>
        </p:txBody>
      </p:sp>
      <p:sp>
        <p:nvSpPr>
          <p:cNvPr id="6" name="Titre 5">
            <a:extLst>
              <a:ext uri="{FF2B5EF4-FFF2-40B4-BE49-F238E27FC236}">
                <a16:creationId xmlns:a16="http://schemas.microsoft.com/office/drawing/2014/main" id="{2D53BE04-AD40-0413-DA1E-4B9555574F7C}"/>
              </a:ext>
            </a:extLst>
          </p:cNvPr>
          <p:cNvSpPr>
            <a:spLocks noGrp="1"/>
          </p:cNvSpPr>
          <p:nvPr>
            <p:ph type="title"/>
          </p:nvPr>
        </p:nvSpPr>
        <p:spPr>
          <a:xfrm>
            <a:off x="467833" y="460051"/>
            <a:ext cx="11308752" cy="332399"/>
          </a:xfrm>
        </p:spPr>
        <p:txBody>
          <a:bodyPr/>
          <a:lstStyle/>
          <a:p>
            <a:r>
              <a:rPr lang="fr-FR"/>
              <a:t>Modifiez le style du titre</a:t>
            </a:r>
          </a:p>
        </p:txBody>
      </p:sp>
    </p:spTree>
    <p:extLst>
      <p:ext uri="{BB962C8B-B14F-4D97-AF65-F5344CB8AC3E}">
        <p14:creationId xmlns:p14="http://schemas.microsoft.com/office/powerpoint/2010/main" val="214642295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Motrice debout filigrane &quot;merci&quot;">
    <p:spTree>
      <p:nvGrpSpPr>
        <p:cNvPr id="1" name=""/>
        <p:cNvGrpSpPr/>
        <p:nvPr/>
      </p:nvGrpSpPr>
      <p:grpSpPr>
        <a:xfrm>
          <a:off x="0" y="0"/>
          <a:ext cx="0" cy="0"/>
          <a:chOff x="0" y="0"/>
          <a:chExt cx="0" cy="0"/>
        </a:xfrm>
      </p:grpSpPr>
      <p:pic>
        <p:nvPicPr>
          <p:cNvPr id="3" name="Graphique 2">
            <a:extLst>
              <a:ext uri="{FF2B5EF4-FFF2-40B4-BE49-F238E27FC236}">
                <a16:creationId xmlns:a16="http://schemas.microsoft.com/office/drawing/2014/main" id="{CC1D0AD3-9538-4214-55DA-42F52D5BEB77}"/>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0" y="0"/>
            <a:ext cx="5899207" cy="6858000"/>
          </a:xfrm>
          <a:prstGeom prst="rect">
            <a:avLst/>
          </a:prstGeom>
        </p:spPr>
      </p:pic>
      <p:sp>
        <p:nvSpPr>
          <p:cNvPr id="7" name="Titre 6">
            <a:extLst>
              <a:ext uri="{FF2B5EF4-FFF2-40B4-BE49-F238E27FC236}">
                <a16:creationId xmlns:a16="http://schemas.microsoft.com/office/drawing/2014/main" id="{2CAEFB7B-E910-56DD-C5D9-F91E99595386}"/>
              </a:ext>
            </a:extLst>
          </p:cNvPr>
          <p:cNvSpPr>
            <a:spLocks noGrp="1"/>
          </p:cNvSpPr>
          <p:nvPr>
            <p:ph type="title" hasCustomPrompt="1"/>
          </p:nvPr>
        </p:nvSpPr>
        <p:spPr>
          <a:xfrm>
            <a:off x="618173" y="3787268"/>
            <a:ext cx="6239827" cy="2124299"/>
          </a:xfrm>
        </p:spPr>
        <p:txBody>
          <a:bodyPr/>
          <a:lstStyle>
            <a:lvl1pPr>
              <a:defRPr sz="15000">
                <a:solidFill>
                  <a:srgbClr val="003865"/>
                </a:solidFill>
              </a:defRPr>
            </a:lvl1pPr>
          </a:lstStyle>
          <a:p>
            <a:r>
              <a:rPr lang="fr-FR"/>
              <a:t>Merci</a:t>
            </a:r>
          </a:p>
        </p:txBody>
      </p:sp>
      <p:pic>
        <p:nvPicPr>
          <p:cNvPr id="2" name="Graphique 1">
            <a:extLst>
              <a:ext uri="{FF2B5EF4-FFF2-40B4-BE49-F238E27FC236}">
                <a16:creationId xmlns:a16="http://schemas.microsoft.com/office/drawing/2014/main" id="{3B528DD2-6EC9-F6BF-7100-7566FD889397}"/>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248935" y="6374422"/>
            <a:ext cx="550800" cy="288514"/>
          </a:xfrm>
          <a:prstGeom prst="rect">
            <a:avLst/>
          </a:prstGeom>
        </p:spPr>
      </p:pic>
      <p:sp>
        <p:nvSpPr>
          <p:cNvPr id="4" name="Text Box 25">
            <a:extLst>
              <a:ext uri="{FF2B5EF4-FFF2-40B4-BE49-F238E27FC236}">
                <a16:creationId xmlns:a16="http://schemas.microsoft.com/office/drawing/2014/main" id="{9E524A49-B470-250F-7365-B7C1DA1BB06D}"/>
              </a:ext>
            </a:extLst>
          </p:cNvPr>
          <p:cNvSpPr txBox="1">
            <a:spLocks noChangeArrowheads="1"/>
          </p:cNvSpPr>
          <p:nvPr userDrawn="1"/>
        </p:nvSpPr>
        <p:spPr bwMode="auto">
          <a:xfrm>
            <a:off x="3771226" y="6557577"/>
            <a:ext cx="4681068"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23" rtl="0" eaLnBrk="1" fontAlgn="base" latinLnBrk="0" hangingPunct="1">
              <a:lnSpc>
                <a:spcPct val="100000"/>
              </a:lnSpc>
              <a:spcBef>
                <a:spcPct val="0"/>
              </a:spcBef>
              <a:spcAft>
                <a:spcPct val="0"/>
              </a:spcAft>
              <a:buClrTx/>
              <a:buSzTx/>
              <a:buFontTx/>
              <a:buNone/>
              <a:tabLst/>
              <a:defRPr/>
            </a:pPr>
            <a:r>
              <a:rPr lang="fr-FR" sz="900" b="0">
                <a:solidFill>
                  <a:schemeClr val="tx1"/>
                </a:solidFill>
              </a:rPr>
              <a:t>DOCUMENT</a:t>
            </a:r>
            <a:r>
              <a:rPr lang="fr-FR" sz="900" b="0" baseline="0">
                <a:solidFill>
                  <a:schemeClr val="tx1"/>
                </a:solidFill>
              </a:rPr>
              <a:t> CONFIDENTIEL 2023 – page </a:t>
            </a:r>
            <a:fld id="{A1A6DFBC-6B76-4CF5-8DED-6C793B731C5F}" type="slidenum">
              <a:rPr lang="fr-FR" sz="900" b="0" baseline="0" smtClean="0">
                <a:solidFill>
                  <a:schemeClr val="tx1"/>
                </a:solidFill>
              </a:rPr>
              <a:t>‹N°›</a:t>
            </a:fld>
            <a:endParaRPr lang="fr-FR" sz="900" b="0">
              <a:solidFill>
                <a:schemeClr val="tx1"/>
              </a:solidFill>
            </a:endParaRPr>
          </a:p>
        </p:txBody>
      </p:sp>
      <p:pic>
        <p:nvPicPr>
          <p:cNvPr id="5" name="Image 4" descr="Une image contenant capture d’écran, Police, noir, Graphique&#10;&#10;Description générée automatiquement">
            <a:extLst>
              <a:ext uri="{FF2B5EF4-FFF2-40B4-BE49-F238E27FC236}">
                <a16:creationId xmlns:a16="http://schemas.microsoft.com/office/drawing/2014/main" id="{720DDC1C-F6B4-1867-43E5-8603E4070B05}"/>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467832" y="6500382"/>
            <a:ext cx="2101747" cy="181255"/>
          </a:xfrm>
          <a:prstGeom prst="rect">
            <a:avLst/>
          </a:prstGeom>
        </p:spPr>
      </p:pic>
    </p:spTree>
    <p:extLst>
      <p:ext uri="{BB962C8B-B14F-4D97-AF65-F5344CB8AC3E}">
        <p14:creationId xmlns:p14="http://schemas.microsoft.com/office/powerpoint/2010/main" val="59794694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Motrices aux couleurs de la charte">
    <p:spTree>
      <p:nvGrpSpPr>
        <p:cNvPr id="1" name=""/>
        <p:cNvGrpSpPr/>
        <p:nvPr/>
      </p:nvGrpSpPr>
      <p:grpSpPr>
        <a:xfrm>
          <a:off x="0" y="0"/>
          <a:ext cx="0" cy="0"/>
          <a:chOff x="0" y="0"/>
          <a:chExt cx="0" cy="0"/>
        </a:xfrm>
      </p:grpSpPr>
      <p:sp>
        <p:nvSpPr>
          <p:cNvPr id="8" name="Forme libre : forme 7">
            <a:extLst>
              <a:ext uri="{FF2B5EF4-FFF2-40B4-BE49-F238E27FC236}">
                <a16:creationId xmlns:a16="http://schemas.microsoft.com/office/drawing/2014/main" id="{6D4062F7-B7B9-9565-61B6-03A48AA7E098}"/>
              </a:ext>
            </a:extLst>
          </p:cNvPr>
          <p:cNvSpPr>
            <a:spLocks noChangeAspect="1"/>
          </p:cNvSpPr>
          <p:nvPr/>
        </p:nvSpPr>
        <p:spPr>
          <a:xfrm>
            <a:off x="3626843" y="2452551"/>
            <a:ext cx="1099871" cy="599363"/>
          </a:xfrm>
          <a:custGeom>
            <a:avLst/>
            <a:gdLst>
              <a:gd name="connsiteX0" fmla="*/ 22157 w 1099871"/>
              <a:gd name="connsiteY0" fmla="*/ 1536 h 599363"/>
              <a:gd name="connsiteX1" fmla="*/ 1941 w 1099871"/>
              <a:gd name="connsiteY1" fmla="*/ 20461 h 599363"/>
              <a:gd name="connsiteX2" fmla="*/ 1523 w 1099871"/>
              <a:gd name="connsiteY2" fmla="*/ 580239 h 599363"/>
              <a:gd name="connsiteX3" fmla="*/ 18636 w 1099871"/>
              <a:gd name="connsiteY3" fmla="*/ 598859 h 599363"/>
              <a:gd name="connsiteX4" fmla="*/ 980704 w 1099871"/>
              <a:gd name="connsiteY4" fmla="*/ 599531 h 599363"/>
              <a:gd name="connsiteX5" fmla="*/ 1000300 w 1099871"/>
              <a:gd name="connsiteY5" fmla="*/ 586851 h 599363"/>
              <a:gd name="connsiteX6" fmla="*/ 1099786 w 1099871"/>
              <a:gd name="connsiteY6" fmla="*/ 264249 h 599363"/>
              <a:gd name="connsiteX7" fmla="*/ 1091198 w 1099871"/>
              <a:gd name="connsiteY7" fmla="*/ 239675 h 599363"/>
              <a:gd name="connsiteX8" fmla="*/ 96690 w 1099871"/>
              <a:gd name="connsiteY8" fmla="*/ 168 h 599363"/>
              <a:gd name="connsiteX9" fmla="*/ 22157 w 1099871"/>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2157" y="1536"/>
                </a:moveTo>
                <a:cubicBezTo>
                  <a:pt x="9921" y="2056"/>
                  <a:pt x="1953" y="7908"/>
                  <a:pt x="1941" y="20461"/>
                </a:cubicBezTo>
                <a:lnTo>
                  <a:pt x="1523" y="580239"/>
                </a:lnTo>
                <a:cubicBezTo>
                  <a:pt x="1510" y="590030"/>
                  <a:pt x="8262" y="598859"/>
                  <a:pt x="18636" y="598859"/>
                </a:cubicBezTo>
                <a:lnTo>
                  <a:pt x="980704" y="599531"/>
                </a:lnTo>
                <a:cubicBezTo>
                  <a:pt x="989355" y="599531"/>
                  <a:pt x="996246" y="598720"/>
                  <a:pt x="1000300" y="586851"/>
                </a:cubicBezTo>
                <a:cubicBezTo>
                  <a:pt x="1000300" y="586851"/>
                  <a:pt x="1098063" y="270000"/>
                  <a:pt x="1099786" y="264249"/>
                </a:cubicBezTo>
                <a:cubicBezTo>
                  <a:pt x="1103409" y="252228"/>
                  <a:pt x="1101065" y="246211"/>
                  <a:pt x="1091198" y="239675"/>
                </a:cubicBezTo>
                <a:cubicBezTo>
                  <a:pt x="778020" y="30924"/>
                  <a:pt x="309494" y="308"/>
                  <a:pt x="96690" y="168"/>
                </a:cubicBezTo>
                <a:cubicBezTo>
                  <a:pt x="66175" y="143"/>
                  <a:pt x="40942" y="751"/>
                  <a:pt x="22157" y="1536"/>
                </a:cubicBezTo>
              </a:path>
            </a:pathLst>
          </a:custGeom>
          <a:solidFill>
            <a:srgbClr val="E5CF85"/>
          </a:solidFill>
          <a:ln w="12667" cap="flat">
            <a:noFill/>
            <a:prstDash val="solid"/>
            <a:miter/>
          </a:ln>
        </p:spPr>
        <p:txBody>
          <a:bodyPr rtlCol="0" anchor="ctr"/>
          <a:lstStyle/>
          <a:p>
            <a:endParaRPr lang="fr-FR"/>
          </a:p>
        </p:txBody>
      </p:sp>
      <p:sp>
        <p:nvSpPr>
          <p:cNvPr id="9" name="Forme libre : forme 8">
            <a:extLst>
              <a:ext uri="{FF2B5EF4-FFF2-40B4-BE49-F238E27FC236}">
                <a16:creationId xmlns:a16="http://schemas.microsoft.com/office/drawing/2014/main" id="{F0E4432F-D425-0CA4-4187-32E6D7ADB582}"/>
              </a:ext>
            </a:extLst>
          </p:cNvPr>
          <p:cNvSpPr>
            <a:spLocks noChangeAspect="1"/>
          </p:cNvSpPr>
          <p:nvPr/>
        </p:nvSpPr>
        <p:spPr>
          <a:xfrm>
            <a:off x="7054458" y="2452551"/>
            <a:ext cx="1099871" cy="599363"/>
          </a:xfrm>
          <a:custGeom>
            <a:avLst/>
            <a:gdLst>
              <a:gd name="connsiteX0" fmla="*/ 23661 w 1099871"/>
              <a:gd name="connsiteY0" fmla="*/ 1536 h 599363"/>
              <a:gd name="connsiteX1" fmla="*/ 3444 w 1099871"/>
              <a:gd name="connsiteY1" fmla="*/ 20461 h 599363"/>
              <a:gd name="connsiteX2" fmla="*/ 3026 w 1099871"/>
              <a:gd name="connsiteY2" fmla="*/ 580239 h 599363"/>
              <a:gd name="connsiteX3" fmla="*/ 20139 w 1099871"/>
              <a:gd name="connsiteY3" fmla="*/ 598859 h 599363"/>
              <a:gd name="connsiteX4" fmla="*/ 982207 w 1099871"/>
              <a:gd name="connsiteY4" fmla="*/ 599531 h 599363"/>
              <a:gd name="connsiteX5" fmla="*/ 1001803 w 1099871"/>
              <a:gd name="connsiteY5" fmla="*/ 586851 h 599363"/>
              <a:gd name="connsiteX6" fmla="*/ 1101289 w 1099871"/>
              <a:gd name="connsiteY6" fmla="*/ 264249 h 599363"/>
              <a:gd name="connsiteX7" fmla="*/ 1092701 w 1099871"/>
              <a:gd name="connsiteY7" fmla="*/ 239675 h 599363"/>
              <a:gd name="connsiteX8" fmla="*/ 98193 w 1099871"/>
              <a:gd name="connsiteY8" fmla="*/ 168 h 599363"/>
              <a:gd name="connsiteX9" fmla="*/ 23661 w 1099871"/>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3661" y="1536"/>
                </a:moveTo>
                <a:cubicBezTo>
                  <a:pt x="11424" y="2056"/>
                  <a:pt x="3457" y="7908"/>
                  <a:pt x="3444" y="20461"/>
                </a:cubicBezTo>
                <a:lnTo>
                  <a:pt x="3026" y="580239"/>
                </a:lnTo>
                <a:cubicBezTo>
                  <a:pt x="3013" y="590030"/>
                  <a:pt x="9765" y="598859"/>
                  <a:pt x="20139" y="598859"/>
                </a:cubicBezTo>
                <a:lnTo>
                  <a:pt x="982207" y="599531"/>
                </a:lnTo>
                <a:cubicBezTo>
                  <a:pt x="990859" y="599531"/>
                  <a:pt x="997749" y="598720"/>
                  <a:pt x="1001803" y="586851"/>
                </a:cubicBezTo>
                <a:cubicBezTo>
                  <a:pt x="1001803" y="586851"/>
                  <a:pt x="1099566" y="270000"/>
                  <a:pt x="1101289" y="264249"/>
                </a:cubicBezTo>
                <a:cubicBezTo>
                  <a:pt x="1104912" y="252228"/>
                  <a:pt x="1102569" y="246211"/>
                  <a:pt x="1092701" y="239675"/>
                </a:cubicBezTo>
                <a:cubicBezTo>
                  <a:pt x="779523" y="30924"/>
                  <a:pt x="310998" y="308"/>
                  <a:pt x="98193" y="168"/>
                </a:cubicBezTo>
                <a:cubicBezTo>
                  <a:pt x="67678" y="143"/>
                  <a:pt x="42446" y="751"/>
                  <a:pt x="23661" y="1536"/>
                </a:cubicBezTo>
              </a:path>
            </a:pathLst>
          </a:custGeom>
          <a:solidFill>
            <a:srgbClr val="EFBAE1"/>
          </a:solidFill>
          <a:ln w="12667" cap="flat">
            <a:noFill/>
            <a:prstDash val="solid"/>
            <a:miter/>
          </a:ln>
        </p:spPr>
        <p:txBody>
          <a:bodyPr rtlCol="0" anchor="ctr"/>
          <a:lstStyle/>
          <a:p>
            <a:endParaRPr lang="fr-FR"/>
          </a:p>
        </p:txBody>
      </p:sp>
      <p:sp>
        <p:nvSpPr>
          <p:cNvPr id="10" name="Forme libre : forme 9">
            <a:extLst>
              <a:ext uri="{FF2B5EF4-FFF2-40B4-BE49-F238E27FC236}">
                <a16:creationId xmlns:a16="http://schemas.microsoft.com/office/drawing/2014/main" id="{906CC872-9EEF-26BC-A933-423258C777F7}"/>
              </a:ext>
            </a:extLst>
          </p:cNvPr>
          <p:cNvSpPr>
            <a:spLocks noChangeAspect="1"/>
          </p:cNvSpPr>
          <p:nvPr/>
        </p:nvSpPr>
        <p:spPr>
          <a:xfrm>
            <a:off x="1781015" y="2452551"/>
            <a:ext cx="1099871" cy="599363"/>
          </a:xfrm>
          <a:custGeom>
            <a:avLst/>
            <a:gdLst>
              <a:gd name="connsiteX0" fmla="*/ 21348 w 1099871"/>
              <a:gd name="connsiteY0" fmla="*/ 1536 h 599363"/>
              <a:gd name="connsiteX1" fmla="*/ 1131 w 1099871"/>
              <a:gd name="connsiteY1" fmla="*/ 20461 h 599363"/>
              <a:gd name="connsiteX2" fmla="*/ 713 w 1099871"/>
              <a:gd name="connsiteY2" fmla="*/ 580239 h 599363"/>
              <a:gd name="connsiteX3" fmla="*/ 17826 w 1099871"/>
              <a:gd name="connsiteY3" fmla="*/ 598859 h 599363"/>
              <a:gd name="connsiteX4" fmla="*/ 979894 w 1099871"/>
              <a:gd name="connsiteY4" fmla="*/ 599531 h 599363"/>
              <a:gd name="connsiteX5" fmla="*/ 999490 w 1099871"/>
              <a:gd name="connsiteY5" fmla="*/ 586851 h 599363"/>
              <a:gd name="connsiteX6" fmla="*/ 1098976 w 1099871"/>
              <a:gd name="connsiteY6" fmla="*/ 264249 h 599363"/>
              <a:gd name="connsiteX7" fmla="*/ 1090388 w 1099871"/>
              <a:gd name="connsiteY7" fmla="*/ 239675 h 599363"/>
              <a:gd name="connsiteX8" fmla="*/ 95880 w 1099871"/>
              <a:gd name="connsiteY8" fmla="*/ 168 h 599363"/>
              <a:gd name="connsiteX9" fmla="*/ 21348 w 1099871"/>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1348" y="1536"/>
                </a:moveTo>
                <a:cubicBezTo>
                  <a:pt x="9111" y="2056"/>
                  <a:pt x="1144" y="7908"/>
                  <a:pt x="1131" y="20461"/>
                </a:cubicBezTo>
                <a:lnTo>
                  <a:pt x="713" y="580239"/>
                </a:lnTo>
                <a:cubicBezTo>
                  <a:pt x="701" y="590030"/>
                  <a:pt x="7452" y="598859"/>
                  <a:pt x="17826" y="598859"/>
                </a:cubicBezTo>
                <a:lnTo>
                  <a:pt x="979894" y="599531"/>
                </a:lnTo>
                <a:cubicBezTo>
                  <a:pt x="988546" y="599531"/>
                  <a:pt x="995437" y="598720"/>
                  <a:pt x="999490" y="586851"/>
                </a:cubicBezTo>
                <a:cubicBezTo>
                  <a:pt x="999490" y="586851"/>
                  <a:pt x="1097254" y="270000"/>
                  <a:pt x="1098976" y="264249"/>
                </a:cubicBezTo>
                <a:cubicBezTo>
                  <a:pt x="1102599" y="252228"/>
                  <a:pt x="1100256" y="246211"/>
                  <a:pt x="1090388" y="239675"/>
                </a:cubicBezTo>
                <a:cubicBezTo>
                  <a:pt x="777210" y="30924"/>
                  <a:pt x="308685" y="308"/>
                  <a:pt x="95880" y="168"/>
                </a:cubicBezTo>
                <a:cubicBezTo>
                  <a:pt x="65365" y="143"/>
                  <a:pt x="40133" y="751"/>
                  <a:pt x="21348" y="1536"/>
                </a:cubicBezTo>
              </a:path>
            </a:pathLst>
          </a:custGeom>
          <a:solidFill>
            <a:srgbClr val="D52B1E"/>
          </a:solidFill>
          <a:ln w="12667" cap="flat">
            <a:noFill/>
            <a:prstDash val="solid"/>
            <a:miter/>
          </a:ln>
        </p:spPr>
        <p:txBody>
          <a:bodyPr rtlCol="0" anchor="ctr"/>
          <a:lstStyle/>
          <a:p>
            <a:endParaRPr lang="fr-FR"/>
          </a:p>
        </p:txBody>
      </p:sp>
      <p:sp>
        <p:nvSpPr>
          <p:cNvPr id="11" name="Forme libre : forme 10">
            <a:extLst>
              <a:ext uri="{FF2B5EF4-FFF2-40B4-BE49-F238E27FC236}">
                <a16:creationId xmlns:a16="http://schemas.microsoft.com/office/drawing/2014/main" id="{D8C58A49-4810-2C2F-040D-1917AA501F6B}"/>
              </a:ext>
            </a:extLst>
          </p:cNvPr>
          <p:cNvSpPr>
            <a:spLocks noChangeAspect="1"/>
          </p:cNvSpPr>
          <p:nvPr/>
        </p:nvSpPr>
        <p:spPr>
          <a:xfrm>
            <a:off x="4769377" y="2452551"/>
            <a:ext cx="1099871" cy="599363"/>
          </a:xfrm>
          <a:custGeom>
            <a:avLst/>
            <a:gdLst>
              <a:gd name="connsiteX0" fmla="*/ 22658 w 1099871"/>
              <a:gd name="connsiteY0" fmla="*/ 1536 h 599363"/>
              <a:gd name="connsiteX1" fmla="*/ 2442 w 1099871"/>
              <a:gd name="connsiteY1" fmla="*/ 20461 h 599363"/>
              <a:gd name="connsiteX2" fmla="*/ 2024 w 1099871"/>
              <a:gd name="connsiteY2" fmla="*/ 580239 h 599363"/>
              <a:gd name="connsiteX3" fmla="*/ 19137 w 1099871"/>
              <a:gd name="connsiteY3" fmla="*/ 598859 h 599363"/>
              <a:gd name="connsiteX4" fmla="*/ 981205 w 1099871"/>
              <a:gd name="connsiteY4" fmla="*/ 599531 h 599363"/>
              <a:gd name="connsiteX5" fmla="*/ 1000801 w 1099871"/>
              <a:gd name="connsiteY5" fmla="*/ 586851 h 599363"/>
              <a:gd name="connsiteX6" fmla="*/ 1100287 w 1099871"/>
              <a:gd name="connsiteY6" fmla="*/ 264249 h 599363"/>
              <a:gd name="connsiteX7" fmla="*/ 1091699 w 1099871"/>
              <a:gd name="connsiteY7" fmla="*/ 239675 h 599363"/>
              <a:gd name="connsiteX8" fmla="*/ 97191 w 1099871"/>
              <a:gd name="connsiteY8" fmla="*/ 168 h 599363"/>
              <a:gd name="connsiteX9" fmla="*/ 22658 w 1099871"/>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2658" y="1536"/>
                </a:moveTo>
                <a:cubicBezTo>
                  <a:pt x="10422" y="2056"/>
                  <a:pt x="2455" y="7908"/>
                  <a:pt x="2442" y="20461"/>
                </a:cubicBezTo>
                <a:lnTo>
                  <a:pt x="2024" y="580239"/>
                </a:lnTo>
                <a:cubicBezTo>
                  <a:pt x="2011" y="590030"/>
                  <a:pt x="8763" y="598859"/>
                  <a:pt x="19137" y="598859"/>
                </a:cubicBezTo>
                <a:lnTo>
                  <a:pt x="981205" y="599531"/>
                </a:lnTo>
                <a:cubicBezTo>
                  <a:pt x="989856" y="599531"/>
                  <a:pt x="996747" y="598720"/>
                  <a:pt x="1000801" y="586851"/>
                </a:cubicBezTo>
                <a:cubicBezTo>
                  <a:pt x="1000801" y="586851"/>
                  <a:pt x="1098564" y="270000"/>
                  <a:pt x="1100287" y="264249"/>
                </a:cubicBezTo>
                <a:cubicBezTo>
                  <a:pt x="1103910" y="252228"/>
                  <a:pt x="1101566" y="246211"/>
                  <a:pt x="1091699" y="239675"/>
                </a:cubicBezTo>
                <a:cubicBezTo>
                  <a:pt x="778521" y="30924"/>
                  <a:pt x="309996" y="308"/>
                  <a:pt x="97191" y="168"/>
                </a:cubicBezTo>
                <a:cubicBezTo>
                  <a:pt x="66676" y="143"/>
                  <a:pt x="41443" y="751"/>
                  <a:pt x="22658" y="1536"/>
                </a:cubicBezTo>
              </a:path>
            </a:pathLst>
          </a:custGeom>
          <a:solidFill>
            <a:srgbClr val="F0BD9E"/>
          </a:solidFill>
          <a:ln w="12667" cap="flat">
            <a:noFill/>
            <a:prstDash val="solid"/>
            <a:miter/>
          </a:ln>
        </p:spPr>
        <p:txBody>
          <a:bodyPr rtlCol="0" anchor="ctr"/>
          <a:lstStyle/>
          <a:p>
            <a:endParaRPr lang="fr-FR"/>
          </a:p>
        </p:txBody>
      </p:sp>
      <p:sp>
        <p:nvSpPr>
          <p:cNvPr id="12" name="Forme libre : forme 11">
            <a:extLst>
              <a:ext uri="{FF2B5EF4-FFF2-40B4-BE49-F238E27FC236}">
                <a16:creationId xmlns:a16="http://schemas.microsoft.com/office/drawing/2014/main" id="{79269531-1BDD-F026-D11C-7C8544D24A13}"/>
              </a:ext>
            </a:extLst>
          </p:cNvPr>
          <p:cNvSpPr>
            <a:spLocks noChangeAspect="1"/>
          </p:cNvSpPr>
          <p:nvPr/>
        </p:nvSpPr>
        <p:spPr>
          <a:xfrm>
            <a:off x="8197005" y="2452551"/>
            <a:ext cx="1099871" cy="599363"/>
          </a:xfrm>
          <a:custGeom>
            <a:avLst/>
            <a:gdLst>
              <a:gd name="connsiteX0" fmla="*/ 24162 w 1099871"/>
              <a:gd name="connsiteY0" fmla="*/ 1536 h 599363"/>
              <a:gd name="connsiteX1" fmla="*/ 3945 w 1099871"/>
              <a:gd name="connsiteY1" fmla="*/ 20461 h 599363"/>
              <a:gd name="connsiteX2" fmla="*/ 3527 w 1099871"/>
              <a:gd name="connsiteY2" fmla="*/ 580239 h 599363"/>
              <a:gd name="connsiteX3" fmla="*/ 20640 w 1099871"/>
              <a:gd name="connsiteY3" fmla="*/ 598859 h 599363"/>
              <a:gd name="connsiteX4" fmla="*/ 982708 w 1099871"/>
              <a:gd name="connsiteY4" fmla="*/ 599531 h 599363"/>
              <a:gd name="connsiteX5" fmla="*/ 1002304 w 1099871"/>
              <a:gd name="connsiteY5" fmla="*/ 586851 h 599363"/>
              <a:gd name="connsiteX6" fmla="*/ 1101790 w 1099871"/>
              <a:gd name="connsiteY6" fmla="*/ 264249 h 599363"/>
              <a:gd name="connsiteX7" fmla="*/ 1093202 w 1099871"/>
              <a:gd name="connsiteY7" fmla="*/ 239675 h 599363"/>
              <a:gd name="connsiteX8" fmla="*/ 98694 w 1099871"/>
              <a:gd name="connsiteY8" fmla="*/ 168 h 599363"/>
              <a:gd name="connsiteX9" fmla="*/ 24162 w 1099871"/>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4162" y="1536"/>
                </a:moveTo>
                <a:cubicBezTo>
                  <a:pt x="11925" y="2056"/>
                  <a:pt x="3958" y="7908"/>
                  <a:pt x="3945" y="20461"/>
                </a:cubicBezTo>
                <a:lnTo>
                  <a:pt x="3527" y="580239"/>
                </a:lnTo>
                <a:cubicBezTo>
                  <a:pt x="3514" y="590030"/>
                  <a:pt x="10266" y="598859"/>
                  <a:pt x="20640" y="598859"/>
                </a:cubicBezTo>
                <a:lnTo>
                  <a:pt x="982708" y="599531"/>
                </a:lnTo>
                <a:cubicBezTo>
                  <a:pt x="991360" y="599531"/>
                  <a:pt x="998251" y="598720"/>
                  <a:pt x="1002304" y="586851"/>
                </a:cubicBezTo>
                <a:cubicBezTo>
                  <a:pt x="1002304" y="586851"/>
                  <a:pt x="1100068" y="270000"/>
                  <a:pt x="1101790" y="264249"/>
                </a:cubicBezTo>
                <a:cubicBezTo>
                  <a:pt x="1105413" y="252228"/>
                  <a:pt x="1103070" y="246211"/>
                  <a:pt x="1093202" y="239675"/>
                </a:cubicBezTo>
                <a:cubicBezTo>
                  <a:pt x="780024" y="30924"/>
                  <a:pt x="311499" y="308"/>
                  <a:pt x="98694" y="168"/>
                </a:cubicBezTo>
                <a:cubicBezTo>
                  <a:pt x="68179" y="143"/>
                  <a:pt x="42947" y="751"/>
                  <a:pt x="24162" y="1536"/>
                </a:cubicBezTo>
              </a:path>
            </a:pathLst>
          </a:custGeom>
          <a:solidFill>
            <a:srgbClr val="C7B2DE"/>
          </a:solidFill>
          <a:ln w="12667" cap="flat">
            <a:noFill/>
            <a:prstDash val="solid"/>
            <a:miter/>
          </a:ln>
        </p:spPr>
        <p:txBody>
          <a:bodyPr rtlCol="0" anchor="ctr"/>
          <a:lstStyle/>
          <a:p>
            <a:endParaRPr lang="fr-FR"/>
          </a:p>
        </p:txBody>
      </p:sp>
      <p:sp>
        <p:nvSpPr>
          <p:cNvPr id="13" name="Forme libre : forme 12">
            <a:extLst>
              <a:ext uri="{FF2B5EF4-FFF2-40B4-BE49-F238E27FC236}">
                <a16:creationId xmlns:a16="http://schemas.microsoft.com/office/drawing/2014/main" id="{A9994346-AFC0-FD6D-2E78-9154580ADE25}"/>
              </a:ext>
            </a:extLst>
          </p:cNvPr>
          <p:cNvSpPr>
            <a:spLocks noChangeAspect="1"/>
          </p:cNvSpPr>
          <p:nvPr/>
        </p:nvSpPr>
        <p:spPr>
          <a:xfrm>
            <a:off x="5911924" y="2452551"/>
            <a:ext cx="1099876" cy="599363"/>
          </a:xfrm>
          <a:custGeom>
            <a:avLst/>
            <a:gdLst>
              <a:gd name="connsiteX0" fmla="*/ 23159 w 1099876"/>
              <a:gd name="connsiteY0" fmla="*/ 1536 h 599363"/>
              <a:gd name="connsiteX1" fmla="*/ 2943 w 1099876"/>
              <a:gd name="connsiteY1" fmla="*/ 20461 h 599363"/>
              <a:gd name="connsiteX2" fmla="*/ 2525 w 1099876"/>
              <a:gd name="connsiteY2" fmla="*/ 580239 h 599363"/>
              <a:gd name="connsiteX3" fmla="*/ 19638 w 1099876"/>
              <a:gd name="connsiteY3" fmla="*/ 598859 h 599363"/>
              <a:gd name="connsiteX4" fmla="*/ 981706 w 1099876"/>
              <a:gd name="connsiteY4" fmla="*/ 599531 h 599363"/>
              <a:gd name="connsiteX5" fmla="*/ 1001302 w 1099876"/>
              <a:gd name="connsiteY5" fmla="*/ 586851 h 599363"/>
              <a:gd name="connsiteX6" fmla="*/ 1100801 w 1099876"/>
              <a:gd name="connsiteY6" fmla="*/ 264249 h 599363"/>
              <a:gd name="connsiteX7" fmla="*/ 1092200 w 1099876"/>
              <a:gd name="connsiteY7" fmla="*/ 239675 h 599363"/>
              <a:gd name="connsiteX8" fmla="*/ 97692 w 1099876"/>
              <a:gd name="connsiteY8" fmla="*/ 168 h 599363"/>
              <a:gd name="connsiteX9" fmla="*/ 23159 w 1099876"/>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6" h="599363">
                <a:moveTo>
                  <a:pt x="23159" y="1536"/>
                </a:moveTo>
                <a:cubicBezTo>
                  <a:pt x="10923" y="2056"/>
                  <a:pt x="2956" y="7908"/>
                  <a:pt x="2943" y="20461"/>
                </a:cubicBezTo>
                <a:lnTo>
                  <a:pt x="2525" y="580239"/>
                </a:lnTo>
                <a:cubicBezTo>
                  <a:pt x="2512" y="590030"/>
                  <a:pt x="9264" y="598859"/>
                  <a:pt x="19638" y="598859"/>
                </a:cubicBezTo>
                <a:lnTo>
                  <a:pt x="981706" y="599531"/>
                </a:lnTo>
                <a:cubicBezTo>
                  <a:pt x="990358" y="599531"/>
                  <a:pt x="997248" y="598720"/>
                  <a:pt x="1001302" y="586851"/>
                </a:cubicBezTo>
                <a:cubicBezTo>
                  <a:pt x="1001302" y="586851"/>
                  <a:pt x="1099065" y="270000"/>
                  <a:pt x="1100801" y="264249"/>
                </a:cubicBezTo>
                <a:cubicBezTo>
                  <a:pt x="1104411" y="252228"/>
                  <a:pt x="1102067" y="246211"/>
                  <a:pt x="1092200" y="239675"/>
                </a:cubicBezTo>
                <a:cubicBezTo>
                  <a:pt x="779022" y="30924"/>
                  <a:pt x="310497" y="308"/>
                  <a:pt x="97692" y="168"/>
                </a:cubicBezTo>
                <a:cubicBezTo>
                  <a:pt x="67177" y="143"/>
                  <a:pt x="41945" y="751"/>
                  <a:pt x="23159" y="1536"/>
                </a:cubicBezTo>
              </a:path>
            </a:pathLst>
          </a:custGeom>
          <a:solidFill>
            <a:srgbClr val="F8C1B8"/>
          </a:solidFill>
          <a:ln w="12667" cap="flat">
            <a:noFill/>
            <a:prstDash val="solid"/>
            <a:miter/>
          </a:ln>
        </p:spPr>
        <p:txBody>
          <a:bodyPr rtlCol="0" anchor="ctr"/>
          <a:lstStyle/>
          <a:p>
            <a:endParaRPr lang="fr-FR"/>
          </a:p>
        </p:txBody>
      </p:sp>
      <p:sp>
        <p:nvSpPr>
          <p:cNvPr id="14" name="Forme libre : forme 13">
            <a:extLst>
              <a:ext uri="{FF2B5EF4-FFF2-40B4-BE49-F238E27FC236}">
                <a16:creationId xmlns:a16="http://schemas.microsoft.com/office/drawing/2014/main" id="{EDB0E2F7-5AD1-735B-505B-45B6606DA814}"/>
              </a:ext>
            </a:extLst>
          </p:cNvPr>
          <p:cNvSpPr>
            <a:spLocks noChangeAspect="1"/>
          </p:cNvSpPr>
          <p:nvPr/>
        </p:nvSpPr>
        <p:spPr>
          <a:xfrm>
            <a:off x="641632" y="2455705"/>
            <a:ext cx="1093563" cy="593042"/>
          </a:xfrm>
          <a:custGeom>
            <a:avLst/>
            <a:gdLst>
              <a:gd name="connsiteX0" fmla="*/ 17819 w 1093563"/>
              <a:gd name="connsiteY0" fmla="*/ 1536 h 593042"/>
              <a:gd name="connsiteX1" fmla="*/ 630 w 1093563"/>
              <a:gd name="connsiteY1" fmla="*/ 17306 h 593042"/>
              <a:gd name="connsiteX2" fmla="*/ 212 w 1093563"/>
              <a:gd name="connsiteY2" fmla="*/ 577084 h 593042"/>
              <a:gd name="connsiteX3" fmla="*/ 4101 w 1093563"/>
              <a:gd name="connsiteY3" fmla="*/ 587991 h 593042"/>
              <a:gd name="connsiteX4" fmla="*/ 14171 w 1093563"/>
              <a:gd name="connsiteY4" fmla="*/ 592538 h 593042"/>
              <a:gd name="connsiteX5" fmla="*/ 976252 w 1093563"/>
              <a:gd name="connsiteY5" fmla="*/ 593209 h 593042"/>
              <a:gd name="connsiteX6" fmla="*/ 992845 w 1093563"/>
              <a:gd name="connsiteY6" fmla="*/ 582671 h 593042"/>
              <a:gd name="connsiteX7" fmla="*/ 1092294 w 1093563"/>
              <a:gd name="connsiteY7" fmla="*/ 260183 h 593042"/>
              <a:gd name="connsiteX8" fmla="*/ 1084998 w 1093563"/>
              <a:gd name="connsiteY8" fmla="*/ 239155 h 593042"/>
              <a:gd name="connsiteX9" fmla="*/ 92212 w 1093563"/>
              <a:gd name="connsiteY9" fmla="*/ 168 h 593042"/>
              <a:gd name="connsiteX10" fmla="*/ 17819 w 1093563"/>
              <a:gd name="connsiteY10" fmla="*/ 1536 h 59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93563" h="593042">
                <a:moveTo>
                  <a:pt x="17819" y="1536"/>
                </a:moveTo>
                <a:cubicBezTo>
                  <a:pt x="6419" y="2017"/>
                  <a:pt x="643" y="7325"/>
                  <a:pt x="630" y="17306"/>
                </a:cubicBezTo>
                <a:lnTo>
                  <a:pt x="212" y="577084"/>
                </a:lnTo>
                <a:cubicBezTo>
                  <a:pt x="212" y="581163"/>
                  <a:pt x="1631" y="585141"/>
                  <a:pt x="4101" y="587991"/>
                </a:cubicBezTo>
                <a:cubicBezTo>
                  <a:pt x="5912" y="590055"/>
                  <a:pt x="9117" y="592538"/>
                  <a:pt x="14171" y="592538"/>
                </a:cubicBezTo>
                <a:lnTo>
                  <a:pt x="976252" y="593209"/>
                </a:lnTo>
                <a:cubicBezTo>
                  <a:pt x="984295" y="593209"/>
                  <a:pt x="989413" y="592703"/>
                  <a:pt x="992845" y="582671"/>
                </a:cubicBezTo>
                <a:cubicBezTo>
                  <a:pt x="993795" y="579592"/>
                  <a:pt x="1090596" y="265845"/>
                  <a:pt x="1092294" y="260183"/>
                </a:cubicBezTo>
                <a:cubicBezTo>
                  <a:pt x="1095448" y="249707"/>
                  <a:pt x="1093814" y="244995"/>
                  <a:pt x="1084998" y="239155"/>
                </a:cubicBezTo>
                <a:cubicBezTo>
                  <a:pt x="977379" y="167422"/>
                  <a:pt x="665240" y="561"/>
                  <a:pt x="92212" y="168"/>
                </a:cubicBezTo>
                <a:cubicBezTo>
                  <a:pt x="58189" y="143"/>
                  <a:pt x="32969" y="903"/>
                  <a:pt x="17819" y="1536"/>
                </a:cubicBezTo>
              </a:path>
            </a:pathLst>
          </a:custGeom>
          <a:solidFill>
            <a:srgbClr val="FFFFFF"/>
          </a:solidFill>
          <a:ln w="6333" cap="flat">
            <a:solidFill>
              <a:srgbClr val="000000"/>
            </a:solid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266C8073-518A-496B-8D41-C7689BC9A67A}"/>
              </a:ext>
            </a:extLst>
          </p:cNvPr>
          <p:cNvSpPr>
            <a:spLocks noChangeAspect="1"/>
          </p:cNvSpPr>
          <p:nvPr/>
        </p:nvSpPr>
        <p:spPr>
          <a:xfrm>
            <a:off x="3626843" y="3092828"/>
            <a:ext cx="1099871" cy="599363"/>
          </a:xfrm>
          <a:custGeom>
            <a:avLst/>
            <a:gdLst>
              <a:gd name="connsiteX0" fmla="*/ 22157 w 1099871"/>
              <a:gd name="connsiteY0" fmla="*/ 1817 h 599363"/>
              <a:gd name="connsiteX1" fmla="*/ 1941 w 1099871"/>
              <a:gd name="connsiteY1" fmla="*/ 20742 h 599363"/>
              <a:gd name="connsiteX2" fmla="*/ 1523 w 1099871"/>
              <a:gd name="connsiteY2" fmla="*/ 580520 h 599363"/>
              <a:gd name="connsiteX3" fmla="*/ 18636 w 1099871"/>
              <a:gd name="connsiteY3" fmla="*/ 599140 h 599363"/>
              <a:gd name="connsiteX4" fmla="*/ 980704 w 1099871"/>
              <a:gd name="connsiteY4" fmla="*/ 599811 h 599363"/>
              <a:gd name="connsiteX5" fmla="*/ 1000300 w 1099871"/>
              <a:gd name="connsiteY5" fmla="*/ 587132 h 599363"/>
              <a:gd name="connsiteX6" fmla="*/ 1099786 w 1099871"/>
              <a:gd name="connsiteY6" fmla="*/ 264530 h 599363"/>
              <a:gd name="connsiteX7" fmla="*/ 1091198 w 1099871"/>
              <a:gd name="connsiteY7" fmla="*/ 239956 h 599363"/>
              <a:gd name="connsiteX8" fmla="*/ 96690 w 1099871"/>
              <a:gd name="connsiteY8" fmla="*/ 449 h 599363"/>
              <a:gd name="connsiteX9" fmla="*/ 22157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2157" y="1817"/>
                </a:moveTo>
                <a:cubicBezTo>
                  <a:pt x="9921" y="2337"/>
                  <a:pt x="1953" y="8189"/>
                  <a:pt x="1941" y="20742"/>
                </a:cubicBezTo>
                <a:lnTo>
                  <a:pt x="1523" y="580520"/>
                </a:lnTo>
                <a:cubicBezTo>
                  <a:pt x="1510" y="590311"/>
                  <a:pt x="8262" y="599140"/>
                  <a:pt x="18636" y="599140"/>
                </a:cubicBezTo>
                <a:lnTo>
                  <a:pt x="980704" y="599811"/>
                </a:lnTo>
                <a:cubicBezTo>
                  <a:pt x="989355" y="599811"/>
                  <a:pt x="996246" y="598988"/>
                  <a:pt x="1000300" y="587132"/>
                </a:cubicBezTo>
                <a:cubicBezTo>
                  <a:pt x="1000300" y="587132"/>
                  <a:pt x="1098063" y="270281"/>
                  <a:pt x="1099786" y="264530"/>
                </a:cubicBezTo>
                <a:cubicBezTo>
                  <a:pt x="1103409" y="252509"/>
                  <a:pt x="1101065" y="246492"/>
                  <a:pt x="1091198" y="239956"/>
                </a:cubicBezTo>
                <a:cubicBezTo>
                  <a:pt x="778020" y="31205"/>
                  <a:pt x="309494" y="588"/>
                  <a:pt x="96690" y="449"/>
                </a:cubicBezTo>
                <a:cubicBezTo>
                  <a:pt x="66175" y="424"/>
                  <a:pt x="40942" y="1032"/>
                  <a:pt x="22157" y="1817"/>
                </a:cubicBezTo>
              </a:path>
            </a:pathLst>
          </a:custGeom>
          <a:solidFill>
            <a:srgbClr val="DAAA00"/>
          </a:solidFill>
          <a:ln w="12667"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2AD4E2CA-CD8E-CFE8-6FD9-878FC73D6EEC}"/>
              </a:ext>
            </a:extLst>
          </p:cNvPr>
          <p:cNvSpPr>
            <a:spLocks noChangeAspect="1"/>
          </p:cNvSpPr>
          <p:nvPr/>
        </p:nvSpPr>
        <p:spPr>
          <a:xfrm>
            <a:off x="7054458" y="3092828"/>
            <a:ext cx="1099871" cy="599363"/>
          </a:xfrm>
          <a:custGeom>
            <a:avLst/>
            <a:gdLst>
              <a:gd name="connsiteX0" fmla="*/ 23661 w 1099871"/>
              <a:gd name="connsiteY0" fmla="*/ 1817 h 599363"/>
              <a:gd name="connsiteX1" fmla="*/ 3444 w 1099871"/>
              <a:gd name="connsiteY1" fmla="*/ 20742 h 599363"/>
              <a:gd name="connsiteX2" fmla="*/ 3026 w 1099871"/>
              <a:gd name="connsiteY2" fmla="*/ 580520 h 599363"/>
              <a:gd name="connsiteX3" fmla="*/ 20139 w 1099871"/>
              <a:gd name="connsiteY3" fmla="*/ 599140 h 599363"/>
              <a:gd name="connsiteX4" fmla="*/ 982207 w 1099871"/>
              <a:gd name="connsiteY4" fmla="*/ 599811 h 599363"/>
              <a:gd name="connsiteX5" fmla="*/ 1001803 w 1099871"/>
              <a:gd name="connsiteY5" fmla="*/ 587132 h 599363"/>
              <a:gd name="connsiteX6" fmla="*/ 1101289 w 1099871"/>
              <a:gd name="connsiteY6" fmla="*/ 264530 h 599363"/>
              <a:gd name="connsiteX7" fmla="*/ 1092701 w 1099871"/>
              <a:gd name="connsiteY7" fmla="*/ 239956 h 599363"/>
              <a:gd name="connsiteX8" fmla="*/ 98193 w 1099871"/>
              <a:gd name="connsiteY8" fmla="*/ 449 h 599363"/>
              <a:gd name="connsiteX9" fmla="*/ 23661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3661" y="1817"/>
                </a:moveTo>
                <a:cubicBezTo>
                  <a:pt x="11424" y="2337"/>
                  <a:pt x="3457" y="8189"/>
                  <a:pt x="3444" y="20742"/>
                </a:cubicBezTo>
                <a:lnTo>
                  <a:pt x="3026" y="580520"/>
                </a:lnTo>
                <a:cubicBezTo>
                  <a:pt x="3013" y="590311"/>
                  <a:pt x="9765" y="599140"/>
                  <a:pt x="20139" y="599140"/>
                </a:cubicBezTo>
                <a:lnTo>
                  <a:pt x="982207" y="599811"/>
                </a:lnTo>
                <a:cubicBezTo>
                  <a:pt x="990859" y="599811"/>
                  <a:pt x="997749" y="598988"/>
                  <a:pt x="1001803" y="587132"/>
                </a:cubicBezTo>
                <a:cubicBezTo>
                  <a:pt x="1001803" y="587132"/>
                  <a:pt x="1099566" y="270281"/>
                  <a:pt x="1101289" y="264530"/>
                </a:cubicBezTo>
                <a:cubicBezTo>
                  <a:pt x="1104912" y="252509"/>
                  <a:pt x="1102569" y="246492"/>
                  <a:pt x="1092701" y="239956"/>
                </a:cubicBezTo>
                <a:cubicBezTo>
                  <a:pt x="779523" y="31205"/>
                  <a:pt x="310998" y="588"/>
                  <a:pt x="98193" y="449"/>
                </a:cubicBezTo>
                <a:cubicBezTo>
                  <a:pt x="67678" y="424"/>
                  <a:pt x="42446" y="1032"/>
                  <a:pt x="23661" y="1817"/>
                </a:cubicBezTo>
              </a:path>
            </a:pathLst>
          </a:custGeom>
          <a:solidFill>
            <a:srgbClr val="EC86D0"/>
          </a:solidFill>
          <a:ln w="12667" cap="flat">
            <a:noFill/>
            <a:prstDash val="solid"/>
            <a:miter/>
          </a:ln>
        </p:spPr>
        <p:txBody>
          <a:bodyPr rtlCol="0" anchor="ctr"/>
          <a:lstStyle/>
          <a:p>
            <a:endParaRPr lang="fr-FR"/>
          </a:p>
        </p:txBody>
      </p:sp>
      <p:sp>
        <p:nvSpPr>
          <p:cNvPr id="17" name="Forme libre : forme 16">
            <a:extLst>
              <a:ext uri="{FF2B5EF4-FFF2-40B4-BE49-F238E27FC236}">
                <a16:creationId xmlns:a16="http://schemas.microsoft.com/office/drawing/2014/main" id="{7E8ADF35-29A6-616E-28D0-3103AD799DBE}"/>
              </a:ext>
            </a:extLst>
          </p:cNvPr>
          <p:cNvSpPr>
            <a:spLocks noChangeAspect="1"/>
          </p:cNvSpPr>
          <p:nvPr/>
        </p:nvSpPr>
        <p:spPr>
          <a:xfrm>
            <a:off x="1781015" y="3092828"/>
            <a:ext cx="1099871" cy="599363"/>
          </a:xfrm>
          <a:custGeom>
            <a:avLst/>
            <a:gdLst>
              <a:gd name="connsiteX0" fmla="*/ 21348 w 1099871"/>
              <a:gd name="connsiteY0" fmla="*/ 1817 h 599363"/>
              <a:gd name="connsiteX1" fmla="*/ 1131 w 1099871"/>
              <a:gd name="connsiteY1" fmla="*/ 20742 h 599363"/>
              <a:gd name="connsiteX2" fmla="*/ 713 w 1099871"/>
              <a:gd name="connsiteY2" fmla="*/ 580520 h 599363"/>
              <a:gd name="connsiteX3" fmla="*/ 17826 w 1099871"/>
              <a:gd name="connsiteY3" fmla="*/ 599140 h 599363"/>
              <a:gd name="connsiteX4" fmla="*/ 979894 w 1099871"/>
              <a:gd name="connsiteY4" fmla="*/ 599811 h 599363"/>
              <a:gd name="connsiteX5" fmla="*/ 999490 w 1099871"/>
              <a:gd name="connsiteY5" fmla="*/ 587132 h 599363"/>
              <a:gd name="connsiteX6" fmla="*/ 1098976 w 1099871"/>
              <a:gd name="connsiteY6" fmla="*/ 264530 h 599363"/>
              <a:gd name="connsiteX7" fmla="*/ 1090388 w 1099871"/>
              <a:gd name="connsiteY7" fmla="*/ 239956 h 599363"/>
              <a:gd name="connsiteX8" fmla="*/ 95880 w 1099871"/>
              <a:gd name="connsiteY8" fmla="*/ 449 h 599363"/>
              <a:gd name="connsiteX9" fmla="*/ 21348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1348" y="1817"/>
                </a:moveTo>
                <a:cubicBezTo>
                  <a:pt x="9111" y="2337"/>
                  <a:pt x="1144" y="8189"/>
                  <a:pt x="1131" y="20742"/>
                </a:cubicBezTo>
                <a:lnTo>
                  <a:pt x="713" y="580520"/>
                </a:lnTo>
                <a:cubicBezTo>
                  <a:pt x="701" y="590311"/>
                  <a:pt x="7452" y="599140"/>
                  <a:pt x="17826" y="599140"/>
                </a:cubicBezTo>
                <a:lnTo>
                  <a:pt x="979894" y="599811"/>
                </a:lnTo>
                <a:cubicBezTo>
                  <a:pt x="988546" y="599811"/>
                  <a:pt x="995437" y="598988"/>
                  <a:pt x="999490" y="587132"/>
                </a:cubicBezTo>
                <a:cubicBezTo>
                  <a:pt x="999490" y="587132"/>
                  <a:pt x="1097254" y="270281"/>
                  <a:pt x="1098976" y="264530"/>
                </a:cubicBezTo>
                <a:cubicBezTo>
                  <a:pt x="1102599" y="252509"/>
                  <a:pt x="1100256" y="246492"/>
                  <a:pt x="1090388" y="239956"/>
                </a:cubicBezTo>
                <a:cubicBezTo>
                  <a:pt x="777210" y="31205"/>
                  <a:pt x="308685" y="588"/>
                  <a:pt x="95880" y="449"/>
                </a:cubicBezTo>
                <a:cubicBezTo>
                  <a:pt x="65365" y="424"/>
                  <a:pt x="40133" y="1032"/>
                  <a:pt x="21348" y="1817"/>
                </a:cubicBezTo>
              </a:path>
            </a:pathLst>
          </a:custGeom>
          <a:solidFill>
            <a:srgbClr val="0088CE"/>
          </a:solidFill>
          <a:ln w="12667"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54460BAC-CE5F-91C6-FD48-E3C02DFB360C}"/>
              </a:ext>
            </a:extLst>
          </p:cNvPr>
          <p:cNvSpPr>
            <a:spLocks noChangeAspect="1"/>
          </p:cNvSpPr>
          <p:nvPr/>
        </p:nvSpPr>
        <p:spPr>
          <a:xfrm>
            <a:off x="4769377" y="3092828"/>
            <a:ext cx="1099871" cy="599363"/>
          </a:xfrm>
          <a:custGeom>
            <a:avLst/>
            <a:gdLst>
              <a:gd name="connsiteX0" fmla="*/ 22658 w 1099871"/>
              <a:gd name="connsiteY0" fmla="*/ 1817 h 599363"/>
              <a:gd name="connsiteX1" fmla="*/ 2442 w 1099871"/>
              <a:gd name="connsiteY1" fmla="*/ 20742 h 599363"/>
              <a:gd name="connsiteX2" fmla="*/ 2024 w 1099871"/>
              <a:gd name="connsiteY2" fmla="*/ 580520 h 599363"/>
              <a:gd name="connsiteX3" fmla="*/ 19137 w 1099871"/>
              <a:gd name="connsiteY3" fmla="*/ 599140 h 599363"/>
              <a:gd name="connsiteX4" fmla="*/ 981205 w 1099871"/>
              <a:gd name="connsiteY4" fmla="*/ 599811 h 599363"/>
              <a:gd name="connsiteX5" fmla="*/ 1000801 w 1099871"/>
              <a:gd name="connsiteY5" fmla="*/ 587132 h 599363"/>
              <a:gd name="connsiteX6" fmla="*/ 1100287 w 1099871"/>
              <a:gd name="connsiteY6" fmla="*/ 264530 h 599363"/>
              <a:gd name="connsiteX7" fmla="*/ 1091699 w 1099871"/>
              <a:gd name="connsiteY7" fmla="*/ 239956 h 599363"/>
              <a:gd name="connsiteX8" fmla="*/ 97191 w 1099871"/>
              <a:gd name="connsiteY8" fmla="*/ 449 h 599363"/>
              <a:gd name="connsiteX9" fmla="*/ 22658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2658" y="1817"/>
                </a:moveTo>
                <a:cubicBezTo>
                  <a:pt x="10422" y="2337"/>
                  <a:pt x="2455" y="8189"/>
                  <a:pt x="2442" y="20742"/>
                </a:cubicBezTo>
                <a:lnTo>
                  <a:pt x="2024" y="580520"/>
                </a:lnTo>
                <a:cubicBezTo>
                  <a:pt x="2011" y="590311"/>
                  <a:pt x="8763" y="599140"/>
                  <a:pt x="19137" y="599140"/>
                </a:cubicBezTo>
                <a:lnTo>
                  <a:pt x="981205" y="599811"/>
                </a:lnTo>
                <a:cubicBezTo>
                  <a:pt x="989856" y="599811"/>
                  <a:pt x="996747" y="598988"/>
                  <a:pt x="1000801" y="587132"/>
                </a:cubicBezTo>
                <a:cubicBezTo>
                  <a:pt x="1000801" y="587132"/>
                  <a:pt x="1098564" y="270281"/>
                  <a:pt x="1100287" y="264530"/>
                </a:cubicBezTo>
                <a:cubicBezTo>
                  <a:pt x="1103910" y="252509"/>
                  <a:pt x="1101566" y="246492"/>
                  <a:pt x="1091699" y="239956"/>
                </a:cubicBezTo>
                <a:cubicBezTo>
                  <a:pt x="778521" y="31205"/>
                  <a:pt x="309996" y="588"/>
                  <a:pt x="97191" y="449"/>
                </a:cubicBezTo>
                <a:cubicBezTo>
                  <a:pt x="66676" y="424"/>
                  <a:pt x="41443" y="1032"/>
                  <a:pt x="22658" y="1817"/>
                </a:cubicBezTo>
              </a:path>
            </a:pathLst>
          </a:custGeom>
          <a:solidFill>
            <a:srgbClr val="DC582A"/>
          </a:solidFill>
          <a:ln w="12667"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95EBA4CB-C23C-04D8-E2CC-2C4C541B5CF2}"/>
              </a:ext>
            </a:extLst>
          </p:cNvPr>
          <p:cNvSpPr>
            <a:spLocks noChangeAspect="1"/>
          </p:cNvSpPr>
          <p:nvPr/>
        </p:nvSpPr>
        <p:spPr>
          <a:xfrm>
            <a:off x="8197005" y="3092828"/>
            <a:ext cx="1099871" cy="599363"/>
          </a:xfrm>
          <a:custGeom>
            <a:avLst/>
            <a:gdLst>
              <a:gd name="connsiteX0" fmla="*/ 24162 w 1099871"/>
              <a:gd name="connsiteY0" fmla="*/ 1817 h 599363"/>
              <a:gd name="connsiteX1" fmla="*/ 3945 w 1099871"/>
              <a:gd name="connsiteY1" fmla="*/ 20742 h 599363"/>
              <a:gd name="connsiteX2" fmla="*/ 3527 w 1099871"/>
              <a:gd name="connsiteY2" fmla="*/ 580520 h 599363"/>
              <a:gd name="connsiteX3" fmla="*/ 20640 w 1099871"/>
              <a:gd name="connsiteY3" fmla="*/ 599140 h 599363"/>
              <a:gd name="connsiteX4" fmla="*/ 982708 w 1099871"/>
              <a:gd name="connsiteY4" fmla="*/ 599811 h 599363"/>
              <a:gd name="connsiteX5" fmla="*/ 1002304 w 1099871"/>
              <a:gd name="connsiteY5" fmla="*/ 587132 h 599363"/>
              <a:gd name="connsiteX6" fmla="*/ 1101790 w 1099871"/>
              <a:gd name="connsiteY6" fmla="*/ 264530 h 599363"/>
              <a:gd name="connsiteX7" fmla="*/ 1093202 w 1099871"/>
              <a:gd name="connsiteY7" fmla="*/ 239956 h 599363"/>
              <a:gd name="connsiteX8" fmla="*/ 98694 w 1099871"/>
              <a:gd name="connsiteY8" fmla="*/ 449 h 599363"/>
              <a:gd name="connsiteX9" fmla="*/ 24162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4162" y="1817"/>
                </a:moveTo>
                <a:cubicBezTo>
                  <a:pt x="11925" y="2337"/>
                  <a:pt x="3958" y="8189"/>
                  <a:pt x="3945" y="20742"/>
                </a:cubicBezTo>
                <a:lnTo>
                  <a:pt x="3527" y="580520"/>
                </a:lnTo>
                <a:cubicBezTo>
                  <a:pt x="3514" y="590311"/>
                  <a:pt x="10266" y="599140"/>
                  <a:pt x="20640" y="599140"/>
                </a:cubicBezTo>
                <a:lnTo>
                  <a:pt x="982708" y="599811"/>
                </a:lnTo>
                <a:cubicBezTo>
                  <a:pt x="991360" y="599811"/>
                  <a:pt x="998251" y="598988"/>
                  <a:pt x="1002304" y="587132"/>
                </a:cubicBezTo>
                <a:cubicBezTo>
                  <a:pt x="1002304" y="587132"/>
                  <a:pt x="1100068" y="270281"/>
                  <a:pt x="1101790" y="264530"/>
                </a:cubicBezTo>
                <a:cubicBezTo>
                  <a:pt x="1105413" y="252509"/>
                  <a:pt x="1103070" y="246492"/>
                  <a:pt x="1093202" y="239956"/>
                </a:cubicBezTo>
                <a:cubicBezTo>
                  <a:pt x="780024" y="31205"/>
                  <a:pt x="311499" y="588"/>
                  <a:pt x="98694" y="449"/>
                </a:cubicBezTo>
                <a:cubicBezTo>
                  <a:pt x="68179" y="424"/>
                  <a:pt x="42947" y="1032"/>
                  <a:pt x="24162" y="1817"/>
                </a:cubicBezTo>
              </a:path>
            </a:pathLst>
          </a:custGeom>
          <a:solidFill>
            <a:srgbClr val="8374D1"/>
          </a:solidFill>
          <a:ln w="12667"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F70CD01E-EB38-A716-7D43-7E610D99CD22}"/>
              </a:ext>
            </a:extLst>
          </p:cNvPr>
          <p:cNvSpPr>
            <a:spLocks noChangeAspect="1"/>
          </p:cNvSpPr>
          <p:nvPr/>
        </p:nvSpPr>
        <p:spPr>
          <a:xfrm>
            <a:off x="5911924" y="3092828"/>
            <a:ext cx="1099876" cy="599363"/>
          </a:xfrm>
          <a:custGeom>
            <a:avLst/>
            <a:gdLst>
              <a:gd name="connsiteX0" fmla="*/ 23159 w 1099876"/>
              <a:gd name="connsiteY0" fmla="*/ 1817 h 599363"/>
              <a:gd name="connsiteX1" fmla="*/ 2943 w 1099876"/>
              <a:gd name="connsiteY1" fmla="*/ 20742 h 599363"/>
              <a:gd name="connsiteX2" fmla="*/ 2525 w 1099876"/>
              <a:gd name="connsiteY2" fmla="*/ 580520 h 599363"/>
              <a:gd name="connsiteX3" fmla="*/ 19638 w 1099876"/>
              <a:gd name="connsiteY3" fmla="*/ 599140 h 599363"/>
              <a:gd name="connsiteX4" fmla="*/ 981706 w 1099876"/>
              <a:gd name="connsiteY4" fmla="*/ 599811 h 599363"/>
              <a:gd name="connsiteX5" fmla="*/ 1001302 w 1099876"/>
              <a:gd name="connsiteY5" fmla="*/ 587132 h 599363"/>
              <a:gd name="connsiteX6" fmla="*/ 1100801 w 1099876"/>
              <a:gd name="connsiteY6" fmla="*/ 264530 h 599363"/>
              <a:gd name="connsiteX7" fmla="*/ 1092200 w 1099876"/>
              <a:gd name="connsiteY7" fmla="*/ 239956 h 599363"/>
              <a:gd name="connsiteX8" fmla="*/ 97692 w 1099876"/>
              <a:gd name="connsiteY8" fmla="*/ 449 h 599363"/>
              <a:gd name="connsiteX9" fmla="*/ 23159 w 1099876"/>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6" h="599363">
                <a:moveTo>
                  <a:pt x="23159" y="1817"/>
                </a:moveTo>
                <a:cubicBezTo>
                  <a:pt x="10923" y="2337"/>
                  <a:pt x="2956" y="8189"/>
                  <a:pt x="2943" y="20742"/>
                </a:cubicBezTo>
                <a:lnTo>
                  <a:pt x="2525" y="580520"/>
                </a:lnTo>
                <a:cubicBezTo>
                  <a:pt x="2512" y="590311"/>
                  <a:pt x="9264" y="599140"/>
                  <a:pt x="19638" y="599140"/>
                </a:cubicBezTo>
                <a:lnTo>
                  <a:pt x="981706" y="599811"/>
                </a:lnTo>
                <a:cubicBezTo>
                  <a:pt x="990358" y="599811"/>
                  <a:pt x="997248" y="598988"/>
                  <a:pt x="1001302" y="587132"/>
                </a:cubicBezTo>
                <a:cubicBezTo>
                  <a:pt x="1001302" y="587132"/>
                  <a:pt x="1099065" y="270281"/>
                  <a:pt x="1100801" y="264530"/>
                </a:cubicBezTo>
                <a:cubicBezTo>
                  <a:pt x="1104411" y="252509"/>
                  <a:pt x="1102067" y="246492"/>
                  <a:pt x="1092200" y="239956"/>
                </a:cubicBezTo>
                <a:cubicBezTo>
                  <a:pt x="779022" y="31205"/>
                  <a:pt x="310497" y="588"/>
                  <a:pt x="97692" y="449"/>
                </a:cubicBezTo>
                <a:cubicBezTo>
                  <a:pt x="67177" y="424"/>
                  <a:pt x="41945" y="1032"/>
                  <a:pt x="23159" y="1817"/>
                </a:cubicBezTo>
              </a:path>
            </a:pathLst>
          </a:custGeom>
          <a:solidFill>
            <a:srgbClr val="F2827F"/>
          </a:solidFill>
          <a:ln w="12667"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0B2EAB0C-4843-7612-FF96-D4CDDAF562B3}"/>
              </a:ext>
            </a:extLst>
          </p:cNvPr>
          <p:cNvSpPr>
            <a:spLocks noChangeAspect="1"/>
          </p:cNvSpPr>
          <p:nvPr/>
        </p:nvSpPr>
        <p:spPr>
          <a:xfrm>
            <a:off x="1781015" y="3733104"/>
            <a:ext cx="1099871" cy="599363"/>
          </a:xfrm>
          <a:custGeom>
            <a:avLst/>
            <a:gdLst>
              <a:gd name="connsiteX0" fmla="*/ 21348 w 1099871"/>
              <a:gd name="connsiteY0" fmla="*/ 2098 h 599363"/>
              <a:gd name="connsiteX1" fmla="*/ 1131 w 1099871"/>
              <a:gd name="connsiteY1" fmla="*/ 21022 h 599363"/>
              <a:gd name="connsiteX2" fmla="*/ 713 w 1099871"/>
              <a:gd name="connsiteY2" fmla="*/ 580801 h 599363"/>
              <a:gd name="connsiteX3" fmla="*/ 17826 w 1099871"/>
              <a:gd name="connsiteY3" fmla="*/ 599421 h 599363"/>
              <a:gd name="connsiteX4" fmla="*/ 979894 w 1099871"/>
              <a:gd name="connsiteY4" fmla="*/ 600092 h 599363"/>
              <a:gd name="connsiteX5" fmla="*/ 999490 w 1099871"/>
              <a:gd name="connsiteY5" fmla="*/ 587413 h 599363"/>
              <a:gd name="connsiteX6" fmla="*/ 1098976 w 1099871"/>
              <a:gd name="connsiteY6" fmla="*/ 264811 h 599363"/>
              <a:gd name="connsiteX7" fmla="*/ 1090388 w 1099871"/>
              <a:gd name="connsiteY7" fmla="*/ 240237 h 599363"/>
              <a:gd name="connsiteX8" fmla="*/ 95880 w 1099871"/>
              <a:gd name="connsiteY8" fmla="*/ 730 h 599363"/>
              <a:gd name="connsiteX9" fmla="*/ 21348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1348" y="2098"/>
                </a:moveTo>
                <a:cubicBezTo>
                  <a:pt x="9111" y="2617"/>
                  <a:pt x="1144" y="8469"/>
                  <a:pt x="1131" y="21022"/>
                </a:cubicBezTo>
                <a:lnTo>
                  <a:pt x="713" y="580801"/>
                </a:lnTo>
                <a:cubicBezTo>
                  <a:pt x="701" y="590592"/>
                  <a:pt x="7452" y="599421"/>
                  <a:pt x="17826" y="599421"/>
                </a:cubicBezTo>
                <a:lnTo>
                  <a:pt x="979894" y="600092"/>
                </a:lnTo>
                <a:cubicBezTo>
                  <a:pt x="988546" y="600092"/>
                  <a:pt x="995437" y="599282"/>
                  <a:pt x="999490" y="587413"/>
                </a:cubicBezTo>
                <a:cubicBezTo>
                  <a:pt x="999490" y="587413"/>
                  <a:pt x="1097254" y="270561"/>
                  <a:pt x="1098976" y="264811"/>
                </a:cubicBezTo>
                <a:cubicBezTo>
                  <a:pt x="1102599" y="252790"/>
                  <a:pt x="1100256" y="246773"/>
                  <a:pt x="1090388" y="240237"/>
                </a:cubicBezTo>
                <a:cubicBezTo>
                  <a:pt x="777210" y="31485"/>
                  <a:pt x="308685" y="869"/>
                  <a:pt x="95880" y="730"/>
                </a:cubicBezTo>
                <a:cubicBezTo>
                  <a:pt x="65365" y="705"/>
                  <a:pt x="40133" y="1313"/>
                  <a:pt x="21348" y="2098"/>
                </a:cubicBezTo>
              </a:path>
            </a:pathLst>
          </a:custGeom>
          <a:solidFill>
            <a:srgbClr val="000000"/>
          </a:solidFill>
          <a:ln w="12667" cap="flat">
            <a:noFill/>
            <a:prstDash val="solid"/>
            <a:miter/>
          </a:ln>
        </p:spPr>
        <p:txBody>
          <a:bodyPr rtlCol="0" anchor="ctr"/>
          <a:lstStyle/>
          <a:p>
            <a:endParaRPr lang="fr-FR"/>
          </a:p>
        </p:txBody>
      </p:sp>
      <p:sp>
        <p:nvSpPr>
          <p:cNvPr id="22" name="Forme libre : forme 21">
            <a:extLst>
              <a:ext uri="{FF2B5EF4-FFF2-40B4-BE49-F238E27FC236}">
                <a16:creationId xmlns:a16="http://schemas.microsoft.com/office/drawing/2014/main" id="{95556A9A-4568-4AF9-9BFD-C4D76319BF0A}"/>
              </a:ext>
            </a:extLst>
          </p:cNvPr>
          <p:cNvSpPr>
            <a:spLocks noChangeAspect="1"/>
          </p:cNvSpPr>
          <p:nvPr/>
        </p:nvSpPr>
        <p:spPr>
          <a:xfrm>
            <a:off x="3626843" y="3733104"/>
            <a:ext cx="1099871" cy="599363"/>
          </a:xfrm>
          <a:custGeom>
            <a:avLst/>
            <a:gdLst>
              <a:gd name="connsiteX0" fmla="*/ 22157 w 1099871"/>
              <a:gd name="connsiteY0" fmla="*/ 2098 h 599363"/>
              <a:gd name="connsiteX1" fmla="*/ 1941 w 1099871"/>
              <a:gd name="connsiteY1" fmla="*/ 21022 h 599363"/>
              <a:gd name="connsiteX2" fmla="*/ 1523 w 1099871"/>
              <a:gd name="connsiteY2" fmla="*/ 580801 h 599363"/>
              <a:gd name="connsiteX3" fmla="*/ 18636 w 1099871"/>
              <a:gd name="connsiteY3" fmla="*/ 599421 h 599363"/>
              <a:gd name="connsiteX4" fmla="*/ 980704 w 1099871"/>
              <a:gd name="connsiteY4" fmla="*/ 600092 h 599363"/>
              <a:gd name="connsiteX5" fmla="*/ 1000300 w 1099871"/>
              <a:gd name="connsiteY5" fmla="*/ 587413 h 599363"/>
              <a:gd name="connsiteX6" fmla="*/ 1099786 w 1099871"/>
              <a:gd name="connsiteY6" fmla="*/ 264811 h 599363"/>
              <a:gd name="connsiteX7" fmla="*/ 1091198 w 1099871"/>
              <a:gd name="connsiteY7" fmla="*/ 240237 h 599363"/>
              <a:gd name="connsiteX8" fmla="*/ 96690 w 1099871"/>
              <a:gd name="connsiteY8" fmla="*/ 730 h 599363"/>
              <a:gd name="connsiteX9" fmla="*/ 22157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2157" y="2098"/>
                </a:moveTo>
                <a:cubicBezTo>
                  <a:pt x="9921" y="2617"/>
                  <a:pt x="1953" y="8469"/>
                  <a:pt x="1941" y="21022"/>
                </a:cubicBezTo>
                <a:lnTo>
                  <a:pt x="1523" y="580801"/>
                </a:lnTo>
                <a:cubicBezTo>
                  <a:pt x="1510" y="590592"/>
                  <a:pt x="8262" y="599421"/>
                  <a:pt x="18636" y="599421"/>
                </a:cubicBezTo>
                <a:lnTo>
                  <a:pt x="980704" y="600092"/>
                </a:lnTo>
                <a:cubicBezTo>
                  <a:pt x="989355" y="600092"/>
                  <a:pt x="996246" y="599282"/>
                  <a:pt x="1000300" y="587413"/>
                </a:cubicBezTo>
                <a:cubicBezTo>
                  <a:pt x="1000300" y="587413"/>
                  <a:pt x="1098063" y="270561"/>
                  <a:pt x="1099786" y="264811"/>
                </a:cubicBezTo>
                <a:cubicBezTo>
                  <a:pt x="1103409" y="252790"/>
                  <a:pt x="1101065" y="246773"/>
                  <a:pt x="1091198" y="240237"/>
                </a:cubicBezTo>
                <a:cubicBezTo>
                  <a:pt x="778020" y="31485"/>
                  <a:pt x="309494" y="869"/>
                  <a:pt x="96690" y="730"/>
                </a:cubicBezTo>
                <a:cubicBezTo>
                  <a:pt x="66175" y="705"/>
                  <a:pt x="40942" y="1313"/>
                  <a:pt x="22157" y="2098"/>
                </a:cubicBezTo>
              </a:path>
            </a:pathLst>
          </a:custGeom>
          <a:solidFill>
            <a:srgbClr val="4A412A"/>
          </a:solidFill>
          <a:ln w="12667" cap="flat">
            <a:noFill/>
            <a:prstDash val="solid"/>
            <a:miter/>
          </a:ln>
        </p:spPr>
        <p:txBody>
          <a:bodyPr rtlCol="0" anchor="ctr"/>
          <a:lstStyle/>
          <a:p>
            <a:endParaRPr lang="fr-FR"/>
          </a:p>
        </p:txBody>
      </p:sp>
      <p:sp>
        <p:nvSpPr>
          <p:cNvPr id="23" name="Forme libre : forme 22">
            <a:extLst>
              <a:ext uri="{FF2B5EF4-FFF2-40B4-BE49-F238E27FC236}">
                <a16:creationId xmlns:a16="http://schemas.microsoft.com/office/drawing/2014/main" id="{467CB186-C0A9-5EE7-984D-E66128D088D9}"/>
              </a:ext>
            </a:extLst>
          </p:cNvPr>
          <p:cNvSpPr>
            <a:spLocks noChangeAspect="1"/>
          </p:cNvSpPr>
          <p:nvPr/>
        </p:nvSpPr>
        <p:spPr>
          <a:xfrm>
            <a:off x="7054458" y="3733104"/>
            <a:ext cx="1099871" cy="599363"/>
          </a:xfrm>
          <a:custGeom>
            <a:avLst/>
            <a:gdLst>
              <a:gd name="connsiteX0" fmla="*/ 23661 w 1099871"/>
              <a:gd name="connsiteY0" fmla="*/ 2098 h 599363"/>
              <a:gd name="connsiteX1" fmla="*/ 3444 w 1099871"/>
              <a:gd name="connsiteY1" fmla="*/ 21022 h 599363"/>
              <a:gd name="connsiteX2" fmla="*/ 3026 w 1099871"/>
              <a:gd name="connsiteY2" fmla="*/ 580801 h 599363"/>
              <a:gd name="connsiteX3" fmla="*/ 20139 w 1099871"/>
              <a:gd name="connsiteY3" fmla="*/ 599421 h 599363"/>
              <a:gd name="connsiteX4" fmla="*/ 982207 w 1099871"/>
              <a:gd name="connsiteY4" fmla="*/ 600092 h 599363"/>
              <a:gd name="connsiteX5" fmla="*/ 1001803 w 1099871"/>
              <a:gd name="connsiteY5" fmla="*/ 587413 h 599363"/>
              <a:gd name="connsiteX6" fmla="*/ 1101289 w 1099871"/>
              <a:gd name="connsiteY6" fmla="*/ 264811 h 599363"/>
              <a:gd name="connsiteX7" fmla="*/ 1092701 w 1099871"/>
              <a:gd name="connsiteY7" fmla="*/ 240237 h 599363"/>
              <a:gd name="connsiteX8" fmla="*/ 98193 w 1099871"/>
              <a:gd name="connsiteY8" fmla="*/ 730 h 599363"/>
              <a:gd name="connsiteX9" fmla="*/ 23661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3661" y="2098"/>
                </a:moveTo>
                <a:cubicBezTo>
                  <a:pt x="11424" y="2617"/>
                  <a:pt x="3457" y="8469"/>
                  <a:pt x="3444" y="21022"/>
                </a:cubicBezTo>
                <a:lnTo>
                  <a:pt x="3026" y="580801"/>
                </a:lnTo>
                <a:cubicBezTo>
                  <a:pt x="3013" y="590592"/>
                  <a:pt x="9765" y="599421"/>
                  <a:pt x="20139" y="599421"/>
                </a:cubicBezTo>
                <a:lnTo>
                  <a:pt x="982207" y="600092"/>
                </a:lnTo>
                <a:cubicBezTo>
                  <a:pt x="990859" y="600092"/>
                  <a:pt x="997749" y="599282"/>
                  <a:pt x="1001803" y="587413"/>
                </a:cubicBezTo>
                <a:cubicBezTo>
                  <a:pt x="1001803" y="587413"/>
                  <a:pt x="1099566" y="270561"/>
                  <a:pt x="1101289" y="264811"/>
                </a:cubicBezTo>
                <a:cubicBezTo>
                  <a:pt x="1104912" y="252790"/>
                  <a:pt x="1102569" y="246773"/>
                  <a:pt x="1092701" y="240237"/>
                </a:cubicBezTo>
                <a:cubicBezTo>
                  <a:pt x="779523" y="31485"/>
                  <a:pt x="310998" y="869"/>
                  <a:pt x="98193" y="730"/>
                </a:cubicBezTo>
                <a:cubicBezTo>
                  <a:pt x="67678" y="705"/>
                  <a:pt x="42446" y="1313"/>
                  <a:pt x="23661" y="2098"/>
                </a:cubicBezTo>
              </a:path>
            </a:pathLst>
          </a:custGeom>
          <a:solidFill>
            <a:srgbClr val="3F2A56"/>
          </a:solidFill>
          <a:ln w="12667" cap="flat">
            <a:noFill/>
            <a:prstDash val="solid"/>
            <a:miter/>
          </a:ln>
        </p:spPr>
        <p:txBody>
          <a:bodyPr rtlCol="0" anchor="ctr"/>
          <a:lstStyle/>
          <a:p>
            <a:endParaRPr lang="fr-FR"/>
          </a:p>
        </p:txBody>
      </p:sp>
      <p:sp>
        <p:nvSpPr>
          <p:cNvPr id="24" name="Forme libre : forme 23">
            <a:extLst>
              <a:ext uri="{FF2B5EF4-FFF2-40B4-BE49-F238E27FC236}">
                <a16:creationId xmlns:a16="http://schemas.microsoft.com/office/drawing/2014/main" id="{19B0D6E3-3446-D75E-13A1-D65C983612F3}"/>
              </a:ext>
            </a:extLst>
          </p:cNvPr>
          <p:cNvSpPr>
            <a:spLocks noChangeAspect="1"/>
          </p:cNvSpPr>
          <p:nvPr/>
        </p:nvSpPr>
        <p:spPr>
          <a:xfrm>
            <a:off x="638472" y="3733104"/>
            <a:ext cx="1099871" cy="599363"/>
          </a:xfrm>
          <a:custGeom>
            <a:avLst/>
            <a:gdLst>
              <a:gd name="connsiteX0" fmla="*/ 20847 w 1099871"/>
              <a:gd name="connsiteY0" fmla="*/ 2098 h 599363"/>
              <a:gd name="connsiteX1" fmla="*/ 630 w 1099871"/>
              <a:gd name="connsiteY1" fmla="*/ 21022 h 599363"/>
              <a:gd name="connsiteX2" fmla="*/ 212 w 1099871"/>
              <a:gd name="connsiteY2" fmla="*/ 580801 h 599363"/>
              <a:gd name="connsiteX3" fmla="*/ 17325 w 1099871"/>
              <a:gd name="connsiteY3" fmla="*/ 599421 h 599363"/>
              <a:gd name="connsiteX4" fmla="*/ 979393 w 1099871"/>
              <a:gd name="connsiteY4" fmla="*/ 600092 h 599363"/>
              <a:gd name="connsiteX5" fmla="*/ 998989 w 1099871"/>
              <a:gd name="connsiteY5" fmla="*/ 587413 h 599363"/>
              <a:gd name="connsiteX6" fmla="*/ 1098475 w 1099871"/>
              <a:gd name="connsiteY6" fmla="*/ 264811 h 599363"/>
              <a:gd name="connsiteX7" fmla="*/ 1089887 w 1099871"/>
              <a:gd name="connsiteY7" fmla="*/ 240237 h 599363"/>
              <a:gd name="connsiteX8" fmla="*/ 95379 w 1099871"/>
              <a:gd name="connsiteY8" fmla="*/ 730 h 599363"/>
              <a:gd name="connsiteX9" fmla="*/ 20847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0847" y="2098"/>
                </a:moveTo>
                <a:cubicBezTo>
                  <a:pt x="8610" y="2617"/>
                  <a:pt x="643" y="8469"/>
                  <a:pt x="630" y="21022"/>
                </a:cubicBezTo>
                <a:lnTo>
                  <a:pt x="212" y="580801"/>
                </a:lnTo>
                <a:cubicBezTo>
                  <a:pt x="199" y="590592"/>
                  <a:pt x="6951" y="599421"/>
                  <a:pt x="17325" y="599421"/>
                </a:cubicBezTo>
                <a:lnTo>
                  <a:pt x="979393" y="600092"/>
                </a:lnTo>
                <a:cubicBezTo>
                  <a:pt x="988045" y="600092"/>
                  <a:pt x="994935" y="599282"/>
                  <a:pt x="998989" y="587413"/>
                </a:cubicBezTo>
                <a:cubicBezTo>
                  <a:pt x="998989" y="587413"/>
                  <a:pt x="1096752" y="270561"/>
                  <a:pt x="1098475" y="264811"/>
                </a:cubicBezTo>
                <a:cubicBezTo>
                  <a:pt x="1102098" y="252790"/>
                  <a:pt x="1099755" y="246773"/>
                  <a:pt x="1089887" y="240237"/>
                </a:cubicBezTo>
                <a:cubicBezTo>
                  <a:pt x="776709" y="31485"/>
                  <a:pt x="308184" y="869"/>
                  <a:pt x="95379" y="730"/>
                </a:cubicBezTo>
                <a:cubicBezTo>
                  <a:pt x="64864" y="705"/>
                  <a:pt x="39632" y="1313"/>
                  <a:pt x="20847" y="2098"/>
                </a:cubicBezTo>
              </a:path>
            </a:pathLst>
          </a:custGeom>
          <a:solidFill>
            <a:srgbClr val="3C3732"/>
          </a:solidFill>
          <a:ln w="12667" cap="flat">
            <a:noFill/>
            <a:prstDash val="solid"/>
            <a:miter/>
          </a:ln>
        </p:spPr>
        <p:txBody>
          <a:bodyPr rtlCol="0" anchor="ctr"/>
          <a:lstStyle/>
          <a:p>
            <a:endParaRPr lang="fr-FR"/>
          </a:p>
        </p:txBody>
      </p:sp>
      <p:sp>
        <p:nvSpPr>
          <p:cNvPr id="25" name="Forme libre : forme 24">
            <a:extLst>
              <a:ext uri="{FF2B5EF4-FFF2-40B4-BE49-F238E27FC236}">
                <a16:creationId xmlns:a16="http://schemas.microsoft.com/office/drawing/2014/main" id="{A97E93C3-2F48-A5E2-F1BE-CB05D730D14D}"/>
              </a:ext>
            </a:extLst>
          </p:cNvPr>
          <p:cNvSpPr>
            <a:spLocks noChangeAspect="1"/>
          </p:cNvSpPr>
          <p:nvPr/>
        </p:nvSpPr>
        <p:spPr>
          <a:xfrm>
            <a:off x="4769377" y="3733104"/>
            <a:ext cx="1099871" cy="599363"/>
          </a:xfrm>
          <a:custGeom>
            <a:avLst/>
            <a:gdLst>
              <a:gd name="connsiteX0" fmla="*/ 22658 w 1099871"/>
              <a:gd name="connsiteY0" fmla="*/ 2098 h 599363"/>
              <a:gd name="connsiteX1" fmla="*/ 2442 w 1099871"/>
              <a:gd name="connsiteY1" fmla="*/ 21022 h 599363"/>
              <a:gd name="connsiteX2" fmla="*/ 2024 w 1099871"/>
              <a:gd name="connsiteY2" fmla="*/ 580801 h 599363"/>
              <a:gd name="connsiteX3" fmla="*/ 19137 w 1099871"/>
              <a:gd name="connsiteY3" fmla="*/ 599421 h 599363"/>
              <a:gd name="connsiteX4" fmla="*/ 981205 w 1099871"/>
              <a:gd name="connsiteY4" fmla="*/ 600092 h 599363"/>
              <a:gd name="connsiteX5" fmla="*/ 1000801 w 1099871"/>
              <a:gd name="connsiteY5" fmla="*/ 587413 h 599363"/>
              <a:gd name="connsiteX6" fmla="*/ 1100287 w 1099871"/>
              <a:gd name="connsiteY6" fmla="*/ 264811 h 599363"/>
              <a:gd name="connsiteX7" fmla="*/ 1091699 w 1099871"/>
              <a:gd name="connsiteY7" fmla="*/ 240237 h 599363"/>
              <a:gd name="connsiteX8" fmla="*/ 97191 w 1099871"/>
              <a:gd name="connsiteY8" fmla="*/ 730 h 599363"/>
              <a:gd name="connsiteX9" fmla="*/ 22658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2658" y="2098"/>
                </a:moveTo>
                <a:cubicBezTo>
                  <a:pt x="10422" y="2617"/>
                  <a:pt x="2455" y="8469"/>
                  <a:pt x="2442" y="21022"/>
                </a:cubicBezTo>
                <a:lnTo>
                  <a:pt x="2024" y="580801"/>
                </a:lnTo>
                <a:cubicBezTo>
                  <a:pt x="2011" y="590592"/>
                  <a:pt x="8763" y="599421"/>
                  <a:pt x="19137" y="599421"/>
                </a:cubicBezTo>
                <a:lnTo>
                  <a:pt x="981205" y="600092"/>
                </a:lnTo>
                <a:cubicBezTo>
                  <a:pt x="989856" y="600092"/>
                  <a:pt x="996747" y="599282"/>
                  <a:pt x="1000801" y="587413"/>
                </a:cubicBezTo>
                <a:cubicBezTo>
                  <a:pt x="1000801" y="587413"/>
                  <a:pt x="1098564" y="270561"/>
                  <a:pt x="1100287" y="264811"/>
                </a:cubicBezTo>
                <a:cubicBezTo>
                  <a:pt x="1103910" y="252790"/>
                  <a:pt x="1101566" y="246773"/>
                  <a:pt x="1091699" y="240237"/>
                </a:cubicBezTo>
                <a:cubicBezTo>
                  <a:pt x="778521" y="31485"/>
                  <a:pt x="309996" y="869"/>
                  <a:pt x="97191" y="730"/>
                </a:cubicBezTo>
                <a:cubicBezTo>
                  <a:pt x="66676" y="705"/>
                  <a:pt x="41443" y="1313"/>
                  <a:pt x="22658" y="2098"/>
                </a:cubicBezTo>
              </a:path>
            </a:pathLst>
          </a:custGeom>
          <a:solidFill>
            <a:srgbClr val="4F2910"/>
          </a:solidFill>
          <a:ln w="12667" cap="flat">
            <a:noFill/>
            <a:prstDash val="solid"/>
            <a:miter/>
          </a:ln>
        </p:spPr>
        <p:txBody>
          <a:bodyPr rtlCol="0" anchor="ctr"/>
          <a:lstStyle/>
          <a:p>
            <a:endParaRPr lang="fr-FR"/>
          </a:p>
        </p:txBody>
      </p:sp>
      <p:sp>
        <p:nvSpPr>
          <p:cNvPr id="26" name="Forme libre : forme 25">
            <a:extLst>
              <a:ext uri="{FF2B5EF4-FFF2-40B4-BE49-F238E27FC236}">
                <a16:creationId xmlns:a16="http://schemas.microsoft.com/office/drawing/2014/main" id="{050E775B-A325-5587-5015-FC201A48226A}"/>
              </a:ext>
            </a:extLst>
          </p:cNvPr>
          <p:cNvSpPr>
            <a:spLocks noChangeAspect="1"/>
          </p:cNvSpPr>
          <p:nvPr/>
        </p:nvSpPr>
        <p:spPr>
          <a:xfrm>
            <a:off x="8197005" y="3733104"/>
            <a:ext cx="1099871" cy="599363"/>
          </a:xfrm>
          <a:custGeom>
            <a:avLst/>
            <a:gdLst>
              <a:gd name="connsiteX0" fmla="*/ 24162 w 1099871"/>
              <a:gd name="connsiteY0" fmla="*/ 2098 h 599363"/>
              <a:gd name="connsiteX1" fmla="*/ 3945 w 1099871"/>
              <a:gd name="connsiteY1" fmla="*/ 21022 h 599363"/>
              <a:gd name="connsiteX2" fmla="*/ 3527 w 1099871"/>
              <a:gd name="connsiteY2" fmla="*/ 580801 h 599363"/>
              <a:gd name="connsiteX3" fmla="*/ 20640 w 1099871"/>
              <a:gd name="connsiteY3" fmla="*/ 599421 h 599363"/>
              <a:gd name="connsiteX4" fmla="*/ 982708 w 1099871"/>
              <a:gd name="connsiteY4" fmla="*/ 600092 h 599363"/>
              <a:gd name="connsiteX5" fmla="*/ 1002304 w 1099871"/>
              <a:gd name="connsiteY5" fmla="*/ 587413 h 599363"/>
              <a:gd name="connsiteX6" fmla="*/ 1101790 w 1099871"/>
              <a:gd name="connsiteY6" fmla="*/ 264811 h 599363"/>
              <a:gd name="connsiteX7" fmla="*/ 1093202 w 1099871"/>
              <a:gd name="connsiteY7" fmla="*/ 240237 h 599363"/>
              <a:gd name="connsiteX8" fmla="*/ 98694 w 1099871"/>
              <a:gd name="connsiteY8" fmla="*/ 730 h 599363"/>
              <a:gd name="connsiteX9" fmla="*/ 24162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4162" y="2098"/>
                </a:moveTo>
                <a:cubicBezTo>
                  <a:pt x="11925" y="2617"/>
                  <a:pt x="3958" y="8469"/>
                  <a:pt x="3945" y="21022"/>
                </a:cubicBezTo>
                <a:lnTo>
                  <a:pt x="3527" y="580801"/>
                </a:lnTo>
                <a:cubicBezTo>
                  <a:pt x="3514" y="590592"/>
                  <a:pt x="10266" y="599421"/>
                  <a:pt x="20640" y="599421"/>
                </a:cubicBezTo>
                <a:lnTo>
                  <a:pt x="982708" y="600092"/>
                </a:lnTo>
                <a:cubicBezTo>
                  <a:pt x="991360" y="600092"/>
                  <a:pt x="998251" y="599282"/>
                  <a:pt x="1002304" y="587413"/>
                </a:cubicBezTo>
                <a:cubicBezTo>
                  <a:pt x="1002304" y="587413"/>
                  <a:pt x="1100068" y="270561"/>
                  <a:pt x="1101790" y="264811"/>
                </a:cubicBezTo>
                <a:cubicBezTo>
                  <a:pt x="1105413" y="252790"/>
                  <a:pt x="1103070" y="246773"/>
                  <a:pt x="1093202" y="240237"/>
                </a:cubicBezTo>
                <a:cubicBezTo>
                  <a:pt x="780024" y="31485"/>
                  <a:pt x="311499" y="869"/>
                  <a:pt x="98694" y="730"/>
                </a:cubicBezTo>
                <a:cubicBezTo>
                  <a:pt x="68179" y="705"/>
                  <a:pt x="42947" y="1313"/>
                  <a:pt x="24162" y="2098"/>
                </a:cubicBezTo>
              </a:path>
            </a:pathLst>
          </a:custGeom>
          <a:solidFill>
            <a:srgbClr val="00205B"/>
          </a:solidFill>
          <a:ln w="12667" cap="flat">
            <a:noFill/>
            <a:prstDash val="solid"/>
            <a:miter/>
          </a:ln>
        </p:spPr>
        <p:txBody>
          <a:bodyPr rtlCol="0" anchor="ctr"/>
          <a:lstStyle/>
          <a:p>
            <a:endParaRPr lang="fr-FR"/>
          </a:p>
        </p:txBody>
      </p:sp>
      <p:sp>
        <p:nvSpPr>
          <p:cNvPr id="27" name="Forme libre : forme 26">
            <a:extLst>
              <a:ext uri="{FF2B5EF4-FFF2-40B4-BE49-F238E27FC236}">
                <a16:creationId xmlns:a16="http://schemas.microsoft.com/office/drawing/2014/main" id="{D89B81E5-F2CE-2BCE-DFCD-ECBE07A402D7}"/>
              </a:ext>
            </a:extLst>
          </p:cNvPr>
          <p:cNvSpPr>
            <a:spLocks noChangeAspect="1"/>
          </p:cNvSpPr>
          <p:nvPr/>
        </p:nvSpPr>
        <p:spPr>
          <a:xfrm>
            <a:off x="5911924" y="3733104"/>
            <a:ext cx="1099876" cy="599363"/>
          </a:xfrm>
          <a:custGeom>
            <a:avLst/>
            <a:gdLst>
              <a:gd name="connsiteX0" fmla="*/ 23159 w 1099876"/>
              <a:gd name="connsiteY0" fmla="*/ 2098 h 599363"/>
              <a:gd name="connsiteX1" fmla="*/ 2943 w 1099876"/>
              <a:gd name="connsiteY1" fmla="*/ 21022 h 599363"/>
              <a:gd name="connsiteX2" fmla="*/ 2525 w 1099876"/>
              <a:gd name="connsiteY2" fmla="*/ 580801 h 599363"/>
              <a:gd name="connsiteX3" fmla="*/ 19638 w 1099876"/>
              <a:gd name="connsiteY3" fmla="*/ 599421 h 599363"/>
              <a:gd name="connsiteX4" fmla="*/ 981706 w 1099876"/>
              <a:gd name="connsiteY4" fmla="*/ 600092 h 599363"/>
              <a:gd name="connsiteX5" fmla="*/ 1001302 w 1099876"/>
              <a:gd name="connsiteY5" fmla="*/ 587413 h 599363"/>
              <a:gd name="connsiteX6" fmla="*/ 1100801 w 1099876"/>
              <a:gd name="connsiteY6" fmla="*/ 264811 h 599363"/>
              <a:gd name="connsiteX7" fmla="*/ 1092200 w 1099876"/>
              <a:gd name="connsiteY7" fmla="*/ 240237 h 599363"/>
              <a:gd name="connsiteX8" fmla="*/ 97692 w 1099876"/>
              <a:gd name="connsiteY8" fmla="*/ 730 h 599363"/>
              <a:gd name="connsiteX9" fmla="*/ 23159 w 1099876"/>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6" h="599363">
                <a:moveTo>
                  <a:pt x="23159" y="2098"/>
                </a:moveTo>
                <a:cubicBezTo>
                  <a:pt x="10923" y="2617"/>
                  <a:pt x="2956" y="8469"/>
                  <a:pt x="2943" y="21022"/>
                </a:cubicBezTo>
                <a:lnTo>
                  <a:pt x="2525" y="580801"/>
                </a:lnTo>
                <a:cubicBezTo>
                  <a:pt x="2512" y="590592"/>
                  <a:pt x="9264" y="599421"/>
                  <a:pt x="19638" y="599421"/>
                </a:cubicBezTo>
                <a:lnTo>
                  <a:pt x="981706" y="600092"/>
                </a:lnTo>
                <a:cubicBezTo>
                  <a:pt x="990358" y="600092"/>
                  <a:pt x="997248" y="599282"/>
                  <a:pt x="1001302" y="587413"/>
                </a:cubicBezTo>
                <a:cubicBezTo>
                  <a:pt x="1001302" y="587413"/>
                  <a:pt x="1099065" y="270561"/>
                  <a:pt x="1100801" y="264811"/>
                </a:cubicBezTo>
                <a:cubicBezTo>
                  <a:pt x="1104411" y="252790"/>
                  <a:pt x="1102067" y="246773"/>
                  <a:pt x="1092200" y="240237"/>
                </a:cubicBezTo>
                <a:cubicBezTo>
                  <a:pt x="779022" y="31485"/>
                  <a:pt x="310497" y="869"/>
                  <a:pt x="97692" y="730"/>
                </a:cubicBezTo>
                <a:cubicBezTo>
                  <a:pt x="67177" y="705"/>
                  <a:pt x="41945" y="1313"/>
                  <a:pt x="23159" y="2098"/>
                </a:cubicBezTo>
              </a:path>
            </a:pathLst>
          </a:custGeom>
          <a:solidFill>
            <a:srgbClr val="651C32"/>
          </a:solidFill>
          <a:ln w="12667" cap="flat">
            <a:noFill/>
            <a:prstDash val="solid"/>
            <a:miter/>
          </a:ln>
        </p:spPr>
        <p:txBody>
          <a:bodyPr rtlCol="0" anchor="ctr"/>
          <a:lstStyle/>
          <a:p>
            <a:endParaRPr lang="fr-FR"/>
          </a:p>
        </p:txBody>
      </p:sp>
      <p:sp>
        <p:nvSpPr>
          <p:cNvPr id="28" name="Forme libre : forme 27">
            <a:extLst>
              <a:ext uri="{FF2B5EF4-FFF2-40B4-BE49-F238E27FC236}">
                <a16:creationId xmlns:a16="http://schemas.microsoft.com/office/drawing/2014/main" id="{879A5DC2-A5D5-B5C9-BC56-7431329CCDC3}"/>
              </a:ext>
            </a:extLst>
          </p:cNvPr>
          <p:cNvSpPr>
            <a:spLocks noChangeAspect="1"/>
          </p:cNvSpPr>
          <p:nvPr/>
        </p:nvSpPr>
        <p:spPr>
          <a:xfrm>
            <a:off x="638472" y="3092828"/>
            <a:ext cx="1099871" cy="599363"/>
          </a:xfrm>
          <a:custGeom>
            <a:avLst/>
            <a:gdLst>
              <a:gd name="connsiteX0" fmla="*/ 20847 w 1099871"/>
              <a:gd name="connsiteY0" fmla="*/ 1817 h 599363"/>
              <a:gd name="connsiteX1" fmla="*/ 630 w 1099871"/>
              <a:gd name="connsiteY1" fmla="*/ 20742 h 599363"/>
              <a:gd name="connsiteX2" fmla="*/ 212 w 1099871"/>
              <a:gd name="connsiteY2" fmla="*/ 580520 h 599363"/>
              <a:gd name="connsiteX3" fmla="*/ 17325 w 1099871"/>
              <a:gd name="connsiteY3" fmla="*/ 599140 h 599363"/>
              <a:gd name="connsiteX4" fmla="*/ 979393 w 1099871"/>
              <a:gd name="connsiteY4" fmla="*/ 599811 h 599363"/>
              <a:gd name="connsiteX5" fmla="*/ 998989 w 1099871"/>
              <a:gd name="connsiteY5" fmla="*/ 587132 h 599363"/>
              <a:gd name="connsiteX6" fmla="*/ 1098475 w 1099871"/>
              <a:gd name="connsiteY6" fmla="*/ 264530 h 599363"/>
              <a:gd name="connsiteX7" fmla="*/ 1089887 w 1099871"/>
              <a:gd name="connsiteY7" fmla="*/ 239956 h 599363"/>
              <a:gd name="connsiteX8" fmla="*/ 95379 w 1099871"/>
              <a:gd name="connsiteY8" fmla="*/ 449 h 599363"/>
              <a:gd name="connsiteX9" fmla="*/ 20847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0847" y="1817"/>
                </a:moveTo>
                <a:cubicBezTo>
                  <a:pt x="8610" y="2337"/>
                  <a:pt x="643" y="8189"/>
                  <a:pt x="630" y="20742"/>
                </a:cubicBezTo>
                <a:lnTo>
                  <a:pt x="212" y="580520"/>
                </a:lnTo>
                <a:cubicBezTo>
                  <a:pt x="199" y="590311"/>
                  <a:pt x="6951" y="599140"/>
                  <a:pt x="17325" y="599140"/>
                </a:cubicBezTo>
                <a:lnTo>
                  <a:pt x="979393" y="599811"/>
                </a:lnTo>
                <a:cubicBezTo>
                  <a:pt x="988045" y="599811"/>
                  <a:pt x="994935" y="598988"/>
                  <a:pt x="998989" y="587132"/>
                </a:cubicBezTo>
                <a:cubicBezTo>
                  <a:pt x="998989" y="587132"/>
                  <a:pt x="1096752" y="270281"/>
                  <a:pt x="1098475" y="264530"/>
                </a:cubicBezTo>
                <a:cubicBezTo>
                  <a:pt x="1102098" y="252509"/>
                  <a:pt x="1099755" y="246492"/>
                  <a:pt x="1089887" y="239956"/>
                </a:cubicBezTo>
                <a:cubicBezTo>
                  <a:pt x="776709" y="31205"/>
                  <a:pt x="308184" y="588"/>
                  <a:pt x="95379" y="449"/>
                </a:cubicBezTo>
                <a:cubicBezTo>
                  <a:pt x="64864" y="424"/>
                  <a:pt x="39632" y="1032"/>
                  <a:pt x="20847" y="1817"/>
                </a:cubicBezTo>
              </a:path>
            </a:pathLst>
          </a:custGeom>
          <a:solidFill>
            <a:srgbClr val="D0D3D4"/>
          </a:solidFill>
          <a:ln w="12667" cap="flat">
            <a:noFill/>
            <a:prstDash val="solid"/>
            <a:miter/>
          </a:ln>
        </p:spPr>
        <p:txBody>
          <a:bodyPr rtlCol="0" anchor="ctr"/>
          <a:lstStyle/>
          <a:p>
            <a:endParaRPr lang="fr-FR"/>
          </a:p>
        </p:txBody>
      </p:sp>
      <p:sp>
        <p:nvSpPr>
          <p:cNvPr id="29" name="Forme libre : forme 28">
            <a:extLst>
              <a:ext uri="{FF2B5EF4-FFF2-40B4-BE49-F238E27FC236}">
                <a16:creationId xmlns:a16="http://schemas.microsoft.com/office/drawing/2014/main" id="{02BF3038-3BD0-F47C-135C-76A5F67AD974}"/>
              </a:ext>
            </a:extLst>
          </p:cNvPr>
          <p:cNvSpPr>
            <a:spLocks noChangeAspect="1"/>
          </p:cNvSpPr>
          <p:nvPr/>
        </p:nvSpPr>
        <p:spPr>
          <a:xfrm>
            <a:off x="9339539" y="2452551"/>
            <a:ext cx="1099871" cy="599363"/>
          </a:xfrm>
          <a:custGeom>
            <a:avLst/>
            <a:gdLst>
              <a:gd name="connsiteX0" fmla="*/ 24663 w 1099871"/>
              <a:gd name="connsiteY0" fmla="*/ 1536 h 599363"/>
              <a:gd name="connsiteX1" fmla="*/ 4446 w 1099871"/>
              <a:gd name="connsiteY1" fmla="*/ 20461 h 599363"/>
              <a:gd name="connsiteX2" fmla="*/ 4028 w 1099871"/>
              <a:gd name="connsiteY2" fmla="*/ 580239 h 599363"/>
              <a:gd name="connsiteX3" fmla="*/ 21141 w 1099871"/>
              <a:gd name="connsiteY3" fmla="*/ 598859 h 599363"/>
              <a:gd name="connsiteX4" fmla="*/ 983209 w 1099871"/>
              <a:gd name="connsiteY4" fmla="*/ 599531 h 599363"/>
              <a:gd name="connsiteX5" fmla="*/ 1002805 w 1099871"/>
              <a:gd name="connsiteY5" fmla="*/ 586851 h 599363"/>
              <a:gd name="connsiteX6" fmla="*/ 1102291 w 1099871"/>
              <a:gd name="connsiteY6" fmla="*/ 264249 h 599363"/>
              <a:gd name="connsiteX7" fmla="*/ 1093703 w 1099871"/>
              <a:gd name="connsiteY7" fmla="*/ 239675 h 599363"/>
              <a:gd name="connsiteX8" fmla="*/ 99195 w 1099871"/>
              <a:gd name="connsiteY8" fmla="*/ 168 h 599363"/>
              <a:gd name="connsiteX9" fmla="*/ 24663 w 1099871"/>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4663" y="1536"/>
                </a:moveTo>
                <a:cubicBezTo>
                  <a:pt x="12426" y="2056"/>
                  <a:pt x="4459" y="7908"/>
                  <a:pt x="4446" y="20461"/>
                </a:cubicBezTo>
                <a:lnTo>
                  <a:pt x="4028" y="580239"/>
                </a:lnTo>
                <a:cubicBezTo>
                  <a:pt x="4016" y="590030"/>
                  <a:pt x="10767" y="598859"/>
                  <a:pt x="21141" y="598859"/>
                </a:cubicBezTo>
                <a:lnTo>
                  <a:pt x="983209" y="599531"/>
                </a:lnTo>
                <a:cubicBezTo>
                  <a:pt x="991861" y="599531"/>
                  <a:pt x="998752" y="598720"/>
                  <a:pt x="1002805" y="586851"/>
                </a:cubicBezTo>
                <a:cubicBezTo>
                  <a:pt x="1002805" y="586851"/>
                  <a:pt x="1100569" y="270000"/>
                  <a:pt x="1102291" y="264249"/>
                </a:cubicBezTo>
                <a:cubicBezTo>
                  <a:pt x="1105914" y="252228"/>
                  <a:pt x="1103571" y="246211"/>
                  <a:pt x="1093703" y="239675"/>
                </a:cubicBezTo>
                <a:cubicBezTo>
                  <a:pt x="780525" y="30924"/>
                  <a:pt x="312000" y="308"/>
                  <a:pt x="99195" y="168"/>
                </a:cubicBezTo>
                <a:cubicBezTo>
                  <a:pt x="68680" y="143"/>
                  <a:pt x="43448" y="751"/>
                  <a:pt x="24663" y="1536"/>
                </a:cubicBezTo>
              </a:path>
            </a:pathLst>
          </a:custGeom>
          <a:solidFill>
            <a:srgbClr val="A4C8E1"/>
          </a:solidFill>
          <a:ln w="12667" cap="flat">
            <a:noFill/>
            <a:prstDash val="solid"/>
            <a:miter/>
          </a:ln>
        </p:spPr>
        <p:txBody>
          <a:bodyPr rtlCol="0" anchor="ctr"/>
          <a:lstStyle/>
          <a:p>
            <a:endParaRPr lang="fr-FR"/>
          </a:p>
        </p:txBody>
      </p:sp>
      <p:sp>
        <p:nvSpPr>
          <p:cNvPr id="30" name="Forme libre : forme 29">
            <a:extLst>
              <a:ext uri="{FF2B5EF4-FFF2-40B4-BE49-F238E27FC236}">
                <a16:creationId xmlns:a16="http://schemas.microsoft.com/office/drawing/2014/main" id="{D6644DD6-BDAF-ADC3-E7CA-1238688F7D5F}"/>
              </a:ext>
            </a:extLst>
          </p:cNvPr>
          <p:cNvSpPr>
            <a:spLocks noChangeAspect="1"/>
          </p:cNvSpPr>
          <p:nvPr/>
        </p:nvSpPr>
        <p:spPr>
          <a:xfrm>
            <a:off x="10435268" y="2452551"/>
            <a:ext cx="1099871" cy="599363"/>
          </a:xfrm>
          <a:custGeom>
            <a:avLst/>
            <a:gdLst>
              <a:gd name="connsiteX0" fmla="*/ 25143 w 1099871"/>
              <a:gd name="connsiteY0" fmla="*/ 1536 h 599363"/>
              <a:gd name="connsiteX1" fmla="*/ 4927 w 1099871"/>
              <a:gd name="connsiteY1" fmla="*/ 20461 h 599363"/>
              <a:gd name="connsiteX2" fmla="*/ 4509 w 1099871"/>
              <a:gd name="connsiteY2" fmla="*/ 580239 h 599363"/>
              <a:gd name="connsiteX3" fmla="*/ 21622 w 1099871"/>
              <a:gd name="connsiteY3" fmla="*/ 598859 h 599363"/>
              <a:gd name="connsiteX4" fmla="*/ 983690 w 1099871"/>
              <a:gd name="connsiteY4" fmla="*/ 599531 h 599363"/>
              <a:gd name="connsiteX5" fmla="*/ 1003286 w 1099871"/>
              <a:gd name="connsiteY5" fmla="*/ 586851 h 599363"/>
              <a:gd name="connsiteX6" fmla="*/ 1102772 w 1099871"/>
              <a:gd name="connsiteY6" fmla="*/ 264249 h 599363"/>
              <a:gd name="connsiteX7" fmla="*/ 1094184 w 1099871"/>
              <a:gd name="connsiteY7" fmla="*/ 239675 h 599363"/>
              <a:gd name="connsiteX8" fmla="*/ 99676 w 1099871"/>
              <a:gd name="connsiteY8" fmla="*/ 168 h 599363"/>
              <a:gd name="connsiteX9" fmla="*/ 25143 w 1099871"/>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5143" y="1536"/>
                </a:moveTo>
                <a:cubicBezTo>
                  <a:pt x="12907" y="2056"/>
                  <a:pt x="4940" y="7908"/>
                  <a:pt x="4927" y="20461"/>
                </a:cubicBezTo>
                <a:lnTo>
                  <a:pt x="4509" y="580239"/>
                </a:lnTo>
                <a:cubicBezTo>
                  <a:pt x="4496" y="590030"/>
                  <a:pt x="11248" y="598859"/>
                  <a:pt x="21622" y="598859"/>
                </a:cubicBezTo>
                <a:lnTo>
                  <a:pt x="983690" y="599531"/>
                </a:lnTo>
                <a:cubicBezTo>
                  <a:pt x="992341" y="599531"/>
                  <a:pt x="999232" y="598720"/>
                  <a:pt x="1003286" y="586851"/>
                </a:cubicBezTo>
                <a:cubicBezTo>
                  <a:pt x="1003286" y="586851"/>
                  <a:pt x="1101049" y="270000"/>
                  <a:pt x="1102772" y="264249"/>
                </a:cubicBezTo>
                <a:cubicBezTo>
                  <a:pt x="1106395" y="252228"/>
                  <a:pt x="1104051" y="246211"/>
                  <a:pt x="1094184" y="239675"/>
                </a:cubicBezTo>
                <a:cubicBezTo>
                  <a:pt x="781006" y="30924"/>
                  <a:pt x="312481" y="308"/>
                  <a:pt x="99676" y="168"/>
                </a:cubicBezTo>
                <a:cubicBezTo>
                  <a:pt x="69161" y="143"/>
                  <a:pt x="43928" y="751"/>
                  <a:pt x="25143" y="1536"/>
                </a:cubicBezTo>
              </a:path>
            </a:pathLst>
          </a:custGeom>
          <a:solidFill>
            <a:srgbClr val="A1D6CA"/>
          </a:solidFill>
          <a:ln w="12667" cap="flat">
            <a:noFill/>
            <a:prstDash val="solid"/>
            <a:miter/>
          </a:ln>
        </p:spPr>
        <p:txBody>
          <a:bodyPr rtlCol="0" anchor="ctr"/>
          <a:lstStyle/>
          <a:p>
            <a:endParaRPr lang="fr-FR"/>
          </a:p>
        </p:txBody>
      </p:sp>
      <p:sp>
        <p:nvSpPr>
          <p:cNvPr id="31" name="Forme libre : forme 30">
            <a:extLst>
              <a:ext uri="{FF2B5EF4-FFF2-40B4-BE49-F238E27FC236}">
                <a16:creationId xmlns:a16="http://schemas.microsoft.com/office/drawing/2014/main" id="{2A1F5051-2F83-E85A-BB70-0F3D9323A4CB}"/>
              </a:ext>
            </a:extLst>
          </p:cNvPr>
          <p:cNvSpPr>
            <a:spLocks noChangeAspect="1"/>
          </p:cNvSpPr>
          <p:nvPr/>
        </p:nvSpPr>
        <p:spPr>
          <a:xfrm>
            <a:off x="9339539" y="3092828"/>
            <a:ext cx="1099871" cy="599363"/>
          </a:xfrm>
          <a:custGeom>
            <a:avLst/>
            <a:gdLst>
              <a:gd name="connsiteX0" fmla="*/ 24663 w 1099871"/>
              <a:gd name="connsiteY0" fmla="*/ 1817 h 599363"/>
              <a:gd name="connsiteX1" fmla="*/ 4446 w 1099871"/>
              <a:gd name="connsiteY1" fmla="*/ 20742 h 599363"/>
              <a:gd name="connsiteX2" fmla="*/ 4028 w 1099871"/>
              <a:gd name="connsiteY2" fmla="*/ 580520 h 599363"/>
              <a:gd name="connsiteX3" fmla="*/ 21141 w 1099871"/>
              <a:gd name="connsiteY3" fmla="*/ 599140 h 599363"/>
              <a:gd name="connsiteX4" fmla="*/ 983209 w 1099871"/>
              <a:gd name="connsiteY4" fmla="*/ 599811 h 599363"/>
              <a:gd name="connsiteX5" fmla="*/ 1002805 w 1099871"/>
              <a:gd name="connsiteY5" fmla="*/ 587132 h 599363"/>
              <a:gd name="connsiteX6" fmla="*/ 1102291 w 1099871"/>
              <a:gd name="connsiteY6" fmla="*/ 264530 h 599363"/>
              <a:gd name="connsiteX7" fmla="*/ 1093703 w 1099871"/>
              <a:gd name="connsiteY7" fmla="*/ 239956 h 599363"/>
              <a:gd name="connsiteX8" fmla="*/ 99195 w 1099871"/>
              <a:gd name="connsiteY8" fmla="*/ 449 h 599363"/>
              <a:gd name="connsiteX9" fmla="*/ 24663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4663" y="1817"/>
                </a:moveTo>
                <a:cubicBezTo>
                  <a:pt x="12426" y="2337"/>
                  <a:pt x="4459" y="8189"/>
                  <a:pt x="4446" y="20742"/>
                </a:cubicBezTo>
                <a:lnTo>
                  <a:pt x="4028" y="580520"/>
                </a:lnTo>
                <a:cubicBezTo>
                  <a:pt x="4016" y="590311"/>
                  <a:pt x="10767" y="599140"/>
                  <a:pt x="21141" y="599140"/>
                </a:cubicBezTo>
                <a:lnTo>
                  <a:pt x="983209" y="599811"/>
                </a:lnTo>
                <a:cubicBezTo>
                  <a:pt x="991861" y="599811"/>
                  <a:pt x="998752" y="598988"/>
                  <a:pt x="1002805" y="587132"/>
                </a:cubicBezTo>
                <a:cubicBezTo>
                  <a:pt x="1002805" y="587132"/>
                  <a:pt x="1100569" y="270281"/>
                  <a:pt x="1102291" y="264530"/>
                </a:cubicBezTo>
                <a:cubicBezTo>
                  <a:pt x="1105914" y="252509"/>
                  <a:pt x="1103571" y="246492"/>
                  <a:pt x="1093703" y="239956"/>
                </a:cubicBezTo>
                <a:cubicBezTo>
                  <a:pt x="780525" y="31205"/>
                  <a:pt x="312000" y="588"/>
                  <a:pt x="99195" y="449"/>
                </a:cubicBezTo>
                <a:cubicBezTo>
                  <a:pt x="68680" y="424"/>
                  <a:pt x="43448" y="1032"/>
                  <a:pt x="24663" y="1817"/>
                </a:cubicBezTo>
              </a:path>
            </a:pathLst>
          </a:custGeom>
          <a:solidFill>
            <a:srgbClr val="0084D4"/>
          </a:solidFill>
          <a:ln w="12667" cap="flat">
            <a:noFill/>
            <a:prstDash val="solid"/>
            <a:miter/>
          </a:ln>
        </p:spPr>
        <p:txBody>
          <a:bodyPr rtlCol="0" anchor="ctr"/>
          <a:lstStyle/>
          <a:p>
            <a:endParaRPr lang="fr-FR"/>
          </a:p>
        </p:txBody>
      </p:sp>
      <p:sp>
        <p:nvSpPr>
          <p:cNvPr id="32" name="Forme libre : forme 31">
            <a:extLst>
              <a:ext uri="{FF2B5EF4-FFF2-40B4-BE49-F238E27FC236}">
                <a16:creationId xmlns:a16="http://schemas.microsoft.com/office/drawing/2014/main" id="{BC42E761-B2F1-D303-F603-1FA81121A2BC}"/>
              </a:ext>
            </a:extLst>
          </p:cNvPr>
          <p:cNvSpPr>
            <a:spLocks noChangeAspect="1"/>
          </p:cNvSpPr>
          <p:nvPr/>
        </p:nvSpPr>
        <p:spPr>
          <a:xfrm>
            <a:off x="10435268" y="3092828"/>
            <a:ext cx="1099871" cy="599363"/>
          </a:xfrm>
          <a:custGeom>
            <a:avLst/>
            <a:gdLst>
              <a:gd name="connsiteX0" fmla="*/ 25143 w 1099871"/>
              <a:gd name="connsiteY0" fmla="*/ 1817 h 599363"/>
              <a:gd name="connsiteX1" fmla="*/ 4927 w 1099871"/>
              <a:gd name="connsiteY1" fmla="*/ 20742 h 599363"/>
              <a:gd name="connsiteX2" fmla="*/ 4509 w 1099871"/>
              <a:gd name="connsiteY2" fmla="*/ 580520 h 599363"/>
              <a:gd name="connsiteX3" fmla="*/ 21622 w 1099871"/>
              <a:gd name="connsiteY3" fmla="*/ 599140 h 599363"/>
              <a:gd name="connsiteX4" fmla="*/ 983690 w 1099871"/>
              <a:gd name="connsiteY4" fmla="*/ 599811 h 599363"/>
              <a:gd name="connsiteX5" fmla="*/ 1003286 w 1099871"/>
              <a:gd name="connsiteY5" fmla="*/ 587132 h 599363"/>
              <a:gd name="connsiteX6" fmla="*/ 1102772 w 1099871"/>
              <a:gd name="connsiteY6" fmla="*/ 264530 h 599363"/>
              <a:gd name="connsiteX7" fmla="*/ 1094184 w 1099871"/>
              <a:gd name="connsiteY7" fmla="*/ 239956 h 599363"/>
              <a:gd name="connsiteX8" fmla="*/ 99676 w 1099871"/>
              <a:gd name="connsiteY8" fmla="*/ 449 h 599363"/>
              <a:gd name="connsiteX9" fmla="*/ 25143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5143" y="1817"/>
                </a:moveTo>
                <a:cubicBezTo>
                  <a:pt x="12907" y="2337"/>
                  <a:pt x="4940" y="8189"/>
                  <a:pt x="4927" y="20742"/>
                </a:cubicBezTo>
                <a:lnTo>
                  <a:pt x="4509" y="580520"/>
                </a:lnTo>
                <a:cubicBezTo>
                  <a:pt x="4496" y="590311"/>
                  <a:pt x="11248" y="599140"/>
                  <a:pt x="21622" y="599140"/>
                </a:cubicBezTo>
                <a:lnTo>
                  <a:pt x="983690" y="599811"/>
                </a:lnTo>
                <a:cubicBezTo>
                  <a:pt x="992341" y="599811"/>
                  <a:pt x="999232" y="598988"/>
                  <a:pt x="1003286" y="587132"/>
                </a:cubicBezTo>
                <a:cubicBezTo>
                  <a:pt x="1003286" y="587132"/>
                  <a:pt x="1101049" y="270281"/>
                  <a:pt x="1102772" y="264530"/>
                </a:cubicBezTo>
                <a:cubicBezTo>
                  <a:pt x="1106395" y="252509"/>
                  <a:pt x="1104051" y="246492"/>
                  <a:pt x="1094184" y="239956"/>
                </a:cubicBezTo>
                <a:cubicBezTo>
                  <a:pt x="781006" y="31205"/>
                  <a:pt x="312481" y="588"/>
                  <a:pt x="99676" y="449"/>
                </a:cubicBezTo>
                <a:cubicBezTo>
                  <a:pt x="69161" y="424"/>
                  <a:pt x="43928" y="1032"/>
                  <a:pt x="25143" y="1817"/>
                </a:cubicBezTo>
              </a:path>
            </a:pathLst>
          </a:custGeom>
          <a:solidFill>
            <a:srgbClr val="00B388"/>
          </a:solidFill>
          <a:ln w="12667" cap="flat">
            <a:noFill/>
            <a:prstDash val="solid"/>
            <a:miter/>
          </a:ln>
        </p:spPr>
        <p:txBody>
          <a:bodyPr rtlCol="0" anchor="ctr"/>
          <a:lstStyle/>
          <a:p>
            <a:endParaRPr lang="fr-FR"/>
          </a:p>
        </p:txBody>
      </p:sp>
      <p:sp>
        <p:nvSpPr>
          <p:cNvPr id="33" name="Forme libre : forme 32">
            <a:extLst>
              <a:ext uri="{FF2B5EF4-FFF2-40B4-BE49-F238E27FC236}">
                <a16:creationId xmlns:a16="http://schemas.microsoft.com/office/drawing/2014/main" id="{D3E5BD4D-228B-579D-0ED0-E52C8B459A74}"/>
              </a:ext>
            </a:extLst>
          </p:cNvPr>
          <p:cNvSpPr>
            <a:spLocks noChangeAspect="1"/>
          </p:cNvSpPr>
          <p:nvPr/>
        </p:nvSpPr>
        <p:spPr>
          <a:xfrm>
            <a:off x="9339539" y="3733104"/>
            <a:ext cx="1099871" cy="599363"/>
          </a:xfrm>
          <a:custGeom>
            <a:avLst/>
            <a:gdLst>
              <a:gd name="connsiteX0" fmla="*/ 24663 w 1099871"/>
              <a:gd name="connsiteY0" fmla="*/ 2098 h 599363"/>
              <a:gd name="connsiteX1" fmla="*/ 4446 w 1099871"/>
              <a:gd name="connsiteY1" fmla="*/ 21022 h 599363"/>
              <a:gd name="connsiteX2" fmla="*/ 4028 w 1099871"/>
              <a:gd name="connsiteY2" fmla="*/ 580801 h 599363"/>
              <a:gd name="connsiteX3" fmla="*/ 21141 w 1099871"/>
              <a:gd name="connsiteY3" fmla="*/ 599421 h 599363"/>
              <a:gd name="connsiteX4" fmla="*/ 983209 w 1099871"/>
              <a:gd name="connsiteY4" fmla="*/ 600092 h 599363"/>
              <a:gd name="connsiteX5" fmla="*/ 1002805 w 1099871"/>
              <a:gd name="connsiteY5" fmla="*/ 587413 h 599363"/>
              <a:gd name="connsiteX6" fmla="*/ 1102291 w 1099871"/>
              <a:gd name="connsiteY6" fmla="*/ 264811 h 599363"/>
              <a:gd name="connsiteX7" fmla="*/ 1093703 w 1099871"/>
              <a:gd name="connsiteY7" fmla="*/ 240237 h 599363"/>
              <a:gd name="connsiteX8" fmla="*/ 99195 w 1099871"/>
              <a:gd name="connsiteY8" fmla="*/ 730 h 599363"/>
              <a:gd name="connsiteX9" fmla="*/ 24663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4663" y="2098"/>
                </a:moveTo>
                <a:cubicBezTo>
                  <a:pt x="12426" y="2617"/>
                  <a:pt x="4459" y="8469"/>
                  <a:pt x="4446" y="21022"/>
                </a:cubicBezTo>
                <a:lnTo>
                  <a:pt x="4028" y="580801"/>
                </a:lnTo>
                <a:cubicBezTo>
                  <a:pt x="4016" y="590592"/>
                  <a:pt x="10767" y="599421"/>
                  <a:pt x="21141" y="599421"/>
                </a:cubicBezTo>
                <a:lnTo>
                  <a:pt x="983209" y="600092"/>
                </a:lnTo>
                <a:cubicBezTo>
                  <a:pt x="991861" y="600092"/>
                  <a:pt x="998752" y="599282"/>
                  <a:pt x="1002805" y="587413"/>
                </a:cubicBezTo>
                <a:cubicBezTo>
                  <a:pt x="1002805" y="587413"/>
                  <a:pt x="1100569" y="270561"/>
                  <a:pt x="1102291" y="264811"/>
                </a:cubicBezTo>
                <a:cubicBezTo>
                  <a:pt x="1105914" y="252790"/>
                  <a:pt x="1103571" y="246773"/>
                  <a:pt x="1093703" y="240237"/>
                </a:cubicBezTo>
                <a:cubicBezTo>
                  <a:pt x="780525" y="31485"/>
                  <a:pt x="312000" y="869"/>
                  <a:pt x="99195" y="730"/>
                </a:cubicBezTo>
                <a:cubicBezTo>
                  <a:pt x="68680" y="705"/>
                  <a:pt x="43448" y="1313"/>
                  <a:pt x="24663" y="2098"/>
                </a:cubicBezTo>
              </a:path>
            </a:pathLst>
          </a:custGeom>
          <a:solidFill>
            <a:srgbClr val="003865"/>
          </a:solidFill>
          <a:ln w="12667" cap="flat">
            <a:noFill/>
            <a:prstDash val="solid"/>
            <a:miter/>
          </a:ln>
        </p:spPr>
        <p:txBody>
          <a:bodyPr rtlCol="0" anchor="ctr"/>
          <a:lstStyle/>
          <a:p>
            <a:endParaRPr lang="fr-FR"/>
          </a:p>
        </p:txBody>
      </p:sp>
      <p:sp>
        <p:nvSpPr>
          <p:cNvPr id="34" name="Forme libre : forme 33">
            <a:extLst>
              <a:ext uri="{FF2B5EF4-FFF2-40B4-BE49-F238E27FC236}">
                <a16:creationId xmlns:a16="http://schemas.microsoft.com/office/drawing/2014/main" id="{01A680D8-BB42-DF47-C6BF-71F745964BB0}"/>
              </a:ext>
            </a:extLst>
          </p:cNvPr>
          <p:cNvSpPr>
            <a:spLocks noChangeAspect="1"/>
          </p:cNvSpPr>
          <p:nvPr/>
        </p:nvSpPr>
        <p:spPr>
          <a:xfrm>
            <a:off x="10435268" y="3733104"/>
            <a:ext cx="1099871" cy="599363"/>
          </a:xfrm>
          <a:custGeom>
            <a:avLst/>
            <a:gdLst>
              <a:gd name="connsiteX0" fmla="*/ 25143 w 1099871"/>
              <a:gd name="connsiteY0" fmla="*/ 2098 h 599363"/>
              <a:gd name="connsiteX1" fmla="*/ 4927 w 1099871"/>
              <a:gd name="connsiteY1" fmla="*/ 21022 h 599363"/>
              <a:gd name="connsiteX2" fmla="*/ 4509 w 1099871"/>
              <a:gd name="connsiteY2" fmla="*/ 580801 h 599363"/>
              <a:gd name="connsiteX3" fmla="*/ 21622 w 1099871"/>
              <a:gd name="connsiteY3" fmla="*/ 599421 h 599363"/>
              <a:gd name="connsiteX4" fmla="*/ 983690 w 1099871"/>
              <a:gd name="connsiteY4" fmla="*/ 600092 h 599363"/>
              <a:gd name="connsiteX5" fmla="*/ 1003286 w 1099871"/>
              <a:gd name="connsiteY5" fmla="*/ 587413 h 599363"/>
              <a:gd name="connsiteX6" fmla="*/ 1102772 w 1099871"/>
              <a:gd name="connsiteY6" fmla="*/ 264811 h 599363"/>
              <a:gd name="connsiteX7" fmla="*/ 1094184 w 1099871"/>
              <a:gd name="connsiteY7" fmla="*/ 240237 h 599363"/>
              <a:gd name="connsiteX8" fmla="*/ 99676 w 1099871"/>
              <a:gd name="connsiteY8" fmla="*/ 730 h 599363"/>
              <a:gd name="connsiteX9" fmla="*/ 25143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5143" y="2098"/>
                </a:moveTo>
                <a:cubicBezTo>
                  <a:pt x="12907" y="2617"/>
                  <a:pt x="4940" y="8469"/>
                  <a:pt x="4927" y="21022"/>
                </a:cubicBezTo>
                <a:lnTo>
                  <a:pt x="4509" y="580801"/>
                </a:lnTo>
                <a:cubicBezTo>
                  <a:pt x="4496" y="590592"/>
                  <a:pt x="11248" y="599421"/>
                  <a:pt x="21622" y="599421"/>
                </a:cubicBezTo>
                <a:lnTo>
                  <a:pt x="983690" y="600092"/>
                </a:lnTo>
                <a:cubicBezTo>
                  <a:pt x="992341" y="600092"/>
                  <a:pt x="999232" y="599282"/>
                  <a:pt x="1003286" y="587413"/>
                </a:cubicBezTo>
                <a:cubicBezTo>
                  <a:pt x="1003286" y="587413"/>
                  <a:pt x="1101049" y="270561"/>
                  <a:pt x="1102772" y="264811"/>
                </a:cubicBezTo>
                <a:cubicBezTo>
                  <a:pt x="1106395" y="252790"/>
                  <a:pt x="1104051" y="246773"/>
                  <a:pt x="1094184" y="240237"/>
                </a:cubicBezTo>
                <a:cubicBezTo>
                  <a:pt x="781006" y="31485"/>
                  <a:pt x="312481" y="869"/>
                  <a:pt x="99676" y="730"/>
                </a:cubicBezTo>
                <a:cubicBezTo>
                  <a:pt x="69161" y="705"/>
                  <a:pt x="43928" y="1313"/>
                  <a:pt x="25143" y="2098"/>
                </a:cubicBezTo>
              </a:path>
            </a:pathLst>
          </a:custGeom>
          <a:solidFill>
            <a:srgbClr val="154734"/>
          </a:solidFill>
          <a:ln w="12667" cap="flat">
            <a:noFill/>
            <a:prstDash val="solid"/>
            <a:miter/>
          </a:ln>
        </p:spPr>
        <p:txBody>
          <a:bodyPr rtlCol="0" anchor="ctr"/>
          <a:lstStyle/>
          <a:p>
            <a:endParaRPr lang="fr-FR"/>
          </a:p>
        </p:txBody>
      </p:sp>
      <p:sp>
        <p:nvSpPr>
          <p:cNvPr id="2" name="Titre 1">
            <a:extLst>
              <a:ext uri="{FF2B5EF4-FFF2-40B4-BE49-F238E27FC236}">
                <a16:creationId xmlns:a16="http://schemas.microsoft.com/office/drawing/2014/main" id="{E9F1C968-10B2-613A-7D5C-B547C715559C}"/>
              </a:ext>
            </a:extLst>
          </p:cNvPr>
          <p:cNvSpPr>
            <a:spLocks noGrp="1"/>
          </p:cNvSpPr>
          <p:nvPr>
            <p:ph type="title" hasCustomPrompt="1"/>
          </p:nvPr>
        </p:nvSpPr>
        <p:spPr/>
        <p:txBody>
          <a:bodyPr/>
          <a:lstStyle>
            <a:lvl1pPr>
              <a:defRPr/>
            </a:lvl1pPr>
          </a:lstStyle>
          <a:p>
            <a:r>
              <a:rPr lang="fr-FR"/>
              <a:t>Boite à outils </a:t>
            </a:r>
          </a:p>
        </p:txBody>
      </p:sp>
    </p:spTree>
    <p:extLst>
      <p:ext uri="{BB962C8B-B14F-4D97-AF65-F5344CB8AC3E}">
        <p14:creationId xmlns:p14="http://schemas.microsoft.com/office/powerpoint/2010/main" val="386819658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2_Titre et contenu">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lvl1pPr>
              <a:defRPr baseline="0"/>
            </a:lvl1pPr>
          </a:lstStyle>
          <a:p>
            <a:r>
              <a:rPr lang="fr-FR"/>
              <a:t>TITRE, sur 2 lignes, 24, </a:t>
            </a:r>
            <a:r>
              <a:rPr lang="fr-FR" err="1"/>
              <a:t>arial</a:t>
            </a:r>
            <a:endParaRPr lang="fr-FR"/>
          </a:p>
        </p:txBody>
      </p:sp>
      <p:sp>
        <p:nvSpPr>
          <p:cNvPr id="5" name="Espace réservé du texte 4"/>
          <p:cNvSpPr>
            <a:spLocks noGrp="1"/>
          </p:cNvSpPr>
          <p:nvPr>
            <p:ph type="body" sz="quarter" idx="10"/>
          </p:nvPr>
        </p:nvSpPr>
        <p:spPr/>
        <p:txBody>
          <a:bodyPr/>
          <a:lstStyle/>
          <a:p>
            <a:pPr lvl="0"/>
            <a:r>
              <a:rPr lang="fr-FR"/>
              <a:t>Modifiez les styles du texte du masque</a:t>
            </a:r>
          </a:p>
          <a:p>
            <a:pPr lvl="1"/>
            <a:r>
              <a:rPr lang="fr-FR"/>
              <a:t>Deuxième niveau</a:t>
            </a:r>
          </a:p>
          <a:p>
            <a:pPr lvl="2"/>
            <a:r>
              <a:rPr lang="fr-FR"/>
              <a:t>Troisième niveau</a:t>
            </a:r>
          </a:p>
        </p:txBody>
      </p:sp>
    </p:spTree>
    <p:extLst>
      <p:ext uri="{BB962C8B-B14F-4D97-AF65-F5344CB8AC3E}">
        <p14:creationId xmlns:p14="http://schemas.microsoft.com/office/powerpoint/2010/main" val="373675030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Sommaire_type_1">
    <p:spTree>
      <p:nvGrpSpPr>
        <p:cNvPr id="1" name=""/>
        <p:cNvGrpSpPr/>
        <p:nvPr/>
      </p:nvGrpSpPr>
      <p:grpSpPr>
        <a:xfrm>
          <a:off x="0" y="0"/>
          <a:ext cx="0" cy="0"/>
          <a:chOff x="0" y="0"/>
          <a:chExt cx="0" cy="0"/>
        </a:xfrm>
      </p:grpSpPr>
      <p:sp>
        <p:nvSpPr>
          <p:cNvPr id="2" name="Titre 1"/>
          <p:cNvSpPr>
            <a:spLocks noGrp="1"/>
          </p:cNvSpPr>
          <p:nvPr>
            <p:ph type="title"/>
          </p:nvPr>
        </p:nvSpPr>
        <p:spPr bwMode="gray">
          <a:xfrm>
            <a:off x="719762" y="648003"/>
            <a:ext cx="10752667" cy="619884"/>
          </a:xfrm>
        </p:spPr>
        <p:txBody>
          <a:bodyPr/>
          <a:lstStyle>
            <a:lvl1pPr>
              <a:defRPr b="0"/>
            </a:lvl1pPr>
          </a:lstStyle>
          <a:p>
            <a:r>
              <a:rPr lang="fr-FR" noProof="0"/>
              <a:t>Cliquez et modifiez le titre</a:t>
            </a:r>
          </a:p>
        </p:txBody>
      </p:sp>
      <p:sp>
        <p:nvSpPr>
          <p:cNvPr id="14" name="Espace réservé du texte 13"/>
          <p:cNvSpPr>
            <a:spLocks noGrp="1"/>
          </p:cNvSpPr>
          <p:nvPr>
            <p:ph type="body" sz="quarter" idx="13"/>
          </p:nvPr>
        </p:nvSpPr>
        <p:spPr bwMode="gray">
          <a:xfrm>
            <a:off x="719692" y="1690533"/>
            <a:ext cx="4726037" cy="230832"/>
          </a:xfrm>
          <a:solidFill>
            <a:schemeClr val="accent1"/>
          </a:solidFill>
        </p:spPr>
        <p:txBody>
          <a:bodyPr wrap="none">
            <a:spAutoFit/>
          </a:bodyPr>
          <a:lstStyle>
            <a:lvl1pPr>
              <a:lnSpc>
                <a:spcPct val="100000"/>
              </a:lnSpc>
              <a:spcAft>
                <a:spcPts val="0"/>
              </a:spcAft>
              <a:tabLst>
                <a:tab pos="353378" algn="l"/>
              </a:tabLst>
              <a:defRPr sz="1500" b="0" cap="all" baseline="0">
                <a:solidFill>
                  <a:schemeClr val="bg1"/>
                </a:solidFill>
                <a:latin typeface="Avenir LT Std 65 Medium" pitchFamily="34" charset="0"/>
              </a:defRPr>
            </a:lvl1pPr>
          </a:lstStyle>
          <a:p>
            <a:pPr lvl="0"/>
            <a:r>
              <a:rPr lang="fr-FR"/>
              <a:t>Cliquez pour modifier les styles du texte du masque</a:t>
            </a:r>
          </a:p>
        </p:txBody>
      </p:sp>
      <p:sp>
        <p:nvSpPr>
          <p:cNvPr id="12" name="Espace réservé du texte 11"/>
          <p:cNvSpPr>
            <a:spLocks noGrp="1"/>
          </p:cNvSpPr>
          <p:nvPr>
            <p:ph type="body" sz="quarter" idx="14"/>
          </p:nvPr>
        </p:nvSpPr>
        <p:spPr bwMode="gray">
          <a:xfrm>
            <a:off x="1200156" y="2053800"/>
            <a:ext cx="10272183" cy="624000"/>
          </a:xfrm>
        </p:spPr>
        <p:txBody>
          <a:bodyPr/>
          <a:lstStyle>
            <a:lvl1pPr marL="143100" indent="-143100">
              <a:lnSpc>
                <a:spcPct val="90000"/>
              </a:lnSpc>
              <a:spcAft>
                <a:spcPts val="0"/>
              </a:spcAft>
              <a:buFont typeface="Avenir LT Std 45 Book" pitchFamily="34" charset="0"/>
              <a:buChar char="+"/>
              <a:defRPr sz="1500" b="0" cap="all" baseline="0">
                <a:solidFill>
                  <a:schemeClr val="tx1"/>
                </a:solidFill>
                <a:latin typeface="+mn-lt"/>
              </a:defRPr>
            </a:lvl1pPr>
            <a:lvl2pPr marL="143100">
              <a:lnSpc>
                <a:spcPct val="90000"/>
              </a:lnSpc>
              <a:spcAft>
                <a:spcPts val="0"/>
              </a:spcAft>
              <a:defRPr b="0">
                <a:latin typeface="Avenir LT Std 65 Medium" pitchFamily="34" charset="0"/>
              </a:defRPr>
            </a:lvl2pPr>
            <a:lvl3pPr indent="0">
              <a:spcAft>
                <a:spcPts val="0"/>
              </a:spcAft>
              <a:buNone/>
              <a:defRPr b="1"/>
            </a:lvl3pPr>
            <a:lvl4pPr marL="143100" indent="0">
              <a:buNone/>
              <a:defRPr sz="1300" b="1"/>
            </a:lvl4pPr>
          </a:lstStyle>
          <a:p>
            <a:pPr lvl="0"/>
            <a:r>
              <a:rPr lang="fr-FR"/>
              <a:t>Cliquez pour modifier les styles du texte du masque</a:t>
            </a:r>
          </a:p>
          <a:p>
            <a:pPr lvl="1"/>
            <a:r>
              <a:rPr lang="fr-FR"/>
              <a:t>Deuxième niveau</a:t>
            </a:r>
          </a:p>
        </p:txBody>
      </p:sp>
      <p:sp>
        <p:nvSpPr>
          <p:cNvPr id="18" name="Espace réservé du texte 13"/>
          <p:cNvSpPr>
            <a:spLocks noGrp="1"/>
          </p:cNvSpPr>
          <p:nvPr>
            <p:ph type="body" sz="quarter" idx="15"/>
          </p:nvPr>
        </p:nvSpPr>
        <p:spPr bwMode="gray">
          <a:xfrm>
            <a:off x="719692" y="2743411"/>
            <a:ext cx="4726037" cy="230832"/>
          </a:xfrm>
          <a:solidFill>
            <a:schemeClr val="accent1"/>
          </a:solidFill>
        </p:spPr>
        <p:txBody>
          <a:bodyPr wrap="none">
            <a:spAutoFit/>
          </a:bodyPr>
          <a:lstStyle>
            <a:lvl1pPr>
              <a:lnSpc>
                <a:spcPct val="100000"/>
              </a:lnSpc>
              <a:spcAft>
                <a:spcPts val="0"/>
              </a:spcAft>
              <a:tabLst>
                <a:tab pos="353378" algn="l"/>
              </a:tabLst>
              <a:defRPr sz="1500" b="0" cap="all" baseline="0">
                <a:solidFill>
                  <a:schemeClr val="bg1"/>
                </a:solidFill>
                <a:latin typeface="Avenir LT Std 65 Medium" pitchFamily="34" charset="0"/>
              </a:defRPr>
            </a:lvl1pPr>
          </a:lstStyle>
          <a:p>
            <a:pPr lvl="0"/>
            <a:r>
              <a:rPr lang="fr-FR"/>
              <a:t>Cliquez pour modifier les styles du texte du masque</a:t>
            </a:r>
          </a:p>
        </p:txBody>
      </p:sp>
      <p:sp>
        <p:nvSpPr>
          <p:cNvPr id="19" name="Espace réservé du texte 11"/>
          <p:cNvSpPr>
            <a:spLocks noGrp="1"/>
          </p:cNvSpPr>
          <p:nvPr>
            <p:ph type="body" sz="quarter" idx="16"/>
          </p:nvPr>
        </p:nvSpPr>
        <p:spPr bwMode="gray">
          <a:xfrm>
            <a:off x="1200156" y="3106677"/>
            <a:ext cx="10272183" cy="624000"/>
          </a:xfrm>
        </p:spPr>
        <p:txBody>
          <a:bodyPr/>
          <a:lstStyle>
            <a:lvl1pPr marL="143100" indent="-143100">
              <a:lnSpc>
                <a:spcPct val="90000"/>
              </a:lnSpc>
              <a:spcAft>
                <a:spcPts val="0"/>
              </a:spcAft>
              <a:buFont typeface="Avenir LT Std 45 Book" pitchFamily="34" charset="0"/>
              <a:buChar char="+"/>
              <a:defRPr sz="1500" b="0" cap="all" baseline="0">
                <a:solidFill>
                  <a:schemeClr val="tx1"/>
                </a:solidFill>
                <a:latin typeface="+mn-lt"/>
              </a:defRPr>
            </a:lvl1pPr>
            <a:lvl2pPr marL="143100">
              <a:lnSpc>
                <a:spcPct val="90000"/>
              </a:lnSpc>
              <a:spcAft>
                <a:spcPts val="0"/>
              </a:spcAft>
              <a:defRPr b="0">
                <a:latin typeface="Avenir LT Std 65 Medium" pitchFamily="34" charset="0"/>
              </a:defRPr>
            </a:lvl2pPr>
            <a:lvl3pPr indent="0">
              <a:spcAft>
                <a:spcPts val="0"/>
              </a:spcAft>
              <a:buNone/>
              <a:defRPr/>
            </a:lvl3pPr>
          </a:lstStyle>
          <a:p>
            <a:pPr lvl="0"/>
            <a:r>
              <a:rPr lang="fr-FR"/>
              <a:t>Cliquez pour modifier les styles du texte du masque</a:t>
            </a:r>
          </a:p>
          <a:p>
            <a:pPr lvl="1"/>
            <a:r>
              <a:rPr lang="fr-FR"/>
              <a:t>Deuxième niveau</a:t>
            </a:r>
          </a:p>
        </p:txBody>
      </p:sp>
      <p:sp>
        <p:nvSpPr>
          <p:cNvPr id="20" name="Espace réservé du texte 13"/>
          <p:cNvSpPr>
            <a:spLocks noGrp="1"/>
          </p:cNvSpPr>
          <p:nvPr>
            <p:ph type="body" sz="quarter" idx="17"/>
          </p:nvPr>
        </p:nvSpPr>
        <p:spPr bwMode="gray">
          <a:xfrm>
            <a:off x="719692" y="3802335"/>
            <a:ext cx="4726037" cy="230832"/>
          </a:xfrm>
          <a:solidFill>
            <a:schemeClr val="accent1"/>
          </a:solidFill>
        </p:spPr>
        <p:txBody>
          <a:bodyPr wrap="none">
            <a:spAutoFit/>
          </a:bodyPr>
          <a:lstStyle>
            <a:lvl1pPr>
              <a:lnSpc>
                <a:spcPct val="100000"/>
              </a:lnSpc>
              <a:spcAft>
                <a:spcPts val="0"/>
              </a:spcAft>
              <a:tabLst>
                <a:tab pos="353378" algn="l"/>
              </a:tabLst>
              <a:defRPr sz="1500" b="0" cap="all" baseline="0">
                <a:solidFill>
                  <a:schemeClr val="bg1"/>
                </a:solidFill>
                <a:latin typeface="Avenir LT Std 65 Medium" pitchFamily="34" charset="0"/>
              </a:defRPr>
            </a:lvl1pPr>
          </a:lstStyle>
          <a:p>
            <a:pPr lvl="0"/>
            <a:r>
              <a:rPr lang="fr-FR"/>
              <a:t>Cliquez pour modifier les styles du texte du masque</a:t>
            </a:r>
          </a:p>
        </p:txBody>
      </p:sp>
      <p:sp>
        <p:nvSpPr>
          <p:cNvPr id="21" name="Espace réservé du texte 11"/>
          <p:cNvSpPr>
            <a:spLocks noGrp="1"/>
          </p:cNvSpPr>
          <p:nvPr>
            <p:ph type="body" sz="quarter" idx="18"/>
          </p:nvPr>
        </p:nvSpPr>
        <p:spPr bwMode="gray">
          <a:xfrm>
            <a:off x="1200156" y="4165601"/>
            <a:ext cx="10272183" cy="624000"/>
          </a:xfrm>
        </p:spPr>
        <p:txBody>
          <a:bodyPr/>
          <a:lstStyle>
            <a:lvl1pPr marL="143100" indent="-143100">
              <a:lnSpc>
                <a:spcPct val="90000"/>
              </a:lnSpc>
              <a:spcAft>
                <a:spcPts val="0"/>
              </a:spcAft>
              <a:buFont typeface="Avenir LT Std 45 Book" pitchFamily="34" charset="0"/>
              <a:buChar char="+"/>
              <a:defRPr sz="1500" b="0" cap="all" baseline="0">
                <a:solidFill>
                  <a:schemeClr val="tx1"/>
                </a:solidFill>
                <a:latin typeface="+mn-lt"/>
              </a:defRPr>
            </a:lvl1pPr>
            <a:lvl2pPr marL="143100">
              <a:lnSpc>
                <a:spcPct val="90000"/>
              </a:lnSpc>
              <a:spcAft>
                <a:spcPts val="0"/>
              </a:spcAft>
              <a:defRPr b="0">
                <a:latin typeface="Avenir LT Std 65 Medium" pitchFamily="34" charset="0"/>
              </a:defRPr>
            </a:lvl2pPr>
            <a:lvl3pPr indent="0">
              <a:spcAft>
                <a:spcPts val="0"/>
              </a:spcAft>
              <a:buNone/>
              <a:defRPr/>
            </a:lvl3pPr>
          </a:lstStyle>
          <a:p>
            <a:pPr lvl="0"/>
            <a:r>
              <a:rPr lang="fr-FR"/>
              <a:t>Cliquez pour modifier les styles du texte du masque</a:t>
            </a:r>
          </a:p>
          <a:p>
            <a:pPr lvl="1"/>
            <a:r>
              <a:rPr lang="fr-FR"/>
              <a:t>Deuxième niveau</a:t>
            </a:r>
          </a:p>
        </p:txBody>
      </p:sp>
      <p:sp>
        <p:nvSpPr>
          <p:cNvPr id="22" name="Espace réservé du texte 13"/>
          <p:cNvSpPr>
            <a:spLocks noGrp="1"/>
          </p:cNvSpPr>
          <p:nvPr>
            <p:ph type="body" sz="quarter" idx="19"/>
          </p:nvPr>
        </p:nvSpPr>
        <p:spPr bwMode="gray">
          <a:xfrm>
            <a:off x="719692" y="4869587"/>
            <a:ext cx="4726037" cy="230832"/>
          </a:xfrm>
          <a:solidFill>
            <a:schemeClr val="accent1"/>
          </a:solidFill>
        </p:spPr>
        <p:txBody>
          <a:bodyPr wrap="none">
            <a:spAutoFit/>
          </a:bodyPr>
          <a:lstStyle>
            <a:lvl1pPr>
              <a:lnSpc>
                <a:spcPct val="100000"/>
              </a:lnSpc>
              <a:spcAft>
                <a:spcPts val="0"/>
              </a:spcAft>
              <a:tabLst>
                <a:tab pos="353378" algn="l"/>
              </a:tabLst>
              <a:defRPr sz="1500" b="0" cap="all" baseline="0">
                <a:solidFill>
                  <a:schemeClr val="bg1"/>
                </a:solidFill>
                <a:latin typeface="Avenir LT Std 65 Medium" pitchFamily="34" charset="0"/>
              </a:defRPr>
            </a:lvl1pPr>
          </a:lstStyle>
          <a:p>
            <a:pPr lvl="0"/>
            <a:r>
              <a:rPr lang="fr-FR"/>
              <a:t>Cliquez pour modifier les styles du texte du masque</a:t>
            </a:r>
          </a:p>
        </p:txBody>
      </p:sp>
      <p:sp>
        <p:nvSpPr>
          <p:cNvPr id="23" name="Espace réservé du texte 11"/>
          <p:cNvSpPr>
            <a:spLocks noGrp="1"/>
          </p:cNvSpPr>
          <p:nvPr>
            <p:ph type="body" sz="quarter" idx="20"/>
          </p:nvPr>
        </p:nvSpPr>
        <p:spPr bwMode="gray">
          <a:xfrm>
            <a:off x="1200156" y="5232853"/>
            <a:ext cx="10272183" cy="624000"/>
          </a:xfrm>
        </p:spPr>
        <p:txBody>
          <a:bodyPr/>
          <a:lstStyle>
            <a:lvl1pPr marL="143100" indent="-143100">
              <a:lnSpc>
                <a:spcPct val="90000"/>
              </a:lnSpc>
              <a:spcAft>
                <a:spcPts val="0"/>
              </a:spcAft>
              <a:buFont typeface="Avenir LT Std 45 Book" pitchFamily="34" charset="0"/>
              <a:buChar char="+"/>
              <a:defRPr sz="1500" b="0" cap="all" baseline="0">
                <a:solidFill>
                  <a:schemeClr val="tx1"/>
                </a:solidFill>
                <a:latin typeface="+mn-lt"/>
              </a:defRPr>
            </a:lvl1pPr>
            <a:lvl2pPr marL="143100">
              <a:lnSpc>
                <a:spcPct val="90000"/>
              </a:lnSpc>
              <a:spcAft>
                <a:spcPts val="0"/>
              </a:spcAft>
              <a:defRPr b="0">
                <a:latin typeface="Avenir LT Std 65 Medium" pitchFamily="34" charset="0"/>
              </a:defRPr>
            </a:lvl2pPr>
            <a:lvl3pPr indent="0">
              <a:spcAft>
                <a:spcPts val="0"/>
              </a:spcAft>
              <a:buNone/>
              <a:defRPr/>
            </a:lvl3pPr>
          </a:lstStyle>
          <a:p>
            <a:pPr lvl="0"/>
            <a:r>
              <a:rPr lang="fr-FR"/>
              <a:t>Cliquez pour modifier les styles du texte du masque</a:t>
            </a:r>
          </a:p>
          <a:p>
            <a:pPr lvl="1"/>
            <a:r>
              <a:rPr lang="fr-FR"/>
              <a:t>Deuxième niveau</a:t>
            </a:r>
          </a:p>
        </p:txBody>
      </p:sp>
      <p:sp>
        <p:nvSpPr>
          <p:cNvPr id="11" name="Espace réservé de la date 3"/>
          <p:cNvSpPr>
            <a:spLocks noGrp="1"/>
          </p:cNvSpPr>
          <p:nvPr>
            <p:ph type="dt" sz="half" idx="21"/>
          </p:nvPr>
        </p:nvSpPr>
        <p:spPr/>
        <p:txBody>
          <a:bodyPr/>
          <a:lstStyle>
            <a:lvl1pPr>
              <a:defRPr/>
            </a:lvl1pPr>
          </a:lstStyle>
          <a:p>
            <a:endParaRPr lang="fr-FR">
              <a:solidFill>
                <a:srgbClr val="3C3732"/>
              </a:solidFill>
            </a:endParaRPr>
          </a:p>
        </p:txBody>
      </p:sp>
      <p:sp>
        <p:nvSpPr>
          <p:cNvPr id="15" name="Espace réservé du numéro de diapositive 5"/>
          <p:cNvSpPr>
            <a:spLocks noGrp="1"/>
          </p:cNvSpPr>
          <p:nvPr>
            <p:ph type="sldNum" sz="quarter" idx="23"/>
          </p:nvPr>
        </p:nvSpPr>
        <p:spPr/>
        <p:txBody>
          <a:bodyPr/>
          <a:lstStyle>
            <a:lvl1pPr>
              <a:defRPr/>
            </a:lvl1pPr>
          </a:lstStyle>
          <a:p>
            <a:pPr>
              <a:defRPr/>
            </a:pPr>
            <a:fld id="{FC1E98DD-B768-3F4B-ACFD-A6D2EF83081B}" type="slidenum">
              <a:rPr lang="fr-FR" altLang="fr-FR">
                <a:solidFill>
                  <a:srgbClr val="3C3732"/>
                </a:solidFill>
              </a:rPr>
              <a:pPr>
                <a:defRPr/>
              </a:pPr>
              <a:t>‹N°›</a:t>
            </a:fld>
            <a:endParaRPr lang="fr-FR" altLang="fr-FR">
              <a:solidFill>
                <a:srgbClr val="3C3732"/>
              </a:solidFill>
            </a:endParaRPr>
          </a:p>
        </p:txBody>
      </p:sp>
      <p:sp>
        <p:nvSpPr>
          <p:cNvPr id="16" name="Espace réservé du pied de page 4"/>
          <p:cNvSpPr>
            <a:spLocks noGrp="1"/>
          </p:cNvSpPr>
          <p:nvPr>
            <p:ph type="ftr" sz="quarter" idx="3"/>
          </p:nvPr>
        </p:nvSpPr>
        <p:spPr bwMode="gray">
          <a:xfrm>
            <a:off x="239197" y="6172803"/>
            <a:ext cx="10706100" cy="215900"/>
          </a:xfrm>
          <a:prstGeom prst="rect">
            <a:avLst/>
          </a:prstGeom>
        </p:spPr>
        <p:txBody>
          <a:bodyPr vert="horz" wrap="none" lIns="0" tIns="0" rIns="0" bIns="0" numCol="1" anchor="b" anchorCtr="0" compatLnSpc="1">
            <a:prstTxWarp prst="textNoShape">
              <a:avLst/>
            </a:prstTxWarp>
            <a:noAutofit/>
          </a:bodyPr>
          <a:lstStyle>
            <a:lvl1pPr eaLnBrk="1" hangingPunct="1">
              <a:lnSpc>
                <a:spcPct val="90000"/>
              </a:lnSpc>
              <a:defRPr sz="800" smtClean="0">
                <a:solidFill>
                  <a:srgbClr val="A0A0A0"/>
                </a:solidFill>
                <a:latin typeface="Avenir LT Std 65 Medium" charset="0"/>
              </a:defRPr>
            </a:lvl1pPr>
          </a:lstStyle>
          <a:p>
            <a:pPr>
              <a:defRPr/>
            </a:pPr>
            <a:r>
              <a:rPr lang="fr-FR" b="1"/>
              <a:t>NOM DE L’ENTITÉ</a:t>
            </a:r>
          </a:p>
        </p:txBody>
      </p:sp>
    </p:spTree>
    <p:extLst>
      <p:ext uri="{BB962C8B-B14F-4D97-AF65-F5344CB8AC3E}">
        <p14:creationId xmlns:p14="http://schemas.microsoft.com/office/powerpoint/2010/main" val="8431434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Sommaire_type_2">
    <p:spTree>
      <p:nvGrpSpPr>
        <p:cNvPr id="1" name=""/>
        <p:cNvGrpSpPr/>
        <p:nvPr/>
      </p:nvGrpSpPr>
      <p:grpSpPr>
        <a:xfrm>
          <a:off x="0" y="0"/>
          <a:ext cx="0" cy="0"/>
          <a:chOff x="0" y="0"/>
          <a:chExt cx="0" cy="0"/>
        </a:xfrm>
      </p:grpSpPr>
      <p:sp>
        <p:nvSpPr>
          <p:cNvPr id="2" name="Titre 1"/>
          <p:cNvSpPr>
            <a:spLocks noGrp="1"/>
          </p:cNvSpPr>
          <p:nvPr>
            <p:ph type="title"/>
          </p:nvPr>
        </p:nvSpPr>
        <p:spPr bwMode="gray">
          <a:xfrm>
            <a:off x="719811" y="648003"/>
            <a:ext cx="10752667" cy="619884"/>
          </a:xfrm>
        </p:spPr>
        <p:txBody>
          <a:bodyPr/>
          <a:lstStyle>
            <a:lvl1pPr>
              <a:defRPr b="0"/>
            </a:lvl1pPr>
          </a:lstStyle>
          <a:p>
            <a:r>
              <a:rPr lang="fr-FR" noProof="0"/>
              <a:t>Cliquez et modifiez le titre</a:t>
            </a:r>
          </a:p>
        </p:txBody>
      </p:sp>
      <p:sp>
        <p:nvSpPr>
          <p:cNvPr id="17" name="Espace réservé du texte 16"/>
          <p:cNvSpPr>
            <a:spLocks noGrp="1"/>
          </p:cNvSpPr>
          <p:nvPr>
            <p:ph type="body" sz="quarter" idx="13"/>
          </p:nvPr>
        </p:nvSpPr>
        <p:spPr bwMode="gray">
          <a:xfrm>
            <a:off x="719811" y="1701879"/>
            <a:ext cx="10752667" cy="4271433"/>
          </a:xfrm>
        </p:spPr>
        <p:txBody>
          <a:bodyPr/>
          <a:lstStyle>
            <a:lvl1pPr>
              <a:spcBef>
                <a:spcPts val="1400"/>
              </a:spcBef>
              <a:spcAft>
                <a:spcPts val="500"/>
              </a:spcAft>
              <a:defRPr sz="1500" b="0" cap="all" baseline="0">
                <a:latin typeface="Avenir LT Std 65 Medium" pitchFamily="34" charset="0"/>
              </a:defRPr>
            </a:lvl1pPr>
            <a:lvl2pPr>
              <a:lnSpc>
                <a:spcPct val="90000"/>
              </a:lnSpc>
              <a:spcAft>
                <a:spcPts val="0"/>
              </a:spcAft>
              <a:defRPr sz="1500" cap="all" baseline="0">
                <a:latin typeface="Avenir LT Std 55 Roman" pitchFamily="34" charset="0"/>
              </a:defRPr>
            </a:lvl2pPr>
            <a:lvl3pPr marL="0" indent="0">
              <a:lnSpc>
                <a:spcPct val="90000"/>
              </a:lnSpc>
              <a:spcAft>
                <a:spcPts val="0"/>
              </a:spcAft>
              <a:buNone/>
              <a:defRPr sz="1500" cap="all" baseline="0"/>
            </a:lvl3pPr>
            <a:lvl4pPr marL="0" indent="0">
              <a:lnSpc>
                <a:spcPct val="90000"/>
              </a:lnSpc>
              <a:spcAft>
                <a:spcPts val="0"/>
              </a:spcAft>
              <a:buNone/>
              <a:defRPr sz="1500" cap="all" baseline="0"/>
            </a:lvl4pPr>
            <a:lvl5pPr marL="0" indent="0">
              <a:lnSpc>
                <a:spcPct val="90000"/>
              </a:lnSpc>
              <a:spcAft>
                <a:spcPts val="0"/>
              </a:spcAft>
              <a:defRPr sz="1500" cap="all" baseline="0"/>
            </a:lvl5pPr>
          </a:lstStyle>
          <a:p>
            <a:pPr lvl="0"/>
            <a:r>
              <a:rPr lang="fr-FR"/>
              <a:t>Cliquez pour modifier les styles du texte du masque</a:t>
            </a:r>
          </a:p>
          <a:p>
            <a:pPr lvl="1"/>
            <a:r>
              <a:rPr lang="fr-FR"/>
              <a:t>Deuxième niveau</a:t>
            </a:r>
          </a:p>
        </p:txBody>
      </p:sp>
      <p:sp>
        <p:nvSpPr>
          <p:cNvPr id="4" name="Espace réservé de la date 3"/>
          <p:cNvSpPr>
            <a:spLocks noGrp="1"/>
          </p:cNvSpPr>
          <p:nvPr>
            <p:ph type="dt" sz="half" idx="14"/>
          </p:nvPr>
        </p:nvSpPr>
        <p:spPr/>
        <p:txBody>
          <a:bodyPr/>
          <a:lstStyle>
            <a:lvl1pPr>
              <a:defRPr/>
            </a:lvl1pPr>
          </a:lstStyle>
          <a:p>
            <a:endParaRPr lang="fr-FR">
              <a:solidFill>
                <a:srgbClr val="3C3732"/>
              </a:solidFill>
            </a:endParaRPr>
          </a:p>
        </p:txBody>
      </p:sp>
      <p:sp>
        <p:nvSpPr>
          <p:cNvPr id="6" name="Espace réservé du numéro de diapositive 5"/>
          <p:cNvSpPr>
            <a:spLocks noGrp="1"/>
          </p:cNvSpPr>
          <p:nvPr>
            <p:ph type="sldNum" sz="quarter" idx="16"/>
          </p:nvPr>
        </p:nvSpPr>
        <p:spPr/>
        <p:txBody>
          <a:bodyPr/>
          <a:lstStyle>
            <a:lvl1pPr>
              <a:defRPr/>
            </a:lvl1pPr>
          </a:lstStyle>
          <a:p>
            <a:pPr>
              <a:defRPr/>
            </a:pPr>
            <a:fld id="{C08BD3A3-FBA0-6C40-A3CE-7926C1CBC119}" type="slidenum">
              <a:rPr lang="fr-FR" altLang="fr-FR">
                <a:solidFill>
                  <a:srgbClr val="3C3732"/>
                </a:solidFill>
              </a:rPr>
              <a:pPr>
                <a:defRPr/>
              </a:pPr>
              <a:t>‹N°›</a:t>
            </a:fld>
            <a:endParaRPr lang="fr-FR" altLang="fr-FR">
              <a:solidFill>
                <a:srgbClr val="3C3732"/>
              </a:solidFill>
            </a:endParaRPr>
          </a:p>
        </p:txBody>
      </p:sp>
      <p:sp>
        <p:nvSpPr>
          <p:cNvPr id="7" name="Espace réservé du pied de page 4"/>
          <p:cNvSpPr>
            <a:spLocks noGrp="1"/>
          </p:cNvSpPr>
          <p:nvPr>
            <p:ph type="ftr" sz="quarter" idx="3"/>
          </p:nvPr>
        </p:nvSpPr>
        <p:spPr bwMode="gray">
          <a:xfrm>
            <a:off x="239197" y="6172803"/>
            <a:ext cx="10706100" cy="215900"/>
          </a:xfrm>
          <a:prstGeom prst="rect">
            <a:avLst/>
          </a:prstGeom>
        </p:spPr>
        <p:txBody>
          <a:bodyPr vert="horz" wrap="none" lIns="0" tIns="0" rIns="0" bIns="0" numCol="1" anchor="b" anchorCtr="0" compatLnSpc="1">
            <a:prstTxWarp prst="textNoShape">
              <a:avLst/>
            </a:prstTxWarp>
            <a:noAutofit/>
          </a:bodyPr>
          <a:lstStyle>
            <a:lvl1pPr eaLnBrk="1" hangingPunct="1">
              <a:lnSpc>
                <a:spcPct val="90000"/>
              </a:lnSpc>
              <a:defRPr sz="800" smtClean="0">
                <a:solidFill>
                  <a:srgbClr val="A0A0A0"/>
                </a:solidFill>
                <a:latin typeface="Avenir LT Std 65 Medium" charset="0"/>
              </a:defRPr>
            </a:lvl1pPr>
          </a:lstStyle>
          <a:p>
            <a:pPr>
              <a:defRPr/>
            </a:pPr>
            <a:r>
              <a:rPr lang="fr-FR" b="1"/>
              <a:t>NOM DE L’ENTITÉ</a:t>
            </a:r>
          </a:p>
        </p:txBody>
      </p:sp>
    </p:spTree>
    <p:extLst>
      <p:ext uri="{BB962C8B-B14F-4D97-AF65-F5344CB8AC3E}">
        <p14:creationId xmlns:p14="http://schemas.microsoft.com/office/powerpoint/2010/main" val="62529542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hapitre">
    <p:spTree>
      <p:nvGrpSpPr>
        <p:cNvPr id="1" name=""/>
        <p:cNvGrpSpPr/>
        <p:nvPr/>
      </p:nvGrpSpPr>
      <p:grpSpPr>
        <a:xfrm>
          <a:off x="0" y="0"/>
          <a:ext cx="0" cy="0"/>
          <a:chOff x="0" y="0"/>
          <a:chExt cx="0" cy="0"/>
        </a:xfrm>
      </p:grpSpPr>
      <p:sp>
        <p:nvSpPr>
          <p:cNvPr id="4" name="Rectangle 3"/>
          <p:cNvSpPr/>
          <p:nvPr userDrawn="1"/>
        </p:nvSpPr>
        <p:spPr bwMode="gray">
          <a:xfrm>
            <a:off x="239329" y="239288"/>
            <a:ext cx="11713633" cy="470534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0879" tIns="45431" rIns="90879" bIns="45431" anchor="ctr"/>
          <a:lstStyle>
            <a:lvl1pPr>
              <a:defRPr>
                <a:solidFill>
                  <a:schemeClr val="tx1"/>
                </a:solidFill>
                <a:latin typeface="Avenir LT Std 45 Book" charset="0"/>
                <a:ea typeface="ＭＳ Ｐゴシック" charset="-128"/>
              </a:defRPr>
            </a:lvl1pPr>
            <a:lvl2pPr marL="37931725" indent="-37474525">
              <a:defRPr>
                <a:solidFill>
                  <a:schemeClr val="tx1"/>
                </a:solidFill>
                <a:latin typeface="Avenir LT Std 45 Book" charset="0"/>
                <a:ea typeface="ＭＳ Ｐゴシック" charset="-128"/>
              </a:defRPr>
            </a:lvl2pPr>
            <a:lvl3pPr>
              <a:defRPr>
                <a:solidFill>
                  <a:schemeClr val="tx1"/>
                </a:solidFill>
                <a:latin typeface="Avenir LT Std 45 Book" charset="0"/>
                <a:ea typeface="ＭＳ Ｐゴシック" charset="-128"/>
              </a:defRPr>
            </a:lvl3pPr>
            <a:lvl4pPr>
              <a:defRPr>
                <a:solidFill>
                  <a:schemeClr val="tx1"/>
                </a:solidFill>
                <a:latin typeface="Avenir LT Std 45 Book" charset="0"/>
                <a:ea typeface="ＭＳ Ｐゴシック" charset="-128"/>
              </a:defRPr>
            </a:lvl4pPr>
            <a:lvl5pPr>
              <a:defRPr>
                <a:solidFill>
                  <a:schemeClr val="tx1"/>
                </a:solidFill>
                <a:latin typeface="Avenir LT Std 45 Book" charset="0"/>
                <a:ea typeface="ＭＳ Ｐゴシック" charset="-128"/>
              </a:defRPr>
            </a:lvl5pPr>
            <a:lvl6pPr marL="457200" fontAlgn="base">
              <a:spcBef>
                <a:spcPct val="0"/>
              </a:spcBef>
              <a:spcAft>
                <a:spcPct val="0"/>
              </a:spcAft>
              <a:defRPr>
                <a:solidFill>
                  <a:schemeClr val="tx1"/>
                </a:solidFill>
                <a:latin typeface="Avenir LT Std 45 Book" charset="0"/>
                <a:ea typeface="ＭＳ Ｐゴシック" charset="-128"/>
              </a:defRPr>
            </a:lvl6pPr>
            <a:lvl7pPr marL="914400" fontAlgn="base">
              <a:spcBef>
                <a:spcPct val="0"/>
              </a:spcBef>
              <a:spcAft>
                <a:spcPct val="0"/>
              </a:spcAft>
              <a:defRPr>
                <a:solidFill>
                  <a:schemeClr val="tx1"/>
                </a:solidFill>
                <a:latin typeface="Avenir LT Std 45 Book" charset="0"/>
                <a:ea typeface="ＭＳ Ｐゴシック" charset="-128"/>
              </a:defRPr>
            </a:lvl7pPr>
            <a:lvl8pPr marL="1371600" fontAlgn="base">
              <a:spcBef>
                <a:spcPct val="0"/>
              </a:spcBef>
              <a:spcAft>
                <a:spcPct val="0"/>
              </a:spcAft>
              <a:defRPr>
                <a:solidFill>
                  <a:schemeClr val="tx1"/>
                </a:solidFill>
                <a:latin typeface="Avenir LT Std 45 Book" charset="0"/>
                <a:ea typeface="ＭＳ Ｐゴシック" charset="-128"/>
              </a:defRPr>
            </a:lvl8pPr>
            <a:lvl9pPr marL="1828800" fontAlgn="base">
              <a:spcBef>
                <a:spcPct val="0"/>
              </a:spcBef>
              <a:spcAft>
                <a:spcPct val="0"/>
              </a:spcAft>
              <a:defRPr>
                <a:solidFill>
                  <a:schemeClr val="tx1"/>
                </a:solidFill>
                <a:latin typeface="Avenir LT Std 45 Book" charset="0"/>
                <a:ea typeface="ＭＳ Ｐゴシック" charset="-128"/>
              </a:defRPr>
            </a:lvl9pPr>
          </a:lstStyle>
          <a:p>
            <a:pPr algn="ctr" defTabSz="908921" fontAlgn="base">
              <a:spcBef>
                <a:spcPct val="0"/>
              </a:spcBef>
              <a:spcAft>
                <a:spcPct val="0"/>
              </a:spcAft>
              <a:defRPr/>
            </a:pPr>
            <a:endParaRPr lang="fr-FR" altLang="fr-FR" sz="1800">
              <a:solidFill>
                <a:srgbClr val="FFFFFF"/>
              </a:solidFill>
            </a:endParaRPr>
          </a:p>
        </p:txBody>
      </p:sp>
      <p:sp>
        <p:nvSpPr>
          <p:cNvPr id="12" name="Espace réservé du texte 11"/>
          <p:cNvSpPr>
            <a:spLocks noGrp="1"/>
          </p:cNvSpPr>
          <p:nvPr>
            <p:ph type="body" sz="quarter" idx="13"/>
          </p:nvPr>
        </p:nvSpPr>
        <p:spPr bwMode="gray">
          <a:xfrm>
            <a:off x="719668" y="356660"/>
            <a:ext cx="10752667" cy="2575472"/>
          </a:xfrm>
        </p:spPr>
        <p:txBody>
          <a:bodyPr anchor="b"/>
          <a:lstStyle>
            <a:lvl1pPr>
              <a:lnSpc>
                <a:spcPct val="90000"/>
              </a:lnSpc>
              <a:spcAft>
                <a:spcPts val="0"/>
              </a:spcAft>
              <a:defRPr sz="5000" b="0" kern="1200" cap="all" baseline="0">
                <a:solidFill>
                  <a:schemeClr val="bg1"/>
                </a:solidFill>
                <a:latin typeface="Avenir LT Std 65 Medium" pitchFamily="34" charset="0"/>
              </a:defRPr>
            </a:lvl1pPr>
            <a:lvl2pPr>
              <a:lnSpc>
                <a:spcPct val="90000"/>
              </a:lnSpc>
              <a:spcAft>
                <a:spcPts val="0"/>
              </a:spcAft>
              <a:defRPr sz="3500" cap="all" baseline="0">
                <a:solidFill>
                  <a:schemeClr val="bg1"/>
                </a:solidFill>
              </a:defRPr>
            </a:lvl2pPr>
          </a:lstStyle>
          <a:p>
            <a:pPr lvl="0"/>
            <a:r>
              <a:rPr lang="fr-FR"/>
              <a:t>Cliquez pour modifier les styles du texte du masque</a:t>
            </a:r>
          </a:p>
          <a:p>
            <a:pPr lvl="1"/>
            <a:r>
              <a:rPr lang="fr-FR"/>
              <a:t>Deuxième niveau</a:t>
            </a:r>
          </a:p>
        </p:txBody>
      </p:sp>
      <p:sp>
        <p:nvSpPr>
          <p:cNvPr id="15" name="Espace réservé du texte 14"/>
          <p:cNvSpPr>
            <a:spLocks noGrp="1"/>
          </p:cNvSpPr>
          <p:nvPr>
            <p:ph type="body" sz="quarter" idx="14"/>
          </p:nvPr>
        </p:nvSpPr>
        <p:spPr bwMode="gray">
          <a:xfrm>
            <a:off x="719668" y="3125573"/>
            <a:ext cx="10752667" cy="1800000"/>
          </a:xfrm>
        </p:spPr>
        <p:txBody>
          <a:bodyPr/>
          <a:lstStyle>
            <a:lvl1pPr marL="178890" indent="-178890">
              <a:lnSpc>
                <a:spcPct val="90000"/>
              </a:lnSpc>
              <a:spcAft>
                <a:spcPts val="0"/>
              </a:spcAft>
              <a:buFont typeface="Arial" pitchFamily="34" charset="0"/>
              <a:buChar char="+"/>
              <a:defRPr sz="1600" b="0" cap="all" baseline="0">
                <a:solidFill>
                  <a:schemeClr val="bg1"/>
                </a:solidFill>
                <a:latin typeface="+mn-lt"/>
              </a:defRPr>
            </a:lvl1pPr>
          </a:lstStyle>
          <a:p>
            <a:pPr lvl="0"/>
            <a:r>
              <a:rPr lang="fr-FR"/>
              <a:t>Cliquez pour modifier les styles du texte du masque</a:t>
            </a:r>
          </a:p>
        </p:txBody>
      </p:sp>
      <p:sp>
        <p:nvSpPr>
          <p:cNvPr id="5" name="Espace réservé de la date 6"/>
          <p:cNvSpPr>
            <a:spLocks noGrp="1"/>
          </p:cNvSpPr>
          <p:nvPr>
            <p:ph type="dt" sz="half" idx="15"/>
          </p:nvPr>
        </p:nvSpPr>
        <p:spPr/>
        <p:txBody>
          <a:bodyPr/>
          <a:lstStyle>
            <a:lvl1pPr marL="0" marR="0" indent="0" algn="l" defTabSz="908712" rtl="0" eaLnBrk="1" fontAlgn="base" latinLnBrk="0" hangingPunct="1">
              <a:lnSpc>
                <a:spcPct val="114000"/>
              </a:lnSpc>
              <a:spcBef>
                <a:spcPct val="0"/>
              </a:spcBef>
              <a:spcAft>
                <a:spcPct val="0"/>
              </a:spcAft>
              <a:buClrTx/>
              <a:buSzTx/>
              <a:buFontTx/>
              <a:buNone/>
              <a:tabLst/>
              <a:defRPr/>
            </a:lvl1pPr>
          </a:lstStyle>
          <a:p>
            <a:pPr>
              <a:defRPr/>
            </a:pPr>
            <a:endParaRPr lang="fr-FR">
              <a:solidFill>
                <a:srgbClr val="3C3732"/>
              </a:solidFill>
            </a:endParaRPr>
          </a:p>
        </p:txBody>
      </p:sp>
      <p:sp>
        <p:nvSpPr>
          <p:cNvPr id="6" name="Espace réservé du numéro de diapositive 7"/>
          <p:cNvSpPr>
            <a:spLocks noGrp="1"/>
          </p:cNvSpPr>
          <p:nvPr>
            <p:ph type="sldNum" sz="quarter" idx="16"/>
          </p:nvPr>
        </p:nvSpPr>
        <p:spPr/>
        <p:txBody>
          <a:bodyPr/>
          <a:lstStyle>
            <a:lvl1pPr>
              <a:defRPr smtClean="0"/>
            </a:lvl1pPr>
          </a:lstStyle>
          <a:p>
            <a:pPr>
              <a:defRPr/>
            </a:pPr>
            <a:fld id="{8FFCB399-2B6E-9746-92F1-A727078D8652}" type="slidenum">
              <a:rPr lang="fr-FR" altLang="fr-FR">
                <a:solidFill>
                  <a:srgbClr val="3C3732"/>
                </a:solidFill>
              </a:rPr>
              <a:pPr>
                <a:defRPr/>
              </a:pPr>
              <a:t>‹N°›</a:t>
            </a:fld>
            <a:endParaRPr lang="fr-FR" altLang="fr-FR">
              <a:solidFill>
                <a:srgbClr val="3C3732"/>
              </a:solidFill>
            </a:endParaRPr>
          </a:p>
        </p:txBody>
      </p:sp>
      <p:sp>
        <p:nvSpPr>
          <p:cNvPr id="8" name="Espace réservé du pied de page 4"/>
          <p:cNvSpPr>
            <a:spLocks noGrp="1"/>
          </p:cNvSpPr>
          <p:nvPr>
            <p:ph type="ftr" sz="quarter" idx="3"/>
          </p:nvPr>
        </p:nvSpPr>
        <p:spPr bwMode="gray">
          <a:xfrm>
            <a:off x="239197" y="6172803"/>
            <a:ext cx="10706100" cy="215900"/>
          </a:xfrm>
          <a:prstGeom prst="rect">
            <a:avLst/>
          </a:prstGeom>
        </p:spPr>
        <p:txBody>
          <a:bodyPr vert="horz" wrap="none" lIns="0" tIns="0" rIns="0" bIns="0" numCol="1" anchor="b" anchorCtr="0" compatLnSpc="1">
            <a:prstTxWarp prst="textNoShape">
              <a:avLst/>
            </a:prstTxWarp>
            <a:noAutofit/>
          </a:bodyPr>
          <a:lstStyle>
            <a:lvl1pPr eaLnBrk="1" hangingPunct="1">
              <a:lnSpc>
                <a:spcPct val="90000"/>
              </a:lnSpc>
              <a:defRPr sz="800" smtClean="0">
                <a:solidFill>
                  <a:srgbClr val="A0A0A0"/>
                </a:solidFill>
                <a:latin typeface="Avenir LT Std 65 Medium" charset="0"/>
              </a:defRPr>
            </a:lvl1pPr>
          </a:lstStyle>
          <a:p>
            <a:pPr>
              <a:defRPr/>
            </a:pPr>
            <a:r>
              <a:rPr lang="fr-FR" b="1"/>
              <a:t>NOM DE L’ENTITÉ</a:t>
            </a:r>
          </a:p>
        </p:txBody>
      </p:sp>
    </p:spTree>
    <p:extLst>
      <p:ext uri="{BB962C8B-B14F-4D97-AF65-F5344CB8AC3E}">
        <p14:creationId xmlns:p14="http://schemas.microsoft.com/office/powerpoint/2010/main" val="129132361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Sous_chapitre">
    <p:spTree>
      <p:nvGrpSpPr>
        <p:cNvPr id="1" name=""/>
        <p:cNvGrpSpPr/>
        <p:nvPr/>
      </p:nvGrpSpPr>
      <p:grpSpPr>
        <a:xfrm>
          <a:off x="0" y="0"/>
          <a:ext cx="0" cy="0"/>
          <a:chOff x="0" y="0"/>
          <a:chExt cx="0" cy="0"/>
        </a:xfrm>
      </p:grpSpPr>
      <p:sp>
        <p:nvSpPr>
          <p:cNvPr id="12" name="Espace réservé du texte 11"/>
          <p:cNvSpPr>
            <a:spLocks noGrp="1"/>
          </p:cNvSpPr>
          <p:nvPr>
            <p:ph type="body" sz="quarter" idx="13"/>
          </p:nvPr>
        </p:nvSpPr>
        <p:spPr bwMode="gray">
          <a:xfrm>
            <a:off x="719692" y="2264476"/>
            <a:ext cx="4726037" cy="230832"/>
          </a:xfrm>
          <a:solidFill>
            <a:schemeClr val="accent1"/>
          </a:solidFill>
        </p:spPr>
        <p:txBody>
          <a:bodyPr wrap="none" anchor="ctr">
            <a:spAutoFit/>
          </a:bodyPr>
          <a:lstStyle>
            <a:lvl1pPr>
              <a:lnSpc>
                <a:spcPct val="100000"/>
              </a:lnSpc>
              <a:spcAft>
                <a:spcPts val="0"/>
              </a:spcAft>
              <a:defRPr sz="1500" b="0" kern="1200" cap="all" baseline="0">
                <a:solidFill>
                  <a:schemeClr val="bg1"/>
                </a:solidFill>
                <a:latin typeface="Avenir LT Std 65 Medium" pitchFamily="34" charset="0"/>
              </a:defRPr>
            </a:lvl1pPr>
            <a:lvl2pPr>
              <a:lnSpc>
                <a:spcPct val="90000"/>
              </a:lnSpc>
              <a:defRPr sz="3500" cap="all" baseline="0">
                <a:solidFill>
                  <a:schemeClr val="bg1"/>
                </a:solidFill>
              </a:defRPr>
            </a:lvl2pPr>
          </a:lstStyle>
          <a:p>
            <a:pPr lvl="0"/>
            <a:r>
              <a:rPr lang="fr-FR"/>
              <a:t>Cliquez pour modifier les styles du texte du masque</a:t>
            </a:r>
          </a:p>
        </p:txBody>
      </p:sp>
      <p:sp>
        <p:nvSpPr>
          <p:cNvPr id="15" name="Espace réservé du texte 14"/>
          <p:cNvSpPr>
            <a:spLocks noGrp="1"/>
          </p:cNvSpPr>
          <p:nvPr>
            <p:ph type="body" sz="quarter" idx="14"/>
          </p:nvPr>
        </p:nvSpPr>
        <p:spPr bwMode="gray">
          <a:xfrm>
            <a:off x="719668" y="2596093"/>
            <a:ext cx="10752667" cy="1800000"/>
          </a:xfrm>
        </p:spPr>
        <p:txBody>
          <a:bodyPr/>
          <a:lstStyle>
            <a:lvl1pPr marL="0" indent="0">
              <a:lnSpc>
                <a:spcPct val="90000"/>
              </a:lnSpc>
              <a:spcAft>
                <a:spcPts val="0"/>
              </a:spcAft>
              <a:buFont typeface="Arial" pitchFamily="34" charset="0"/>
              <a:buNone/>
              <a:defRPr sz="3500" b="0" cap="all" baseline="0">
                <a:solidFill>
                  <a:schemeClr val="accent1"/>
                </a:solidFill>
                <a:latin typeface="Avenir LT Std 65 Medium" pitchFamily="34" charset="0"/>
              </a:defRPr>
            </a:lvl1pPr>
          </a:lstStyle>
          <a:p>
            <a:pPr lvl="0"/>
            <a:r>
              <a:rPr lang="fr-FR"/>
              <a:t>Cliquez pour modifier les styles du texte du masque</a:t>
            </a:r>
          </a:p>
        </p:txBody>
      </p:sp>
      <p:sp>
        <p:nvSpPr>
          <p:cNvPr id="14" name="Espace réservé du texte 11"/>
          <p:cNvSpPr>
            <a:spLocks noGrp="1"/>
          </p:cNvSpPr>
          <p:nvPr>
            <p:ph type="body" sz="quarter" idx="15"/>
          </p:nvPr>
        </p:nvSpPr>
        <p:spPr bwMode="gray">
          <a:xfrm>
            <a:off x="719692" y="1956697"/>
            <a:ext cx="4726037" cy="230832"/>
          </a:xfrm>
          <a:solidFill>
            <a:schemeClr val="accent1"/>
          </a:solidFill>
        </p:spPr>
        <p:txBody>
          <a:bodyPr wrap="none" anchor="ctr">
            <a:spAutoFit/>
          </a:bodyPr>
          <a:lstStyle>
            <a:lvl1pPr>
              <a:lnSpc>
                <a:spcPct val="100000"/>
              </a:lnSpc>
              <a:spcAft>
                <a:spcPts val="0"/>
              </a:spcAft>
              <a:defRPr sz="1500" b="0" kern="1200" cap="all" baseline="0">
                <a:solidFill>
                  <a:schemeClr val="bg1"/>
                </a:solidFill>
                <a:latin typeface="Avenir LT Std 65 Medium" pitchFamily="34" charset="0"/>
              </a:defRPr>
            </a:lvl1pPr>
            <a:lvl2pPr>
              <a:lnSpc>
                <a:spcPct val="90000"/>
              </a:lnSpc>
              <a:defRPr sz="3500" cap="all" baseline="0">
                <a:solidFill>
                  <a:schemeClr val="bg1"/>
                </a:solidFill>
              </a:defRPr>
            </a:lvl2pPr>
          </a:lstStyle>
          <a:p>
            <a:pPr lvl="0"/>
            <a:r>
              <a:rPr lang="fr-FR"/>
              <a:t>Cliquez pour modifier les styles du texte du masque</a:t>
            </a:r>
          </a:p>
        </p:txBody>
      </p:sp>
      <p:sp>
        <p:nvSpPr>
          <p:cNvPr id="6" name="Espace réservé de la date 6"/>
          <p:cNvSpPr>
            <a:spLocks noGrp="1"/>
          </p:cNvSpPr>
          <p:nvPr>
            <p:ph type="dt" sz="half" idx="16"/>
          </p:nvPr>
        </p:nvSpPr>
        <p:spPr/>
        <p:txBody>
          <a:bodyPr/>
          <a:lstStyle>
            <a:lvl1pPr marL="0" marR="0" indent="0" algn="l" defTabSz="908712" rtl="0" eaLnBrk="1" fontAlgn="base" latinLnBrk="0" hangingPunct="1">
              <a:lnSpc>
                <a:spcPct val="114000"/>
              </a:lnSpc>
              <a:spcBef>
                <a:spcPct val="0"/>
              </a:spcBef>
              <a:spcAft>
                <a:spcPct val="0"/>
              </a:spcAft>
              <a:buClrTx/>
              <a:buSzTx/>
              <a:buFontTx/>
              <a:buNone/>
              <a:tabLst/>
              <a:defRPr/>
            </a:lvl1pPr>
          </a:lstStyle>
          <a:p>
            <a:pPr>
              <a:defRPr/>
            </a:pPr>
            <a:endParaRPr lang="fr-FR">
              <a:solidFill>
                <a:srgbClr val="3C3732"/>
              </a:solidFill>
            </a:endParaRPr>
          </a:p>
        </p:txBody>
      </p:sp>
      <p:sp>
        <p:nvSpPr>
          <p:cNvPr id="7" name="Espace réservé du numéro de diapositive 7"/>
          <p:cNvSpPr>
            <a:spLocks noGrp="1"/>
          </p:cNvSpPr>
          <p:nvPr>
            <p:ph type="sldNum" sz="quarter" idx="17"/>
          </p:nvPr>
        </p:nvSpPr>
        <p:spPr/>
        <p:txBody>
          <a:bodyPr/>
          <a:lstStyle>
            <a:lvl1pPr>
              <a:defRPr smtClean="0"/>
            </a:lvl1pPr>
          </a:lstStyle>
          <a:p>
            <a:pPr>
              <a:defRPr/>
            </a:pPr>
            <a:fld id="{04C5D280-CB82-C744-BE73-EC27D52B68B3}" type="slidenum">
              <a:rPr lang="fr-FR" altLang="fr-FR">
                <a:solidFill>
                  <a:srgbClr val="3C3732"/>
                </a:solidFill>
              </a:rPr>
              <a:pPr>
                <a:defRPr/>
              </a:pPr>
              <a:t>‹N°›</a:t>
            </a:fld>
            <a:endParaRPr lang="fr-FR" altLang="fr-FR">
              <a:solidFill>
                <a:srgbClr val="3C3732"/>
              </a:solidFill>
            </a:endParaRPr>
          </a:p>
        </p:txBody>
      </p:sp>
      <p:sp>
        <p:nvSpPr>
          <p:cNvPr id="8" name="Espace réservé du pied de page 8"/>
          <p:cNvSpPr>
            <a:spLocks noGrp="1"/>
          </p:cNvSpPr>
          <p:nvPr>
            <p:ph type="ftr" sz="quarter" idx="18"/>
          </p:nvPr>
        </p:nvSpPr>
        <p:spPr>
          <a:xfrm>
            <a:off x="239197" y="6172803"/>
            <a:ext cx="10706100" cy="215900"/>
          </a:xfrm>
          <a:prstGeom prst="rect">
            <a:avLst/>
          </a:prstGeom>
        </p:spPr>
        <p:txBody>
          <a:bodyPr/>
          <a:lstStyle>
            <a:lvl1pPr>
              <a:defRPr smtClean="0"/>
            </a:lvl1pPr>
          </a:lstStyle>
          <a:p>
            <a:pPr>
              <a:defRPr/>
            </a:pPr>
            <a:r>
              <a:rPr lang="fr-FR" b="1"/>
              <a:t>NOM DE L’ENTITÉ</a:t>
            </a:r>
          </a:p>
        </p:txBody>
      </p:sp>
    </p:spTree>
    <p:extLst>
      <p:ext uri="{BB962C8B-B14F-4D97-AF65-F5344CB8AC3E}">
        <p14:creationId xmlns:p14="http://schemas.microsoft.com/office/powerpoint/2010/main" val="134540527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Accroche_visuel">
    <p:spTree>
      <p:nvGrpSpPr>
        <p:cNvPr id="1" name=""/>
        <p:cNvGrpSpPr/>
        <p:nvPr/>
      </p:nvGrpSpPr>
      <p:grpSpPr>
        <a:xfrm>
          <a:off x="0" y="0"/>
          <a:ext cx="0" cy="0"/>
          <a:chOff x="0" y="0"/>
          <a:chExt cx="0" cy="0"/>
        </a:xfrm>
      </p:grpSpPr>
      <p:sp>
        <p:nvSpPr>
          <p:cNvPr id="15" name="Espace réservé du texte 14"/>
          <p:cNvSpPr>
            <a:spLocks noGrp="1"/>
          </p:cNvSpPr>
          <p:nvPr>
            <p:ph type="body" sz="quarter" idx="19"/>
          </p:nvPr>
        </p:nvSpPr>
        <p:spPr bwMode="gray">
          <a:xfrm>
            <a:off x="719668" y="845176"/>
            <a:ext cx="10752667" cy="4800000"/>
          </a:xfrm>
        </p:spPr>
        <p:txBody>
          <a:bodyPr/>
          <a:lstStyle>
            <a:lvl1pPr>
              <a:lnSpc>
                <a:spcPct val="90000"/>
              </a:lnSpc>
              <a:spcAft>
                <a:spcPts val="0"/>
              </a:spcAft>
              <a:defRPr sz="4500" b="0" cap="all" baseline="0">
                <a:latin typeface="+mj-lt"/>
              </a:defRPr>
            </a:lvl1pPr>
            <a:lvl2pPr>
              <a:lnSpc>
                <a:spcPct val="90000"/>
              </a:lnSpc>
              <a:spcBef>
                <a:spcPts val="1499"/>
              </a:spcBef>
              <a:spcAft>
                <a:spcPts val="0"/>
              </a:spcAft>
              <a:defRPr sz="1500" b="0" cap="all" baseline="0">
                <a:solidFill>
                  <a:srgbClr val="747678"/>
                </a:solidFill>
                <a:latin typeface="+mn-lt"/>
              </a:defRPr>
            </a:lvl2pPr>
          </a:lstStyle>
          <a:p>
            <a:pPr lvl="0"/>
            <a:r>
              <a:rPr lang="fr-FR"/>
              <a:t>Cliquez pour modifier les styles du texte du masque</a:t>
            </a:r>
          </a:p>
          <a:p>
            <a:pPr lvl="1"/>
            <a:r>
              <a:rPr lang="fr-FR"/>
              <a:t>Deuxième niveau</a:t>
            </a:r>
          </a:p>
        </p:txBody>
      </p:sp>
      <p:sp>
        <p:nvSpPr>
          <p:cNvPr id="12" name="Espace réservé pour une image  10"/>
          <p:cNvSpPr>
            <a:spLocks noGrp="1"/>
          </p:cNvSpPr>
          <p:nvPr>
            <p:ph type="pic" sz="quarter" idx="18"/>
          </p:nvPr>
        </p:nvSpPr>
        <p:spPr bwMode="gray">
          <a:xfrm>
            <a:off x="239184" y="239183"/>
            <a:ext cx="11713632" cy="5520000"/>
          </a:xfrm>
          <a:prstGeom prst="rect">
            <a:avLst/>
          </a:prstGeom>
          <a:solidFill>
            <a:srgbClr val="D7D7D7"/>
          </a:solidFill>
        </p:spPr>
        <p:txBody>
          <a:bodyPr lIns="715544" tIns="1252202" rIns="715544" rtlCol="0" anchor="ctr">
            <a:normAutofit/>
          </a:bodyPr>
          <a:lstStyle>
            <a:lvl1pPr algn="ctr">
              <a:defRPr sz="1300" b="0" cap="all" baseline="0">
                <a:solidFill>
                  <a:schemeClr val="accent1"/>
                </a:solidFill>
                <a:latin typeface="+mn-lt"/>
              </a:defRPr>
            </a:lvl1pPr>
          </a:lstStyle>
          <a:p>
            <a:pPr lvl="0"/>
            <a:r>
              <a:rPr lang="fr-FR" noProof="0"/>
              <a:t>Cliquez sur l'icône pour ajouter une image</a:t>
            </a:r>
          </a:p>
        </p:txBody>
      </p:sp>
      <p:sp>
        <p:nvSpPr>
          <p:cNvPr id="4" name="Espace réservé de la date 3"/>
          <p:cNvSpPr>
            <a:spLocks noGrp="1"/>
          </p:cNvSpPr>
          <p:nvPr>
            <p:ph type="dt" sz="half" idx="20"/>
          </p:nvPr>
        </p:nvSpPr>
        <p:spPr/>
        <p:txBody>
          <a:bodyPr/>
          <a:lstStyle>
            <a:lvl1pPr marL="0" marR="0" indent="0" algn="l" defTabSz="908712" rtl="0" eaLnBrk="1" fontAlgn="base" latinLnBrk="0" hangingPunct="1">
              <a:lnSpc>
                <a:spcPct val="114000"/>
              </a:lnSpc>
              <a:spcBef>
                <a:spcPct val="0"/>
              </a:spcBef>
              <a:spcAft>
                <a:spcPct val="0"/>
              </a:spcAft>
              <a:buClrTx/>
              <a:buSzTx/>
              <a:buFontTx/>
              <a:buNone/>
              <a:tabLst/>
              <a:defRPr/>
            </a:lvl1pPr>
          </a:lstStyle>
          <a:p>
            <a:pPr>
              <a:defRPr/>
            </a:pPr>
            <a:endParaRPr lang="fr-FR">
              <a:solidFill>
                <a:srgbClr val="3C3732"/>
              </a:solidFill>
            </a:endParaRPr>
          </a:p>
        </p:txBody>
      </p:sp>
      <p:sp>
        <p:nvSpPr>
          <p:cNvPr id="5" name="Espace réservé du pied de page 4"/>
          <p:cNvSpPr>
            <a:spLocks noGrp="1"/>
          </p:cNvSpPr>
          <p:nvPr>
            <p:ph type="ftr" sz="quarter" idx="21"/>
          </p:nvPr>
        </p:nvSpPr>
        <p:spPr>
          <a:xfrm>
            <a:off x="239197" y="6172803"/>
            <a:ext cx="10706100" cy="215900"/>
          </a:xfrm>
          <a:prstGeom prst="rect">
            <a:avLst/>
          </a:prstGeom>
        </p:spPr>
        <p:txBody>
          <a:bodyPr/>
          <a:lstStyle>
            <a:lvl1pPr>
              <a:defRPr/>
            </a:lvl1pPr>
          </a:lstStyle>
          <a:p>
            <a:pPr>
              <a:defRPr/>
            </a:pPr>
            <a:r>
              <a:rPr lang="fr-FR" b="1"/>
              <a:t>NOM DE L’ENTITÉ</a:t>
            </a:r>
          </a:p>
        </p:txBody>
      </p:sp>
      <p:sp>
        <p:nvSpPr>
          <p:cNvPr id="6" name="Espace réservé du numéro de diapositive 5"/>
          <p:cNvSpPr>
            <a:spLocks noGrp="1"/>
          </p:cNvSpPr>
          <p:nvPr>
            <p:ph type="sldNum" sz="quarter" idx="22"/>
          </p:nvPr>
        </p:nvSpPr>
        <p:spPr/>
        <p:txBody>
          <a:bodyPr/>
          <a:lstStyle>
            <a:lvl1pPr>
              <a:defRPr/>
            </a:lvl1pPr>
          </a:lstStyle>
          <a:p>
            <a:pPr>
              <a:defRPr/>
            </a:pPr>
            <a:fld id="{FDA8F669-11E6-EA49-BC0A-254E353D1B14}" type="slidenum">
              <a:rPr lang="fr-FR" altLang="fr-FR">
                <a:solidFill>
                  <a:srgbClr val="3C3732"/>
                </a:solidFill>
              </a:rPr>
              <a:pPr>
                <a:defRPr/>
              </a:pPr>
              <a:t>‹N°›</a:t>
            </a:fld>
            <a:endParaRPr lang="fr-FR" altLang="fr-FR">
              <a:solidFill>
                <a:srgbClr val="3C3732"/>
              </a:solidFill>
            </a:endParaRPr>
          </a:p>
        </p:txBody>
      </p:sp>
    </p:spTree>
    <p:extLst>
      <p:ext uri="{BB962C8B-B14F-4D97-AF65-F5344CB8AC3E}">
        <p14:creationId xmlns:p14="http://schemas.microsoft.com/office/powerpoint/2010/main" val="25309120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Accroche_visuel_1">
    <p:spTree>
      <p:nvGrpSpPr>
        <p:cNvPr id="1" name=""/>
        <p:cNvGrpSpPr/>
        <p:nvPr/>
      </p:nvGrpSpPr>
      <p:grpSpPr>
        <a:xfrm>
          <a:off x="0" y="0"/>
          <a:ext cx="0" cy="0"/>
          <a:chOff x="0" y="0"/>
          <a:chExt cx="0" cy="0"/>
        </a:xfrm>
      </p:grpSpPr>
      <p:pic>
        <p:nvPicPr>
          <p:cNvPr id="3" name="Image 9" descr="PPT_Packshot_244x130,5_01.jpg"/>
          <p:cNvPicPr preferRelativeResize="0">
            <a:picLocks/>
          </p:cNvPicPr>
          <p:nvPr userDrawn="1"/>
        </p:nvPicPr>
        <p:blipFill>
          <a:blip r:embed="rId2">
            <a:extLst>
              <a:ext uri="{28A0092B-C50C-407E-A947-70E740481C1C}">
                <a14:useLocalDpi xmlns:a14="http://schemas.microsoft.com/office/drawing/2010/main" val="0"/>
              </a:ext>
            </a:extLst>
          </a:blip>
          <a:srcRect/>
          <a:stretch>
            <a:fillRect/>
          </a:stretch>
        </p:blipFill>
        <p:spPr bwMode="gray">
          <a:xfrm>
            <a:off x="239185" y="241441"/>
            <a:ext cx="11709401" cy="5516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Espace réservé du texte 14"/>
          <p:cNvSpPr>
            <a:spLocks noGrp="1"/>
          </p:cNvSpPr>
          <p:nvPr>
            <p:ph type="body" sz="quarter" idx="19"/>
          </p:nvPr>
        </p:nvSpPr>
        <p:spPr bwMode="gray">
          <a:xfrm>
            <a:off x="719668" y="845177"/>
            <a:ext cx="10752667" cy="4800000"/>
          </a:xfrm>
        </p:spPr>
        <p:txBody>
          <a:bodyPr/>
          <a:lstStyle>
            <a:lvl1pPr>
              <a:lnSpc>
                <a:spcPct val="90000"/>
              </a:lnSpc>
              <a:spcAft>
                <a:spcPts val="0"/>
              </a:spcAft>
              <a:defRPr sz="4500" b="0" cap="all" baseline="0">
                <a:latin typeface="+mj-lt"/>
              </a:defRPr>
            </a:lvl1pPr>
            <a:lvl2pPr>
              <a:lnSpc>
                <a:spcPct val="90000"/>
              </a:lnSpc>
              <a:spcBef>
                <a:spcPts val="1499"/>
              </a:spcBef>
              <a:spcAft>
                <a:spcPts val="0"/>
              </a:spcAft>
              <a:defRPr sz="1500" cap="all" baseline="0">
                <a:solidFill>
                  <a:srgbClr val="747678"/>
                </a:solidFill>
                <a:latin typeface="+mn-lt"/>
              </a:defRPr>
            </a:lvl2pPr>
          </a:lstStyle>
          <a:p>
            <a:pPr lvl="0"/>
            <a:r>
              <a:rPr lang="fr-FR"/>
              <a:t>Cliquez pour modifier les styles du texte du masque</a:t>
            </a:r>
          </a:p>
          <a:p>
            <a:pPr lvl="1"/>
            <a:r>
              <a:rPr lang="fr-FR"/>
              <a:t>Deuxième niveau</a:t>
            </a:r>
          </a:p>
        </p:txBody>
      </p:sp>
      <p:sp>
        <p:nvSpPr>
          <p:cNvPr id="4" name="Espace réservé de la date 6"/>
          <p:cNvSpPr>
            <a:spLocks noGrp="1"/>
          </p:cNvSpPr>
          <p:nvPr>
            <p:ph type="dt" sz="half" idx="20"/>
          </p:nvPr>
        </p:nvSpPr>
        <p:spPr/>
        <p:txBody>
          <a:bodyPr/>
          <a:lstStyle>
            <a:lvl1pPr marL="0" marR="0" indent="0" algn="l" defTabSz="908712" rtl="0" eaLnBrk="1" fontAlgn="base" latinLnBrk="0" hangingPunct="1">
              <a:lnSpc>
                <a:spcPct val="114000"/>
              </a:lnSpc>
              <a:spcBef>
                <a:spcPct val="0"/>
              </a:spcBef>
              <a:spcAft>
                <a:spcPct val="0"/>
              </a:spcAft>
              <a:buClrTx/>
              <a:buSzTx/>
              <a:buFontTx/>
              <a:buNone/>
              <a:tabLst/>
              <a:defRPr/>
            </a:lvl1pPr>
          </a:lstStyle>
          <a:p>
            <a:pPr>
              <a:defRPr/>
            </a:pPr>
            <a:endParaRPr lang="fr-FR">
              <a:solidFill>
                <a:srgbClr val="3C3732"/>
              </a:solidFill>
            </a:endParaRPr>
          </a:p>
        </p:txBody>
      </p:sp>
      <p:sp>
        <p:nvSpPr>
          <p:cNvPr id="5" name="Espace réservé du numéro de diapositive 7"/>
          <p:cNvSpPr>
            <a:spLocks noGrp="1"/>
          </p:cNvSpPr>
          <p:nvPr>
            <p:ph type="sldNum" sz="quarter" idx="21"/>
          </p:nvPr>
        </p:nvSpPr>
        <p:spPr/>
        <p:txBody>
          <a:bodyPr/>
          <a:lstStyle>
            <a:lvl1pPr>
              <a:defRPr smtClean="0"/>
            </a:lvl1pPr>
          </a:lstStyle>
          <a:p>
            <a:pPr>
              <a:defRPr/>
            </a:pPr>
            <a:fld id="{0AD7C075-AA58-3044-8FB4-63F64CE046A0}" type="slidenum">
              <a:rPr lang="fr-FR" altLang="fr-FR">
                <a:solidFill>
                  <a:srgbClr val="3C3732"/>
                </a:solidFill>
              </a:rPr>
              <a:pPr>
                <a:defRPr/>
              </a:pPr>
              <a:t>‹N°›</a:t>
            </a:fld>
            <a:endParaRPr lang="fr-FR" altLang="fr-FR">
              <a:solidFill>
                <a:srgbClr val="3C3732"/>
              </a:solidFill>
            </a:endParaRPr>
          </a:p>
        </p:txBody>
      </p:sp>
      <p:sp>
        <p:nvSpPr>
          <p:cNvPr id="6" name="Espace réservé du pied de page 8"/>
          <p:cNvSpPr>
            <a:spLocks noGrp="1"/>
          </p:cNvSpPr>
          <p:nvPr>
            <p:ph type="ftr" sz="quarter" idx="22"/>
          </p:nvPr>
        </p:nvSpPr>
        <p:spPr>
          <a:xfrm>
            <a:off x="239197" y="6172803"/>
            <a:ext cx="10706100" cy="215900"/>
          </a:xfrm>
          <a:prstGeom prst="rect">
            <a:avLst/>
          </a:prstGeom>
        </p:spPr>
        <p:txBody>
          <a:bodyPr/>
          <a:lstStyle>
            <a:lvl1pPr>
              <a:defRPr smtClean="0"/>
            </a:lvl1pPr>
          </a:lstStyle>
          <a:p>
            <a:pPr>
              <a:defRPr/>
            </a:pPr>
            <a:r>
              <a:rPr lang="fr-FR" b="1"/>
              <a:t>NOM DE L’ENTITÉ</a:t>
            </a:r>
          </a:p>
        </p:txBody>
      </p:sp>
    </p:spTree>
    <p:extLst>
      <p:ext uri="{BB962C8B-B14F-4D97-AF65-F5344CB8AC3E}">
        <p14:creationId xmlns:p14="http://schemas.microsoft.com/office/powerpoint/2010/main" val="310334103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re_2_contenus">
    <p:spTree>
      <p:nvGrpSpPr>
        <p:cNvPr id="1" name=""/>
        <p:cNvGrpSpPr/>
        <p:nvPr/>
      </p:nvGrpSpPr>
      <p:grpSpPr>
        <a:xfrm>
          <a:off x="0" y="0"/>
          <a:ext cx="0" cy="0"/>
          <a:chOff x="0" y="0"/>
          <a:chExt cx="0" cy="0"/>
        </a:xfrm>
      </p:grpSpPr>
      <p:sp>
        <p:nvSpPr>
          <p:cNvPr id="2" name="Titre 1"/>
          <p:cNvSpPr>
            <a:spLocks noGrp="1"/>
          </p:cNvSpPr>
          <p:nvPr>
            <p:ph type="title"/>
          </p:nvPr>
        </p:nvSpPr>
        <p:spPr bwMode="gray"/>
        <p:txBody>
          <a:bodyPr/>
          <a:lstStyle>
            <a:lvl1pPr>
              <a:defRPr/>
            </a:lvl1pPr>
          </a:lstStyle>
          <a:p>
            <a:r>
              <a:rPr lang="fr-FR" noProof="0"/>
              <a:t>Cliquez et modifiez le titre</a:t>
            </a:r>
          </a:p>
        </p:txBody>
      </p:sp>
      <p:sp>
        <p:nvSpPr>
          <p:cNvPr id="3" name="Espace réservé du contenu 2"/>
          <p:cNvSpPr>
            <a:spLocks noGrp="1"/>
          </p:cNvSpPr>
          <p:nvPr>
            <p:ph idx="1"/>
          </p:nvPr>
        </p:nvSpPr>
        <p:spPr bwMode="gray">
          <a:xfrm>
            <a:off x="719668" y="2324112"/>
            <a:ext cx="5280000" cy="3649135"/>
          </a:xfrm>
        </p:spPr>
        <p:txBody>
          <a:bodyPr/>
          <a:lstStyle>
            <a:lvl2pPr>
              <a:defRPr/>
            </a:lvl2pPr>
            <a:lvl3pPr>
              <a:defRPr/>
            </a:lvl3pPr>
            <a:lvl4pPr>
              <a:defRPr baseline="0"/>
            </a:lvl4pPr>
            <a:lvl5pPr>
              <a:defRPr/>
            </a:lvl5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14" name="Espace réservé du texte 13"/>
          <p:cNvSpPr>
            <a:spLocks noGrp="1"/>
          </p:cNvSpPr>
          <p:nvPr>
            <p:ph type="body" sz="quarter" idx="13"/>
          </p:nvPr>
        </p:nvSpPr>
        <p:spPr bwMode="gray">
          <a:xfrm>
            <a:off x="719668" y="1267884"/>
            <a:ext cx="10752667" cy="576000"/>
          </a:xfrm>
        </p:spPr>
        <p:txBody>
          <a:bodyPr/>
          <a:lstStyle>
            <a:lvl1pPr>
              <a:lnSpc>
                <a:spcPct val="90000"/>
              </a:lnSpc>
              <a:spcAft>
                <a:spcPts val="0"/>
              </a:spcAft>
              <a:defRPr sz="1400" b="0" cap="all" baseline="0">
                <a:solidFill>
                  <a:srgbClr val="747678"/>
                </a:solidFill>
                <a:latin typeface="+mn-lt"/>
              </a:defRPr>
            </a:lvl1pPr>
          </a:lstStyle>
          <a:p>
            <a:pPr lvl="0"/>
            <a:r>
              <a:rPr lang="fr-FR"/>
              <a:t>Cliquez pour modifier les styles du texte du masque</a:t>
            </a:r>
          </a:p>
        </p:txBody>
      </p:sp>
      <p:sp>
        <p:nvSpPr>
          <p:cNvPr id="12" name="Espace réservé du contenu 2"/>
          <p:cNvSpPr>
            <a:spLocks noGrp="1"/>
          </p:cNvSpPr>
          <p:nvPr>
            <p:ph idx="19"/>
          </p:nvPr>
        </p:nvSpPr>
        <p:spPr bwMode="gray">
          <a:xfrm>
            <a:off x="6192335" y="2324112"/>
            <a:ext cx="5280000" cy="3649135"/>
          </a:xfrm>
        </p:spPr>
        <p:txBody>
          <a:bodyPr/>
          <a:lstStyle>
            <a:lvl2pPr>
              <a:defRPr/>
            </a:lvl2pPr>
            <a:lvl3pPr>
              <a:defRPr/>
            </a:lvl3pPr>
            <a:lvl4pPr>
              <a:defRPr baseline="0"/>
            </a:lvl4pPr>
            <a:lvl5pPr>
              <a:defRPr/>
            </a:lvl5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6" name="Espace réservé de la date 3"/>
          <p:cNvSpPr>
            <a:spLocks noGrp="1"/>
          </p:cNvSpPr>
          <p:nvPr>
            <p:ph type="dt" sz="half" idx="20"/>
          </p:nvPr>
        </p:nvSpPr>
        <p:spPr/>
        <p:txBody>
          <a:bodyPr/>
          <a:lstStyle>
            <a:lvl1pPr marL="0" marR="0" indent="0" algn="l" defTabSz="908712" rtl="0" eaLnBrk="1" fontAlgn="base" latinLnBrk="0" hangingPunct="1">
              <a:lnSpc>
                <a:spcPct val="114000"/>
              </a:lnSpc>
              <a:spcBef>
                <a:spcPct val="0"/>
              </a:spcBef>
              <a:spcAft>
                <a:spcPct val="0"/>
              </a:spcAft>
              <a:buClrTx/>
              <a:buSzTx/>
              <a:buFontTx/>
              <a:buNone/>
              <a:tabLst/>
              <a:defRPr/>
            </a:lvl1pPr>
          </a:lstStyle>
          <a:p>
            <a:pPr>
              <a:defRPr/>
            </a:pPr>
            <a:endParaRPr lang="fr-FR">
              <a:solidFill>
                <a:srgbClr val="3C3732"/>
              </a:solidFill>
            </a:endParaRPr>
          </a:p>
        </p:txBody>
      </p:sp>
      <p:sp>
        <p:nvSpPr>
          <p:cNvPr id="8" name="Espace réservé du numéro de diapositive 5"/>
          <p:cNvSpPr>
            <a:spLocks noGrp="1"/>
          </p:cNvSpPr>
          <p:nvPr>
            <p:ph type="sldNum" sz="quarter" idx="22"/>
          </p:nvPr>
        </p:nvSpPr>
        <p:spPr/>
        <p:txBody>
          <a:bodyPr/>
          <a:lstStyle>
            <a:lvl1pPr>
              <a:defRPr/>
            </a:lvl1pPr>
          </a:lstStyle>
          <a:p>
            <a:pPr>
              <a:defRPr/>
            </a:pPr>
            <a:fld id="{EC50DC9C-11E7-574F-BA47-E00987C8B5EE}" type="slidenum">
              <a:rPr lang="fr-FR" altLang="fr-FR">
                <a:solidFill>
                  <a:srgbClr val="3C3732"/>
                </a:solidFill>
              </a:rPr>
              <a:pPr>
                <a:defRPr/>
              </a:pPr>
              <a:t>‹N°›</a:t>
            </a:fld>
            <a:endParaRPr lang="fr-FR" altLang="fr-FR">
              <a:solidFill>
                <a:srgbClr val="3C3732"/>
              </a:solidFill>
            </a:endParaRPr>
          </a:p>
        </p:txBody>
      </p:sp>
    </p:spTree>
    <p:extLst>
      <p:ext uri="{BB962C8B-B14F-4D97-AF65-F5344CB8AC3E}">
        <p14:creationId xmlns:p14="http://schemas.microsoft.com/office/powerpoint/2010/main" val="9229273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exte_1_image">
    <p:spTree>
      <p:nvGrpSpPr>
        <p:cNvPr id="1" name=""/>
        <p:cNvGrpSpPr/>
        <p:nvPr/>
      </p:nvGrpSpPr>
      <p:grpSpPr>
        <a:xfrm>
          <a:off x="0" y="0"/>
          <a:ext cx="0" cy="0"/>
          <a:chOff x="0" y="0"/>
          <a:chExt cx="0" cy="0"/>
        </a:xfrm>
      </p:grpSpPr>
      <p:sp>
        <p:nvSpPr>
          <p:cNvPr id="2" name="Titre 1"/>
          <p:cNvSpPr>
            <a:spLocks noGrp="1"/>
          </p:cNvSpPr>
          <p:nvPr>
            <p:ph type="title"/>
          </p:nvPr>
        </p:nvSpPr>
        <p:spPr bwMode="gray"/>
        <p:txBody>
          <a:bodyPr/>
          <a:lstStyle>
            <a:lvl1pPr>
              <a:defRPr/>
            </a:lvl1pPr>
          </a:lstStyle>
          <a:p>
            <a:r>
              <a:rPr lang="fr-FR" noProof="0"/>
              <a:t>Cliquez et modifiez le titre</a:t>
            </a:r>
          </a:p>
        </p:txBody>
      </p:sp>
      <p:sp>
        <p:nvSpPr>
          <p:cNvPr id="3" name="Espace réservé du contenu 2"/>
          <p:cNvSpPr>
            <a:spLocks noGrp="1"/>
          </p:cNvSpPr>
          <p:nvPr>
            <p:ph idx="1"/>
          </p:nvPr>
        </p:nvSpPr>
        <p:spPr bwMode="gray">
          <a:xfrm>
            <a:off x="719668" y="2324112"/>
            <a:ext cx="5280000" cy="3649135"/>
          </a:xfrm>
        </p:spPr>
        <p:txBody>
          <a:bodyPr/>
          <a:lstStyle>
            <a:lvl2pPr>
              <a:defRPr/>
            </a:lvl2pPr>
            <a:lvl3pPr>
              <a:defRPr/>
            </a:lvl3pPr>
            <a:lvl4pPr>
              <a:defRPr baseline="0"/>
            </a:lvl4pPr>
            <a:lvl5pPr>
              <a:defRPr/>
            </a:lvl5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14" name="Espace réservé du texte 13"/>
          <p:cNvSpPr>
            <a:spLocks noGrp="1"/>
          </p:cNvSpPr>
          <p:nvPr>
            <p:ph type="body" sz="quarter" idx="13"/>
          </p:nvPr>
        </p:nvSpPr>
        <p:spPr bwMode="gray">
          <a:xfrm>
            <a:off x="719668" y="1267884"/>
            <a:ext cx="10752667" cy="576000"/>
          </a:xfrm>
        </p:spPr>
        <p:txBody>
          <a:bodyPr/>
          <a:lstStyle>
            <a:lvl1pPr>
              <a:lnSpc>
                <a:spcPct val="90000"/>
              </a:lnSpc>
              <a:spcAft>
                <a:spcPts val="0"/>
              </a:spcAft>
              <a:defRPr sz="1400" b="0" cap="all" baseline="0">
                <a:solidFill>
                  <a:srgbClr val="747678"/>
                </a:solidFill>
                <a:latin typeface="+mn-lt"/>
              </a:defRPr>
            </a:lvl1pPr>
          </a:lstStyle>
          <a:p>
            <a:pPr lvl="0"/>
            <a:r>
              <a:rPr lang="fr-FR"/>
              <a:t>Cliquez pour modifier les styles du texte du masque</a:t>
            </a:r>
          </a:p>
        </p:txBody>
      </p:sp>
      <p:sp>
        <p:nvSpPr>
          <p:cNvPr id="11" name="Espace réservé pour une image  10"/>
          <p:cNvSpPr>
            <a:spLocks noGrp="1"/>
          </p:cNvSpPr>
          <p:nvPr>
            <p:ph type="pic" sz="quarter" idx="18"/>
          </p:nvPr>
        </p:nvSpPr>
        <p:spPr bwMode="gray">
          <a:xfrm>
            <a:off x="6192335" y="2372789"/>
            <a:ext cx="5280000" cy="3361267"/>
          </a:xfrm>
          <a:prstGeom prst="rect">
            <a:avLst/>
          </a:prstGeom>
          <a:solidFill>
            <a:srgbClr val="D7D7D7"/>
          </a:solidFill>
        </p:spPr>
        <p:txBody>
          <a:bodyPr lIns="357771" tIns="1717282" rIns="357771" rtlCol="0" anchor="ctr">
            <a:normAutofit/>
          </a:bodyPr>
          <a:lstStyle>
            <a:lvl1pPr algn="ctr">
              <a:defRPr sz="1300" b="0" cap="all" baseline="0">
                <a:solidFill>
                  <a:schemeClr val="accent1"/>
                </a:solidFill>
                <a:latin typeface="+mn-lt"/>
              </a:defRPr>
            </a:lvl1pPr>
          </a:lstStyle>
          <a:p>
            <a:pPr lvl="0"/>
            <a:r>
              <a:rPr lang="fr-FR" noProof="0"/>
              <a:t>Cliquez sur l'icône pour ajouter une image</a:t>
            </a:r>
          </a:p>
        </p:txBody>
      </p:sp>
      <p:sp>
        <p:nvSpPr>
          <p:cNvPr id="6" name="Espace réservé de la date 3"/>
          <p:cNvSpPr>
            <a:spLocks noGrp="1"/>
          </p:cNvSpPr>
          <p:nvPr>
            <p:ph type="dt" sz="half" idx="19"/>
          </p:nvPr>
        </p:nvSpPr>
        <p:spPr/>
        <p:txBody>
          <a:bodyPr/>
          <a:lstStyle>
            <a:lvl1pPr marL="0" marR="0" indent="0" algn="l" defTabSz="908712" rtl="0" eaLnBrk="1" fontAlgn="base" latinLnBrk="0" hangingPunct="1">
              <a:lnSpc>
                <a:spcPct val="114000"/>
              </a:lnSpc>
              <a:spcBef>
                <a:spcPct val="0"/>
              </a:spcBef>
              <a:spcAft>
                <a:spcPct val="0"/>
              </a:spcAft>
              <a:buClrTx/>
              <a:buSzTx/>
              <a:buFontTx/>
              <a:buNone/>
              <a:tabLst/>
              <a:defRPr/>
            </a:lvl1pPr>
          </a:lstStyle>
          <a:p>
            <a:pPr>
              <a:defRPr/>
            </a:pPr>
            <a:endParaRPr lang="fr-FR">
              <a:solidFill>
                <a:srgbClr val="3C3732"/>
              </a:solidFill>
            </a:endParaRPr>
          </a:p>
        </p:txBody>
      </p:sp>
      <p:sp>
        <p:nvSpPr>
          <p:cNvPr id="7" name="Espace réservé du pied de page 4"/>
          <p:cNvSpPr>
            <a:spLocks noGrp="1"/>
          </p:cNvSpPr>
          <p:nvPr>
            <p:ph type="ftr" sz="quarter" idx="20"/>
          </p:nvPr>
        </p:nvSpPr>
        <p:spPr>
          <a:xfrm>
            <a:off x="239197" y="6172803"/>
            <a:ext cx="10706100" cy="215900"/>
          </a:xfrm>
          <a:prstGeom prst="rect">
            <a:avLst/>
          </a:prstGeom>
        </p:spPr>
        <p:txBody>
          <a:bodyPr/>
          <a:lstStyle>
            <a:lvl1pPr>
              <a:defRPr/>
            </a:lvl1pPr>
          </a:lstStyle>
          <a:p>
            <a:pPr>
              <a:defRPr/>
            </a:pPr>
            <a:r>
              <a:rPr lang="fr-FR" b="1"/>
              <a:t>NOM DE L’ENTITÉ</a:t>
            </a:r>
          </a:p>
        </p:txBody>
      </p:sp>
      <p:sp>
        <p:nvSpPr>
          <p:cNvPr id="8" name="Espace réservé du numéro de diapositive 5"/>
          <p:cNvSpPr>
            <a:spLocks noGrp="1"/>
          </p:cNvSpPr>
          <p:nvPr>
            <p:ph type="sldNum" sz="quarter" idx="21"/>
          </p:nvPr>
        </p:nvSpPr>
        <p:spPr/>
        <p:txBody>
          <a:bodyPr/>
          <a:lstStyle>
            <a:lvl1pPr>
              <a:defRPr/>
            </a:lvl1pPr>
          </a:lstStyle>
          <a:p>
            <a:pPr>
              <a:defRPr/>
            </a:pPr>
            <a:fld id="{407B2653-9D28-5C47-BB16-C7E4DFBE256C}" type="slidenum">
              <a:rPr lang="fr-FR" altLang="fr-FR">
                <a:solidFill>
                  <a:srgbClr val="3C3732"/>
                </a:solidFill>
              </a:rPr>
              <a:pPr>
                <a:defRPr/>
              </a:pPr>
              <a:t>‹N°›</a:t>
            </a:fld>
            <a:endParaRPr lang="fr-FR" altLang="fr-FR">
              <a:solidFill>
                <a:srgbClr val="3C3732"/>
              </a:solidFill>
            </a:endParaRPr>
          </a:p>
        </p:txBody>
      </p:sp>
    </p:spTree>
    <p:extLst>
      <p:ext uri="{BB962C8B-B14F-4D97-AF65-F5344CB8AC3E}">
        <p14:creationId xmlns:p14="http://schemas.microsoft.com/office/powerpoint/2010/main" val="236601916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exte_conclusion">
    <p:spTree>
      <p:nvGrpSpPr>
        <p:cNvPr id="1" name=""/>
        <p:cNvGrpSpPr/>
        <p:nvPr/>
      </p:nvGrpSpPr>
      <p:grpSpPr>
        <a:xfrm>
          <a:off x="0" y="0"/>
          <a:ext cx="0" cy="0"/>
          <a:chOff x="0" y="0"/>
          <a:chExt cx="0" cy="0"/>
        </a:xfrm>
      </p:grpSpPr>
      <p:sp>
        <p:nvSpPr>
          <p:cNvPr id="2" name="Titre 1"/>
          <p:cNvSpPr>
            <a:spLocks noGrp="1"/>
          </p:cNvSpPr>
          <p:nvPr>
            <p:ph type="title"/>
          </p:nvPr>
        </p:nvSpPr>
        <p:spPr bwMode="gray"/>
        <p:txBody>
          <a:bodyPr/>
          <a:lstStyle>
            <a:lvl1pPr>
              <a:defRPr/>
            </a:lvl1pPr>
          </a:lstStyle>
          <a:p>
            <a:r>
              <a:rPr lang="fr-FR" noProof="0"/>
              <a:t>Cliquez et modifiez le titre</a:t>
            </a:r>
          </a:p>
        </p:txBody>
      </p:sp>
      <p:sp>
        <p:nvSpPr>
          <p:cNvPr id="3" name="Espace réservé du contenu 2"/>
          <p:cNvSpPr>
            <a:spLocks noGrp="1"/>
          </p:cNvSpPr>
          <p:nvPr>
            <p:ph idx="1"/>
          </p:nvPr>
        </p:nvSpPr>
        <p:spPr bwMode="gray">
          <a:xfrm>
            <a:off x="719811" y="2324100"/>
            <a:ext cx="10752667" cy="2221024"/>
          </a:xfrm>
        </p:spPr>
        <p:txBody>
          <a:bodyPr/>
          <a:lstStyle>
            <a:lvl2pPr>
              <a:defRPr/>
            </a:lvl2pPr>
            <a:lvl3pPr>
              <a:defRPr/>
            </a:lvl3pPr>
            <a:lvl4pPr>
              <a:defRPr baseline="0"/>
            </a:lvl4pPr>
            <a:lvl5pPr>
              <a:defRPr/>
            </a:lvl5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14" name="Espace réservé du texte 13"/>
          <p:cNvSpPr>
            <a:spLocks noGrp="1"/>
          </p:cNvSpPr>
          <p:nvPr>
            <p:ph type="body" sz="quarter" idx="13"/>
          </p:nvPr>
        </p:nvSpPr>
        <p:spPr bwMode="gray">
          <a:xfrm>
            <a:off x="719668" y="1267884"/>
            <a:ext cx="10752667" cy="576000"/>
          </a:xfrm>
        </p:spPr>
        <p:txBody>
          <a:bodyPr/>
          <a:lstStyle>
            <a:lvl1pPr>
              <a:lnSpc>
                <a:spcPct val="90000"/>
              </a:lnSpc>
              <a:spcAft>
                <a:spcPts val="0"/>
              </a:spcAft>
              <a:tabLst/>
              <a:defRPr sz="1400" b="0" cap="all" baseline="0">
                <a:solidFill>
                  <a:srgbClr val="747678"/>
                </a:solidFill>
                <a:latin typeface="+mn-lt"/>
              </a:defRPr>
            </a:lvl1pPr>
          </a:lstStyle>
          <a:p>
            <a:pPr lvl="0"/>
            <a:r>
              <a:rPr lang="fr-FR"/>
              <a:t>Cliquez pour modifier les styles du texte du masque</a:t>
            </a:r>
          </a:p>
        </p:txBody>
      </p:sp>
      <p:sp>
        <p:nvSpPr>
          <p:cNvPr id="11" name="Espace réservé du texte 13"/>
          <p:cNvSpPr>
            <a:spLocks noGrp="1"/>
          </p:cNvSpPr>
          <p:nvPr>
            <p:ph type="body" sz="quarter" idx="14"/>
          </p:nvPr>
        </p:nvSpPr>
        <p:spPr bwMode="gray">
          <a:xfrm>
            <a:off x="719667" y="4708499"/>
            <a:ext cx="6432000" cy="293844"/>
          </a:xfrm>
          <a:solidFill>
            <a:srgbClr val="D7D7D7"/>
          </a:solidFill>
          <a:ln w="82550">
            <a:solidFill>
              <a:srgbClr val="D7D7D7"/>
            </a:solidFill>
            <a:miter lim="800000"/>
          </a:ln>
        </p:spPr>
        <p:txBody>
          <a:bodyPr tIns="35773" bIns="35773">
            <a:spAutoFit/>
          </a:bodyPr>
          <a:lstStyle>
            <a:lvl1pPr>
              <a:lnSpc>
                <a:spcPct val="90000"/>
              </a:lnSpc>
              <a:spcAft>
                <a:spcPts val="0"/>
              </a:spcAft>
              <a:defRPr sz="1600" b="0" cap="all" baseline="0">
                <a:solidFill>
                  <a:schemeClr val="accent1"/>
                </a:solidFill>
              </a:defRPr>
            </a:lvl1pPr>
          </a:lstStyle>
          <a:p>
            <a:pPr lvl="0"/>
            <a:r>
              <a:rPr lang="fr-FR"/>
              <a:t>Cliquez pour modifier les styles du texte du masque</a:t>
            </a:r>
          </a:p>
        </p:txBody>
      </p:sp>
      <p:sp>
        <p:nvSpPr>
          <p:cNvPr id="6" name="Espace réservé de la date 3"/>
          <p:cNvSpPr>
            <a:spLocks noGrp="1"/>
          </p:cNvSpPr>
          <p:nvPr>
            <p:ph type="dt" sz="half" idx="15"/>
          </p:nvPr>
        </p:nvSpPr>
        <p:spPr/>
        <p:txBody>
          <a:bodyPr/>
          <a:lstStyle>
            <a:lvl1pPr marL="0" marR="0" indent="0" algn="l" defTabSz="908712" rtl="0" eaLnBrk="1" fontAlgn="base" latinLnBrk="0" hangingPunct="1">
              <a:lnSpc>
                <a:spcPct val="114000"/>
              </a:lnSpc>
              <a:spcBef>
                <a:spcPct val="0"/>
              </a:spcBef>
              <a:spcAft>
                <a:spcPct val="0"/>
              </a:spcAft>
              <a:buClrTx/>
              <a:buSzTx/>
              <a:buFontTx/>
              <a:buNone/>
              <a:tabLst/>
              <a:defRPr/>
            </a:lvl1pPr>
          </a:lstStyle>
          <a:p>
            <a:pPr>
              <a:defRPr/>
            </a:pPr>
            <a:endParaRPr lang="fr-FR">
              <a:solidFill>
                <a:srgbClr val="3C3732"/>
              </a:solidFill>
            </a:endParaRPr>
          </a:p>
        </p:txBody>
      </p:sp>
      <p:sp>
        <p:nvSpPr>
          <p:cNvPr id="7" name="Espace réservé du pied de page 4"/>
          <p:cNvSpPr>
            <a:spLocks noGrp="1"/>
          </p:cNvSpPr>
          <p:nvPr>
            <p:ph type="ftr" sz="quarter" idx="16"/>
          </p:nvPr>
        </p:nvSpPr>
        <p:spPr>
          <a:xfrm>
            <a:off x="239197" y="6172803"/>
            <a:ext cx="10706100" cy="215900"/>
          </a:xfrm>
          <a:prstGeom prst="rect">
            <a:avLst/>
          </a:prstGeom>
        </p:spPr>
        <p:txBody>
          <a:bodyPr/>
          <a:lstStyle>
            <a:lvl1pPr>
              <a:defRPr/>
            </a:lvl1pPr>
          </a:lstStyle>
          <a:p>
            <a:pPr>
              <a:defRPr/>
            </a:pPr>
            <a:r>
              <a:rPr lang="fr-FR" b="1"/>
              <a:t>NOM DE L’ENTITÉ</a:t>
            </a:r>
          </a:p>
        </p:txBody>
      </p:sp>
      <p:sp>
        <p:nvSpPr>
          <p:cNvPr id="8" name="Espace réservé du numéro de diapositive 5"/>
          <p:cNvSpPr>
            <a:spLocks noGrp="1"/>
          </p:cNvSpPr>
          <p:nvPr>
            <p:ph type="sldNum" sz="quarter" idx="17"/>
          </p:nvPr>
        </p:nvSpPr>
        <p:spPr/>
        <p:txBody>
          <a:bodyPr/>
          <a:lstStyle>
            <a:lvl1pPr>
              <a:defRPr/>
            </a:lvl1pPr>
          </a:lstStyle>
          <a:p>
            <a:pPr>
              <a:defRPr/>
            </a:pPr>
            <a:fld id="{85DBEB38-BC73-804D-87FF-1DF66F8917BC}" type="slidenum">
              <a:rPr lang="fr-FR" altLang="fr-FR">
                <a:solidFill>
                  <a:srgbClr val="3C3732"/>
                </a:solidFill>
              </a:rPr>
              <a:pPr>
                <a:defRPr/>
              </a:pPr>
              <a:t>‹N°›</a:t>
            </a:fld>
            <a:endParaRPr lang="fr-FR" altLang="fr-FR">
              <a:solidFill>
                <a:srgbClr val="3C3732"/>
              </a:solidFill>
            </a:endParaRPr>
          </a:p>
        </p:txBody>
      </p:sp>
    </p:spTree>
    <p:extLst>
      <p:ext uri="{BB962C8B-B14F-4D97-AF65-F5344CB8AC3E}">
        <p14:creationId xmlns:p14="http://schemas.microsoft.com/office/powerpoint/2010/main" val="387511760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exte_graphique">
    <p:spTree>
      <p:nvGrpSpPr>
        <p:cNvPr id="1" name=""/>
        <p:cNvGrpSpPr/>
        <p:nvPr/>
      </p:nvGrpSpPr>
      <p:grpSpPr>
        <a:xfrm>
          <a:off x="0" y="0"/>
          <a:ext cx="0" cy="0"/>
          <a:chOff x="0" y="0"/>
          <a:chExt cx="0" cy="0"/>
        </a:xfrm>
      </p:grpSpPr>
      <p:sp>
        <p:nvSpPr>
          <p:cNvPr id="2" name="Titre 1"/>
          <p:cNvSpPr>
            <a:spLocks noGrp="1"/>
          </p:cNvSpPr>
          <p:nvPr>
            <p:ph type="title"/>
          </p:nvPr>
        </p:nvSpPr>
        <p:spPr bwMode="gray"/>
        <p:txBody>
          <a:bodyPr/>
          <a:lstStyle>
            <a:lvl1pPr>
              <a:defRPr/>
            </a:lvl1pPr>
          </a:lstStyle>
          <a:p>
            <a:r>
              <a:rPr lang="fr-FR" noProof="0"/>
              <a:t>Cliquez et modifiez le titre</a:t>
            </a:r>
          </a:p>
        </p:txBody>
      </p:sp>
      <p:sp>
        <p:nvSpPr>
          <p:cNvPr id="3" name="Espace réservé du contenu 2"/>
          <p:cNvSpPr>
            <a:spLocks noGrp="1"/>
          </p:cNvSpPr>
          <p:nvPr>
            <p:ph idx="1"/>
          </p:nvPr>
        </p:nvSpPr>
        <p:spPr bwMode="gray">
          <a:xfrm>
            <a:off x="719668" y="2324112"/>
            <a:ext cx="5280000" cy="3649135"/>
          </a:xfrm>
        </p:spPr>
        <p:txBody>
          <a:bodyPr/>
          <a:lstStyle>
            <a:lvl2pPr>
              <a:defRPr/>
            </a:lvl2pPr>
            <a:lvl3pPr>
              <a:defRPr/>
            </a:lvl3pPr>
            <a:lvl4pPr>
              <a:defRPr baseline="0"/>
            </a:lvl4pPr>
            <a:lvl5pPr>
              <a:defRPr/>
            </a:lvl5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14" name="Espace réservé du texte 13"/>
          <p:cNvSpPr>
            <a:spLocks noGrp="1"/>
          </p:cNvSpPr>
          <p:nvPr>
            <p:ph type="body" sz="quarter" idx="13"/>
          </p:nvPr>
        </p:nvSpPr>
        <p:spPr bwMode="gray">
          <a:xfrm>
            <a:off x="719668" y="1267884"/>
            <a:ext cx="10752667" cy="576000"/>
          </a:xfrm>
        </p:spPr>
        <p:txBody>
          <a:bodyPr/>
          <a:lstStyle>
            <a:lvl1pPr>
              <a:lnSpc>
                <a:spcPct val="90000"/>
              </a:lnSpc>
              <a:spcAft>
                <a:spcPts val="0"/>
              </a:spcAft>
              <a:tabLst/>
              <a:defRPr sz="1400" b="0" cap="all" baseline="0">
                <a:solidFill>
                  <a:srgbClr val="747678"/>
                </a:solidFill>
                <a:latin typeface="+mn-lt"/>
              </a:defRPr>
            </a:lvl1pPr>
          </a:lstStyle>
          <a:p>
            <a:pPr lvl="0"/>
            <a:r>
              <a:rPr lang="fr-FR"/>
              <a:t>Cliquez pour modifier les styles du texte du masque</a:t>
            </a:r>
          </a:p>
        </p:txBody>
      </p:sp>
      <p:sp>
        <p:nvSpPr>
          <p:cNvPr id="15" name="Espace réservé du graphique 14"/>
          <p:cNvSpPr>
            <a:spLocks noGrp="1"/>
          </p:cNvSpPr>
          <p:nvPr>
            <p:ph type="chart" sz="quarter" idx="14"/>
          </p:nvPr>
        </p:nvSpPr>
        <p:spPr bwMode="gray">
          <a:xfrm>
            <a:off x="6192335" y="2372847"/>
            <a:ext cx="5280000" cy="3600449"/>
          </a:xfrm>
        </p:spPr>
        <p:txBody>
          <a:bodyPr tIns="715544" rtlCol="0" anchor="ctr">
            <a:normAutofit/>
          </a:bodyPr>
          <a:lstStyle>
            <a:lvl1pPr algn="ctr">
              <a:defRPr b="0" cap="all" baseline="0">
                <a:latin typeface="+mn-lt"/>
              </a:defRPr>
            </a:lvl1pPr>
          </a:lstStyle>
          <a:p>
            <a:pPr lvl="0"/>
            <a:r>
              <a:rPr lang="fr-FR" noProof="0"/>
              <a:t>Cliquez sur l'icône pour ajouter un graphique</a:t>
            </a:r>
          </a:p>
        </p:txBody>
      </p:sp>
      <p:sp>
        <p:nvSpPr>
          <p:cNvPr id="6" name="Espace réservé de la date 3"/>
          <p:cNvSpPr>
            <a:spLocks noGrp="1"/>
          </p:cNvSpPr>
          <p:nvPr>
            <p:ph type="dt" sz="half" idx="15"/>
          </p:nvPr>
        </p:nvSpPr>
        <p:spPr>
          <a:xfrm>
            <a:off x="719680" y="6417735"/>
            <a:ext cx="10225617" cy="215900"/>
          </a:xfrm>
        </p:spPr>
        <p:txBody>
          <a:bodyPr/>
          <a:lstStyle>
            <a:lvl1pPr marL="0" marR="0" indent="0" algn="l" defTabSz="908712" rtl="0" eaLnBrk="1" fontAlgn="base" latinLnBrk="0" hangingPunct="1">
              <a:lnSpc>
                <a:spcPct val="114000"/>
              </a:lnSpc>
              <a:spcBef>
                <a:spcPct val="0"/>
              </a:spcBef>
              <a:spcAft>
                <a:spcPct val="0"/>
              </a:spcAft>
              <a:buClrTx/>
              <a:buSzTx/>
              <a:buFontTx/>
              <a:buNone/>
              <a:tabLst/>
              <a:defRPr/>
            </a:lvl1pPr>
          </a:lstStyle>
          <a:p>
            <a:pPr>
              <a:defRPr/>
            </a:pPr>
            <a:endParaRPr lang="fr-FR">
              <a:solidFill>
                <a:srgbClr val="3C3732"/>
              </a:solidFill>
            </a:endParaRPr>
          </a:p>
        </p:txBody>
      </p:sp>
      <p:sp>
        <p:nvSpPr>
          <p:cNvPr id="7" name="Espace réservé du pied de page 4"/>
          <p:cNvSpPr>
            <a:spLocks noGrp="1"/>
          </p:cNvSpPr>
          <p:nvPr>
            <p:ph type="ftr" sz="quarter" idx="16"/>
          </p:nvPr>
        </p:nvSpPr>
        <p:spPr>
          <a:xfrm>
            <a:off x="239197" y="6172803"/>
            <a:ext cx="10706100" cy="215900"/>
          </a:xfrm>
          <a:prstGeom prst="rect">
            <a:avLst/>
          </a:prstGeom>
        </p:spPr>
        <p:txBody>
          <a:bodyPr/>
          <a:lstStyle>
            <a:lvl1pPr marL="0" marR="0" indent="0" algn="l" defTabSz="1066175" rtl="0" eaLnBrk="1" fontAlgn="auto" latinLnBrk="0" hangingPunct="1">
              <a:lnSpc>
                <a:spcPct val="114000"/>
              </a:lnSpc>
              <a:spcBef>
                <a:spcPts val="0"/>
              </a:spcBef>
              <a:spcAft>
                <a:spcPts val="0"/>
              </a:spcAft>
              <a:buClrTx/>
              <a:buSzTx/>
              <a:buFontTx/>
              <a:buNone/>
              <a:tabLst/>
              <a:defRPr/>
            </a:lvl1pPr>
          </a:lstStyle>
          <a:p>
            <a:pPr>
              <a:defRPr/>
            </a:pPr>
            <a:r>
              <a:rPr lang="fr-FR" i="1" cap="all">
                <a:solidFill>
                  <a:srgbClr val="3C3732"/>
                </a:solidFill>
                <a:latin typeface="Avenir LT Std 45 Book"/>
              </a:rPr>
              <a:t>Drh GROUPE SNCF- Pôle formation compétences et métiers</a:t>
            </a:r>
          </a:p>
        </p:txBody>
      </p:sp>
      <p:sp>
        <p:nvSpPr>
          <p:cNvPr id="8" name="Espace réservé du numéro de diapositive 5"/>
          <p:cNvSpPr>
            <a:spLocks noGrp="1"/>
          </p:cNvSpPr>
          <p:nvPr>
            <p:ph type="sldNum" sz="quarter" idx="17"/>
          </p:nvPr>
        </p:nvSpPr>
        <p:spPr>
          <a:xfrm>
            <a:off x="239184" y="6417735"/>
            <a:ext cx="480483" cy="215900"/>
          </a:xfrm>
        </p:spPr>
        <p:txBody>
          <a:bodyPr/>
          <a:lstStyle>
            <a:lvl1pPr>
              <a:defRPr/>
            </a:lvl1pPr>
          </a:lstStyle>
          <a:p>
            <a:pPr>
              <a:defRPr/>
            </a:pPr>
            <a:fld id="{D4053C20-7ABB-CB44-8330-6B3322D1A72A}" type="slidenum">
              <a:rPr lang="fr-FR" altLang="fr-FR">
                <a:solidFill>
                  <a:srgbClr val="3C3732"/>
                </a:solidFill>
              </a:rPr>
              <a:pPr>
                <a:defRPr/>
              </a:pPr>
              <a:t>‹N°›</a:t>
            </a:fld>
            <a:endParaRPr lang="fr-FR" altLang="fr-FR">
              <a:solidFill>
                <a:srgbClr val="3C3732"/>
              </a:solidFill>
            </a:endParaRPr>
          </a:p>
        </p:txBody>
      </p:sp>
    </p:spTree>
    <p:extLst>
      <p:ext uri="{BB962C8B-B14F-4D97-AF65-F5344CB8AC3E}">
        <p14:creationId xmlns:p14="http://schemas.microsoft.com/office/powerpoint/2010/main" val="206223694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re_graphique">
    <p:spTree>
      <p:nvGrpSpPr>
        <p:cNvPr id="1" name=""/>
        <p:cNvGrpSpPr/>
        <p:nvPr/>
      </p:nvGrpSpPr>
      <p:grpSpPr>
        <a:xfrm>
          <a:off x="0" y="0"/>
          <a:ext cx="0" cy="0"/>
          <a:chOff x="0" y="0"/>
          <a:chExt cx="0" cy="0"/>
        </a:xfrm>
      </p:grpSpPr>
      <p:sp>
        <p:nvSpPr>
          <p:cNvPr id="2" name="Titre 1"/>
          <p:cNvSpPr>
            <a:spLocks noGrp="1"/>
          </p:cNvSpPr>
          <p:nvPr>
            <p:ph type="title"/>
          </p:nvPr>
        </p:nvSpPr>
        <p:spPr bwMode="gray"/>
        <p:txBody>
          <a:bodyPr/>
          <a:lstStyle>
            <a:lvl1pPr>
              <a:defRPr/>
            </a:lvl1pPr>
          </a:lstStyle>
          <a:p>
            <a:r>
              <a:rPr lang="fr-FR" noProof="0"/>
              <a:t>Cliquez et modifiez le titre</a:t>
            </a:r>
          </a:p>
        </p:txBody>
      </p:sp>
      <p:sp>
        <p:nvSpPr>
          <p:cNvPr id="14" name="Espace réservé du texte 13"/>
          <p:cNvSpPr>
            <a:spLocks noGrp="1"/>
          </p:cNvSpPr>
          <p:nvPr>
            <p:ph type="body" sz="quarter" idx="13"/>
          </p:nvPr>
        </p:nvSpPr>
        <p:spPr bwMode="gray">
          <a:xfrm>
            <a:off x="719668" y="1267884"/>
            <a:ext cx="10752667" cy="576000"/>
          </a:xfrm>
        </p:spPr>
        <p:txBody>
          <a:bodyPr/>
          <a:lstStyle>
            <a:lvl1pPr>
              <a:lnSpc>
                <a:spcPct val="90000"/>
              </a:lnSpc>
              <a:spcAft>
                <a:spcPts val="0"/>
              </a:spcAft>
              <a:defRPr sz="1400" b="0" cap="all" baseline="0">
                <a:solidFill>
                  <a:srgbClr val="747678"/>
                </a:solidFill>
                <a:latin typeface="+mn-lt"/>
              </a:defRPr>
            </a:lvl1pPr>
          </a:lstStyle>
          <a:p>
            <a:pPr lvl="0"/>
            <a:r>
              <a:rPr lang="fr-FR"/>
              <a:t>Cliquez pour modifier les styles du texte du masque</a:t>
            </a:r>
          </a:p>
        </p:txBody>
      </p:sp>
      <p:sp>
        <p:nvSpPr>
          <p:cNvPr id="15" name="Espace réservé du graphique 14"/>
          <p:cNvSpPr>
            <a:spLocks noGrp="1"/>
          </p:cNvSpPr>
          <p:nvPr>
            <p:ph type="chart" sz="quarter" idx="14"/>
          </p:nvPr>
        </p:nvSpPr>
        <p:spPr bwMode="gray">
          <a:xfrm>
            <a:off x="719668" y="2372847"/>
            <a:ext cx="10752667" cy="3600449"/>
          </a:xfrm>
        </p:spPr>
        <p:txBody>
          <a:bodyPr tIns="715544" rtlCol="0" anchor="ctr">
            <a:normAutofit/>
          </a:bodyPr>
          <a:lstStyle>
            <a:lvl1pPr algn="ctr">
              <a:defRPr b="0" cap="all" baseline="0">
                <a:latin typeface="+mn-lt"/>
              </a:defRPr>
            </a:lvl1pPr>
          </a:lstStyle>
          <a:p>
            <a:pPr lvl="0"/>
            <a:r>
              <a:rPr lang="fr-FR" noProof="0"/>
              <a:t>Cliquez sur l'icône pour ajouter un graphique</a:t>
            </a:r>
          </a:p>
        </p:txBody>
      </p:sp>
      <p:sp>
        <p:nvSpPr>
          <p:cNvPr id="5" name="Espace réservé de la date 3"/>
          <p:cNvSpPr>
            <a:spLocks noGrp="1"/>
          </p:cNvSpPr>
          <p:nvPr>
            <p:ph type="dt" sz="half" idx="15"/>
          </p:nvPr>
        </p:nvSpPr>
        <p:spPr/>
        <p:txBody>
          <a:bodyPr/>
          <a:lstStyle>
            <a:lvl1pPr marL="0" marR="0" indent="0" algn="l" defTabSz="908712" rtl="0" eaLnBrk="1" fontAlgn="base" latinLnBrk="0" hangingPunct="1">
              <a:lnSpc>
                <a:spcPct val="114000"/>
              </a:lnSpc>
              <a:spcBef>
                <a:spcPct val="0"/>
              </a:spcBef>
              <a:spcAft>
                <a:spcPct val="0"/>
              </a:spcAft>
              <a:buClrTx/>
              <a:buSzTx/>
              <a:buFontTx/>
              <a:buNone/>
              <a:tabLst/>
              <a:defRPr/>
            </a:lvl1pPr>
          </a:lstStyle>
          <a:p>
            <a:endParaRPr lang="fr-FR">
              <a:solidFill>
                <a:srgbClr val="3C3732"/>
              </a:solidFill>
            </a:endParaRPr>
          </a:p>
        </p:txBody>
      </p:sp>
      <p:sp>
        <p:nvSpPr>
          <p:cNvPr id="7" name="Espace réservé du numéro de diapositive 5"/>
          <p:cNvSpPr>
            <a:spLocks noGrp="1"/>
          </p:cNvSpPr>
          <p:nvPr>
            <p:ph type="sldNum" sz="quarter" idx="17"/>
          </p:nvPr>
        </p:nvSpPr>
        <p:spPr/>
        <p:txBody>
          <a:bodyPr/>
          <a:lstStyle>
            <a:lvl1pPr>
              <a:defRPr/>
            </a:lvl1pPr>
          </a:lstStyle>
          <a:p>
            <a:pPr>
              <a:defRPr/>
            </a:pPr>
            <a:fld id="{E88C2641-6C1C-9B4B-8BA2-889B4281BB60}" type="slidenum">
              <a:rPr lang="fr-FR" altLang="fr-FR">
                <a:solidFill>
                  <a:srgbClr val="3C3732"/>
                </a:solidFill>
              </a:rPr>
              <a:pPr>
                <a:defRPr/>
              </a:pPr>
              <a:t>‹N°›</a:t>
            </a:fld>
            <a:endParaRPr lang="fr-FR" altLang="fr-FR">
              <a:solidFill>
                <a:srgbClr val="3C3732"/>
              </a:solidFill>
            </a:endParaRPr>
          </a:p>
        </p:txBody>
      </p:sp>
    </p:spTree>
    <p:extLst>
      <p:ext uri="{BB962C8B-B14F-4D97-AF65-F5344CB8AC3E}">
        <p14:creationId xmlns:p14="http://schemas.microsoft.com/office/powerpoint/2010/main" val="17863308"/>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itre_graphique_texte">
    <p:spTree>
      <p:nvGrpSpPr>
        <p:cNvPr id="1" name=""/>
        <p:cNvGrpSpPr/>
        <p:nvPr/>
      </p:nvGrpSpPr>
      <p:grpSpPr>
        <a:xfrm>
          <a:off x="0" y="0"/>
          <a:ext cx="0" cy="0"/>
          <a:chOff x="0" y="0"/>
          <a:chExt cx="0" cy="0"/>
        </a:xfrm>
      </p:grpSpPr>
      <p:sp>
        <p:nvSpPr>
          <p:cNvPr id="15" name="Espace réservé du graphique 14"/>
          <p:cNvSpPr>
            <a:spLocks noGrp="1"/>
          </p:cNvSpPr>
          <p:nvPr>
            <p:ph type="chart" sz="quarter" idx="14"/>
          </p:nvPr>
        </p:nvSpPr>
        <p:spPr bwMode="gray">
          <a:xfrm>
            <a:off x="719668" y="2372847"/>
            <a:ext cx="10752667" cy="3600449"/>
          </a:xfrm>
        </p:spPr>
        <p:txBody>
          <a:bodyPr tIns="715544" rtlCol="0" anchor="ctr">
            <a:normAutofit/>
          </a:bodyPr>
          <a:lstStyle>
            <a:lvl1pPr algn="ctr">
              <a:defRPr b="0" cap="all" baseline="0">
                <a:latin typeface="+mn-lt"/>
              </a:defRPr>
            </a:lvl1pPr>
          </a:lstStyle>
          <a:p>
            <a:pPr lvl="0"/>
            <a:r>
              <a:rPr lang="fr-FR" noProof="0"/>
              <a:t>Cliquez sur l'icône pour ajouter un graphique</a:t>
            </a:r>
          </a:p>
        </p:txBody>
      </p:sp>
      <p:sp>
        <p:nvSpPr>
          <p:cNvPr id="2" name="Titre 1"/>
          <p:cNvSpPr>
            <a:spLocks noGrp="1"/>
          </p:cNvSpPr>
          <p:nvPr>
            <p:ph type="title"/>
          </p:nvPr>
        </p:nvSpPr>
        <p:spPr bwMode="gray"/>
        <p:txBody>
          <a:bodyPr/>
          <a:lstStyle>
            <a:lvl1pPr>
              <a:defRPr/>
            </a:lvl1pPr>
          </a:lstStyle>
          <a:p>
            <a:r>
              <a:rPr lang="fr-FR" noProof="0"/>
              <a:t>Cliquez et modifiez le titre</a:t>
            </a:r>
          </a:p>
        </p:txBody>
      </p:sp>
      <p:sp>
        <p:nvSpPr>
          <p:cNvPr id="14" name="Espace réservé du texte 13"/>
          <p:cNvSpPr>
            <a:spLocks noGrp="1"/>
          </p:cNvSpPr>
          <p:nvPr>
            <p:ph type="body" sz="quarter" idx="13"/>
          </p:nvPr>
        </p:nvSpPr>
        <p:spPr bwMode="gray">
          <a:xfrm>
            <a:off x="719668" y="1267884"/>
            <a:ext cx="10752667" cy="576000"/>
          </a:xfrm>
        </p:spPr>
        <p:txBody>
          <a:bodyPr/>
          <a:lstStyle>
            <a:lvl1pPr>
              <a:lnSpc>
                <a:spcPct val="90000"/>
              </a:lnSpc>
              <a:spcAft>
                <a:spcPts val="0"/>
              </a:spcAft>
              <a:defRPr sz="1400" b="0" cap="all" baseline="0">
                <a:solidFill>
                  <a:srgbClr val="747678"/>
                </a:solidFill>
                <a:latin typeface="+mn-lt"/>
              </a:defRPr>
            </a:lvl1pPr>
          </a:lstStyle>
          <a:p>
            <a:pPr lvl="0"/>
            <a:r>
              <a:rPr lang="fr-FR"/>
              <a:t>Cliquez pour modifier les styles du texte du masque</a:t>
            </a:r>
          </a:p>
        </p:txBody>
      </p:sp>
      <p:sp>
        <p:nvSpPr>
          <p:cNvPr id="13" name="Espace réservé du texte 12"/>
          <p:cNvSpPr>
            <a:spLocks noGrp="1"/>
          </p:cNvSpPr>
          <p:nvPr>
            <p:ph type="body" sz="quarter" idx="15"/>
          </p:nvPr>
        </p:nvSpPr>
        <p:spPr bwMode="gray">
          <a:xfrm>
            <a:off x="7536193" y="2324103"/>
            <a:ext cx="3936175" cy="254476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e la date 3"/>
          <p:cNvSpPr>
            <a:spLocks noGrp="1"/>
          </p:cNvSpPr>
          <p:nvPr>
            <p:ph type="dt" sz="half" idx="16"/>
          </p:nvPr>
        </p:nvSpPr>
        <p:spPr/>
        <p:txBody>
          <a:bodyPr/>
          <a:lstStyle>
            <a:lvl1pPr marL="0" marR="0" indent="0" algn="l" defTabSz="908712" rtl="0" eaLnBrk="1" fontAlgn="base" latinLnBrk="0" hangingPunct="1">
              <a:lnSpc>
                <a:spcPct val="114000"/>
              </a:lnSpc>
              <a:spcBef>
                <a:spcPct val="0"/>
              </a:spcBef>
              <a:spcAft>
                <a:spcPct val="0"/>
              </a:spcAft>
              <a:buClrTx/>
              <a:buSzTx/>
              <a:buFontTx/>
              <a:buNone/>
              <a:tabLst/>
              <a:defRPr/>
            </a:lvl1pPr>
          </a:lstStyle>
          <a:p>
            <a:pPr>
              <a:defRPr/>
            </a:pPr>
            <a:endParaRPr lang="fr-FR">
              <a:solidFill>
                <a:srgbClr val="3C3732"/>
              </a:solidFill>
            </a:endParaRPr>
          </a:p>
        </p:txBody>
      </p:sp>
      <p:sp>
        <p:nvSpPr>
          <p:cNvPr id="7" name="Espace réservé du pied de page 4"/>
          <p:cNvSpPr>
            <a:spLocks noGrp="1"/>
          </p:cNvSpPr>
          <p:nvPr>
            <p:ph type="ftr" sz="quarter" idx="17"/>
          </p:nvPr>
        </p:nvSpPr>
        <p:spPr>
          <a:xfrm>
            <a:off x="239197" y="6172803"/>
            <a:ext cx="10706100" cy="215900"/>
          </a:xfrm>
          <a:prstGeom prst="rect">
            <a:avLst/>
          </a:prstGeom>
        </p:spPr>
        <p:txBody>
          <a:bodyPr/>
          <a:lstStyle>
            <a:lvl1pPr>
              <a:defRPr/>
            </a:lvl1pPr>
          </a:lstStyle>
          <a:p>
            <a:pPr>
              <a:defRPr/>
            </a:pPr>
            <a:r>
              <a:rPr lang="fr-FR" b="1"/>
              <a:t>NOM DE L’ENTITÉ</a:t>
            </a:r>
          </a:p>
        </p:txBody>
      </p:sp>
      <p:sp>
        <p:nvSpPr>
          <p:cNvPr id="8" name="Espace réservé du numéro de diapositive 5"/>
          <p:cNvSpPr>
            <a:spLocks noGrp="1"/>
          </p:cNvSpPr>
          <p:nvPr>
            <p:ph type="sldNum" sz="quarter" idx="18"/>
          </p:nvPr>
        </p:nvSpPr>
        <p:spPr/>
        <p:txBody>
          <a:bodyPr/>
          <a:lstStyle>
            <a:lvl1pPr>
              <a:defRPr/>
            </a:lvl1pPr>
          </a:lstStyle>
          <a:p>
            <a:pPr>
              <a:defRPr/>
            </a:pPr>
            <a:fld id="{FA87FE15-C785-A945-8706-C4E2D2ADF79E}" type="slidenum">
              <a:rPr lang="fr-FR" altLang="fr-FR">
                <a:solidFill>
                  <a:srgbClr val="3C3732"/>
                </a:solidFill>
              </a:rPr>
              <a:pPr>
                <a:defRPr/>
              </a:pPr>
              <a:t>‹N°›</a:t>
            </a:fld>
            <a:endParaRPr lang="fr-FR" altLang="fr-FR">
              <a:solidFill>
                <a:srgbClr val="3C3732"/>
              </a:solidFill>
            </a:endParaRPr>
          </a:p>
        </p:txBody>
      </p:sp>
    </p:spTree>
    <p:extLst>
      <p:ext uri="{BB962C8B-B14F-4D97-AF65-F5344CB8AC3E}">
        <p14:creationId xmlns:p14="http://schemas.microsoft.com/office/powerpoint/2010/main" val="2374477665"/>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re_tableau_type_1">
    <p:spTree>
      <p:nvGrpSpPr>
        <p:cNvPr id="1" name=""/>
        <p:cNvGrpSpPr/>
        <p:nvPr/>
      </p:nvGrpSpPr>
      <p:grpSpPr>
        <a:xfrm>
          <a:off x="0" y="0"/>
          <a:ext cx="0" cy="0"/>
          <a:chOff x="0" y="0"/>
          <a:chExt cx="0" cy="0"/>
        </a:xfrm>
      </p:grpSpPr>
      <p:sp>
        <p:nvSpPr>
          <p:cNvPr id="2" name="Titre 1"/>
          <p:cNvSpPr>
            <a:spLocks noGrp="1"/>
          </p:cNvSpPr>
          <p:nvPr>
            <p:ph type="title"/>
          </p:nvPr>
        </p:nvSpPr>
        <p:spPr bwMode="gray"/>
        <p:txBody>
          <a:bodyPr/>
          <a:lstStyle>
            <a:lvl1pPr>
              <a:defRPr/>
            </a:lvl1pPr>
          </a:lstStyle>
          <a:p>
            <a:r>
              <a:rPr lang="fr-FR" noProof="0"/>
              <a:t>Cliquez et modifiez le titre</a:t>
            </a:r>
          </a:p>
        </p:txBody>
      </p:sp>
      <p:sp>
        <p:nvSpPr>
          <p:cNvPr id="14" name="Espace réservé du texte 13"/>
          <p:cNvSpPr>
            <a:spLocks noGrp="1"/>
          </p:cNvSpPr>
          <p:nvPr>
            <p:ph type="body" sz="quarter" idx="13"/>
          </p:nvPr>
        </p:nvSpPr>
        <p:spPr bwMode="gray">
          <a:xfrm>
            <a:off x="719668" y="1267884"/>
            <a:ext cx="10752667" cy="576000"/>
          </a:xfrm>
        </p:spPr>
        <p:txBody>
          <a:bodyPr/>
          <a:lstStyle>
            <a:lvl1pPr>
              <a:lnSpc>
                <a:spcPct val="90000"/>
              </a:lnSpc>
              <a:spcAft>
                <a:spcPts val="0"/>
              </a:spcAft>
              <a:defRPr sz="1400" b="0" cap="all" baseline="0">
                <a:solidFill>
                  <a:srgbClr val="747678"/>
                </a:solidFill>
                <a:latin typeface="+mn-lt"/>
              </a:defRPr>
            </a:lvl1pPr>
          </a:lstStyle>
          <a:p>
            <a:pPr lvl="0"/>
            <a:r>
              <a:rPr lang="fr-FR"/>
              <a:t>Cliquez pour modifier les styles du texte du masque</a:t>
            </a:r>
          </a:p>
        </p:txBody>
      </p:sp>
      <p:sp>
        <p:nvSpPr>
          <p:cNvPr id="13" name="Espace réservé du tableau 12"/>
          <p:cNvSpPr>
            <a:spLocks noGrp="1"/>
          </p:cNvSpPr>
          <p:nvPr>
            <p:ph type="tbl" sz="quarter" idx="14"/>
          </p:nvPr>
        </p:nvSpPr>
        <p:spPr bwMode="gray">
          <a:xfrm>
            <a:off x="719811" y="2372784"/>
            <a:ext cx="10752667" cy="3120000"/>
          </a:xfrm>
        </p:spPr>
        <p:txBody>
          <a:bodyPr tIns="715544" rtlCol="0" anchor="ctr">
            <a:normAutofit/>
          </a:bodyPr>
          <a:lstStyle>
            <a:lvl1pPr algn="ctr">
              <a:spcAft>
                <a:spcPts val="0"/>
              </a:spcAft>
              <a:defRPr b="0" cap="all" baseline="0">
                <a:latin typeface="+mn-lt"/>
              </a:defRPr>
            </a:lvl1pPr>
          </a:lstStyle>
          <a:p>
            <a:pPr lvl="0"/>
            <a:endParaRPr lang="fr-FR" noProof="0"/>
          </a:p>
        </p:txBody>
      </p:sp>
      <p:sp>
        <p:nvSpPr>
          <p:cNvPr id="17" name="Espace réservé du texte 16"/>
          <p:cNvSpPr>
            <a:spLocks noGrp="1"/>
          </p:cNvSpPr>
          <p:nvPr>
            <p:ph type="body" sz="quarter" idx="15"/>
          </p:nvPr>
        </p:nvSpPr>
        <p:spPr bwMode="gray">
          <a:xfrm>
            <a:off x="3983567" y="5528827"/>
            <a:ext cx="1200000" cy="288000"/>
          </a:xfrm>
        </p:spPr>
        <p:txBody>
          <a:bodyPr anchor="ctr"/>
          <a:lstStyle>
            <a:lvl1pPr>
              <a:spcAft>
                <a:spcPts val="0"/>
              </a:spcAft>
              <a:defRPr sz="1100" b="0" baseline="0">
                <a:solidFill>
                  <a:schemeClr val="tx1"/>
                </a:solidFill>
                <a:latin typeface="+mn-lt"/>
              </a:defRPr>
            </a:lvl1pPr>
          </a:lstStyle>
          <a:p>
            <a:pPr lvl="0"/>
            <a:r>
              <a:rPr lang="fr-FR"/>
              <a:t>Cliquez pour modifier les styles du texte du masque</a:t>
            </a:r>
          </a:p>
        </p:txBody>
      </p:sp>
      <p:sp>
        <p:nvSpPr>
          <p:cNvPr id="18" name="Espace réservé du texte 16"/>
          <p:cNvSpPr>
            <a:spLocks noGrp="1"/>
          </p:cNvSpPr>
          <p:nvPr>
            <p:ph type="body" sz="quarter" idx="16"/>
          </p:nvPr>
        </p:nvSpPr>
        <p:spPr bwMode="gray">
          <a:xfrm>
            <a:off x="3743739" y="5612424"/>
            <a:ext cx="124800" cy="124800"/>
          </a:xfrm>
          <a:prstGeom prst="ellipse">
            <a:avLst/>
          </a:prstGeom>
          <a:solidFill>
            <a:schemeClr val="accent1"/>
          </a:solidFill>
        </p:spPr>
        <p:txBody>
          <a:bodyPr/>
          <a:lstStyle>
            <a:lvl1pPr>
              <a:spcAft>
                <a:spcPts val="0"/>
              </a:spcAft>
              <a:defRPr sz="133" b="0" baseline="0">
                <a:solidFill>
                  <a:schemeClr val="accent1">
                    <a:alpha val="0"/>
                  </a:schemeClr>
                </a:solidFill>
              </a:defRPr>
            </a:lvl1pPr>
          </a:lstStyle>
          <a:p>
            <a:pPr lvl="0"/>
            <a:r>
              <a:rPr lang="fr-FR"/>
              <a:t>Cliquez pour modifier les styles du texte du masque</a:t>
            </a:r>
          </a:p>
        </p:txBody>
      </p:sp>
      <p:sp>
        <p:nvSpPr>
          <p:cNvPr id="19" name="Espace réservé du texte 16"/>
          <p:cNvSpPr>
            <a:spLocks noGrp="1"/>
          </p:cNvSpPr>
          <p:nvPr>
            <p:ph type="body" sz="quarter" idx="17"/>
          </p:nvPr>
        </p:nvSpPr>
        <p:spPr bwMode="gray">
          <a:xfrm>
            <a:off x="5555757" y="5528827"/>
            <a:ext cx="1200000" cy="288000"/>
          </a:xfrm>
        </p:spPr>
        <p:txBody>
          <a:bodyPr anchor="ctr"/>
          <a:lstStyle>
            <a:lvl1pPr>
              <a:spcAft>
                <a:spcPts val="0"/>
              </a:spcAft>
              <a:defRPr sz="1100" b="0" baseline="0">
                <a:solidFill>
                  <a:schemeClr val="tx1"/>
                </a:solidFill>
                <a:latin typeface="+mn-lt"/>
              </a:defRPr>
            </a:lvl1pPr>
          </a:lstStyle>
          <a:p>
            <a:pPr lvl="0"/>
            <a:r>
              <a:rPr lang="fr-FR"/>
              <a:t>Cliquez pour modifier les styles du texte du masque</a:t>
            </a:r>
          </a:p>
        </p:txBody>
      </p:sp>
      <p:sp>
        <p:nvSpPr>
          <p:cNvPr id="20" name="Espace réservé du texte 16"/>
          <p:cNvSpPr>
            <a:spLocks noGrp="1"/>
          </p:cNvSpPr>
          <p:nvPr>
            <p:ph type="body" sz="quarter" idx="18"/>
          </p:nvPr>
        </p:nvSpPr>
        <p:spPr bwMode="gray">
          <a:xfrm>
            <a:off x="5315931" y="5612424"/>
            <a:ext cx="124800" cy="124800"/>
          </a:xfrm>
          <a:prstGeom prst="ellipse">
            <a:avLst/>
          </a:prstGeom>
          <a:solidFill>
            <a:schemeClr val="accent2"/>
          </a:solidFill>
        </p:spPr>
        <p:txBody>
          <a:bodyPr/>
          <a:lstStyle>
            <a:lvl1pPr>
              <a:spcAft>
                <a:spcPts val="0"/>
              </a:spcAft>
              <a:defRPr sz="133" b="0" baseline="0">
                <a:solidFill>
                  <a:schemeClr val="accent1">
                    <a:alpha val="0"/>
                  </a:schemeClr>
                </a:solidFill>
              </a:defRPr>
            </a:lvl1pPr>
          </a:lstStyle>
          <a:p>
            <a:pPr lvl="0"/>
            <a:r>
              <a:rPr lang="fr-FR"/>
              <a:t>Cliquez pour modifier les styles du texte du masque</a:t>
            </a:r>
          </a:p>
        </p:txBody>
      </p:sp>
      <p:sp>
        <p:nvSpPr>
          <p:cNvPr id="21" name="Espace réservé du texte 16"/>
          <p:cNvSpPr>
            <a:spLocks noGrp="1"/>
          </p:cNvSpPr>
          <p:nvPr>
            <p:ph type="body" sz="quarter" idx="19"/>
          </p:nvPr>
        </p:nvSpPr>
        <p:spPr bwMode="gray">
          <a:xfrm>
            <a:off x="7127951" y="5528827"/>
            <a:ext cx="1200000" cy="288000"/>
          </a:xfrm>
        </p:spPr>
        <p:txBody>
          <a:bodyPr anchor="ctr"/>
          <a:lstStyle>
            <a:lvl1pPr>
              <a:spcAft>
                <a:spcPts val="0"/>
              </a:spcAft>
              <a:defRPr sz="1100" b="0" baseline="0">
                <a:solidFill>
                  <a:schemeClr val="tx1"/>
                </a:solidFill>
                <a:latin typeface="+mn-lt"/>
              </a:defRPr>
            </a:lvl1pPr>
          </a:lstStyle>
          <a:p>
            <a:pPr lvl="0"/>
            <a:r>
              <a:rPr lang="fr-FR"/>
              <a:t>Cliquez pour modifier les styles du texte du masque</a:t>
            </a:r>
          </a:p>
        </p:txBody>
      </p:sp>
      <p:sp>
        <p:nvSpPr>
          <p:cNvPr id="22" name="Espace réservé du texte 16"/>
          <p:cNvSpPr>
            <a:spLocks noGrp="1"/>
          </p:cNvSpPr>
          <p:nvPr>
            <p:ph type="body" sz="quarter" idx="20"/>
          </p:nvPr>
        </p:nvSpPr>
        <p:spPr bwMode="gray">
          <a:xfrm>
            <a:off x="6888123" y="5612424"/>
            <a:ext cx="124800" cy="124800"/>
          </a:xfrm>
          <a:prstGeom prst="ellipse">
            <a:avLst/>
          </a:prstGeom>
          <a:solidFill>
            <a:schemeClr val="accent4"/>
          </a:solidFill>
        </p:spPr>
        <p:txBody>
          <a:bodyPr/>
          <a:lstStyle>
            <a:lvl1pPr>
              <a:spcAft>
                <a:spcPts val="0"/>
              </a:spcAft>
              <a:defRPr sz="133" b="0" baseline="0">
                <a:solidFill>
                  <a:schemeClr val="accent1">
                    <a:alpha val="0"/>
                  </a:schemeClr>
                </a:solidFill>
              </a:defRPr>
            </a:lvl1pPr>
          </a:lstStyle>
          <a:p>
            <a:pPr lvl="0"/>
            <a:r>
              <a:rPr lang="fr-FR"/>
              <a:t>Cliquez pour modifier les styles du texte du masque</a:t>
            </a:r>
          </a:p>
        </p:txBody>
      </p:sp>
      <p:sp>
        <p:nvSpPr>
          <p:cNvPr id="23" name="Espace réservé du texte 16"/>
          <p:cNvSpPr>
            <a:spLocks noGrp="1"/>
          </p:cNvSpPr>
          <p:nvPr>
            <p:ph type="body" sz="quarter" idx="21"/>
          </p:nvPr>
        </p:nvSpPr>
        <p:spPr bwMode="gray">
          <a:xfrm>
            <a:off x="8700143" y="5528827"/>
            <a:ext cx="1200000" cy="288000"/>
          </a:xfrm>
        </p:spPr>
        <p:txBody>
          <a:bodyPr anchor="ctr"/>
          <a:lstStyle>
            <a:lvl1pPr>
              <a:spcAft>
                <a:spcPts val="0"/>
              </a:spcAft>
              <a:defRPr sz="1100" b="0" baseline="0">
                <a:solidFill>
                  <a:schemeClr val="tx1"/>
                </a:solidFill>
                <a:latin typeface="+mn-lt"/>
              </a:defRPr>
            </a:lvl1pPr>
          </a:lstStyle>
          <a:p>
            <a:pPr lvl="0"/>
            <a:r>
              <a:rPr lang="fr-FR"/>
              <a:t>Cliquez pour modifier les styles du texte du masque</a:t>
            </a:r>
          </a:p>
        </p:txBody>
      </p:sp>
      <p:sp>
        <p:nvSpPr>
          <p:cNvPr id="24" name="Espace réservé du texte 16"/>
          <p:cNvSpPr>
            <a:spLocks noGrp="1"/>
          </p:cNvSpPr>
          <p:nvPr>
            <p:ph type="body" sz="quarter" idx="22"/>
          </p:nvPr>
        </p:nvSpPr>
        <p:spPr bwMode="gray">
          <a:xfrm>
            <a:off x="8460315" y="5612424"/>
            <a:ext cx="124800" cy="124800"/>
          </a:xfrm>
          <a:prstGeom prst="ellipse">
            <a:avLst/>
          </a:prstGeom>
          <a:solidFill>
            <a:schemeClr val="accent5"/>
          </a:solidFill>
        </p:spPr>
        <p:txBody>
          <a:bodyPr/>
          <a:lstStyle>
            <a:lvl1pPr>
              <a:spcAft>
                <a:spcPts val="0"/>
              </a:spcAft>
              <a:defRPr sz="133" b="0" baseline="0">
                <a:solidFill>
                  <a:schemeClr val="accent1">
                    <a:alpha val="0"/>
                  </a:schemeClr>
                </a:solidFill>
              </a:defRPr>
            </a:lvl1pPr>
          </a:lstStyle>
          <a:p>
            <a:pPr lvl="0"/>
            <a:r>
              <a:rPr lang="fr-FR"/>
              <a:t>Cliquez pour modifier les styles du texte du masque</a:t>
            </a:r>
          </a:p>
        </p:txBody>
      </p:sp>
      <p:sp>
        <p:nvSpPr>
          <p:cNvPr id="25" name="Espace réservé du texte 16"/>
          <p:cNvSpPr>
            <a:spLocks noGrp="1"/>
          </p:cNvSpPr>
          <p:nvPr>
            <p:ph type="body" sz="quarter" idx="23"/>
          </p:nvPr>
        </p:nvSpPr>
        <p:spPr bwMode="gray">
          <a:xfrm>
            <a:off x="10272335" y="5528827"/>
            <a:ext cx="1200000" cy="288000"/>
          </a:xfrm>
        </p:spPr>
        <p:txBody>
          <a:bodyPr anchor="ctr"/>
          <a:lstStyle>
            <a:lvl1pPr>
              <a:spcAft>
                <a:spcPts val="0"/>
              </a:spcAft>
              <a:defRPr sz="1100" b="0" baseline="0">
                <a:solidFill>
                  <a:schemeClr val="tx1"/>
                </a:solidFill>
                <a:latin typeface="+mn-lt"/>
              </a:defRPr>
            </a:lvl1pPr>
          </a:lstStyle>
          <a:p>
            <a:pPr lvl="0"/>
            <a:r>
              <a:rPr lang="fr-FR"/>
              <a:t>Cliquez pour modifier les styles du texte du masque</a:t>
            </a:r>
          </a:p>
        </p:txBody>
      </p:sp>
      <p:sp>
        <p:nvSpPr>
          <p:cNvPr id="26" name="Espace réservé du texte 16"/>
          <p:cNvSpPr>
            <a:spLocks noGrp="1"/>
          </p:cNvSpPr>
          <p:nvPr>
            <p:ph type="body" sz="quarter" idx="24"/>
          </p:nvPr>
        </p:nvSpPr>
        <p:spPr bwMode="gray">
          <a:xfrm>
            <a:off x="10032507" y="5612424"/>
            <a:ext cx="124800" cy="124800"/>
          </a:xfrm>
          <a:prstGeom prst="ellipse">
            <a:avLst/>
          </a:prstGeom>
          <a:solidFill>
            <a:schemeClr val="bg2"/>
          </a:solidFill>
        </p:spPr>
        <p:txBody>
          <a:bodyPr/>
          <a:lstStyle>
            <a:lvl1pPr>
              <a:spcAft>
                <a:spcPts val="0"/>
              </a:spcAft>
              <a:defRPr sz="133" b="0" baseline="0">
                <a:solidFill>
                  <a:schemeClr val="accent1">
                    <a:alpha val="0"/>
                  </a:schemeClr>
                </a:solidFill>
              </a:defRPr>
            </a:lvl1pPr>
          </a:lstStyle>
          <a:p>
            <a:pPr lvl="0"/>
            <a:r>
              <a:rPr lang="fr-FR"/>
              <a:t>Cliquez pour modifier les styles du texte du masque</a:t>
            </a:r>
          </a:p>
        </p:txBody>
      </p:sp>
      <p:sp>
        <p:nvSpPr>
          <p:cNvPr id="15" name="Espace réservé de la date 3"/>
          <p:cNvSpPr>
            <a:spLocks noGrp="1"/>
          </p:cNvSpPr>
          <p:nvPr>
            <p:ph type="dt" sz="half" idx="25"/>
          </p:nvPr>
        </p:nvSpPr>
        <p:spPr/>
        <p:txBody>
          <a:bodyPr/>
          <a:lstStyle>
            <a:lvl1pPr marL="0" marR="0" indent="0" algn="l" defTabSz="908712" rtl="0" eaLnBrk="1" fontAlgn="base" latinLnBrk="0" hangingPunct="1">
              <a:lnSpc>
                <a:spcPct val="114000"/>
              </a:lnSpc>
              <a:spcBef>
                <a:spcPct val="0"/>
              </a:spcBef>
              <a:spcAft>
                <a:spcPct val="0"/>
              </a:spcAft>
              <a:buClrTx/>
              <a:buSzTx/>
              <a:buFontTx/>
              <a:buNone/>
              <a:tabLst/>
              <a:defRPr/>
            </a:lvl1pPr>
          </a:lstStyle>
          <a:p>
            <a:pPr>
              <a:defRPr/>
            </a:pPr>
            <a:endParaRPr lang="fr-FR">
              <a:solidFill>
                <a:srgbClr val="3C3732"/>
              </a:solidFill>
            </a:endParaRPr>
          </a:p>
        </p:txBody>
      </p:sp>
      <p:sp>
        <p:nvSpPr>
          <p:cNvPr id="16" name="Espace réservé du pied de page 4"/>
          <p:cNvSpPr>
            <a:spLocks noGrp="1"/>
          </p:cNvSpPr>
          <p:nvPr>
            <p:ph type="ftr" sz="quarter" idx="26"/>
          </p:nvPr>
        </p:nvSpPr>
        <p:spPr>
          <a:xfrm>
            <a:off x="239197" y="6172803"/>
            <a:ext cx="10706100" cy="215900"/>
          </a:xfrm>
          <a:prstGeom prst="rect">
            <a:avLst/>
          </a:prstGeom>
        </p:spPr>
        <p:txBody>
          <a:bodyPr/>
          <a:lstStyle>
            <a:lvl1pPr>
              <a:defRPr/>
            </a:lvl1pPr>
          </a:lstStyle>
          <a:p>
            <a:pPr>
              <a:defRPr/>
            </a:pPr>
            <a:r>
              <a:rPr lang="fr-FR" b="1"/>
              <a:t>NOM DE L’ENTITÉ</a:t>
            </a:r>
          </a:p>
        </p:txBody>
      </p:sp>
      <p:sp>
        <p:nvSpPr>
          <p:cNvPr id="27" name="Espace réservé du numéro de diapositive 5"/>
          <p:cNvSpPr>
            <a:spLocks noGrp="1"/>
          </p:cNvSpPr>
          <p:nvPr>
            <p:ph type="sldNum" sz="quarter" idx="27"/>
          </p:nvPr>
        </p:nvSpPr>
        <p:spPr/>
        <p:txBody>
          <a:bodyPr/>
          <a:lstStyle>
            <a:lvl1pPr>
              <a:defRPr/>
            </a:lvl1pPr>
          </a:lstStyle>
          <a:p>
            <a:pPr>
              <a:defRPr/>
            </a:pPr>
            <a:fld id="{63530B6C-439C-AE49-93FB-B57437046FF3}" type="slidenum">
              <a:rPr lang="fr-FR" altLang="fr-FR">
                <a:solidFill>
                  <a:srgbClr val="3C3732"/>
                </a:solidFill>
              </a:rPr>
              <a:pPr>
                <a:defRPr/>
              </a:pPr>
              <a:t>‹N°›</a:t>
            </a:fld>
            <a:endParaRPr lang="fr-FR" altLang="fr-FR">
              <a:solidFill>
                <a:srgbClr val="3C3732"/>
              </a:solidFill>
            </a:endParaRPr>
          </a:p>
        </p:txBody>
      </p:sp>
    </p:spTree>
    <p:extLst>
      <p:ext uri="{BB962C8B-B14F-4D97-AF65-F5344CB8AC3E}">
        <p14:creationId xmlns:p14="http://schemas.microsoft.com/office/powerpoint/2010/main" val="283064765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re_tableau_type_2">
    <p:spTree>
      <p:nvGrpSpPr>
        <p:cNvPr id="1" name=""/>
        <p:cNvGrpSpPr/>
        <p:nvPr/>
      </p:nvGrpSpPr>
      <p:grpSpPr>
        <a:xfrm>
          <a:off x="0" y="0"/>
          <a:ext cx="0" cy="0"/>
          <a:chOff x="0" y="0"/>
          <a:chExt cx="0" cy="0"/>
        </a:xfrm>
      </p:grpSpPr>
      <p:sp>
        <p:nvSpPr>
          <p:cNvPr id="2" name="Titre 1"/>
          <p:cNvSpPr>
            <a:spLocks noGrp="1"/>
          </p:cNvSpPr>
          <p:nvPr>
            <p:ph type="title"/>
          </p:nvPr>
        </p:nvSpPr>
        <p:spPr bwMode="gray"/>
        <p:txBody>
          <a:bodyPr/>
          <a:lstStyle>
            <a:lvl1pPr>
              <a:defRPr/>
            </a:lvl1pPr>
          </a:lstStyle>
          <a:p>
            <a:r>
              <a:rPr lang="fr-FR" noProof="0"/>
              <a:t>Cliquez et modifiez le titre</a:t>
            </a:r>
          </a:p>
        </p:txBody>
      </p:sp>
      <p:sp>
        <p:nvSpPr>
          <p:cNvPr id="14" name="Espace réservé du texte 13"/>
          <p:cNvSpPr>
            <a:spLocks noGrp="1"/>
          </p:cNvSpPr>
          <p:nvPr>
            <p:ph type="body" sz="quarter" idx="13"/>
          </p:nvPr>
        </p:nvSpPr>
        <p:spPr bwMode="gray">
          <a:xfrm>
            <a:off x="719668" y="1267884"/>
            <a:ext cx="10752667" cy="576000"/>
          </a:xfrm>
        </p:spPr>
        <p:txBody>
          <a:bodyPr/>
          <a:lstStyle>
            <a:lvl1pPr>
              <a:lnSpc>
                <a:spcPct val="90000"/>
              </a:lnSpc>
              <a:spcAft>
                <a:spcPts val="0"/>
              </a:spcAft>
              <a:tabLst/>
              <a:defRPr sz="1400" b="0" cap="all" baseline="0">
                <a:solidFill>
                  <a:srgbClr val="747678"/>
                </a:solidFill>
                <a:latin typeface="+mn-lt"/>
              </a:defRPr>
            </a:lvl1pPr>
          </a:lstStyle>
          <a:p>
            <a:pPr lvl="0"/>
            <a:r>
              <a:rPr lang="fr-FR"/>
              <a:t>Cliquez pour modifier les styles du texte du masque</a:t>
            </a:r>
          </a:p>
        </p:txBody>
      </p:sp>
      <p:sp>
        <p:nvSpPr>
          <p:cNvPr id="13" name="Espace réservé du tableau 12"/>
          <p:cNvSpPr>
            <a:spLocks noGrp="1"/>
          </p:cNvSpPr>
          <p:nvPr>
            <p:ph type="tbl" sz="quarter" idx="14"/>
          </p:nvPr>
        </p:nvSpPr>
        <p:spPr bwMode="gray">
          <a:xfrm>
            <a:off x="719762" y="2372784"/>
            <a:ext cx="10752667" cy="2880000"/>
          </a:xfrm>
        </p:spPr>
        <p:txBody>
          <a:bodyPr tIns="715544" rtlCol="0" anchor="ctr">
            <a:normAutofit/>
          </a:bodyPr>
          <a:lstStyle>
            <a:lvl1pPr algn="ctr">
              <a:spcAft>
                <a:spcPts val="0"/>
              </a:spcAft>
              <a:defRPr b="0" cap="all" baseline="0">
                <a:latin typeface="+mn-lt"/>
              </a:defRPr>
            </a:lvl1pPr>
          </a:lstStyle>
          <a:p>
            <a:pPr lvl="0"/>
            <a:endParaRPr lang="fr-FR" noProof="0"/>
          </a:p>
        </p:txBody>
      </p:sp>
      <p:sp>
        <p:nvSpPr>
          <p:cNvPr id="17" name="Espace réservé du texte 16"/>
          <p:cNvSpPr>
            <a:spLocks noGrp="1"/>
          </p:cNvSpPr>
          <p:nvPr>
            <p:ph type="body" sz="quarter" idx="15"/>
          </p:nvPr>
        </p:nvSpPr>
        <p:spPr bwMode="gray">
          <a:xfrm>
            <a:off x="3983567" y="5530760"/>
            <a:ext cx="1200000" cy="288000"/>
          </a:xfrm>
        </p:spPr>
        <p:txBody>
          <a:bodyPr anchor="ctr"/>
          <a:lstStyle>
            <a:lvl1pPr>
              <a:spcAft>
                <a:spcPts val="0"/>
              </a:spcAft>
              <a:defRPr sz="1100" b="0" baseline="0">
                <a:solidFill>
                  <a:schemeClr val="tx1"/>
                </a:solidFill>
                <a:latin typeface="+mn-lt"/>
              </a:defRPr>
            </a:lvl1pPr>
          </a:lstStyle>
          <a:p>
            <a:pPr lvl="0"/>
            <a:r>
              <a:rPr lang="fr-FR"/>
              <a:t>Cliquez pour modifier les styles du texte du masque</a:t>
            </a:r>
          </a:p>
        </p:txBody>
      </p:sp>
      <p:sp>
        <p:nvSpPr>
          <p:cNvPr id="18" name="Espace réservé du texte 16"/>
          <p:cNvSpPr>
            <a:spLocks noGrp="1"/>
          </p:cNvSpPr>
          <p:nvPr>
            <p:ph type="body" sz="quarter" idx="16"/>
          </p:nvPr>
        </p:nvSpPr>
        <p:spPr bwMode="gray">
          <a:xfrm>
            <a:off x="3743739" y="5612424"/>
            <a:ext cx="124800" cy="124800"/>
          </a:xfrm>
          <a:prstGeom prst="ellipse">
            <a:avLst/>
          </a:prstGeom>
          <a:solidFill>
            <a:schemeClr val="accent6"/>
          </a:solidFill>
        </p:spPr>
        <p:txBody>
          <a:bodyPr/>
          <a:lstStyle>
            <a:lvl1pPr>
              <a:spcAft>
                <a:spcPts val="0"/>
              </a:spcAft>
              <a:defRPr sz="133" b="0" baseline="0">
                <a:solidFill>
                  <a:schemeClr val="accent1">
                    <a:alpha val="0"/>
                  </a:schemeClr>
                </a:solidFill>
              </a:defRPr>
            </a:lvl1pPr>
          </a:lstStyle>
          <a:p>
            <a:pPr lvl="0"/>
            <a:r>
              <a:rPr lang="fr-FR"/>
              <a:t>Cliquez pour modifier les styles du texte du masque</a:t>
            </a:r>
          </a:p>
        </p:txBody>
      </p:sp>
      <p:sp>
        <p:nvSpPr>
          <p:cNvPr id="19" name="Espace réservé du texte 16"/>
          <p:cNvSpPr>
            <a:spLocks noGrp="1"/>
          </p:cNvSpPr>
          <p:nvPr>
            <p:ph type="body" sz="quarter" idx="17"/>
          </p:nvPr>
        </p:nvSpPr>
        <p:spPr bwMode="gray">
          <a:xfrm>
            <a:off x="5555757" y="5530760"/>
            <a:ext cx="1200000" cy="288000"/>
          </a:xfrm>
        </p:spPr>
        <p:txBody>
          <a:bodyPr anchor="ctr"/>
          <a:lstStyle>
            <a:lvl1pPr>
              <a:spcAft>
                <a:spcPts val="0"/>
              </a:spcAft>
              <a:defRPr sz="1100" b="0" baseline="0">
                <a:solidFill>
                  <a:schemeClr val="tx1"/>
                </a:solidFill>
                <a:latin typeface="+mn-lt"/>
              </a:defRPr>
            </a:lvl1pPr>
          </a:lstStyle>
          <a:p>
            <a:pPr lvl="0"/>
            <a:r>
              <a:rPr lang="fr-FR"/>
              <a:t>Cliquez pour modifier les styles du texte du masque</a:t>
            </a:r>
          </a:p>
        </p:txBody>
      </p:sp>
      <p:sp>
        <p:nvSpPr>
          <p:cNvPr id="20" name="Espace réservé du texte 16"/>
          <p:cNvSpPr>
            <a:spLocks noGrp="1"/>
          </p:cNvSpPr>
          <p:nvPr>
            <p:ph type="body" sz="quarter" idx="18"/>
          </p:nvPr>
        </p:nvSpPr>
        <p:spPr bwMode="gray">
          <a:xfrm>
            <a:off x="5315931" y="5612424"/>
            <a:ext cx="124800" cy="124800"/>
          </a:xfrm>
          <a:prstGeom prst="ellipse">
            <a:avLst/>
          </a:prstGeom>
          <a:solidFill>
            <a:schemeClr val="accent2"/>
          </a:solidFill>
        </p:spPr>
        <p:txBody>
          <a:bodyPr/>
          <a:lstStyle>
            <a:lvl1pPr>
              <a:spcAft>
                <a:spcPts val="0"/>
              </a:spcAft>
              <a:defRPr sz="133" b="0" baseline="0">
                <a:solidFill>
                  <a:schemeClr val="accent1">
                    <a:alpha val="0"/>
                  </a:schemeClr>
                </a:solidFill>
              </a:defRPr>
            </a:lvl1pPr>
          </a:lstStyle>
          <a:p>
            <a:pPr lvl="0"/>
            <a:r>
              <a:rPr lang="fr-FR"/>
              <a:t>Cliquez pour modifier les styles du texte du masque</a:t>
            </a:r>
          </a:p>
        </p:txBody>
      </p:sp>
      <p:sp>
        <p:nvSpPr>
          <p:cNvPr id="21" name="Espace réservé du texte 16"/>
          <p:cNvSpPr>
            <a:spLocks noGrp="1"/>
          </p:cNvSpPr>
          <p:nvPr>
            <p:ph type="body" sz="quarter" idx="19"/>
          </p:nvPr>
        </p:nvSpPr>
        <p:spPr bwMode="gray">
          <a:xfrm>
            <a:off x="7127951" y="5530760"/>
            <a:ext cx="1200000" cy="288000"/>
          </a:xfrm>
        </p:spPr>
        <p:txBody>
          <a:bodyPr anchor="ctr"/>
          <a:lstStyle>
            <a:lvl1pPr>
              <a:spcAft>
                <a:spcPts val="0"/>
              </a:spcAft>
              <a:defRPr sz="1100" b="0" baseline="0">
                <a:solidFill>
                  <a:schemeClr val="tx1"/>
                </a:solidFill>
                <a:latin typeface="+mn-lt"/>
              </a:defRPr>
            </a:lvl1pPr>
          </a:lstStyle>
          <a:p>
            <a:pPr lvl="0"/>
            <a:r>
              <a:rPr lang="fr-FR"/>
              <a:t>Cliquez pour modifier les styles du texte du masque</a:t>
            </a:r>
          </a:p>
        </p:txBody>
      </p:sp>
      <p:sp>
        <p:nvSpPr>
          <p:cNvPr id="22" name="Espace réservé du texte 16"/>
          <p:cNvSpPr>
            <a:spLocks noGrp="1"/>
          </p:cNvSpPr>
          <p:nvPr>
            <p:ph type="body" sz="quarter" idx="20"/>
          </p:nvPr>
        </p:nvSpPr>
        <p:spPr bwMode="gray">
          <a:xfrm>
            <a:off x="6888123" y="5612424"/>
            <a:ext cx="124800" cy="124800"/>
          </a:xfrm>
          <a:prstGeom prst="ellipse">
            <a:avLst/>
          </a:prstGeom>
          <a:solidFill>
            <a:schemeClr val="accent4"/>
          </a:solidFill>
        </p:spPr>
        <p:txBody>
          <a:bodyPr/>
          <a:lstStyle>
            <a:lvl1pPr>
              <a:spcAft>
                <a:spcPts val="0"/>
              </a:spcAft>
              <a:defRPr sz="133" b="0" baseline="0">
                <a:solidFill>
                  <a:schemeClr val="accent1">
                    <a:alpha val="0"/>
                  </a:schemeClr>
                </a:solidFill>
              </a:defRPr>
            </a:lvl1pPr>
          </a:lstStyle>
          <a:p>
            <a:pPr lvl="0"/>
            <a:r>
              <a:rPr lang="fr-FR"/>
              <a:t>Cliquez pour modifier les styles du texte du masque</a:t>
            </a:r>
          </a:p>
        </p:txBody>
      </p:sp>
      <p:sp>
        <p:nvSpPr>
          <p:cNvPr id="23" name="Espace réservé du texte 16"/>
          <p:cNvSpPr>
            <a:spLocks noGrp="1"/>
          </p:cNvSpPr>
          <p:nvPr>
            <p:ph type="body" sz="quarter" idx="21"/>
          </p:nvPr>
        </p:nvSpPr>
        <p:spPr bwMode="gray">
          <a:xfrm>
            <a:off x="8700143" y="5530760"/>
            <a:ext cx="1200000" cy="288000"/>
          </a:xfrm>
        </p:spPr>
        <p:txBody>
          <a:bodyPr anchor="ctr"/>
          <a:lstStyle>
            <a:lvl1pPr>
              <a:spcAft>
                <a:spcPts val="0"/>
              </a:spcAft>
              <a:defRPr sz="1100" b="0" baseline="0">
                <a:solidFill>
                  <a:schemeClr val="tx1"/>
                </a:solidFill>
                <a:latin typeface="+mn-lt"/>
              </a:defRPr>
            </a:lvl1pPr>
          </a:lstStyle>
          <a:p>
            <a:pPr lvl="0"/>
            <a:r>
              <a:rPr lang="fr-FR"/>
              <a:t>Cliquez pour modifier les styles du texte du masque</a:t>
            </a:r>
          </a:p>
        </p:txBody>
      </p:sp>
      <p:sp>
        <p:nvSpPr>
          <p:cNvPr id="24" name="Espace réservé du texte 16"/>
          <p:cNvSpPr>
            <a:spLocks noGrp="1"/>
          </p:cNvSpPr>
          <p:nvPr>
            <p:ph type="body" sz="quarter" idx="22"/>
          </p:nvPr>
        </p:nvSpPr>
        <p:spPr bwMode="gray">
          <a:xfrm>
            <a:off x="8460315" y="5612424"/>
            <a:ext cx="124800" cy="124800"/>
          </a:xfrm>
          <a:prstGeom prst="ellipse">
            <a:avLst/>
          </a:prstGeom>
          <a:solidFill>
            <a:schemeClr val="accent5"/>
          </a:solidFill>
        </p:spPr>
        <p:txBody>
          <a:bodyPr/>
          <a:lstStyle>
            <a:lvl1pPr>
              <a:spcAft>
                <a:spcPts val="0"/>
              </a:spcAft>
              <a:defRPr sz="133" b="0" baseline="0">
                <a:solidFill>
                  <a:schemeClr val="accent1">
                    <a:alpha val="0"/>
                  </a:schemeClr>
                </a:solidFill>
              </a:defRPr>
            </a:lvl1pPr>
          </a:lstStyle>
          <a:p>
            <a:pPr lvl="0"/>
            <a:r>
              <a:rPr lang="fr-FR"/>
              <a:t>Cliquez pour modifier les styles du texte du masque</a:t>
            </a:r>
          </a:p>
        </p:txBody>
      </p:sp>
      <p:sp>
        <p:nvSpPr>
          <p:cNvPr id="25" name="Espace réservé du texte 16"/>
          <p:cNvSpPr>
            <a:spLocks noGrp="1"/>
          </p:cNvSpPr>
          <p:nvPr>
            <p:ph type="body" sz="quarter" idx="23"/>
          </p:nvPr>
        </p:nvSpPr>
        <p:spPr bwMode="gray">
          <a:xfrm>
            <a:off x="10272335" y="5530760"/>
            <a:ext cx="1200000" cy="288000"/>
          </a:xfrm>
        </p:spPr>
        <p:txBody>
          <a:bodyPr anchor="ctr"/>
          <a:lstStyle>
            <a:lvl1pPr>
              <a:spcAft>
                <a:spcPts val="0"/>
              </a:spcAft>
              <a:defRPr sz="1100" b="0" baseline="0">
                <a:solidFill>
                  <a:schemeClr val="tx1"/>
                </a:solidFill>
                <a:latin typeface="+mn-lt"/>
              </a:defRPr>
            </a:lvl1pPr>
          </a:lstStyle>
          <a:p>
            <a:pPr lvl="0"/>
            <a:r>
              <a:rPr lang="fr-FR"/>
              <a:t>Cliquez pour modifier les styles du texte du masque</a:t>
            </a:r>
          </a:p>
        </p:txBody>
      </p:sp>
      <p:sp>
        <p:nvSpPr>
          <p:cNvPr id="26" name="Espace réservé du texte 16"/>
          <p:cNvSpPr>
            <a:spLocks noGrp="1"/>
          </p:cNvSpPr>
          <p:nvPr>
            <p:ph type="body" sz="quarter" idx="24"/>
          </p:nvPr>
        </p:nvSpPr>
        <p:spPr bwMode="gray">
          <a:xfrm>
            <a:off x="10032507" y="5612424"/>
            <a:ext cx="124800" cy="124800"/>
          </a:xfrm>
          <a:prstGeom prst="ellipse">
            <a:avLst/>
          </a:prstGeom>
          <a:solidFill>
            <a:schemeClr val="bg2"/>
          </a:solidFill>
        </p:spPr>
        <p:txBody>
          <a:bodyPr/>
          <a:lstStyle>
            <a:lvl1pPr>
              <a:spcAft>
                <a:spcPts val="0"/>
              </a:spcAft>
              <a:defRPr sz="133" b="0" baseline="0">
                <a:solidFill>
                  <a:schemeClr val="accent1">
                    <a:alpha val="0"/>
                  </a:schemeClr>
                </a:solidFill>
              </a:defRPr>
            </a:lvl1pPr>
          </a:lstStyle>
          <a:p>
            <a:pPr lvl="0"/>
            <a:r>
              <a:rPr lang="fr-FR"/>
              <a:t>Cliquez pour modifier les styles du texte du masque</a:t>
            </a:r>
          </a:p>
        </p:txBody>
      </p:sp>
      <p:sp>
        <p:nvSpPr>
          <p:cNvPr id="15" name="Espace réservé de la date 3"/>
          <p:cNvSpPr>
            <a:spLocks noGrp="1"/>
          </p:cNvSpPr>
          <p:nvPr>
            <p:ph type="dt" sz="half" idx="25"/>
          </p:nvPr>
        </p:nvSpPr>
        <p:spPr/>
        <p:txBody>
          <a:bodyPr/>
          <a:lstStyle>
            <a:lvl1pPr marL="0" marR="0" indent="0" algn="l" defTabSz="908712" rtl="0" eaLnBrk="1" fontAlgn="base" latinLnBrk="0" hangingPunct="1">
              <a:lnSpc>
                <a:spcPct val="114000"/>
              </a:lnSpc>
              <a:spcBef>
                <a:spcPct val="0"/>
              </a:spcBef>
              <a:spcAft>
                <a:spcPct val="0"/>
              </a:spcAft>
              <a:buClrTx/>
              <a:buSzTx/>
              <a:buFontTx/>
              <a:buNone/>
              <a:tabLst/>
              <a:defRPr/>
            </a:lvl1pPr>
          </a:lstStyle>
          <a:p>
            <a:endParaRPr lang="fr-FR">
              <a:solidFill>
                <a:srgbClr val="3C3732"/>
              </a:solidFill>
            </a:endParaRPr>
          </a:p>
        </p:txBody>
      </p:sp>
      <p:sp>
        <p:nvSpPr>
          <p:cNvPr id="16" name="Espace réservé du pied de page 4"/>
          <p:cNvSpPr>
            <a:spLocks noGrp="1"/>
          </p:cNvSpPr>
          <p:nvPr>
            <p:ph type="ftr" sz="quarter" idx="26"/>
          </p:nvPr>
        </p:nvSpPr>
        <p:spPr>
          <a:xfrm>
            <a:off x="239197" y="6172803"/>
            <a:ext cx="10706100" cy="215900"/>
          </a:xfrm>
          <a:prstGeom prst="rect">
            <a:avLst/>
          </a:prstGeom>
        </p:spPr>
        <p:txBody>
          <a:bodyPr/>
          <a:lstStyle>
            <a:lvl1pPr>
              <a:defRPr/>
            </a:lvl1pPr>
          </a:lstStyle>
          <a:p>
            <a:pPr>
              <a:defRPr/>
            </a:pPr>
            <a:r>
              <a:rPr lang="fr-FR" b="1"/>
              <a:t>NOM DE L’ENTITÉ</a:t>
            </a:r>
          </a:p>
        </p:txBody>
      </p:sp>
      <p:sp>
        <p:nvSpPr>
          <p:cNvPr id="27" name="Espace réservé du numéro de diapositive 5"/>
          <p:cNvSpPr>
            <a:spLocks noGrp="1"/>
          </p:cNvSpPr>
          <p:nvPr>
            <p:ph type="sldNum" sz="quarter" idx="27"/>
          </p:nvPr>
        </p:nvSpPr>
        <p:spPr/>
        <p:txBody>
          <a:bodyPr/>
          <a:lstStyle>
            <a:lvl1pPr>
              <a:defRPr/>
            </a:lvl1pPr>
          </a:lstStyle>
          <a:p>
            <a:pPr>
              <a:defRPr/>
            </a:pPr>
            <a:fld id="{FEA9436D-A3E6-2944-8A98-FF6304F6BA37}" type="slidenum">
              <a:rPr lang="fr-FR" altLang="fr-FR">
                <a:solidFill>
                  <a:srgbClr val="3C3732"/>
                </a:solidFill>
              </a:rPr>
              <a:pPr>
                <a:defRPr/>
              </a:pPr>
              <a:t>‹N°›</a:t>
            </a:fld>
            <a:endParaRPr lang="fr-FR" altLang="fr-FR">
              <a:solidFill>
                <a:srgbClr val="3C3732"/>
              </a:solidFill>
            </a:endParaRPr>
          </a:p>
        </p:txBody>
      </p:sp>
    </p:spTree>
    <p:extLst>
      <p:ext uri="{BB962C8B-B14F-4D97-AF65-F5344CB8AC3E}">
        <p14:creationId xmlns:p14="http://schemas.microsoft.com/office/powerpoint/2010/main" val="340612739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exte_&amp;_cartouche_droite">
    <p:spTree>
      <p:nvGrpSpPr>
        <p:cNvPr id="1" name=""/>
        <p:cNvGrpSpPr/>
        <p:nvPr/>
      </p:nvGrpSpPr>
      <p:grpSpPr>
        <a:xfrm>
          <a:off x="0" y="0"/>
          <a:ext cx="0" cy="0"/>
          <a:chOff x="0" y="0"/>
          <a:chExt cx="0" cy="0"/>
        </a:xfrm>
      </p:grpSpPr>
      <p:sp>
        <p:nvSpPr>
          <p:cNvPr id="2" name="Titre 1"/>
          <p:cNvSpPr>
            <a:spLocks noGrp="1"/>
          </p:cNvSpPr>
          <p:nvPr>
            <p:ph type="title"/>
          </p:nvPr>
        </p:nvSpPr>
        <p:spPr bwMode="gray"/>
        <p:txBody>
          <a:bodyPr/>
          <a:lstStyle>
            <a:lvl1pPr>
              <a:defRPr/>
            </a:lvl1pPr>
          </a:lstStyle>
          <a:p>
            <a:r>
              <a:rPr lang="fr-FR" noProof="0"/>
              <a:t>Cliquez et modifiez le titre</a:t>
            </a:r>
          </a:p>
        </p:txBody>
      </p:sp>
      <p:sp>
        <p:nvSpPr>
          <p:cNvPr id="3" name="Espace réservé du contenu 2"/>
          <p:cNvSpPr>
            <a:spLocks noGrp="1"/>
          </p:cNvSpPr>
          <p:nvPr>
            <p:ph idx="1"/>
          </p:nvPr>
        </p:nvSpPr>
        <p:spPr bwMode="gray">
          <a:xfrm>
            <a:off x="719668" y="2324103"/>
            <a:ext cx="5280000" cy="3649133"/>
          </a:xfrm>
        </p:spPr>
        <p:txBody>
          <a:bodyPr/>
          <a:lstStyle>
            <a:lvl2pPr>
              <a:defRPr/>
            </a:lvl2pPr>
            <a:lvl3pPr>
              <a:defRPr/>
            </a:lvl3pPr>
            <a:lvl4pPr>
              <a:defRPr baseline="0"/>
            </a:lvl4pPr>
            <a:lvl5pPr>
              <a:defRPr/>
            </a:lvl5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14" name="Espace réservé du texte 13"/>
          <p:cNvSpPr>
            <a:spLocks noGrp="1"/>
          </p:cNvSpPr>
          <p:nvPr>
            <p:ph type="body" sz="quarter" idx="13"/>
          </p:nvPr>
        </p:nvSpPr>
        <p:spPr bwMode="gray">
          <a:xfrm>
            <a:off x="719668" y="1267884"/>
            <a:ext cx="10752667" cy="576000"/>
          </a:xfrm>
        </p:spPr>
        <p:txBody>
          <a:bodyPr/>
          <a:lstStyle>
            <a:lvl1pPr>
              <a:lnSpc>
                <a:spcPct val="90000"/>
              </a:lnSpc>
              <a:spcAft>
                <a:spcPts val="0"/>
              </a:spcAft>
              <a:defRPr sz="1400" b="0" cap="all" baseline="0">
                <a:solidFill>
                  <a:srgbClr val="747678"/>
                </a:solidFill>
                <a:latin typeface="+mn-lt"/>
              </a:defRPr>
            </a:lvl1pPr>
          </a:lstStyle>
          <a:p>
            <a:pPr lvl="0"/>
            <a:r>
              <a:rPr lang="fr-FR"/>
              <a:t>Cliquez pour modifier les styles du texte du masque</a:t>
            </a:r>
          </a:p>
        </p:txBody>
      </p:sp>
      <p:sp>
        <p:nvSpPr>
          <p:cNvPr id="12" name="Espace réservé du texte 11"/>
          <p:cNvSpPr>
            <a:spLocks noGrp="1"/>
          </p:cNvSpPr>
          <p:nvPr>
            <p:ph type="body" sz="quarter" idx="14"/>
          </p:nvPr>
        </p:nvSpPr>
        <p:spPr bwMode="gray">
          <a:xfrm>
            <a:off x="6192335" y="2372784"/>
            <a:ext cx="5280000" cy="648000"/>
          </a:xfrm>
          <a:solidFill>
            <a:schemeClr val="accent1"/>
          </a:solidFill>
        </p:spPr>
        <p:txBody>
          <a:bodyPr lIns="286210" tIns="17892" rIns="71553" anchor="ctr">
            <a:noAutofit/>
          </a:bodyPr>
          <a:lstStyle>
            <a:lvl1pPr>
              <a:lnSpc>
                <a:spcPct val="90000"/>
              </a:lnSpc>
              <a:spcAft>
                <a:spcPts val="0"/>
              </a:spcAft>
              <a:defRPr b="0" cap="all" baseline="0">
                <a:solidFill>
                  <a:schemeClr val="bg1"/>
                </a:solidFill>
                <a:latin typeface="Avenir LT Std 65 Medium" pitchFamily="34" charset="0"/>
              </a:defRPr>
            </a:lvl1pPr>
          </a:lstStyle>
          <a:p>
            <a:pPr lvl="0"/>
            <a:r>
              <a:rPr lang="fr-FR"/>
              <a:t>Cliquez pour modifier les styles du texte du masque</a:t>
            </a:r>
          </a:p>
        </p:txBody>
      </p:sp>
      <p:sp>
        <p:nvSpPr>
          <p:cNvPr id="13" name="Espace réservé du texte 11"/>
          <p:cNvSpPr>
            <a:spLocks noGrp="1"/>
          </p:cNvSpPr>
          <p:nvPr>
            <p:ph type="body" sz="quarter" idx="15"/>
          </p:nvPr>
        </p:nvSpPr>
        <p:spPr bwMode="gray">
          <a:xfrm>
            <a:off x="6192335" y="3141072"/>
            <a:ext cx="5280000" cy="2593083"/>
          </a:xfrm>
          <a:solidFill>
            <a:schemeClr val="accent1"/>
          </a:solidFill>
        </p:spPr>
        <p:txBody>
          <a:bodyPr lIns="143104" tIns="71553" rIns="71553" bIns="71553">
            <a:noAutofit/>
          </a:bodyPr>
          <a:lstStyle>
            <a:lvl1pPr marL="143100" indent="-143100">
              <a:buFont typeface="Avenir LT Std 45 Book" pitchFamily="34" charset="0"/>
              <a:buChar char="+"/>
              <a:defRPr b="0" cap="none" baseline="0">
                <a:solidFill>
                  <a:schemeClr val="bg1"/>
                </a:solidFill>
                <a:latin typeface="+mn-lt"/>
              </a:defRPr>
            </a:lvl1pPr>
          </a:lstStyle>
          <a:p>
            <a:pPr lvl="0"/>
            <a:r>
              <a:rPr lang="fr-FR"/>
              <a:t>Cliquez pour modifier les styles du texte du masque</a:t>
            </a:r>
          </a:p>
        </p:txBody>
      </p:sp>
      <p:sp>
        <p:nvSpPr>
          <p:cNvPr id="7" name="Espace réservé de la date 3"/>
          <p:cNvSpPr>
            <a:spLocks noGrp="1"/>
          </p:cNvSpPr>
          <p:nvPr>
            <p:ph type="dt" sz="half" idx="16"/>
          </p:nvPr>
        </p:nvSpPr>
        <p:spPr/>
        <p:txBody>
          <a:bodyPr/>
          <a:lstStyle>
            <a:lvl1pPr marL="0" marR="0" indent="0" algn="l" defTabSz="908712" rtl="0" eaLnBrk="1" fontAlgn="base" latinLnBrk="0" hangingPunct="1">
              <a:lnSpc>
                <a:spcPct val="114000"/>
              </a:lnSpc>
              <a:spcBef>
                <a:spcPct val="0"/>
              </a:spcBef>
              <a:spcAft>
                <a:spcPct val="0"/>
              </a:spcAft>
              <a:buClrTx/>
              <a:buSzTx/>
              <a:buFontTx/>
              <a:buNone/>
              <a:tabLst/>
              <a:defRPr/>
            </a:lvl1pPr>
          </a:lstStyle>
          <a:p>
            <a:endParaRPr lang="fr-FR">
              <a:solidFill>
                <a:srgbClr val="3C3732"/>
              </a:solidFill>
            </a:endParaRPr>
          </a:p>
        </p:txBody>
      </p:sp>
      <p:sp>
        <p:nvSpPr>
          <p:cNvPr id="8" name="Espace réservé du pied de page 4"/>
          <p:cNvSpPr>
            <a:spLocks noGrp="1"/>
          </p:cNvSpPr>
          <p:nvPr>
            <p:ph type="ftr" sz="quarter" idx="17"/>
          </p:nvPr>
        </p:nvSpPr>
        <p:spPr>
          <a:xfrm>
            <a:off x="239197" y="6172803"/>
            <a:ext cx="10706100" cy="215900"/>
          </a:xfrm>
          <a:prstGeom prst="rect">
            <a:avLst/>
          </a:prstGeom>
        </p:spPr>
        <p:txBody>
          <a:bodyPr/>
          <a:lstStyle>
            <a:lvl1pPr>
              <a:defRPr/>
            </a:lvl1pPr>
          </a:lstStyle>
          <a:p>
            <a:pPr>
              <a:defRPr/>
            </a:pPr>
            <a:r>
              <a:rPr lang="fr-FR" b="1"/>
              <a:t>NOM DE L’ENTITÉ</a:t>
            </a:r>
          </a:p>
        </p:txBody>
      </p:sp>
      <p:sp>
        <p:nvSpPr>
          <p:cNvPr id="9" name="Espace réservé du numéro de diapositive 5"/>
          <p:cNvSpPr>
            <a:spLocks noGrp="1"/>
          </p:cNvSpPr>
          <p:nvPr>
            <p:ph type="sldNum" sz="quarter" idx="18"/>
          </p:nvPr>
        </p:nvSpPr>
        <p:spPr/>
        <p:txBody>
          <a:bodyPr/>
          <a:lstStyle>
            <a:lvl1pPr>
              <a:defRPr/>
            </a:lvl1pPr>
          </a:lstStyle>
          <a:p>
            <a:pPr>
              <a:defRPr/>
            </a:pPr>
            <a:fld id="{E462B9BA-4FE9-C949-9C6B-909C03650CE9}" type="slidenum">
              <a:rPr lang="fr-FR" altLang="fr-FR">
                <a:solidFill>
                  <a:srgbClr val="3C3732"/>
                </a:solidFill>
              </a:rPr>
              <a:pPr>
                <a:defRPr/>
              </a:pPr>
              <a:t>‹N°›</a:t>
            </a:fld>
            <a:endParaRPr lang="fr-FR" altLang="fr-FR">
              <a:solidFill>
                <a:srgbClr val="3C3732"/>
              </a:solidFill>
            </a:endParaRPr>
          </a:p>
        </p:txBody>
      </p:sp>
    </p:spTree>
    <p:extLst>
      <p:ext uri="{BB962C8B-B14F-4D97-AF65-F5344CB8AC3E}">
        <p14:creationId xmlns:p14="http://schemas.microsoft.com/office/powerpoint/2010/main" val="1706323317"/>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exte_&amp;_cartouche_gauche">
    <p:spTree>
      <p:nvGrpSpPr>
        <p:cNvPr id="1" name=""/>
        <p:cNvGrpSpPr/>
        <p:nvPr/>
      </p:nvGrpSpPr>
      <p:grpSpPr>
        <a:xfrm>
          <a:off x="0" y="0"/>
          <a:ext cx="0" cy="0"/>
          <a:chOff x="0" y="0"/>
          <a:chExt cx="0" cy="0"/>
        </a:xfrm>
      </p:grpSpPr>
      <p:sp>
        <p:nvSpPr>
          <p:cNvPr id="3" name="Espace réservé du contenu 2"/>
          <p:cNvSpPr>
            <a:spLocks noGrp="1"/>
          </p:cNvSpPr>
          <p:nvPr>
            <p:ph idx="1"/>
          </p:nvPr>
        </p:nvSpPr>
        <p:spPr bwMode="gray">
          <a:xfrm>
            <a:off x="6432335" y="1542461"/>
            <a:ext cx="5040000" cy="4430815"/>
          </a:xfrm>
        </p:spPr>
        <p:txBody>
          <a:bodyPr/>
          <a:lstStyle>
            <a:lvl2pPr>
              <a:defRPr/>
            </a:lvl2pPr>
            <a:lvl3pPr>
              <a:defRPr/>
            </a:lvl3pPr>
            <a:lvl4pPr>
              <a:defRPr baseline="0"/>
            </a:lvl4pPr>
            <a:lvl5pPr>
              <a:defRPr/>
            </a:lvl5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12" name="Espace réservé du texte 11"/>
          <p:cNvSpPr>
            <a:spLocks noGrp="1"/>
          </p:cNvSpPr>
          <p:nvPr>
            <p:ph type="body" sz="quarter" idx="14"/>
          </p:nvPr>
        </p:nvSpPr>
        <p:spPr bwMode="gray">
          <a:xfrm>
            <a:off x="719667" y="692793"/>
            <a:ext cx="5040000" cy="5041355"/>
          </a:xfrm>
          <a:solidFill>
            <a:schemeClr val="accent1"/>
          </a:solidFill>
        </p:spPr>
        <p:txBody>
          <a:bodyPr lIns="286210" tIns="626099" rIns="71553" bIns="107319">
            <a:noAutofit/>
          </a:bodyPr>
          <a:lstStyle>
            <a:lvl1pPr marL="214653" indent="-214653">
              <a:lnSpc>
                <a:spcPct val="90000"/>
              </a:lnSpc>
              <a:spcAft>
                <a:spcPts val="0"/>
              </a:spcAft>
              <a:buFont typeface="Avenir LT Std 65 Medium" pitchFamily="34" charset="0"/>
              <a:buChar char="+"/>
              <a:defRPr sz="2200" b="0" cap="all" baseline="0">
                <a:solidFill>
                  <a:schemeClr val="bg1"/>
                </a:solidFill>
                <a:latin typeface="Avenir LT Std 65 Medium" pitchFamily="34" charset="0"/>
              </a:defRPr>
            </a:lvl1pPr>
          </a:lstStyle>
          <a:p>
            <a:pPr lvl="0"/>
            <a:r>
              <a:rPr lang="fr-FR"/>
              <a:t>Cliquez pour modifier les styles du texte du masque</a:t>
            </a:r>
          </a:p>
        </p:txBody>
      </p:sp>
      <p:sp>
        <p:nvSpPr>
          <p:cNvPr id="4" name="Espace réservé de la date 3"/>
          <p:cNvSpPr>
            <a:spLocks noGrp="1"/>
          </p:cNvSpPr>
          <p:nvPr>
            <p:ph type="dt" sz="half" idx="15"/>
          </p:nvPr>
        </p:nvSpPr>
        <p:spPr/>
        <p:txBody>
          <a:bodyPr/>
          <a:lstStyle>
            <a:lvl1pPr marL="0" marR="0" indent="0" algn="l" defTabSz="908712" rtl="0" eaLnBrk="1" fontAlgn="base" latinLnBrk="0" hangingPunct="1">
              <a:lnSpc>
                <a:spcPct val="114000"/>
              </a:lnSpc>
              <a:spcBef>
                <a:spcPct val="0"/>
              </a:spcBef>
              <a:spcAft>
                <a:spcPct val="0"/>
              </a:spcAft>
              <a:buClrTx/>
              <a:buSzTx/>
              <a:buFontTx/>
              <a:buNone/>
              <a:tabLst/>
              <a:defRPr/>
            </a:lvl1pPr>
          </a:lstStyle>
          <a:p>
            <a:pPr>
              <a:defRPr/>
            </a:pPr>
            <a:endParaRPr lang="fr-FR">
              <a:solidFill>
                <a:srgbClr val="3C3732"/>
              </a:solidFill>
            </a:endParaRPr>
          </a:p>
        </p:txBody>
      </p:sp>
      <p:sp>
        <p:nvSpPr>
          <p:cNvPr id="5" name="Espace réservé du pied de page 4"/>
          <p:cNvSpPr>
            <a:spLocks noGrp="1"/>
          </p:cNvSpPr>
          <p:nvPr>
            <p:ph type="ftr" sz="quarter" idx="16"/>
          </p:nvPr>
        </p:nvSpPr>
        <p:spPr>
          <a:xfrm>
            <a:off x="239197" y="6172803"/>
            <a:ext cx="10706100" cy="215900"/>
          </a:xfrm>
          <a:prstGeom prst="rect">
            <a:avLst/>
          </a:prstGeom>
        </p:spPr>
        <p:txBody>
          <a:bodyPr/>
          <a:lstStyle>
            <a:lvl1pPr>
              <a:defRPr/>
            </a:lvl1pPr>
          </a:lstStyle>
          <a:p>
            <a:pPr>
              <a:defRPr/>
            </a:pPr>
            <a:r>
              <a:rPr lang="fr-FR" b="1"/>
              <a:t>NOM DE L’ENTITÉ</a:t>
            </a:r>
          </a:p>
        </p:txBody>
      </p:sp>
      <p:sp>
        <p:nvSpPr>
          <p:cNvPr id="6" name="Espace réservé du numéro de diapositive 5"/>
          <p:cNvSpPr>
            <a:spLocks noGrp="1"/>
          </p:cNvSpPr>
          <p:nvPr>
            <p:ph type="sldNum" sz="quarter" idx="17"/>
          </p:nvPr>
        </p:nvSpPr>
        <p:spPr/>
        <p:txBody>
          <a:bodyPr/>
          <a:lstStyle>
            <a:lvl1pPr>
              <a:defRPr/>
            </a:lvl1pPr>
          </a:lstStyle>
          <a:p>
            <a:pPr>
              <a:defRPr/>
            </a:pPr>
            <a:fld id="{1C619103-1A93-9448-9A70-F5182E7F63F0}" type="slidenum">
              <a:rPr lang="fr-FR" altLang="fr-FR">
                <a:solidFill>
                  <a:srgbClr val="3C3732"/>
                </a:solidFill>
              </a:rPr>
              <a:pPr>
                <a:defRPr/>
              </a:pPr>
              <a:t>‹N°›</a:t>
            </a:fld>
            <a:endParaRPr lang="fr-FR" altLang="fr-FR">
              <a:solidFill>
                <a:srgbClr val="3C3732"/>
              </a:solidFill>
            </a:endParaRPr>
          </a:p>
        </p:txBody>
      </p:sp>
    </p:spTree>
    <p:extLst>
      <p:ext uri="{BB962C8B-B14F-4D97-AF65-F5344CB8AC3E}">
        <p14:creationId xmlns:p14="http://schemas.microsoft.com/office/powerpoint/2010/main" val="2259166155"/>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re_&amp;_2_cartouches">
    <p:spTree>
      <p:nvGrpSpPr>
        <p:cNvPr id="1" name=""/>
        <p:cNvGrpSpPr/>
        <p:nvPr/>
      </p:nvGrpSpPr>
      <p:grpSpPr>
        <a:xfrm>
          <a:off x="0" y="0"/>
          <a:ext cx="0" cy="0"/>
          <a:chOff x="0" y="0"/>
          <a:chExt cx="0" cy="0"/>
        </a:xfrm>
      </p:grpSpPr>
      <p:sp>
        <p:nvSpPr>
          <p:cNvPr id="13" name="Espace réservé du texte 11"/>
          <p:cNvSpPr>
            <a:spLocks noGrp="1"/>
          </p:cNvSpPr>
          <p:nvPr>
            <p:ph type="body" sz="quarter" idx="15"/>
          </p:nvPr>
        </p:nvSpPr>
        <p:spPr bwMode="gray">
          <a:xfrm>
            <a:off x="6432335" y="692151"/>
            <a:ext cx="5040000" cy="5041900"/>
          </a:xfrm>
          <a:noFill/>
        </p:spPr>
        <p:txBody>
          <a:bodyPr tIns="35773" anchor="ctr">
            <a:noAutofit/>
          </a:bodyPr>
          <a:lstStyle>
            <a:lvl1pPr marL="0" indent="0">
              <a:lnSpc>
                <a:spcPct val="90000"/>
              </a:lnSpc>
              <a:spcAft>
                <a:spcPts val="0"/>
              </a:spcAft>
              <a:buFont typeface="Arial" pitchFamily="34" charset="0"/>
              <a:buNone/>
              <a:defRPr sz="2200" b="0" cap="all" baseline="0">
                <a:solidFill>
                  <a:schemeClr val="accent1"/>
                </a:solidFill>
              </a:defRPr>
            </a:lvl1pPr>
          </a:lstStyle>
          <a:p>
            <a:pPr lvl="0"/>
            <a:r>
              <a:rPr lang="fr-FR"/>
              <a:t>Cliquez pour modifier les styles du texte du masque</a:t>
            </a:r>
          </a:p>
        </p:txBody>
      </p:sp>
      <p:sp>
        <p:nvSpPr>
          <p:cNvPr id="15" name="Espace réservé du texte 11"/>
          <p:cNvSpPr>
            <a:spLocks noGrp="1"/>
          </p:cNvSpPr>
          <p:nvPr>
            <p:ph type="body" sz="quarter" idx="16"/>
          </p:nvPr>
        </p:nvSpPr>
        <p:spPr bwMode="gray">
          <a:xfrm>
            <a:off x="5240452" y="2733101"/>
            <a:ext cx="960000" cy="960000"/>
          </a:xfrm>
          <a:prstGeom prst="diamond">
            <a:avLst/>
          </a:prstGeom>
          <a:solidFill>
            <a:schemeClr val="accent1"/>
          </a:solidFill>
        </p:spPr>
        <p:txBody>
          <a:bodyPr anchor="ctr">
            <a:noAutofit/>
          </a:bodyPr>
          <a:lstStyle>
            <a:lvl1pPr marL="0" indent="0">
              <a:lnSpc>
                <a:spcPct val="90000"/>
              </a:lnSpc>
              <a:spcAft>
                <a:spcPts val="0"/>
              </a:spcAft>
              <a:buFont typeface="Arial" pitchFamily="34" charset="0"/>
              <a:buNone/>
              <a:defRPr sz="133" b="0" cap="all" baseline="0">
                <a:solidFill>
                  <a:schemeClr val="accent1">
                    <a:alpha val="0"/>
                  </a:schemeClr>
                </a:solidFill>
              </a:defRPr>
            </a:lvl1pPr>
          </a:lstStyle>
          <a:p>
            <a:pPr lvl="0"/>
            <a:r>
              <a:rPr lang="fr-FR"/>
              <a:t>Cliquez pour modifier les styles du texte du masque</a:t>
            </a:r>
          </a:p>
        </p:txBody>
      </p:sp>
      <p:sp>
        <p:nvSpPr>
          <p:cNvPr id="12" name="Espace réservé du texte 11"/>
          <p:cNvSpPr>
            <a:spLocks noGrp="1"/>
          </p:cNvSpPr>
          <p:nvPr>
            <p:ph type="body" sz="quarter" idx="14"/>
          </p:nvPr>
        </p:nvSpPr>
        <p:spPr bwMode="gray">
          <a:xfrm>
            <a:off x="719667" y="692260"/>
            <a:ext cx="5040000" cy="5041899"/>
          </a:xfrm>
          <a:solidFill>
            <a:schemeClr val="accent1"/>
          </a:solidFill>
        </p:spPr>
        <p:txBody>
          <a:bodyPr lIns="286210" tIns="143104" rIns="71553" bIns="107319" anchor="ctr">
            <a:noAutofit/>
          </a:bodyPr>
          <a:lstStyle>
            <a:lvl1pPr marL="0" indent="0">
              <a:lnSpc>
                <a:spcPct val="90000"/>
              </a:lnSpc>
              <a:spcAft>
                <a:spcPts val="0"/>
              </a:spcAft>
              <a:buFont typeface="Arial" pitchFamily="34" charset="0"/>
              <a:buNone/>
              <a:defRPr sz="2200" b="0" cap="all" baseline="0">
                <a:solidFill>
                  <a:schemeClr val="bg1"/>
                </a:solidFill>
              </a:defRPr>
            </a:lvl1pPr>
          </a:lstStyle>
          <a:p>
            <a:pPr lvl="0"/>
            <a:r>
              <a:rPr lang="fr-FR"/>
              <a:t>Cliquez pour modifier les styles du texte du masque</a:t>
            </a:r>
          </a:p>
        </p:txBody>
      </p:sp>
      <p:sp>
        <p:nvSpPr>
          <p:cNvPr id="5" name="Espace réservé de la date 3"/>
          <p:cNvSpPr>
            <a:spLocks noGrp="1"/>
          </p:cNvSpPr>
          <p:nvPr>
            <p:ph type="dt" sz="half" idx="17"/>
          </p:nvPr>
        </p:nvSpPr>
        <p:spPr/>
        <p:txBody>
          <a:bodyPr/>
          <a:lstStyle>
            <a:lvl1pPr marL="0" marR="0" indent="0" algn="l" defTabSz="908712" rtl="0" eaLnBrk="1" fontAlgn="base" latinLnBrk="0" hangingPunct="1">
              <a:lnSpc>
                <a:spcPct val="114000"/>
              </a:lnSpc>
              <a:spcBef>
                <a:spcPct val="0"/>
              </a:spcBef>
              <a:spcAft>
                <a:spcPct val="0"/>
              </a:spcAft>
              <a:buClrTx/>
              <a:buSzTx/>
              <a:buFontTx/>
              <a:buNone/>
              <a:tabLst/>
              <a:defRPr/>
            </a:lvl1pPr>
          </a:lstStyle>
          <a:p>
            <a:pPr>
              <a:defRPr/>
            </a:pPr>
            <a:endParaRPr lang="fr-FR">
              <a:solidFill>
                <a:srgbClr val="3C3732"/>
              </a:solidFill>
            </a:endParaRPr>
          </a:p>
        </p:txBody>
      </p:sp>
      <p:sp>
        <p:nvSpPr>
          <p:cNvPr id="6" name="Espace réservé du pied de page 4"/>
          <p:cNvSpPr>
            <a:spLocks noGrp="1"/>
          </p:cNvSpPr>
          <p:nvPr>
            <p:ph type="ftr" sz="quarter" idx="18"/>
          </p:nvPr>
        </p:nvSpPr>
        <p:spPr>
          <a:xfrm>
            <a:off x="239197" y="6172803"/>
            <a:ext cx="10706100" cy="215900"/>
          </a:xfrm>
          <a:prstGeom prst="rect">
            <a:avLst/>
          </a:prstGeom>
        </p:spPr>
        <p:txBody>
          <a:bodyPr/>
          <a:lstStyle>
            <a:lvl1pPr>
              <a:defRPr/>
            </a:lvl1pPr>
          </a:lstStyle>
          <a:p>
            <a:pPr>
              <a:defRPr/>
            </a:pPr>
            <a:r>
              <a:rPr lang="fr-FR" b="1"/>
              <a:t>NOM DE L’ENTITÉ</a:t>
            </a:r>
          </a:p>
        </p:txBody>
      </p:sp>
      <p:sp>
        <p:nvSpPr>
          <p:cNvPr id="7" name="Espace réservé du numéro de diapositive 5"/>
          <p:cNvSpPr>
            <a:spLocks noGrp="1"/>
          </p:cNvSpPr>
          <p:nvPr>
            <p:ph type="sldNum" sz="quarter" idx="19"/>
          </p:nvPr>
        </p:nvSpPr>
        <p:spPr/>
        <p:txBody>
          <a:bodyPr/>
          <a:lstStyle>
            <a:lvl1pPr>
              <a:defRPr/>
            </a:lvl1pPr>
          </a:lstStyle>
          <a:p>
            <a:pPr>
              <a:defRPr/>
            </a:pPr>
            <a:fld id="{724E0825-E7BD-1442-968D-6A0F5019CC84}" type="slidenum">
              <a:rPr lang="fr-FR" altLang="fr-FR">
                <a:solidFill>
                  <a:srgbClr val="3C3732"/>
                </a:solidFill>
              </a:rPr>
              <a:pPr>
                <a:defRPr/>
              </a:pPr>
              <a:t>‹N°›</a:t>
            </a:fld>
            <a:endParaRPr lang="fr-FR" altLang="fr-FR">
              <a:solidFill>
                <a:srgbClr val="3C3732"/>
              </a:solidFill>
            </a:endParaRPr>
          </a:p>
        </p:txBody>
      </p:sp>
    </p:spTree>
    <p:extLst>
      <p:ext uri="{BB962C8B-B14F-4D97-AF65-F5344CB8AC3E}">
        <p14:creationId xmlns:p14="http://schemas.microsoft.com/office/powerpoint/2010/main" val="168649463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3_cartouches_petites_images">
    <p:spTree>
      <p:nvGrpSpPr>
        <p:cNvPr id="1" name=""/>
        <p:cNvGrpSpPr/>
        <p:nvPr/>
      </p:nvGrpSpPr>
      <p:grpSpPr>
        <a:xfrm>
          <a:off x="0" y="0"/>
          <a:ext cx="0" cy="0"/>
          <a:chOff x="0" y="0"/>
          <a:chExt cx="0" cy="0"/>
        </a:xfrm>
      </p:grpSpPr>
      <p:sp>
        <p:nvSpPr>
          <p:cNvPr id="16" name="Espace réservé du texte 11"/>
          <p:cNvSpPr>
            <a:spLocks noGrp="1"/>
          </p:cNvSpPr>
          <p:nvPr>
            <p:ph type="body" sz="quarter" idx="15"/>
          </p:nvPr>
        </p:nvSpPr>
        <p:spPr bwMode="gray">
          <a:xfrm>
            <a:off x="719682" y="3236790"/>
            <a:ext cx="3360111" cy="2497447"/>
          </a:xfrm>
          <a:solidFill>
            <a:srgbClr val="D7D7D7"/>
          </a:solidFill>
        </p:spPr>
        <p:txBody>
          <a:bodyPr lIns="143104" tIns="1001740" rIns="71553" bIns="35773">
            <a:noAutofit/>
          </a:bodyPr>
          <a:lstStyle>
            <a:lvl1pPr marL="0" indent="0">
              <a:lnSpc>
                <a:spcPct val="90000"/>
              </a:lnSpc>
              <a:spcAft>
                <a:spcPts val="0"/>
              </a:spcAft>
              <a:buFont typeface="Arial" pitchFamily="34" charset="0"/>
              <a:buNone/>
              <a:defRPr sz="1200" b="0" cap="all" baseline="0">
                <a:solidFill>
                  <a:schemeClr val="tx1"/>
                </a:solidFill>
                <a:latin typeface="Avenir LT Std 35 Light" pitchFamily="34" charset="0"/>
              </a:defRPr>
            </a:lvl1pPr>
          </a:lstStyle>
          <a:p>
            <a:pPr lvl="0"/>
            <a:r>
              <a:rPr lang="fr-FR"/>
              <a:t>Cliquez pour modifier les styles du texte du masque</a:t>
            </a:r>
          </a:p>
        </p:txBody>
      </p:sp>
      <p:sp>
        <p:nvSpPr>
          <p:cNvPr id="2" name="Titre 1"/>
          <p:cNvSpPr>
            <a:spLocks noGrp="1"/>
          </p:cNvSpPr>
          <p:nvPr>
            <p:ph type="title"/>
          </p:nvPr>
        </p:nvSpPr>
        <p:spPr bwMode="gray"/>
        <p:txBody>
          <a:bodyPr/>
          <a:lstStyle>
            <a:lvl1pPr>
              <a:defRPr/>
            </a:lvl1pPr>
          </a:lstStyle>
          <a:p>
            <a:r>
              <a:rPr lang="fr-FR" noProof="0"/>
              <a:t>Cliquez et modifiez le titre</a:t>
            </a:r>
          </a:p>
        </p:txBody>
      </p:sp>
      <p:sp>
        <p:nvSpPr>
          <p:cNvPr id="14" name="Espace réservé du texte 13"/>
          <p:cNvSpPr>
            <a:spLocks noGrp="1"/>
          </p:cNvSpPr>
          <p:nvPr>
            <p:ph type="body" sz="quarter" idx="13"/>
          </p:nvPr>
        </p:nvSpPr>
        <p:spPr bwMode="gray">
          <a:xfrm>
            <a:off x="719668" y="1267884"/>
            <a:ext cx="10752667" cy="576000"/>
          </a:xfrm>
        </p:spPr>
        <p:txBody>
          <a:bodyPr/>
          <a:lstStyle>
            <a:lvl1pPr>
              <a:lnSpc>
                <a:spcPct val="90000"/>
              </a:lnSpc>
              <a:spcAft>
                <a:spcPts val="0"/>
              </a:spcAft>
              <a:defRPr sz="1400" b="0" cap="all" baseline="0">
                <a:solidFill>
                  <a:srgbClr val="747678"/>
                </a:solidFill>
                <a:latin typeface="+mn-lt"/>
              </a:defRPr>
            </a:lvl1pPr>
          </a:lstStyle>
          <a:p>
            <a:pPr lvl="0"/>
            <a:r>
              <a:rPr lang="fr-FR"/>
              <a:t>Cliquez pour modifier les styles du texte du masque</a:t>
            </a:r>
          </a:p>
        </p:txBody>
      </p:sp>
      <p:sp>
        <p:nvSpPr>
          <p:cNvPr id="15" name="Espace réservé du texte 11"/>
          <p:cNvSpPr>
            <a:spLocks noGrp="1"/>
          </p:cNvSpPr>
          <p:nvPr>
            <p:ph type="body" sz="quarter" idx="14"/>
          </p:nvPr>
        </p:nvSpPr>
        <p:spPr bwMode="gray">
          <a:xfrm>
            <a:off x="719682" y="2372784"/>
            <a:ext cx="3360111" cy="864000"/>
          </a:xfrm>
          <a:solidFill>
            <a:schemeClr val="accent1"/>
          </a:solidFill>
        </p:spPr>
        <p:txBody>
          <a:bodyPr lIns="143104" tIns="71553" rIns="71553" bIns="35773" anchor="ctr">
            <a:noAutofit/>
          </a:bodyPr>
          <a:lstStyle>
            <a:lvl1pPr marL="0" indent="0">
              <a:lnSpc>
                <a:spcPct val="90000"/>
              </a:lnSpc>
              <a:spcAft>
                <a:spcPts val="0"/>
              </a:spcAft>
              <a:buFont typeface="Arial" pitchFamily="34" charset="0"/>
              <a:buNone/>
              <a:defRPr sz="2000" b="0" cap="all" baseline="0">
                <a:solidFill>
                  <a:schemeClr val="bg1"/>
                </a:solidFill>
              </a:defRPr>
            </a:lvl1pPr>
          </a:lstStyle>
          <a:p>
            <a:pPr lvl="0"/>
            <a:r>
              <a:rPr lang="fr-FR"/>
              <a:t>Cliquez pour modifier les styles du texte du masque</a:t>
            </a:r>
          </a:p>
        </p:txBody>
      </p:sp>
      <p:sp>
        <p:nvSpPr>
          <p:cNvPr id="17" name="Espace réservé pour une image  10"/>
          <p:cNvSpPr>
            <a:spLocks noGrp="1"/>
          </p:cNvSpPr>
          <p:nvPr>
            <p:ph type="pic" sz="quarter" idx="18"/>
          </p:nvPr>
        </p:nvSpPr>
        <p:spPr bwMode="gray">
          <a:xfrm>
            <a:off x="911424" y="3333111"/>
            <a:ext cx="1104000" cy="1104000"/>
          </a:xfrm>
          <a:prstGeom prst="rect">
            <a:avLst/>
          </a:prstGeom>
          <a:noFill/>
        </p:spPr>
        <p:txBody>
          <a:bodyPr rtlCol="0" anchor="ctr">
            <a:normAutofit/>
          </a:bodyPr>
          <a:lstStyle>
            <a:lvl1pPr algn="ctr">
              <a:defRPr sz="800" b="0" cap="all" baseline="0">
                <a:solidFill>
                  <a:schemeClr val="accent1"/>
                </a:solidFill>
                <a:latin typeface="+mn-lt"/>
              </a:defRPr>
            </a:lvl1pPr>
          </a:lstStyle>
          <a:p>
            <a:pPr lvl="0"/>
            <a:r>
              <a:rPr lang="fr-FR" noProof="0"/>
              <a:t>Cliquez sur l'icône pour ajouter une image</a:t>
            </a:r>
          </a:p>
        </p:txBody>
      </p:sp>
      <p:sp>
        <p:nvSpPr>
          <p:cNvPr id="18" name="Espace réservé du texte 11"/>
          <p:cNvSpPr>
            <a:spLocks noGrp="1"/>
          </p:cNvSpPr>
          <p:nvPr>
            <p:ph type="body" sz="quarter" idx="19"/>
          </p:nvPr>
        </p:nvSpPr>
        <p:spPr bwMode="gray">
          <a:xfrm>
            <a:off x="4415970" y="3236790"/>
            <a:ext cx="3360111" cy="2497447"/>
          </a:xfrm>
          <a:solidFill>
            <a:srgbClr val="D7D7D7"/>
          </a:solidFill>
        </p:spPr>
        <p:txBody>
          <a:bodyPr lIns="143104" tIns="1001740" rIns="71553" bIns="35773">
            <a:noAutofit/>
          </a:bodyPr>
          <a:lstStyle>
            <a:lvl1pPr marL="0" indent="0">
              <a:lnSpc>
                <a:spcPct val="90000"/>
              </a:lnSpc>
              <a:spcAft>
                <a:spcPts val="0"/>
              </a:spcAft>
              <a:buFont typeface="Arial" pitchFamily="34" charset="0"/>
              <a:buNone/>
              <a:defRPr sz="1200" b="0" cap="all" baseline="0">
                <a:solidFill>
                  <a:schemeClr val="tx1"/>
                </a:solidFill>
                <a:latin typeface="Avenir LT Std 35 Light" pitchFamily="34" charset="0"/>
              </a:defRPr>
            </a:lvl1pPr>
          </a:lstStyle>
          <a:p>
            <a:pPr lvl="0"/>
            <a:r>
              <a:rPr lang="fr-FR"/>
              <a:t>Cliquez pour modifier les styles du texte du masque</a:t>
            </a:r>
          </a:p>
        </p:txBody>
      </p:sp>
      <p:sp>
        <p:nvSpPr>
          <p:cNvPr id="19" name="Espace réservé du texte 11"/>
          <p:cNvSpPr>
            <a:spLocks noGrp="1"/>
          </p:cNvSpPr>
          <p:nvPr>
            <p:ph type="body" sz="quarter" idx="20"/>
          </p:nvPr>
        </p:nvSpPr>
        <p:spPr bwMode="gray">
          <a:xfrm>
            <a:off x="4415970" y="2372785"/>
            <a:ext cx="3360111" cy="864000"/>
          </a:xfrm>
          <a:solidFill>
            <a:schemeClr val="accent1"/>
          </a:solidFill>
        </p:spPr>
        <p:txBody>
          <a:bodyPr lIns="143104" tIns="71553" rIns="71553" bIns="35773" anchor="ctr">
            <a:noAutofit/>
          </a:bodyPr>
          <a:lstStyle>
            <a:lvl1pPr marL="0" indent="0">
              <a:lnSpc>
                <a:spcPct val="90000"/>
              </a:lnSpc>
              <a:spcAft>
                <a:spcPts val="0"/>
              </a:spcAft>
              <a:buFont typeface="Arial" pitchFamily="34" charset="0"/>
              <a:buNone/>
              <a:defRPr sz="2000" b="0" cap="all" baseline="0">
                <a:solidFill>
                  <a:schemeClr val="bg1"/>
                </a:solidFill>
              </a:defRPr>
            </a:lvl1pPr>
          </a:lstStyle>
          <a:p>
            <a:pPr lvl="0"/>
            <a:r>
              <a:rPr lang="fr-FR"/>
              <a:t>Cliquez pour modifier les styles du texte du masque</a:t>
            </a:r>
          </a:p>
        </p:txBody>
      </p:sp>
      <p:sp>
        <p:nvSpPr>
          <p:cNvPr id="20" name="Espace réservé pour une image  10"/>
          <p:cNvSpPr>
            <a:spLocks noGrp="1"/>
          </p:cNvSpPr>
          <p:nvPr>
            <p:ph type="pic" sz="quarter" idx="21"/>
          </p:nvPr>
        </p:nvSpPr>
        <p:spPr bwMode="gray">
          <a:xfrm>
            <a:off x="4607703" y="3333112"/>
            <a:ext cx="1104000" cy="1104000"/>
          </a:xfrm>
          <a:prstGeom prst="rect">
            <a:avLst/>
          </a:prstGeom>
          <a:noFill/>
        </p:spPr>
        <p:txBody>
          <a:bodyPr rtlCol="0" anchor="ctr">
            <a:normAutofit/>
          </a:bodyPr>
          <a:lstStyle>
            <a:lvl1pPr algn="ctr">
              <a:defRPr sz="800" b="0" cap="all" baseline="0">
                <a:solidFill>
                  <a:schemeClr val="accent1"/>
                </a:solidFill>
                <a:latin typeface="+mn-lt"/>
              </a:defRPr>
            </a:lvl1pPr>
          </a:lstStyle>
          <a:p>
            <a:pPr lvl="0"/>
            <a:r>
              <a:rPr lang="fr-FR" noProof="0"/>
              <a:t>Cliquez sur l'icône pour ajouter une image</a:t>
            </a:r>
          </a:p>
        </p:txBody>
      </p:sp>
      <p:sp>
        <p:nvSpPr>
          <p:cNvPr id="21" name="Espace réservé du texte 11"/>
          <p:cNvSpPr>
            <a:spLocks noGrp="1"/>
          </p:cNvSpPr>
          <p:nvPr>
            <p:ph type="body" sz="quarter" idx="22"/>
          </p:nvPr>
        </p:nvSpPr>
        <p:spPr bwMode="gray">
          <a:xfrm>
            <a:off x="8112242" y="3236790"/>
            <a:ext cx="3360111" cy="2497447"/>
          </a:xfrm>
          <a:solidFill>
            <a:schemeClr val="accent1"/>
          </a:solidFill>
        </p:spPr>
        <p:txBody>
          <a:bodyPr lIns="143104" tIns="1001740" rIns="71553" bIns="35773">
            <a:noAutofit/>
          </a:bodyPr>
          <a:lstStyle>
            <a:lvl1pPr marL="0" indent="0">
              <a:lnSpc>
                <a:spcPct val="90000"/>
              </a:lnSpc>
              <a:spcAft>
                <a:spcPts val="0"/>
              </a:spcAft>
              <a:buFont typeface="Arial" pitchFamily="34" charset="0"/>
              <a:buNone/>
              <a:defRPr sz="1200" b="0" cap="all" baseline="0">
                <a:solidFill>
                  <a:schemeClr val="bg1"/>
                </a:solidFill>
                <a:latin typeface="Avenir LT Std 35 Light" pitchFamily="34" charset="0"/>
              </a:defRPr>
            </a:lvl1pPr>
          </a:lstStyle>
          <a:p>
            <a:pPr lvl="0"/>
            <a:r>
              <a:rPr lang="fr-FR"/>
              <a:t>Cliquez pour modifier les styles du texte du masque</a:t>
            </a:r>
          </a:p>
        </p:txBody>
      </p:sp>
      <p:sp>
        <p:nvSpPr>
          <p:cNvPr id="22" name="Espace réservé du texte 11"/>
          <p:cNvSpPr>
            <a:spLocks noGrp="1"/>
          </p:cNvSpPr>
          <p:nvPr>
            <p:ph type="body" sz="quarter" idx="23"/>
          </p:nvPr>
        </p:nvSpPr>
        <p:spPr bwMode="gray">
          <a:xfrm>
            <a:off x="8112242" y="2372785"/>
            <a:ext cx="3360111" cy="864000"/>
          </a:xfrm>
          <a:solidFill>
            <a:schemeClr val="accent1"/>
          </a:solidFill>
        </p:spPr>
        <p:txBody>
          <a:bodyPr lIns="143104" tIns="71553" rIns="71553" bIns="35773" anchor="ctr">
            <a:noAutofit/>
          </a:bodyPr>
          <a:lstStyle>
            <a:lvl1pPr marL="0" indent="0">
              <a:lnSpc>
                <a:spcPct val="90000"/>
              </a:lnSpc>
              <a:spcAft>
                <a:spcPts val="0"/>
              </a:spcAft>
              <a:buFont typeface="Arial" pitchFamily="34" charset="0"/>
              <a:buNone/>
              <a:defRPr sz="2000" b="0" cap="all" baseline="0">
                <a:solidFill>
                  <a:schemeClr val="bg1"/>
                </a:solidFill>
              </a:defRPr>
            </a:lvl1pPr>
          </a:lstStyle>
          <a:p>
            <a:pPr lvl="0"/>
            <a:r>
              <a:rPr lang="fr-FR"/>
              <a:t>Cliquez pour modifier les styles du texte du masque</a:t>
            </a:r>
          </a:p>
        </p:txBody>
      </p:sp>
      <p:sp>
        <p:nvSpPr>
          <p:cNvPr id="23" name="Espace réservé pour une image  10"/>
          <p:cNvSpPr>
            <a:spLocks noGrp="1"/>
          </p:cNvSpPr>
          <p:nvPr>
            <p:ph type="pic" sz="quarter" idx="24"/>
          </p:nvPr>
        </p:nvSpPr>
        <p:spPr bwMode="gray">
          <a:xfrm>
            <a:off x="8303983" y="3333112"/>
            <a:ext cx="1104000" cy="1104000"/>
          </a:xfrm>
          <a:prstGeom prst="rect">
            <a:avLst/>
          </a:prstGeom>
          <a:noFill/>
        </p:spPr>
        <p:txBody>
          <a:bodyPr rtlCol="0" anchor="ctr">
            <a:normAutofit/>
          </a:bodyPr>
          <a:lstStyle>
            <a:lvl1pPr algn="ctr">
              <a:defRPr sz="800" b="0" cap="all" baseline="0">
                <a:solidFill>
                  <a:schemeClr val="bg1"/>
                </a:solidFill>
                <a:latin typeface="+mn-lt"/>
              </a:defRPr>
            </a:lvl1pPr>
          </a:lstStyle>
          <a:p>
            <a:pPr lvl="0"/>
            <a:r>
              <a:rPr lang="fr-FR" noProof="0"/>
              <a:t>Cliquez sur l'icône pour ajouter une image</a:t>
            </a:r>
          </a:p>
        </p:txBody>
      </p:sp>
      <p:sp>
        <p:nvSpPr>
          <p:cNvPr id="13" name="Espace réservé de la date 3"/>
          <p:cNvSpPr>
            <a:spLocks noGrp="1"/>
          </p:cNvSpPr>
          <p:nvPr>
            <p:ph type="dt" sz="half" idx="25"/>
          </p:nvPr>
        </p:nvSpPr>
        <p:spPr/>
        <p:txBody>
          <a:bodyPr/>
          <a:lstStyle>
            <a:lvl1pPr marL="0" marR="0" indent="0" algn="l" defTabSz="908712" rtl="0" eaLnBrk="1" fontAlgn="base" latinLnBrk="0" hangingPunct="1">
              <a:lnSpc>
                <a:spcPct val="114000"/>
              </a:lnSpc>
              <a:spcBef>
                <a:spcPct val="0"/>
              </a:spcBef>
              <a:spcAft>
                <a:spcPct val="0"/>
              </a:spcAft>
              <a:buClrTx/>
              <a:buSzTx/>
              <a:buFontTx/>
              <a:buNone/>
              <a:tabLst/>
              <a:defRPr/>
            </a:lvl1pPr>
          </a:lstStyle>
          <a:p>
            <a:pPr>
              <a:defRPr/>
            </a:pPr>
            <a:endParaRPr lang="fr-FR">
              <a:solidFill>
                <a:srgbClr val="3C3732"/>
              </a:solidFill>
            </a:endParaRPr>
          </a:p>
        </p:txBody>
      </p:sp>
      <p:sp>
        <p:nvSpPr>
          <p:cNvPr id="24" name="Espace réservé du pied de page 4"/>
          <p:cNvSpPr>
            <a:spLocks noGrp="1"/>
          </p:cNvSpPr>
          <p:nvPr>
            <p:ph type="ftr" sz="quarter" idx="26"/>
          </p:nvPr>
        </p:nvSpPr>
        <p:spPr>
          <a:xfrm>
            <a:off x="239197" y="6172803"/>
            <a:ext cx="10706100" cy="215900"/>
          </a:xfrm>
          <a:prstGeom prst="rect">
            <a:avLst/>
          </a:prstGeom>
        </p:spPr>
        <p:txBody>
          <a:bodyPr/>
          <a:lstStyle>
            <a:lvl1pPr>
              <a:defRPr/>
            </a:lvl1pPr>
          </a:lstStyle>
          <a:p>
            <a:pPr>
              <a:defRPr/>
            </a:pPr>
            <a:r>
              <a:rPr lang="fr-FR" b="1"/>
              <a:t>NOM DE L’ENTITÉ</a:t>
            </a:r>
          </a:p>
        </p:txBody>
      </p:sp>
      <p:sp>
        <p:nvSpPr>
          <p:cNvPr id="25" name="Espace réservé du numéro de diapositive 5"/>
          <p:cNvSpPr>
            <a:spLocks noGrp="1"/>
          </p:cNvSpPr>
          <p:nvPr>
            <p:ph type="sldNum" sz="quarter" idx="27"/>
          </p:nvPr>
        </p:nvSpPr>
        <p:spPr/>
        <p:txBody>
          <a:bodyPr/>
          <a:lstStyle>
            <a:lvl1pPr>
              <a:defRPr/>
            </a:lvl1pPr>
          </a:lstStyle>
          <a:p>
            <a:pPr>
              <a:defRPr/>
            </a:pPr>
            <a:fld id="{C80B94D4-CABF-6E46-9D85-76313ED11AE5}" type="slidenum">
              <a:rPr lang="fr-FR" altLang="fr-FR">
                <a:solidFill>
                  <a:srgbClr val="3C3732"/>
                </a:solidFill>
              </a:rPr>
              <a:pPr>
                <a:defRPr/>
              </a:pPr>
              <a:t>‹N°›</a:t>
            </a:fld>
            <a:endParaRPr lang="fr-FR" altLang="fr-FR">
              <a:solidFill>
                <a:srgbClr val="3C3732"/>
              </a:solidFill>
            </a:endParaRPr>
          </a:p>
        </p:txBody>
      </p:sp>
    </p:spTree>
    <p:extLst>
      <p:ext uri="{BB962C8B-B14F-4D97-AF65-F5344CB8AC3E}">
        <p14:creationId xmlns:p14="http://schemas.microsoft.com/office/powerpoint/2010/main" val="2059078820"/>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3_cartouches_grandes_images">
    <p:spTree>
      <p:nvGrpSpPr>
        <p:cNvPr id="1" name=""/>
        <p:cNvGrpSpPr/>
        <p:nvPr/>
      </p:nvGrpSpPr>
      <p:grpSpPr>
        <a:xfrm>
          <a:off x="0" y="0"/>
          <a:ext cx="0" cy="0"/>
          <a:chOff x="0" y="0"/>
          <a:chExt cx="0" cy="0"/>
        </a:xfrm>
      </p:grpSpPr>
      <p:sp>
        <p:nvSpPr>
          <p:cNvPr id="2" name="Titre 1"/>
          <p:cNvSpPr>
            <a:spLocks noGrp="1"/>
          </p:cNvSpPr>
          <p:nvPr>
            <p:ph type="title"/>
          </p:nvPr>
        </p:nvSpPr>
        <p:spPr bwMode="gray"/>
        <p:txBody>
          <a:bodyPr/>
          <a:lstStyle>
            <a:lvl1pPr>
              <a:defRPr/>
            </a:lvl1pPr>
          </a:lstStyle>
          <a:p>
            <a:r>
              <a:rPr lang="fr-FR" noProof="0"/>
              <a:t>Cliquez et modifiez le titre</a:t>
            </a:r>
          </a:p>
        </p:txBody>
      </p:sp>
      <p:sp>
        <p:nvSpPr>
          <p:cNvPr id="14" name="Espace réservé du texte 13"/>
          <p:cNvSpPr>
            <a:spLocks noGrp="1"/>
          </p:cNvSpPr>
          <p:nvPr>
            <p:ph type="body" sz="quarter" idx="13"/>
          </p:nvPr>
        </p:nvSpPr>
        <p:spPr bwMode="gray">
          <a:xfrm>
            <a:off x="719668" y="1267884"/>
            <a:ext cx="10752667" cy="576000"/>
          </a:xfrm>
        </p:spPr>
        <p:txBody>
          <a:bodyPr/>
          <a:lstStyle>
            <a:lvl1pPr>
              <a:lnSpc>
                <a:spcPct val="90000"/>
              </a:lnSpc>
              <a:spcAft>
                <a:spcPts val="0"/>
              </a:spcAft>
              <a:defRPr sz="1400" b="0" cap="all" baseline="0">
                <a:solidFill>
                  <a:srgbClr val="747678"/>
                </a:solidFill>
                <a:latin typeface="+mn-lt"/>
              </a:defRPr>
            </a:lvl1pPr>
          </a:lstStyle>
          <a:p>
            <a:pPr lvl="0"/>
            <a:r>
              <a:rPr lang="fr-FR"/>
              <a:t>Cliquez pour modifier les styles du texte du masque</a:t>
            </a:r>
          </a:p>
        </p:txBody>
      </p:sp>
      <p:sp>
        <p:nvSpPr>
          <p:cNvPr id="15" name="Espace réservé du texte 11"/>
          <p:cNvSpPr>
            <a:spLocks noGrp="1"/>
          </p:cNvSpPr>
          <p:nvPr>
            <p:ph type="body" sz="quarter" idx="14"/>
          </p:nvPr>
        </p:nvSpPr>
        <p:spPr bwMode="gray">
          <a:xfrm>
            <a:off x="719682" y="2372784"/>
            <a:ext cx="3360111" cy="864000"/>
          </a:xfrm>
          <a:solidFill>
            <a:schemeClr val="accent1"/>
          </a:solidFill>
        </p:spPr>
        <p:txBody>
          <a:bodyPr lIns="143104" tIns="71553" rIns="71553" bIns="35773" anchor="ctr">
            <a:noAutofit/>
          </a:bodyPr>
          <a:lstStyle>
            <a:lvl1pPr marL="0" indent="0">
              <a:lnSpc>
                <a:spcPct val="90000"/>
              </a:lnSpc>
              <a:spcAft>
                <a:spcPts val="0"/>
              </a:spcAft>
              <a:buFont typeface="Arial" pitchFamily="34" charset="0"/>
              <a:buNone/>
              <a:defRPr sz="2000" b="0" cap="all" baseline="0">
                <a:solidFill>
                  <a:schemeClr val="bg1"/>
                </a:solidFill>
              </a:defRPr>
            </a:lvl1pPr>
          </a:lstStyle>
          <a:p>
            <a:pPr lvl="0"/>
            <a:r>
              <a:rPr lang="fr-FR"/>
              <a:t>Cliquez pour modifier les styles du texte du masque</a:t>
            </a:r>
          </a:p>
        </p:txBody>
      </p:sp>
      <p:sp>
        <p:nvSpPr>
          <p:cNvPr id="17" name="Espace réservé pour une image  10"/>
          <p:cNvSpPr>
            <a:spLocks noGrp="1"/>
          </p:cNvSpPr>
          <p:nvPr>
            <p:ph type="pic" sz="quarter" idx="18"/>
          </p:nvPr>
        </p:nvSpPr>
        <p:spPr bwMode="gray">
          <a:xfrm>
            <a:off x="719776" y="3236881"/>
            <a:ext cx="3360000" cy="2497267"/>
          </a:xfrm>
          <a:prstGeom prst="rect">
            <a:avLst/>
          </a:prstGeom>
          <a:solidFill>
            <a:srgbClr val="D7D7D7"/>
          </a:solidFill>
        </p:spPr>
        <p:txBody>
          <a:bodyPr lIns="35773" tIns="965976" rIns="35773" rtlCol="0" anchor="ctr">
            <a:normAutofit/>
          </a:bodyPr>
          <a:lstStyle>
            <a:lvl1pPr algn="ctr">
              <a:defRPr sz="1300" b="0" cap="all" baseline="0">
                <a:solidFill>
                  <a:schemeClr val="accent1"/>
                </a:solidFill>
                <a:latin typeface="+mn-lt"/>
              </a:defRPr>
            </a:lvl1pPr>
          </a:lstStyle>
          <a:p>
            <a:pPr lvl="0"/>
            <a:r>
              <a:rPr lang="fr-FR" noProof="0"/>
              <a:t>Cliquez sur l'icône pour ajouter une image</a:t>
            </a:r>
          </a:p>
        </p:txBody>
      </p:sp>
      <p:sp>
        <p:nvSpPr>
          <p:cNvPr id="25" name="Espace réservé du texte 11"/>
          <p:cNvSpPr>
            <a:spLocks noGrp="1"/>
          </p:cNvSpPr>
          <p:nvPr>
            <p:ph type="body" sz="quarter" idx="19"/>
          </p:nvPr>
        </p:nvSpPr>
        <p:spPr bwMode="gray">
          <a:xfrm>
            <a:off x="4415970" y="2372784"/>
            <a:ext cx="3360111" cy="864000"/>
          </a:xfrm>
          <a:solidFill>
            <a:schemeClr val="accent1"/>
          </a:solidFill>
        </p:spPr>
        <p:txBody>
          <a:bodyPr lIns="143104" tIns="71553" rIns="71553" bIns="35773" anchor="ctr">
            <a:noAutofit/>
          </a:bodyPr>
          <a:lstStyle>
            <a:lvl1pPr marL="0" indent="0">
              <a:lnSpc>
                <a:spcPct val="90000"/>
              </a:lnSpc>
              <a:spcAft>
                <a:spcPts val="0"/>
              </a:spcAft>
              <a:buFont typeface="Arial" pitchFamily="34" charset="0"/>
              <a:buNone/>
              <a:defRPr sz="2000" b="0" cap="all" baseline="0">
                <a:solidFill>
                  <a:schemeClr val="bg1"/>
                </a:solidFill>
              </a:defRPr>
            </a:lvl1pPr>
          </a:lstStyle>
          <a:p>
            <a:pPr lvl="0"/>
            <a:r>
              <a:rPr lang="fr-FR"/>
              <a:t>Cliquez pour modifier les styles du texte du masque</a:t>
            </a:r>
          </a:p>
        </p:txBody>
      </p:sp>
      <p:sp>
        <p:nvSpPr>
          <p:cNvPr id="26" name="Espace réservé pour une image  10"/>
          <p:cNvSpPr>
            <a:spLocks noGrp="1"/>
          </p:cNvSpPr>
          <p:nvPr>
            <p:ph type="pic" sz="quarter" idx="20"/>
          </p:nvPr>
        </p:nvSpPr>
        <p:spPr bwMode="gray">
          <a:xfrm>
            <a:off x="4416055" y="3236881"/>
            <a:ext cx="3360000" cy="2497267"/>
          </a:xfrm>
          <a:prstGeom prst="rect">
            <a:avLst/>
          </a:prstGeom>
          <a:solidFill>
            <a:srgbClr val="D7D7D7"/>
          </a:solidFill>
        </p:spPr>
        <p:txBody>
          <a:bodyPr lIns="35773" tIns="965976" rIns="35773" rtlCol="0" anchor="ctr">
            <a:normAutofit/>
          </a:bodyPr>
          <a:lstStyle>
            <a:lvl1pPr algn="ctr">
              <a:defRPr sz="1300" b="0" cap="all" baseline="0">
                <a:solidFill>
                  <a:schemeClr val="accent1"/>
                </a:solidFill>
                <a:latin typeface="+mn-lt"/>
              </a:defRPr>
            </a:lvl1pPr>
          </a:lstStyle>
          <a:p>
            <a:pPr lvl="0"/>
            <a:r>
              <a:rPr lang="fr-FR" noProof="0"/>
              <a:t>Cliquez sur l'icône pour ajouter une image</a:t>
            </a:r>
          </a:p>
        </p:txBody>
      </p:sp>
      <p:sp>
        <p:nvSpPr>
          <p:cNvPr id="27" name="Espace réservé du texte 11"/>
          <p:cNvSpPr>
            <a:spLocks noGrp="1"/>
          </p:cNvSpPr>
          <p:nvPr>
            <p:ph type="body" sz="quarter" idx="21"/>
          </p:nvPr>
        </p:nvSpPr>
        <p:spPr bwMode="gray">
          <a:xfrm>
            <a:off x="8112242" y="2372784"/>
            <a:ext cx="3360111" cy="864000"/>
          </a:xfrm>
          <a:solidFill>
            <a:schemeClr val="accent1"/>
          </a:solidFill>
        </p:spPr>
        <p:txBody>
          <a:bodyPr lIns="143104" tIns="71553" rIns="71553" bIns="35773" anchor="ctr">
            <a:noAutofit/>
          </a:bodyPr>
          <a:lstStyle>
            <a:lvl1pPr marL="0" indent="0">
              <a:lnSpc>
                <a:spcPct val="90000"/>
              </a:lnSpc>
              <a:spcAft>
                <a:spcPts val="0"/>
              </a:spcAft>
              <a:buFont typeface="Arial" pitchFamily="34" charset="0"/>
              <a:buNone/>
              <a:defRPr sz="2000" b="0" cap="all" baseline="0">
                <a:solidFill>
                  <a:schemeClr val="bg1"/>
                </a:solidFill>
              </a:defRPr>
            </a:lvl1pPr>
          </a:lstStyle>
          <a:p>
            <a:pPr lvl="0"/>
            <a:r>
              <a:rPr lang="fr-FR"/>
              <a:t>Cliquez pour modifier les styles du texte du masque</a:t>
            </a:r>
          </a:p>
        </p:txBody>
      </p:sp>
      <p:sp>
        <p:nvSpPr>
          <p:cNvPr id="28" name="Espace réservé pour une image  10"/>
          <p:cNvSpPr>
            <a:spLocks noGrp="1"/>
          </p:cNvSpPr>
          <p:nvPr>
            <p:ph type="pic" sz="quarter" idx="22"/>
          </p:nvPr>
        </p:nvSpPr>
        <p:spPr bwMode="gray">
          <a:xfrm>
            <a:off x="8112335" y="3236881"/>
            <a:ext cx="3360000" cy="2497267"/>
          </a:xfrm>
          <a:prstGeom prst="rect">
            <a:avLst/>
          </a:prstGeom>
          <a:solidFill>
            <a:srgbClr val="D7D7D7"/>
          </a:solidFill>
        </p:spPr>
        <p:txBody>
          <a:bodyPr lIns="35773" tIns="965976" rIns="35773" rtlCol="0" anchor="ctr">
            <a:normAutofit/>
          </a:bodyPr>
          <a:lstStyle>
            <a:lvl1pPr algn="ctr">
              <a:defRPr sz="1300" b="0" cap="all" baseline="0">
                <a:solidFill>
                  <a:schemeClr val="accent1"/>
                </a:solidFill>
                <a:latin typeface="+mn-lt"/>
              </a:defRPr>
            </a:lvl1pPr>
          </a:lstStyle>
          <a:p>
            <a:pPr lvl="0"/>
            <a:r>
              <a:rPr lang="fr-FR" noProof="0"/>
              <a:t>Cliquez sur l'icône pour ajouter une image</a:t>
            </a:r>
          </a:p>
        </p:txBody>
      </p:sp>
      <p:sp>
        <p:nvSpPr>
          <p:cNvPr id="10" name="Espace réservé de la date 3"/>
          <p:cNvSpPr>
            <a:spLocks noGrp="1"/>
          </p:cNvSpPr>
          <p:nvPr>
            <p:ph type="dt" sz="half" idx="23"/>
          </p:nvPr>
        </p:nvSpPr>
        <p:spPr/>
        <p:txBody>
          <a:bodyPr/>
          <a:lstStyle>
            <a:lvl1pPr marL="0" marR="0" indent="0" algn="l" defTabSz="908712" rtl="0" eaLnBrk="1" fontAlgn="base" latinLnBrk="0" hangingPunct="1">
              <a:lnSpc>
                <a:spcPct val="114000"/>
              </a:lnSpc>
              <a:spcBef>
                <a:spcPct val="0"/>
              </a:spcBef>
              <a:spcAft>
                <a:spcPct val="0"/>
              </a:spcAft>
              <a:buClrTx/>
              <a:buSzTx/>
              <a:buFontTx/>
              <a:buNone/>
              <a:tabLst/>
              <a:defRPr/>
            </a:lvl1pPr>
          </a:lstStyle>
          <a:p>
            <a:endParaRPr lang="fr-FR">
              <a:solidFill>
                <a:srgbClr val="3C3732"/>
              </a:solidFill>
            </a:endParaRPr>
          </a:p>
        </p:txBody>
      </p:sp>
      <p:sp>
        <p:nvSpPr>
          <p:cNvPr id="11" name="Espace réservé du pied de page 4"/>
          <p:cNvSpPr>
            <a:spLocks noGrp="1"/>
          </p:cNvSpPr>
          <p:nvPr>
            <p:ph type="ftr" sz="quarter" idx="24"/>
          </p:nvPr>
        </p:nvSpPr>
        <p:spPr>
          <a:xfrm>
            <a:off x="239197" y="6172803"/>
            <a:ext cx="10706100" cy="215900"/>
          </a:xfrm>
          <a:prstGeom prst="rect">
            <a:avLst/>
          </a:prstGeom>
        </p:spPr>
        <p:txBody>
          <a:bodyPr/>
          <a:lstStyle>
            <a:lvl1pPr>
              <a:defRPr/>
            </a:lvl1pPr>
          </a:lstStyle>
          <a:p>
            <a:pPr>
              <a:defRPr/>
            </a:pPr>
            <a:r>
              <a:rPr lang="fr-FR" b="1"/>
              <a:t>NOM DE L’ENTITÉ</a:t>
            </a:r>
          </a:p>
        </p:txBody>
      </p:sp>
      <p:sp>
        <p:nvSpPr>
          <p:cNvPr id="12" name="Espace réservé du numéro de diapositive 5"/>
          <p:cNvSpPr>
            <a:spLocks noGrp="1"/>
          </p:cNvSpPr>
          <p:nvPr>
            <p:ph type="sldNum" sz="quarter" idx="25"/>
          </p:nvPr>
        </p:nvSpPr>
        <p:spPr/>
        <p:txBody>
          <a:bodyPr/>
          <a:lstStyle>
            <a:lvl1pPr>
              <a:defRPr/>
            </a:lvl1pPr>
          </a:lstStyle>
          <a:p>
            <a:pPr>
              <a:defRPr/>
            </a:pPr>
            <a:fld id="{0D4AE7AB-ADBD-C740-923E-0FEE3F73DA88}" type="slidenum">
              <a:rPr lang="fr-FR" altLang="fr-FR">
                <a:solidFill>
                  <a:srgbClr val="3C3732"/>
                </a:solidFill>
              </a:rPr>
              <a:pPr>
                <a:defRPr/>
              </a:pPr>
              <a:t>‹N°›</a:t>
            </a:fld>
            <a:endParaRPr lang="fr-FR" altLang="fr-FR">
              <a:solidFill>
                <a:srgbClr val="3C3732"/>
              </a:solidFill>
            </a:endParaRPr>
          </a:p>
        </p:txBody>
      </p:sp>
    </p:spTree>
    <p:extLst>
      <p:ext uri="{BB962C8B-B14F-4D97-AF65-F5344CB8AC3E}">
        <p14:creationId xmlns:p14="http://schemas.microsoft.com/office/powerpoint/2010/main" val="115774792"/>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Etapes">
    <p:spTree>
      <p:nvGrpSpPr>
        <p:cNvPr id="1" name=""/>
        <p:cNvGrpSpPr/>
        <p:nvPr/>
      </p:nvGrpSpPr>
      <p:grpSpPr>
        <a:xfrm>
          <a:off x="0" y="0"/>
          <a:ext cx="0" cy="0"/>
          <a:chOff x="0" y="0"/>
          <a:chExt cx="0" cy="0"/>
        </a:xfrm>
      </p:grpSpPr>
      <p:sp>
        <p:nvSpPr>
          <p:cNvPr id="15" name="Espace réservé du texte 14"/>
          <p:cNvSpPr>
            <a:spLocks noGrp="1"/>
          </p:cNvSpPr>
          <p:nvPr>
            <p:ph type="body" sz="quarter" idx="13"/>
          </p:nvPr>
        </p:nvSpPr>
        <p:spPr bwMode="gray">
          <a:xfrm>
            <a:off x="719668" y="597004"/>
            <a:ext cx="10752667" cy="5376333"/>
          </a:xfrm>
        </p:spPr>
        <p:txBody>
          <a:bodyPr anchor="ctr"/>
          <a:lstStyle>
            <a:lvl1pPr marL="357762" indent="-357762">
              <a:lnSpc>
                <a:spcPct val="90000"/>
              </a:lnSpc>
              <a:spcBef>
                <a:spcPts val="3196"/>
              </a:spcBef>
              <a:buFont typeface="Avenir LT Std 65 Medium" pitchFamily="34" charset="0"/>
              <a:buChar char="+"/>
              <a:defRPr sz="2800" b="0" cap="all" baseline="0"/>
            </a:lvl1pPr>
            <a:lvl2pPr marL="357762">
              <a:lnSpc>
                <a:spcPct val="90000"/>
              </a:lnSpc>
              <a:spcAft>
                <a:spcPts val="0"/>
              </a:spcAft>
              <a:defRPr sz="1500" cap="all" baseline="0">
                <a:latin typeface="+mn-lt"/>
              </a:defRPr>
            </a:lvl2pPr>
          </a:lstStyle>
          <a:p>
            <a:pPr lvl="0"/>
            <a:r>
              <a:rPr lang="fr-FR"/>
              <a:t>Cliquez pour modifier les styles du texte du masque</a:t>
            </a:r>
          </a:p>
          <a:p>
            <a:pPr lvl="1"/>
            <a:r>
              <a:rPr lang="fr-FR"/>
              <a:t>Deuxième niveau</a:t>
            </a:r>
          </a:p>
        </p:txBody>
      </p:sp>
      <p:sp>
        <p:nvSpPr>
          <p:cNvPr id="3" name="Espace réservé de la date 3"/>
          <p:cNvSpPr>
            <a:spLocks noGrp="1"/>
          </p:cNvSpPr>
          <p:nvPr>
            <p:ph type="dt" sz="half" idx="14"/>
          </p:nvPr>
        </p:nvSpPr>
        <p:spPr/>
        <p:txBody>
          <a:bodyPr/>
          <a:lstStyle>
            <a:lvl1pPr marL="0" marR="0" indent="0" algn="l" defTabSz="908712" rtl="0" eaLnBrk="1" fontAlgn="base" latinLnBrk="0" hangingPunct="1">
              <a:lnSpc>
                <a:spcPct val="114000"/>
              </a:lnSpc>
              <a:spcBef>
                <a:spcPct val="0"/>
              </a:spcBef>
              <a:spcAft>
                <a:spcPct val="0"/>
              </a:spcAft>
              <a:buClrTx/>
              <a:buSzTx/>
              <a:buFontTx/>
              <a:buNone/>
              <a:tabLst/>
              <a:defRPr/>
            </a:lvl1pPr>
          </a:lstStyle>
          <a:p>
            <a:endParaRPr lang="fr-FR">
              <a:solidFill>
                <a:srgbClr val="3C3732"/>
              </a:solidFill>
            </a:endParaRPr>
          </a:p>
        </p:txBody>
      </p:sp>
      <p:sp>
        <p:nvSpPr>
          <p:cNvPr id="4" name="Espace réservé du pied de page 4"/>
          <p:cNvSpPr>
            <a:spLocks noGrp="1"/>
          </p:cNvSpPr>
          <p:nvPr>
            <p:ph type="ftr" sz="quarter" idx="15"/>
          </p:nvPr>
        </p:nvSpPr>
        <p:spPr>
          <a:xfrm>
            <a:off x="239197" y="6172803"/>
            <a:ext cx="10706100" cy="215900"/>
          </a:xfrm>
          <a:prstGeom prst="rect">
            <a:avLst/>
          </a:prstGeom>
        </p:spPr>
        <p:txBody>
          <a:bodyPr/>
          <a:lstStyle>
            <a:lvl1pPr>
              <a:defRPr/>
            </a:lvl1pPr>
          </a:lstStyle>
          <a:p>
            <a:pPr>
              <a:defRPr/>
            </a:pPr>
            <a:r>
              <a:rPr lang="fr-FR" b="1"/>
              <a:t>NOM DE L’ENTITÉ</a:t>
            </a:r>
          </a:p>
        </p:txBody>
      </p:sp>
      <p:sp>
        <p:nvSpPr>
          <p:cNvPr id="5" name="Espace réservé du numéro de diapositive 5"/>
          <p:cNvSpPr>
            <a:spLocks noGrp="1"/>
          </p:cNvSpPr>
          <p:nvPr>
            <p:ph type="sldNum" sz="quarter" idx="16"/>
          </p:nvPr>
        </p:nvSpPr>
        <p:spPr/>
        <p:txBody>
          <a:bodyPr/>
          <a:lstStyle>
            <a:lvl1pPr>
              <a:defRPr/>
            </a:lvl1pPr>
          </a:lstStyle>
          <a:p>
            <a:pPr>
              <a:defRPr/>
            </a:pPr>
            <a:fld id="{009EBA6C-A7FB-E340-A8BF-2E6DDFE28CEA}" type="slidenum">
              <a:rPr lang="fr-FR" altLang="fr-FR">
                <a:solidFill>
                  <a:srgbClr val="3C3732"/>
                </a:solidFill>
              </a:rPr>
              <a:pPr>
                <a:defRPr/>
              </a:pPr>
              <a:t>‹N°›</a:t>
            </a:fld>
            <a:endParaRPr lang="fr-FR" altLang="fr-FR">
              <a:solidFill>
                <a:srgbClr val="3C3732"/>
              </a:solidFill>
            </a:endParaRPr>
          </a:p>
        </p:txBody>
      </p:sp>
    </p:spTree>
    <p:extLst>
      <p:ext uri="{BB962C8B-B14F-4D97-AF65-F5344CB8AC3E}">
        <p14:creationId xmlns:p14="http://schemas.microsoft.com/office/powerpoint/2010/main" val="4230567949"/>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Cartes">
    <p:spTree>
      <p:nvGrpSpPr>
        <p:cNvPr id="1" name=""/>
        <p:cNvGrpSpPr/>
        <p:nvPr/>
      </p:nvGrpSpPr>
      <p:grpSpPr>
        <a:xfrm>
          <a:off x="0" y="0"/>
          <a:ext cx="0" cy="0"/>
          <a:chOff x="0" y="0"/>
          <a:chExt cx="0" cy="0"/>
        </a:xfrm>
      </p:grpSpPr>
      <p:sp>
        <p:nvSpPr>
          <p:cNvPr id="2" name="Titre 1"/>
          <p:cNvSpPr>
            <a:spLocks noGrp="1"/>
          </p:cNvSpPr>
          <p:nvPr>
            <p:ph type="title"/>
          </p:nvPr>
        </p:nvSpPr>
        <p:spPr bwMode="gray"/>
        <p:txBody>
          <a:bodyPr/>
          <a:lstStyle>
            <a:lvl1pPr>
              <a:defRPr/>
            </a:lvl1pPr>
          </a:lstStyle>
          <a:p>
            <a:r>
              <a:rPr lang="fr-FR" noProof="0"/>
              <a:t>Cliquez et modifiez le titre</a:t>
            </a:r>
          </a:p>
        </p:txBody>
      </p:sp>
      <p:sp>
        <p:nvSpPr>
          <p:cNvPr id="3" name="Espace réservé du contenu 2"/>
          <p:cNvSpPr>
            <a:spLocks noGrp="1"/>
          </p:cNvSpPr>
          <p:nvPr>
            <p:ph idx="1"/>
          </p:nvPr>
        </p:nvSpPr>
        <p:spPr bwMode="gray">
          <a:xfrm>
            <a:off x="719668" y="2324112"/>
            <a:ext cx="5280000" cy="3649135"/>
          </a:xfrm>
        </p:spPr>
        <p:txBody>
          <a:bodyPr/>
          <a:lstStyle>
            <a:lvl2pPr>
              <a:defRPr/>
            </a:lvl2pPr>
            <a:lvl3pPr>
              <a:defRPr/>
            </a:lvl3pPr>
            <a:lvl4pPr>
              <a:defRPr baseline="0"/>
            </a:lvl4pPr>
            <a:lvl5pPr>
              <a:defRPr/>
            </a:lvl5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14" name="Espace réservé du texte 13"/>
          <p:cNvSpPr>
            <a:spLocks noGrp="1"/>
          </p:cNvSpPr>
          <p:nvPr>
            <p:ph type="body" sz="quarter" idx="13"/>
          </p:nvPr>
        </p:nvSpPr>
        <p:spPr bwMode="gray">
          <a:xfrm>
            <a:off x="719667" y="1267884"/>
            <a:ext cx="6432000" cy="576000"/>
          </a:xfrm>
        </p:spPr>
        <p:txBody>
          <a:bodyPr/>
          <a:lstStyle>
            <a:lvl1pPr>
              <a:lnSpc>
                <a:spcPct val="90000"/>
              </a:lnSpc>
              <a:spcAft>
                <a:spcPts val="0"/>
              </a:spcAft>
              <a:defRPr sz="1400" b="0" cap="all" baseline="0">
                <a:solidFill>
                  <a:srgbClr val="747678"/>
                </a:solidFill>
                <a:latin typeface="+mn-lt"/>
              </a:defRPr>
            </a:lvl1pPr>
          </a:lstStyle>
          <a:p>
            <a:pPr lvl="0"/>
            <a:r>
              <a:rPr lang="fr-FR"/>
              <a:t>Cliquez pour modifier les styles du texte du masque</a:t>
            </a:r>
          </a:p>
        </p:txBody>
      </p:sp>
      <p:sp>
        <p:nvSpPr>
          <p:cNvPr id="5" name="Espace réservé de la date 3"/>
          <p:cNvSpPr>
            <a:spLocks noGrp="1"/>
          </p:cNvSpPr>
          <p:nvPr>
            <p:ph type="dt" sz="half" idx="14"/>
          </p:nvPr>
        </p:nvSpPr>
        <p:spPr/>
        <p:txBody>
          <a:bodyPr/>
          <a:lstStyle>
            <a:lvl1pPr marL="0" marR="0" indent="0" algn="l" defTabSz="908712" rtl="0" eaLnBrk="1" fontAlgn="base" latinLnBrk="0" hangingPunct="1">
              <a:lnSpc>
                <a:spcPct val="114000"/>
              </a:lnSpc>
              <a:spcBef>
                <a:spcPct val="0"/>
              </a:spcBef>
              <a:spcAft>
                <a:spcPct val="0"/>
              </a:spcAft>
              <a:buClrTx/>
              <a:buSzTx/>
              <a:buFontTx/>
              <a:buNone/>
              <a:tabLst/>
              <a:defRPr/>
            </a:lvl1pPr>
          </a:lstStyle>
          <a:p>
            <a:endParaRPr lang="fr-FR">
              <a:solidFill>
                <a:srgbClr val="3C3732"/>
              </a:solidFill>
            </a:endParaRPr>
          </a:p>
        </p:txBody>
      </p:sp>
      <p:sp>
        <p:nvSpPr>
          <p:cNvPr id="6" name="Espace réservé du pied de page 4"/>
          <p:cNvSpPr>
            <a:spLocks noGrp="1"/>
          </p:cNvSpPr>
          <p:nvPr>
            <p:ph type="ftr" sz="quarter" idx="15"/>
          </p:nvPr>
        </p:nvSpPr>
        <p:spPr>
          <a:xfrm>
            <a:off x="239197" y="6172803"/>
            <a:ext cx="10706100" cy="215900"/>
          </a:xfrm>
          <a:prstGeom prst="rect">
            <a:avLst/>
          </a:prstGeom>
        </p:spPr>
        <p:txBody>
          <a:bodyPr/>
          <a:lstStyle>
            <a:lvl1pPr>
              <a:defRPr/>
            </a:lvl1pPr>
          </a:lstStyle>
          <a:p>
            <a:pPr>
              <a:defRPr/>
            </a:pPr>
            <a:r>
              <a:rPr lang="fr-FR" b="1"/>
              <a:t>NOM DE L’ENTITÉ</a:t>
            </a:r>
          </a:p>
        </p:txBody>
      </p:sp>
      <p:sp>
        <p:nvSpPr>
          <p:cNvPr id="7" name="Espace réservé du numéro de diapositive 5"/>
          <p:cNvSpPr>
            <a:spLocks noGrp="1"/>
          </p:cNvSpPr>
          <p:nvPr>
            <p:ph type="sldNum" sz="quarter" idx="16"/>
          </p:nvPr>
        </p:nvSpPr>
        <p:spPr/>
        <p:txBody>
          <a:bodyPr/>
          <a:lstStyle>
            <a:lvl1pPr>
              <a:defRPr/>
            </a:lvl1pPr>
          </a:lstStyle>
          <a:p>
            <a:pPr>
              <a:defRPr/>
            </a:pPr>
            <a:fld id="{279AD613-8429-EA4F-B6EE-667E9CD95F1D}" type="slidenum">
              <a:rPr lang="fr-FR" altLang="fr-FR">
                <a:solidFill>
                  <a:srgbClr val="3C3732"/>
                </a:solidFill>
              </a:rPr>
              <a:pPr>
                <a:defRPr/>
              </a:pPr>
              <a:t>‹N°›</a:t>
            </a:fld>
            <a:endParaRPr lang="fr-FR" altLang="fr-FR">
              <a:solidFill>
                <a:srgbClr val="3C3732"/>
              </a:solidFill>
            </a:endParaRPr>
          </a:p>
        </p:txBody>
      </p:sp>
    </p:spTree>
    <p:extLst>
      <p:ext uri="{BB962C8B-B14F-4D97-AF65-F5344CB8AC3E}">
        <p14:creationId xmlns:p14="http://schemas.microsoft.com/office/powerpoint/2010/main" val="3192384274"/>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Couverture_sans_visuel">
    <p:spTree>
      <p:nvGrpSpPr>
        <p:cNvPr id="1" name=""/>
        <p:cNvGrpSpPr/>
        <p:nvPr/>
      </p:nvGrpSpPr>
      <p:grpSpPr>
        <a:xfrm>
          <a:off x="0" y="0"/>
          <a:ext cx="0" cy="0"/>
          <a:chOff x="0" y="0"/>
          <a:chExt cx="0" cy="0"/>
        </a:xfrm>
      </p:grpSpPr>
      <p:sp>
        <p:nvSpPr>
          <p:cNvPr id="4" name="Rectangle 3"/>
          <p:cNvSpPr/>
          <p:nvPr userDrawn="1"/>
        </p:nvSpPr>
        <p:spPr bwMode="gray">
          <a:xfrm>
            <a:off x="239329" y="239288"/>
            <a:ext cx="11713633" cy="470534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0879" tIns="45431" rIns="90879" bIns="45431" anchor="ct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algn="ctr" defTabSz="908921" eaLnBrk="1" fontAlgn="base" hangingPunct="1">
              <a:spcBef>
                <a:spcPct val="0"/>
              </a:spcBef>
              <a:spcAft>
                <a:spcPct val="0"/>
              </a:spcAft>
            </a:pPr>
            <a:endParaRPr lang="fr-FR" altLang="fr-FR" sz="1800">
              <a:solidFill>
                <a:srgbClr val="FFFFFF"/>
              </a:solidFill>
              <a:latin typeface="Avenir LT Std 45 Book" charset="0"/>
            </a:endParaRPr>
          </a:p>
        </p:txBody>
      </p:sp>
      <p:sp>
        <p:nvSpPr>
          <p:cNvPr id="2" name="Titre 1"/>
          <p:cNvSpPr>
            <a:spLocks noGrp="1"/>
          </p:cNvSpPr>
          <p:nvPr>
            <p:ph type="title"/>
          </p:nvPr>
        </p:nvSpPr>
        <p:spPr bwMode="gray"/>
        <p:txBody>
          <a:bodyPr/>
          <a:lstStyle>
            <a:lvl1pPr>
              <a:defRPr/>
            </a:lvl1pPr>
          </a:lstStyle>
          <a:p>
            <a:r>
              <a:rPr lang="fr-FR" noProof="0"/>
              <a:t>Cliquez et modifiez le titre</a:t>
            </a:r>
          </a:p>
        </p:txBody>
      </p:sp>
      <p:sp>
        <p:nvSpPr>
          <p:cNvPr id="12" name="Espace réservé du texte 11"/>
          <p:cNvSpPr>
            <a:spLocks noGrp="1"/>
          </p:cNvSpPr>
          <p:nvPr>
            <p:ph type="body" sz="quarter" idx="13"/>
          </p:nvPr>
        </p:nvSpPr>
        <p:spPr bwMode="gray">
          <a:xfrm>
            <a:off x="719668" y="720000"/>
            <a:ext cx="10752667" cy="2880000"/>
          </a:xfrm>
        </p:spPr>
        <p:txBody>
          <a:bodyPr/>
          <a:lstStyle>
            <a:lvl1pPr>
              <a:defRPr>
                <a:solidFill>
                  <a:schemeClr val="bg1"/>
                </a:solidFill>
              </a:defRPr>
            </a:lvl1pPr>
            <a:lvl2pPr>
              <a:defRPr>
                <a:solidFill>
                  <a:schemeClr val="bg1"/>
                </a:solidFill>
              </a:defRPr>
            </a:lvl2pPr>
          </a:lstStyle>
          <a:p>
            <a:pPr lvl="0"/>
            <a:r>
              <a:rPr lang="fr-FR" noProof="0"/>
              <a:t>Cliquez pour modifier les styles du texte du masque</a:t>
            </a:r>
          </a:p>
          <a:p>
            <a:pPr lvl="1"/>
            <a:r>
              <a:rPr lang="fr-FR" noProof="0"/>
              <a:t>Deuxième niveau</a:t>
            </a:r>
          </a:p>
        </p:txBody>
      </p:sp>
      <p:sp>
        <p:nvSpPr>
          <p:cNvPr id="5" name="Espace réservé de la date 12"/>
          <p:cNvSpPr>
            <a:spLocks noGrp="1"/>
          </p:cNvSpPr>
          <p:nvPr>
            <p:ph type="dt" sz="half" idx="14"/>
          </p:nvPr>
        </p:nvSpPr>
        <p:spPr/>
        <p:txBody>
          <a:bodyPr/>
          <a:lstStyle>
            <a:lvl1pPr marL="0" marR="0" indent="0" algn="l" defTabSz="908712" rtl="0" eaLnBrk="1" fontAlgn="base" latinLnBrk="0" hangingPunct="1">
              <a:lnSpc>
                <a:spcPct val="114000"/>
              </a:lnSpc>
              <a:spcBef>
                <a:spcPct val="0"/>
              </a:spcBef>
              <a:spcAft>
                <a:spcPct val="0"/>
              </a:spcAft>
              <a:buClrTx/>
              <a:buSzTx/>
              <a:buFontTx/>
              <a:buNone/>
              <a:tabLst/>
              <a:defRPr/>
            </a:lvl1pPr>
          </a:lstStyle>
          <a:p>
            <a:endParaRPr lang="fr-FR" altLang="fr-FR">
              <a:solidFill>
                <a:srgbClr val="3C3732"/>
              </a:solidFill>
            </a:endParaRPr>
          </a:p>
        </p:txBody>
      </p:sp>
      <p:sp>
        <p:nvSpPr>
          <p:cNvPr id="6" name="Espace réservé du numéro de diapositive 13"/>
          <p:cNvSpPr>
            <a:spLocks noGrp="1"/>
          </p:cNvSpPr>
          <p:nvPr>
            <p:ph type="sldNum" sz="quarter" idx="15"/>
          </p:nvPr>
        </p:nvSpPr>
        <p:spPr/>
        <p:txBody>
          <a:bodyPr/>
          <a:lstStyle>
            <a:lvl1pPr>
              <a:defRPr/>
            </a:lvl1pPr>
          </a:lstStyle>
          <a:p>
            <a:fld id="{11EADC83-0763-C544-9F36-0C8A179EC2C0}" type="slidenum">
              <a:rPr lang="fr-FR" altLang="fr-FR">
                <a:solidFill>
                  <a:srgbClr val="3C3732"/>
                </a:solidFill>
              </a:rPr>
              <a:pPr/>
              <a:t>‹N°›</a:t>
            </a:fld>
            <a:endParaRPr lang="fr-FR" altLang="fr-FR">
              <a:solidFill>
                <a:srgbClr val="3C3732"/>
              </a:solidFill>
            </a:endParaRPr>
          </a:p>
        </p:txBody>
      </p:sp>
    </p:spTree>
    <p:extLst>
      <p:ext uri="{BB962C8B-B14F-4D97-AF65-F5344CB8AC3E}">
        <p14:creationId xmlns:p14="http://schemas.microsoft.com/office/powerpoint/2010/main" val="3503459065"/>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cSld name="Chapitre - sans visuel">
    <p:spTree>
      <p:nvGrpSpPr>
        <p:cNvPr id="1" name=""/>
        <p:cNvGrpSpPr/>
        <p:nvPr/>
      </p:nvGrpSpPr>
      <p:grpSpPr>
        <a:xfrm>
          <a:off x="0" y="0"/>
          <a:ext cx="0" cy="0"/>
          <a:chOff x="0" y="0"/>
          <a:chExt cx="0" cy="0"/>
        </a:xfrm>
      </p:grpSpPr>
      <p:sp>
        <p:nvSpPr>
          <p:cNvPr id="16" name="Rectangle 15"/>
          <p:cNvSpPr/>
          <p:nvPr/>
        </p:nvSpPr>
        <p:spPr bwMode="gray">
          <a:xfrm>
            <a:off x="239185" y="239184"/>
            <a:ext cx="11713633" cy="470534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7" name="Espace réservé de la date 6"/>
          <p:cNvSpPr>
            <a:spLocks noGrp="1"/>
          </p:cNvSpPr>
          <p:nvPr>
            <p:ph type="dt" sz="half" idx="10"/>
          </p:nvPr>
        </p:nvSpPr>
        <p:spPr bwMode="gray"/>
        <p:txBody>
          <a:bodyPr/>
          <a:lstStyle/>
          <a:p>
            <a:fld id="{480DA71D-DFA1-487C-B539-3A87DDF33159}" type="datetime2">
              <a:rPr lang="fr-FR" smtClean="0"/>
              <a:t>vendredi 31 juillet 2026</a:t>
            </a:fld>
            <a:endParaRPr lang="fr-FR"/>
          </a:p>
        </p:txBody>
      </p:sp>
      <p:sp>
        <p:nvSpPr>
          <p:cNvPr id="8" name="Espace réservé du numéro de diapositive 7"/>
          <p:cNvSpPr>
            <a:spLocks noGrp="1"/>
          </p:cNvSpPr>
          <p:nvPr>
            <p:ph type="sldNum" sz="quarter" idx="11"/>
          </p:nvPr>
        </p:nvSpPr>
        <p:spPr bwMode="gray"/>
        <p:txBody>
          <a:bodyPr/>
          <a:lstStyle/>
          <a:p>
            <a:fld id="{F39F9F64-4784-4F3A-948D-D16FD8AFA9F9}" type="slidenum">
              <a:rPr lang="fr-FR" smtClean="0"/>
              <a:t>‹N°›</a:t>
            </a:fld>
            <a:endParaRPr lang="fr-FR"/>
          </a:p>
        </p:txBody>
      </p:sp>
      <p:sp>
        <p:nvSpPr>
          <p:cNvPr id="12" name="Espace réservé du texte 11"/>
          <p:cNvSpPr>
            <a:spLocks noGrp="1"/>
          </p:cNvSpPr>
          <p:nvPr>
            <p:ph type="body" sz="quarter" idx="13" hasCustomPrompt="1"/>
          </p:nvPr>
        </p:nvSpPr>
        <p:spPr bwMode="gray">
          <a:xfrm>
            <a:off x="719668" y="356660"/>
            <a:ext cx="10752667" cy="2575472"/>
          </a:xfrm>
        </p:spPr>
        <p:txBody>
          <a:bodyPr anchor="b" anchorCtr="0"/>
          <a:lstStyle>
            <a:lvl1pPr>
              <a:lnSpc>
                <a:spcPct val="90000"/>
              </a:lnSpc>
              <a:spcAft>
                <a:spcPts val="0"/>
              </a:spcAft>
              <a:defRPr sz="6667" b="0" kern="1200" cap="all" baseline="0">
                <a:solidFill>
                  <a:schemeClr val="bg1"/>
                </a:solidFill>
                <a:latin typeface="+mj-lt"/>
              </a:defRPr>
            </a:lvl1pPr>
            <a:lvl2pPr>
              <a:lnSpc>
                <a:spcPct val="90000"/>
              </a:lnSpc>
              <a:spcAft>
                <a:spcPts val="0"/>
              </a:spcAft>
              <a:defRPr sz="4667" cap="all" baseline="0">
                <a:solidFill>
                  <a:schemeClr val="bg1"/>
                </a:solidFill>
              </a:defRPr>
            </a:lvl2pPr>
          </a:lstStyle>
          <a:p>
            <a:pPr lvl="0"/>
            <a:r>
              <a:rPr lang="fr-FR"/>
              <a:t>Premier niveau</a:t>
            </a:r>
          </a:p>
          <a:p>
            <a:pPr lvl="1"/>
            <a:r>
              <a:rPr lang="fr-FR"/>
              <a:t>Deuxième niveau</a:t>
            </a:r>
          </a:p>
        </p:txBody>
      </p:sp>
      <p:sp>
        <p:nvSpPr>
          <p:cNvPr id="15" name="Espace réservé du texte 14"/>
          <p:cNvSpPr>
            <a:spLocks noGrp="1"/>
          </p:cNvSpPr>
          <p:nvPr>
            <p:ph type="body" sz="quarter" idx="14"/>
          </p:nvPr>
        </p:nvSpPr>
        <p:spPr bwMode="gray">
          <a:xfrm>
            <a:off x="719668" y="3125573"/>
            <a:ext cx="10752667" cy="1548027"/>
          </a:xfrm>
        </p:spPr>
        <p:txBody>
          <a:bodyPr>
            <a:normAutofit/>
          </a:bodyPr>
          <a:lstStyle>
            <a:lvl1pPr marL="239989" indent="-239989">
              <a:lnSpc>
                <a:spcPct val="90000"/>
              </a:lnSpc>
              <a:spcAft>
                <a:spcPts val="0"/>
              </a:spcAft>
              <a:buFont typeface="Avenir LT Std 45 Book" pitchFamily="34" charset="0"/>
              <a:buChar char="+"/>
              <a:defRPr sz="1867" b="0" cap="all" baseline="0">
                <a:solidFill>
                  <a:schemeClr val="bg1"/>
                </a:solidFill>
                <a:latin typeface="+mn-lt"/>
              </a:defRPr>
            </a:lvl1pPr>
          </a:lstStyle>
          <a:p>
            <a:pPr lvl="0"/>
            <a:r>
              <a:rPr lang="fr-FR"/>
              <a:t>Modifier les styles du texte du masque</a:t>
            </a:r>
          </a:p>
        </p:txBody>
      </p:sp>
      <p:sp>
        <p:nvSpPr>
          <p:cNvPr id="2" name="Espace réservé du pied de page 1">
            <a:extLst>
              <a:ext uri="{FF2B5EF4-FFF2-40B4-BE49-F238E27FC236}">
                <a16:creationId xmlns:a16="http://schemas.microsoft.com/office/drawing/2014/main" id="{BAB9423B-79ED-4303-9EE2-EC2A4F22DDAF}"/>
              </a:ext>
            </a:extLst>
          </p:cNvPr>
          <p:cNvSpPr>
            <a:spLocks noGrp="1"/>
          </p:cNvSpPr>
          <p:nvPr>
            <p:ph type="ftr" sz="quarter" idx="15"/>
          </p:nvPr>
        </p:nvSpPr>
        <p:spPr/>
        <p:txBody>
          <a:bodyPr/>
          <a:lstStyle>
            <a:lvl1pPr>
              <a:defRPr>
                <a:solidFill>
                  <a:schemeClr val="tx1"/>
                </a:solidFill>
              </a:defRPr>
            </a:lvl1pPr>
          </a:lstStyle>
          <a:p>
            <a:r>
              <a:rPr lang="fr-FR"/>
              <a:t>NOM DE L’ENTITÉ</a:t>
            </a:r>
          </a:p>
        </p:txBody>
      </p:sp>
      <p:sp>
        <p:nvSpPr>
          <p:cNvPr id="9" name="Rectangle 8">
            <a:extLst>
              <a:ext uri="{FF2B5EF4-FFF2-40B4-BE49-F238E27FC236}">
                <a16:creationId xmlns:a16="http://schemas.microsoft.com/office/drawing/2014/main" id="{B4A3698B-6AD2-4F88-AB11-DA96E50CDDDE}"/>
              </a:ext>
            </a:extLst>
          </p:cNvPr>
          <p:cNvSpPr/>
          <p:nvPr/>
        </p:nvSpPr>
        <p:spPr bwMode="gray">
          <a:xfrm>
            <a:off x="525459" y="6417600"/>
            <a:ext cx="192000" cy="216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lnSpc>
                <a:spcPct val="114000"/>
              </a:lnSpc>
            </a:pPr>
            <a:r>
              <a:rPr lang="fr-FR" sz="1067" b="1">
                <a:solidFill>
                  <a:schemeClr val="tx1"/>
                </a:solidFill>
              </a:rPr>
              <a:t>–</a:t>
            </a:r>
          </a:p>
        </p:txBody>
      </p:sp>
      <p:pic>
        <p:nvPicPr>
          <p:cNvPr id="10" name="Picture 13">
            <a:extLst>
              <a:ext uri="{FF2B5EF4-FFF2-40B4-BE49-F238E27FC236}">
                <a16:creationId xmlns:a16="http://schemas.microsoft.com/office/drawing/2014/main" id="{F5A77D80-A8EC-4EBB-A336-C3A6B3ACA9E7}"/>
              </a:ext>
            </a:extLst>
          </p:cNvPr>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11244132" y="6204618"/>
            <a:ext cx="707257" cy="353841"/>
          </a:xfrm>
          <a:prstGeom prst="rect">
            <a:avLst/>
          </a:prstGeom>
        </p:spPr>
      </p:pic>
    </p:spTree>
    <p:extLst>
      <p:ext uri="{BB962C8B-B14F-4D97-AF65-F5344CB8AC3E}">
        <p14:creationId xmlns:p14="http://schemas.microsoft.com/office/powerpoint/2010/main" val="3574082997"/>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cSld name="Couverture">
    <p:spTree>
      <p:nvGrpSpPr>
        <p:cNvPr id="1" name=""/>
        <p:cNvGrpSpPr/>
        <p:nvPr/>
      </p:nvGrpSpPr>
      <p:grpSpPr>
        <a:xfrm>
          <a:off x="0" y="0"/>
          <a:ext cx="0" cy="0"/>
          <a:chOff x="0" y="0"/>
          <a:chExt cx="0" cy="0"/>
        </a:xfrm>
      </p:grpSpPr>
      <p:pic>
        <p:nvPicPr>
          <p:cNvPr id="2" name="Graphique 1">
            <a:extLst>
              <a:ext uri="{FF2B5EF4-FFF2-40B4-BE49-F238E27FC236}">
                <a16:creationId xmlns:a16="http://schemas.microsoft.com/office/drawing/2014/main" id="{BB84ECFE-BAEA-211E-DFB1-D3B0DDB35456}"/>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 y="0"/>
            <a:ext cx="12171901" cy="6858000"/>
          </a:xfrm>
          <a:prstGeom prst="rect">
            <a:avLst/>
          </a:prstGeom>
        </p:spPr>
      </p:pic>
      <p:sp>
        <p:nvSpPr>
          <p:cNvPr id="6" name="Espace réservé du texte 5">
            <a:extLst>
              <a:ext uri="{FF2B5EF4-FFF2-40B4-BE49-F238E27FC236}">
                <a16:creationId xmlns:a16="http://schemas.microsoft.com/office/drawing/2014/main" id="{81869D40-E778-148C-05AE-291E4A740DB6}"/>
              </a:ext>
            </a:extLst>
          </p:cNvPr>
          <p:cNvSpPr>
            <a:spLocks noGrp="1"/>
          </p:cNvSpPr>
          <p:nvPr>
            <p:ph type="body" sz="quarter" idx="10" hasCustomPrompt="1"/>
          </p:nvPr>
        </p:nvSpPr>
        <p:spPr>
          <a:xfrm>
            <a:off x="769619" y="685800"/>
            <a:ext cx="9403081" cy="2055691"/>
          </a:xfrm>
        </p:spPr>
        <p:txBody>
          <a:bodyPr/>
          <a:lstStyle>
            <a:lvl1pPr>
              <a:lnSpc>
                <a:spcPct val="92000"/>
              </a:lnSpc>
              <a:defRPr sz="7200">
                <a:solidFill>
                  <a:srgbClr val="154734"/>
                </a:solidFill>
              </a:defRPr>
            </a:lvl1pPr>
            <a:lvl2pPr marL="0" indent="0">
              <a:lnSpc>
                <a:spcPct val="92000"/>
              </a:lnSpc>
              <a:buNone/>
              <a:defRPr sz="7200" b="1">
                <a:solidFill>
                  <a:srgbClr val="154734"/>
                </a:solidFill>
                <a:latin typeface="+mj-lt"/>
              </a:defRPr>
            </a:lvl2pPr>
          </a:lstStyle>
          <a:p>
            <a:pPr lvl="0"/>
            <a:r>
              <a:rPr lang="fr-FR"/>
              <a:t>Présentation</a:t>
            </a:r>
          </a:p>
          <a:p>
            <a:pPr lvl="1"/>
            <a:r>
              <a:rPr lang="fr-FR" err="1"/>
              <a:t>Templates</a:t>
            </a:r>
            <a:r>
              <a:rPr lang="fr-FR"/>
              <a:t> PPT</a:t>
            </a:r>
          </a:p>
        </p:txBody>
      </p:sp>
      <p:sp>
        <p:nvSpPr>
          <p:cNvPr id="15" name="Espace réservé de la date 14">
            <a:extLst>
              <a:ext uri="{FF2B5EF4-FFF2-40B4-BE49-F238E27FC236}">
                <a16:creationId xmlns:a16="http://schemas.microsoft.com/office/drawing/2014/main" id="{976A067A-CBDF-3718-AA76-19EE35C578FE}"/>
              </a:ext>
            </a:extLst>
          </p:cNvPr>
          <p:cNvSpPr>
            <a:spLocks noGrp="1"/>
          </p:cNvSpPr>
          <p:nvPr>
            <p:ph type="dt" sz="half" idx="11"/>
          </p:nvPr>
        </p:nvSpPr>
        <p:spPr>
          <a:xfrm>
            <a:off x="438663" y="6299446"/>
            <a:ext cx="2743200" cy="365125"/>
          </a:xfrm>
        </p:spPr>
        <p:txBody>
          <a:bodyPr/>
          <a:lstStyle>
            <a:lvl1pPr>
              <a:defRPr sz="1800">
                <a:solidFill>
                  <a:srgbClr val="154734"/>
                </a:solidFill>
              </a:defRPr>
            </a:lvl1pPr>
          </a:lstStyle>
          <a:p>
            <a:fld id="{C12835F9-9B46-468A-98D9-189214D18A2F}" type="datetime4">
              <a:rPr lang="fr-FR" noProof="0" smtClean="0"/>
              <a:t>31 juillet 2026</a:t>
            </a:fld>
            <a:endParaRPr lang="fr-FR" noProof="0"/>
          </a:p>
        </p:txBody>
      </p:sp>
      <p:pic>
        <p:nvPicPr>
          <p:cNvPr id="3" name="Graphique 2">
            <a:extLst>
              <a:ext uri="{FF2B5EF4-FFF2-40B4-BE49-F238E27FC236}">
                <a16:creationId xmlns:a16="http://schemas.microsoft.com/office/drawing/2014/main" id="{602B45D0-BEA2-DE4F-EF46-2DCCB0A5FE3A}"/>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27598" y="5850361"/>
            <a:ext cx="980362" cy="723600"/>
          </a:xfrm>
          <a:prstGeom prst="rect">
            <a:avLst/>
          </a:prstGeom>
        </p:spPr>
      </p:pic>
      <p:sp>
        <p:nvSpPr>
          <p:cNvPr id="4" name="Espace réservé du texte 3">
            <a:extLst>
              <a:ext uri="{FF2B5EF4-FFF2-40B4-BE49-F238E27FC236}">
                <a16:creationId xmlns:a16="http://schemas.microsoft.com/office/drawing/2014/main" id="{12C5EBF6-A7B4-B81A-67AD-0FF76D563A9B}"/>
              </a:ext>
            </a:extLst>
          </p:cNvPr>
          <p:cNvSpPr>
            <a:spLocks noGrp="1"/>
          </p:cNvSpPr>
          <p:nvPr>
            <p:ph type="body" sz="quarter" idx="13" hasCustomPrompt="1"/>
          </p:nvPr>
        </p:nvSpPr>
        <p:spPr>
          <a:xfrm>
            <a:off x="-2286000" y="-466725"/>
            <a:ext cx="1762125" cy="1713033"/>
          </a:xfrm>
        </p:spPr>
        <p:txBody>
          <a:bodyPr>
            <a:noAutofit/>
          </a:bodyPr>
          <a:lstStyle>
            <a:lvl1pPr>
              <a:defRPr sz="100">
                <a:noFill/>
              </a:defRPr>
            </a:lvl1pPr>
          </a:lstStyle>
          <a:p>
            <a:pPr lvl="0"/>
            <a:r>
              <a:rPr lang="en-US"/>
              <a:t> </a:t>
            </a:r>
          </a:p>
        </p:txBody>
      </p:sp>
      <p:pic>
        <p:nvPicPr>
          <p:cNvPr id="5" name="Graphique 4">
            <a:extLst>
              <a:ext uri="{FF2B5EF4-FFF2-40B4-BE49-F238E27FC236}">
                <a16:creationId xmlns:a16="http://schemas.microsoft.com/office/drawing/2014/main" id="{86BF6BD7-F4AE-8CC3-5139-332D1D8B013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 y="0"/>
            <a:ext cx="12171901" cy="6858000"/>
          </a:xfrm>
          <a:prstGeom prst="rect">
            <a:avLst/>
          </a:prstGeom>
        </p:spPr>
      </p:pic>
      <p:pic>
        <p:nvPicPr>
          <p:cNvPr id="7" name="Graphique 6">
            <a:extLst>
              <a:ext uri="{FF2B5EF4-FFF2-40B4-BE49-F238E27FC236}">
                <a16:creationId xmlns:a16="http://schemas.microsoft.com/office/drawing/2014/main" id="{8A58B19C-A56A-BEB5-BEB8-664C200BF81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27598" y="5850361"/>
            <a:ext cx="980362" cy="723600"/>
          </a:xfrm>
          <a:prstGeom prst="rect">
            <a:avLst/>
          </a:prstGeom>
        </p:spPr>
      </p:pic>
    </p:spTree>
    <p:extLst>
      <p:ext uri="{BB962C8B-B14F-4D97-AF65-F5344CB8AC3E}">
        <p14:creationId xmlns:p14="http://schemas.microsoft.com/office/powerpoint/2010/main" val="1142350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emf"/><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28" Type="http://schemas.openxmlformats.org/officeDocument/2006/relationships/image" Target="../media/image3.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2.sv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slideLayout" Target="../slideLayouts/slideLayout40.xml"/><Relationship Id="rId3" Type="http://schemas.openxmlformats.org/officeDocument/2006/relationships/slideLayout" Target="../slideLayouts/slideLayout25.xml"/><Relationship Id="rId21" Type="http://schemas.openxmlformats.org/officeDocument/2006/relationships/slideLayout" Target="../slideLayouts/slideLayout43.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20" Type="http://schemas.openxmlformats.org/officeDocument/2006/relationships/slideLayout" Target="../slideLayouts/slideLayout42.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24" Type="http://schemas.openxmlformats.org/officeDocument/2006/relationships/image" Target="../media/image3.png"/><Relationship Id="rId5" Type="http://schemas.openxmlformats.org/officeDocument/2006/relationships/slideLayout" Target="../slideLayouts/slideLayout27.xml"/><Relationship Id="rId15" Type="http://schemas.openxmlformats.org/officeDocument/2006/relationships/slideLayout" Target="../slideLayouts/slideLayout37.xml"/><Relationship Id="rId23" Type="http://schemas.openxmlformats.org/officeDocument/2006/relationships/image" Target="../media/image2.svg"/><Relationship Id="rId10" Type="http://schemas.openxmlformats.org/officeDocument/2006/relationships/slideLayout" Target="../slideLayouts/slideLayout32.xml"/><Relationship Id="rId19" Type="http://schemas.openxmlformats.org/officeDocument/2006/relationships/slideLayout" Target="../slideLayouts/slideLayout41.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 Id="rId2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1.xml"/><Relationship Id="rId13" Type="http://schemas.openxmlformats.org/officeDocument/2006/relationships/slideLayout" Target="../slideLayouts/slideLayout56.xml"/><Relationship Id="rId18" Type="http://schemas.openxmlformats.org/officeDocument/2006/relationships/slideLayout" Target="../slideLayouts/slideLayout61.xml"/><Relationship Id="rId26" Type="http://schemas.openxmlformats.org/officeDocument/2006/relationships/image" Target="../media/image1.emf"/><Relationship Id="rId3" Type="http://schemas.openxmlformats.org/officeDocument/2006/relationships/slideLayout" Target="../slideLayouts/slideLayout46.xml"/><Relationship Id="rId21" Type="http://schemas.openxmlformats.org/officeDocument/2006/relationships/slideLayout" Target="../slideLayouts/slideLayout64.xml"/><Relationship Id="rId7" Type="http://schemas.openxmlformats.org/officeDocument/2006/relationships/slideLayout" Target="../slideLayouts/slideLayout50.xml"/><Relationship Id="rId12" Type="http://schemas.openxmlformats.org/officeDocument/2006/relationships/slideLayout" Target="../slideLayouts/slideLayout55.xml"/><Relationship Id="rId17" Type="http://schemas.openxmlformats.org/officeDocument/2006/relationships/slideLayout" Target="../slideLayouts/slideLayout60.xml"/><Relationship Id="rId25" Type="http://schemas.openxmlformats.org/officeDocument/2006/relationships/oleObject" Target="../embeddings/oleObject1.bin"/><Relationship Id="rId2" Type="http://schemas.openxmlformats.org/officeDocument/2006/relationships/slideLayout" Target="../slideLayouts/slideLayout45.xml"/><Relationship Id="rId16" Type="http://schemas.openxmlformats.org/officeDocument/2006/relationships/slideLayout" Target="../slideLayouts/slideLayout59.xml"/><Relationship Id="rId20" Type="http://schemas.openxmlformats.org/officeDocument/2006/relationships/slideLayout" Target="../slideLayouts/slideLayout63.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slideLayout" Target="../slideLayouts/slideLayout54.xml"/><Relationship Id="rId24" Type="http://schemas.openxmlformats.org/officeDocument/2006/relationships/tags" Target="../tags/tag2.xml"/><Relationship Id="rId5" Type="http://schemas.openxmlformats.org/officeDocument/2006/relationships/slideLayout" Target="../slideLayouts/slideLayout48.xml"/><Relationship Id="rId15" Type="http://schemas.openxmlformats.org/officeDocument/2006/relationships/slideLayout" Target="../slideLayouts/slideLayout58.xml"/><Relationship Id="rId23" Type="http://schemas.openxmlformats.org/officeDocument/2006/relationships/theme" Target="../theme/theme3.xml"/><Relationship Id="rId28" Type="http://schemas.openxmlformats.org/officeDocument/2006/relationships/image" Target="../media/image3.png"/><Relationship Id="rId10" Type="http://schemas.openxmlformats.org/officeDocument/2006/relationships/slideLayout" Target="../slideLayouts/slideLayout53.xml"/><Relationship Id="rId19" Type="http://schemas.openxmlformats.org/officeDocument/2006/relationships/slideLayout" Target="../slideLayouts/slideLayout62.xml"/><Relationship Id="rId4" Type="http://schemas.openxmlformats.org/officeDocument/2006/relationships/slideLayout" Target="../slideLayouts/slideLayout47.xml"/><Relationship Id="rId9" Type="http://schemas.openxmlformats.org/officeDocument/2006/relationships/slideLayout" Target="../slideLayouts/slideLayout52.xml"/><Relationship Id="rId14" Type="http://schemas.openxmlformats.org/officeDocument/2006/relationships/slideLayout" Target="../slideLayouts/slideLayout57.xml"/><Relationship Id="rId22" Type="http://schemas.openxmlformats.org/officeDocument/2006/relationships/slideLayout" Target="../slideLayouts/slideLayout65.xml"/><Relationship Id="rId27" Type="http://schemas.openxmlformats.org/officeDocument/2006/relationships/image" Target="../media/image2.sv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73.xml"/><Relationship Id="rId13" Type="http://schemas.openxmlformats.org/officeDocument/2006/relationships/slideLayout" Target="../slideLayouts/slideLayout78.xml"/><Relationship Id="rId18" Type="http://schemas.openxmlformats.org/officeDocument/2006/relationships/slideLayout" Target="../slideLayouts/slideLayout83.xml"/><Relationship Id="rId26" Type="http://schemas.openxmlformats.org/officeDocument/2006/relationships/image" Target="../media/image16.png"/><Relationship Id="rId3" Type="http://schemas.openxmlformats.org/officeDocument/2006/relationships/slideLayout" Target="../slideLayouts/slideLayout68.xml"/><Relationship Id="rId21" Type="http://schemas.openxmlformats.org/officeDocument/2006/relationships/slideLayout" Target="../slideLayouts/slideLayout86.xml"/><Relationship Id="rId7" Type="http://schemas.openxmlformats.org/officeDocument/2006/relationships/slideLayout" Target="../slideLayouts/slideLayout72.xml"/><Relationship Id="rId12" Type="http://schemas.openxmlformats.org/officeDocument/2006/relationships/slideLayout" Target="../slideLayouts/slideLayout77.xml"/><Relationship Id="rId17" Type="http://schemas.openxmlformats.org/officeDocument/2006/relationships/slideLayout" Target="../slideLayouts/slideLayout82.xml"/><Relationship Id="rId25" Type="http://schemas.openxmlformats.org/officeDocument/2006/relationships/theme" Target="../theme/theme4.xml"/><Relationship Id="rId2" Type="http://schemas.openxmlformats.org/officeDocument/2006/relationships/slideLayout" Target="../slideLayouts/slideLayout67.xml"/><Relationship Id="rId16" Type="http://schemas.openxmlformats.org/officeDocument/2006/relationships/slideLayout" Target="../slideLayouts/slideLayout81.xml"/><Relationship Id="rId20" Type="http://schemas.openxmlformats.org/officeDocument/2006/relationships/slideLayout" Target="../slideLayouts/slideLayout85.xml"/><Relationship Id="rId1" Type="http://schemas.openxmlformats.org/officeDocument/2006/relationships/slideLayout" Target="../slideLayouts/slideLayout66.xml"/><Relationship Id="rId6" Type="http://schemas.openxmlformats.org/officeDocument/2006/relationships/slideLayout" Target="../slideLayouts/slideLayout71.xml"/><Relationship Id="rId11" Type="http://schemas.openxmlformats.org/officeDocument/2006/relationships/slideLayout" Target="../slideLayouts/slideLayout76.xml"/><Relationship Id="rId24" Type="http://schemas.openxmlformats.org/officeDocument/2006/relationships/slideLayout" Target="../slideLayouts/slideLayout89.xml"/><Relationship Id="rId5" Type="http://schemas.openxmlformats.org/officeDocument/2006/relationships/slideLayout" Target="../slideLayouts/slideLayout70.xml"/><Relationship Id="rId15" Type="http://schemas.openxmlformats.org/officeDocument/2006/relationships/slideLayout" Target="../slideLayouts/slideLayout80.xml"/><Relationship Id="rId23" Type="http://schemas.openxmlformats.org/officeDocument/2006/relationships/slideLayout" Target="../slideLayouts/slideLayout88.xml"/><Relationship Id="rId10" Type="http://schemas.openxmlformats.org/officeDocument/2006/relationships/slideLayout" Target="../slideLayouts/slideLayout75.xml"/><Relationship Id="rId19" Type="http://schemas.openxmlformats.org/officeDocument/2006/relationships/slideLayout" Target="../slideLayouts/slideLayout84.xml"/><Relationship Id="rId4" Type="http://schemas.openxmlformats.org/officeDocument/2006/relationships/slideLayout" Target="../slideLayouts/slideLayout69.xml"/><Relationship Id="rId9" Type="http://schemas.openxmlformats.org/officeDocument/2006/relationships/slideLayout" Target="../slideLayouts/slideLayout74.xml"/><Relationship Id="rId14" Type="http://schemas.openxmlformats.org/officeDocument/2006/relationships/slideLayout" Target="../slideLayouts/slideLayout79.xml"/><Relationship Id="rId22" Type="http://schemas.openxmlformats.org/officeDocument/2006/relationships/slideLayout" Target="../slideLayouts/slideLayout8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23C58787-B5AE-DE66-FC20-5625CC03317A}"/>
              </a:ext>
            </a:extLst>
          </p:cNvPr>
          <p:cNvGraphicFramePr>
            <a:graphicFrameLocks noChangeAspect="1"/>
          </p:cNvGraphicFramePr>
          <p:nvPr userDrawn="1">
            <p:custDataLst>
              <p:tags r:id="rId24"/>
            </p:custDataLst>
            <p:extLst>
              <p:ext uri="{D42A27DB-BD31-4B8C-83A1-F6EECF244321}">
                <p14:modId xmlns:p14="http://schemas.microsoft.com/office/powerpoint/2010/main" val="8617508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25" imgW="404" imgH="405" progId="TCLayout.ActiveDocument.1">
                  <p:embed/>
                </p:oleObj>
              </mc:Choice>
              <mc:Fallback>
                <p:oleObj name="Diapositive think-cell" r:id="rId25" imgW="404" imgH="405" progId="TCLayout.ActiveDocument.1">
                  <p:embed/>
                  <p:pic>
                    <p:nvPicPr>
                      <p:cNvPr id="6" name="think-cell data - do not delete" hidden="1">
                        <a:extLst>
                          <a:ext uri="{FF2B5EF4-FFF2-40B4-BE49-F238E27FC236}">
                            <a16:creationId xmlns:a16="http://schemas.microsoft.com/office/drawing/2014/main" id="{23C58787-B5AE-DE66-FC20-5625CC03317A}"/>
                          </a:ext>
                        </a:extLst>
                      </p:cNvPr>
                      <p:cNvPicPr/>
                      <p:nvPr/>
                    </p:nvPicPr>
                    <p:blipFill>
                      <a:blip r:embed="rId26"/>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467833" y="460051"/>
            <a:ext cx="11308752" cy="332399"/>
          </a:xfrm>
          <a:prstGeom prst="rect">
            <a:avLst/>
          </a:prstGeom>
        </p:spPr>
        <p:txBody>
          <a:bodyPr vert="horz" wrap="square" lIns="0" tIns="0" rIns="72000" bIns="0" rtlCol="0" anchor="ctr">
            <a:spAutoFit/>
          </a:bodyPr>
          <a:lstStyle/>
          <a:p>
            <a:r>
              <a:rPr lang="fr-FR"/>
              <a:t>Titre sur 2 lignes, </a:t>
            </a:r>
            <a:r>
              <a:rPr lang="fr-FR" err="1"/>
              <a:t>arial</a:t>
            </a:r>
            <a:r>
              <a:rPr lang="fr-FR"/>
              <a:t> 24 </a:t>
            </a:r>
          </a:p>
        </p:txBody>
      </p:sp>
      <p:pic>
        <p:nvPicPr>
          <p:cNvPr id="13" name="Graphique 12">
            <a:extLst>
              <a:ext uri="{FF2B5EF4-FFF2-40B4-BE49-F238E27FC236}">
                <a16:creationId xmlns:a16="http://schemas.microsoft.com/office/drawing/2014/main" id="{706F7AFA-1388-3546-CA49-889F40B14DEB}"/>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7"/>
              </a:ext>
            </a:extLst>
          </a:blip>
          <a:stretch>
            <a:fillRect/>
          </a:stretch>
        </p:blipFill>
        <p:spPr>
          <a:xfrm>
            <a:off x="199295" y="6295350"/>
            <a:ext cx="550800" cy="288514"/>
          </a:xfrm>
          <a:prstGeom prst="rect">
            <a:avLst/>
          </a:prstGeom>
        </p:spPr>
      </p:pic>
      <p:pic>
        <p:nvPicPr>
          <p:cNvPr id="4" name="Image 3" descr="Une image contenant capture d’écran, Police, noir, Graphique&#10;&#10;Description générée automatiquement">
            <a:extLst>
              <a:ext uri="{FF2B5EF4-FFF2-40B4-BE49-F238E27FC236}">
                <a16:creationId xmlns:a16="http://schemas.microsoft.com/office/drawing/2014/main" id="{AD0B958B-FEBE-CE4F-E5DC-D76B5D287F8A}"/>
              </a:ext>
            </a:extLst>
          </p:cNvPr>
          <p:cNvPicPr>
            <a:picLocks noChangeAspect="1"/>
          </p:cNvPicPr>
          <p:nvPr userDrawn="1"/>
        </p:nvPicPr>
        <p:blipFill rotWithShape="1">
          <a:blip r:embed="rId28" cstate="email">
            <a:extLst>
              <a:ext uri="{28A0092B-C50C-407E-A947-70E740481C1C}">
                <a14:useLocalDpi xmlns:a14="http://schemas.microsoft.com/office/drawing/2010/main"/>
              </a:ext>
            </a:extLst>
          </a:blip>
          <a:srcRect/>
          <a:stretch/>
        </p:blipFill>
        <p:spPr>
          <a:xfrm>
            <a:off x="467832" y="6500382"/>
            <a:ext cx="2101747" cy="181255"/>
          </a:xfrm>
          <a:prstGeom prst="rect">
            <a:avLst/>
          </a:prstGeom>
        </p:spPr>
      </p:pic>
      <p:sp>
        <p:nvSpPr>
          <p:cNvPr id="3" name="Espace réservé du texte 2">
            <a:extLst>
              <a:ext uri="{FF2B5EF4-FFF2-40B4-BE49-F238E27FC236}">
                <a16:creationId xmlns:a16="http://schemas.microsoft.com/office/drawing/2014/main" id="{2F8962BC-30C5-72DF-9E67-A26A82062BE2}"/>
              </a:ext>
            </a:extLst>
          </p:cNvPr>
          <p:cNvSpPr>
            <a:spLocks noGrp="1"/>
          </p:cNvSpPr>
          <p:nvPr>
            <p:ph type="body" idx="1"/>
          </p:nvPr>
        </p:nvSpPr>
        <p:spPr>
          <a:xfrm>
            <a:off x="479425" y="1133856"/>
            <a:ext cx="11297160" cy="4958969"/>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5" name="Rectangle 4">
            <a:extLst>
              <a:ext uri="{FF2B5EF4-FFF2-40B4-BE49-F238E27FC236}">
                <a16:creationId xmlns:a16="http://schemas.microsoft.com/office/drawing/2014/main" id="{011BBAF2-D8D9-3FD0-3F74-E0F7C44A6B33}"/>
              </a:ext>
            </a:extLst>
          </p:cNvPr>
          <p:cNvSpPr/>
          <p:nvPr userDrawn="1"/>
        </p:nvSpPr>
        <p:spPr>
          <a:xfrm>
            <a:off x="0" y="6240886"/>
            <a:ext cx="1142360" cy="557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sp>
        <p:nvSpPr>
          <p:cNvPr id="7" name="Rectangle 6">
            <a:extLst>
              <a:ext uri="{FF2B5EF4-FFF2-40B4-BE49-F238E27FC236}">
                <a16:creationId xmlns:a16="http://schemas.microsoft.com/office/drawing/2014/main" id="{EA50C52D-508D-E3E2-EFA1-1867C2BEC5D4}"/>
              </a:ext>
            </a:extLst>
          </p:cNvPr>
          <p:cNvSpPr/>
          <p:nvPr userDrawn="1"/>
        </p:nvSpPr>
        <p:spPr>
          <a:xfrm>
            <a:off x="881829" y="6294838"/>
            <a:ext cx="1923893" cy="557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spTree>
    <p:extLst>
      <p:ext uri="{BB962C8B-B14F-4D97-AF65-F5344CB8AC3E}">
        <p14:creationId xmlns:p14="http://schemas.microsoft.com/office/powerpoint/2010/main" val="2555251306"/>
      </p:ext>
    </p:extLst>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 id="2147483781" r:id="rId5"/>
    <p:sldLayoutId id="2147483782" r:id="rId6"/>
    <p:sldLayoutId id="2147483783" r:id="rId7"/>
    <p:sldLayoutId id="2147483784" r:id="rId8"/>
    <p:sldLayoutId id="2147483785" r:id="rId9"/>
    <p:sldLayoutId id="2147483786" r:id="rId10"/>
    <p:sldLayoutId id="2147483787" r:id="rId11"/>
    <p:sldLayoutId id="2147483788" r:id="rId12"/>
    <p:sldLayoutId id="2147483789" r:id="rId13"/>
    <p:sldLayoutId id="2147483790" r:id="rId14"/>
    <p:sldLayoutId id="2147483791" r:id="rId15"/>
    <p:sldLayoutId id="2147483792" r:id="rId16"/>
    <p:sldLayoutId id="2147483793" r:id="rId17"/>
    <p:sldLayoutId id="2147483794" r:id="rId18"/>
    <p:sldLayoutId id="2147483795" r:id="rId19"/>
    <p:sldLayoutId id="2147483796" r:id="rId20"/>
    <p:sldLayoutId id="2147483797" r:id="rId21"/>
    <p:sldLayoutId id="2147483861" r:id="rId22"/>
  </p:sldLayoutIdLst>
  <p:hf hdr="0" dt="0"/>
  <p:txStyles>
    <p:titleStyle>
      <a:lvl1pPr algn="l" defTabSz="914355" rtl="0" eaLnBrk="1" latinLnBrk="0" hangingPunct="1">
        <a:lnSpc>
          <a:spcPct val="90000"/>
        </a:lnSpc>
        <a:spcBef>
          <a:spcPct val="0"/>
        </a:spcBef>
        <a:buNone/>
        <a:defRPr sz="2400" b="1" kern="1200">
          <a:solidFill>
            <a:srgbClr val="0084D4"/>
          </a:solidFill>
          <a:latin typeface="Arial" panose="020B0604020202020204" pitchFamily="34" charset="0"/>
          <a:ea typeface="+mj-ea"/>
          <a:cs typeface="Arial" panose="020B0604020202020204" pitchFamily="34" charset="0"/>
        </a:defRPr>
      </a:lvl1pPr>
    </p:titleStyle>
    <p:bodyStyle>
      <a:lvl1pPr marL="171450" indent="-171450" algn="l" defTabSz="914355" rtl="0" eaLnBrk="1" latinLnBrk="0" hangingPunct="1">
        <a:lnSpc>
          <a:spcPct val="114000"/>
        </a:lnSpc>
        <a:spcBef>
          <a:spcPts val="200"/>
        </a:spcBef>
        <a:spcAft>
          <a:spcPts val="0"/>
        </a:spcAft>
        <a:buClr>
          <a:schemeClr val="accent2"/>
        </a:buClr>
        <a:buFont typeface="Wingdings" panose="05000000000000000000" pitchFamily="2" charset="2"/>
        <a:buChar char="§"/>
        <a:defRPr sz="1200" b="0" i="0" kern="1200">
          <a:solidFill>
            <a:schemeClr val="tx2"/>
          </a:solidFill>
          <a:latin typeface="Arial" panose="020B0604020202020204" pitchFamily="34" charset="0"/>
          <a:ea typeface="+mn-ea"/>
          <a:cs typeface="Arial" panose="020B0604020202020204" pitchFamily="34" charset="0"/>
        </a:defRPr>
      </a:lvl1pPr>
      <a:lvl2pPr marL="360000" indent="-216000" algn="l" defTabSz="914355" rtl="0" eaLnBrk="1" latinLnBrk="0" hangingPunct="1">
        <a:lnSpc>
          <a:spcPct val="114000"/>
        </a:lnSpc>
        <a:spcBef>
          <a:spcPts val="200"/>
        </a:spcBef>
        <a:spcAft>
          <a:spcPts val="0"/>
        </a:spcAft>
        <a:buFont typeface="Wingdings" panose="05000000000000000000" pitchFamily="2" charset="2"/>
        <a:buChar char="§"/>
        <a:defRPr sz="1200" kern="1200">
          <a:solidFill>
            <a:schemeClr val="tx2"/>
          </a:solidFill>
          <a:latin typeface="Arial" panose="020B0604020202020204" pitchFamily="34" charset="0"/>
          <a:ea typeface="+mn-ea"/>
          <a:cs typeface="Arial" panose="020B0604020202020204" pitchFamily="34" charset="0"/>
        </a:defRPr>
      </a:lvl2pPr>
      <a:lvl3pPr marL="720000" indent="-180000" algn="l" defTabSz="914355" rtl="0" eaLnBrk="1" latinLnBrk="0" hangingPunct="1">
        <a:lnSpc>
          <a:spcPct val="114000"/>
        </a:lnSpc>
        <a:spcBef>
          <a:spcPts val="200"/>
        </a:spcBef>
        <a:spcAft>
          <a:spcPts val="0"/>
        </a:spcAft>
        <a:buFont typeface="Courier New" panose="02070309020205020404" pitchFamily="49" charset="0"/>
        <a:buChar char="o"/>
        <a:defRPr lang="fr-FR" sz="1200" kern="1200" smtClean="0">
          <a:solidFill>
            <a:schemeClr val="tx2"/>
          </a:solidFill>
          <a:latin typeface="Arial" panose="020B0604020202020204" pitchFamily="34" charset="0"/>
          <a:ea typeface="+mn-ea"/>
          <a:cs typeface="Arial" panose="020B0604020202020204" pitchFamily="34" charset="0"/>
        </a:defRPr>
      </a:lvl3pPr>
      <a:lvl4pPr marL="900000" indent="-180000" algn="l" defTabSz="914355" rtl="0" eaLnBrk="1" latinLnBrk="0" hangingPunct="1">
        <a:lnSpc>
          <a:spcPct val="114000"/>
        </a:lnSpc>
        <a:spcBef>
          <a:spcPts val="200"/>
        </a:spcBef>
        <a:spcAft>
          <a:spcPts val="0"/>
        </a:spcAft>
        <a:buFont typeface="Arial" panose="020B0604020202020204" pitchFamily="34" charset="0"/>
        <a:buChar char="•"/>
        <a:defRPr lang="fr-FR" sz="1200" kern="1200" dirty="0">
          <a:solidFill>
            <a:schemeClr val="tx2"/>
          </a:solidFill>
          <a:latin typeface="Arial" panose="020B0604020202020204" pitchFamily="34" charset="0"/>
          <a:ea typeface="+mn-ea"/>
          <a:cs typeface="Arial" panose="020B0604020202020204" pitchFamily="34" charset="0"/>
        </a:defRPr>
      </a:lvl4pPr>
      <a:lvl5pPr marL="0" indent="0" algn="l" defTabSz="914355" rtl="0" eaLnBrk="1" latinLnBrk="0" hangingPunct="1">
        <a:lnSpc>
          <a:spcPct val="101000"/>
        </a:lnSpc>
        <a:spcBef>
          <a:spcPts val="0"/>
        </a:spcBef>
        <a:buFont typeface="Arial" panose="020B0604020202020204" pitchFamily="34" charset="0"/>
        <a:buNone/>
        <a:defRPr sz="1200" kern="1200">
          <a:solidFill>
            <a:schemeClr val="tx2"/>
          </a:solidFill>
          <a:latin typeface="Arial" panose="020B0604020202020204" pitchFamily="34" charset="0"/>
          <a:ea typeface="+mn-ea"/>
          <a:cs typeface="Arial" panose="020B0604020202020204" pitchFamily="34" charset="0"/>
        </a:defRPr>
      </a:lvl5pPr>
      <a:lvl6pPr marL="895350" indent="-265113" algn="l" defTabSz="914355" rtl="0" eaLnBrk="1" latinLnBrk="0" hangingPunct="1">
        <a:lnSpc>
          <a:spcPct val="90000"/>
        </a:lnSpc>
        <a:spcBef>
          <a:spcPts val="500"/>
        </a:spcBef>
        <a:buFont typeface="Wingdings" panose="05000000000000000000" pitchFamily="2" charset="2"/>
        <a:buChar char="ü"/>
        <a:defRPr sz="1100" kern="1200">
          <a:solidFill>
            <a:schemeClr val="tx1"/>
          </a:solidFill>
          <a:latin typeface="+mn-lt"/>
          <a:ea typeface="+mn-ea"/>
          <a:cs typeface="+mn-cs"/>
        </a:defRPr>
      </a:lvl6pPr>
      <a:lvl7pPr marL="2971652"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6" orient="horz" pos="504">
          <p15:clr>
            <a:srgbClr val="F26B43"/>
          </p15:clr>
        </p15:guide>
        <p15:guide id="8" orient="horz" pos="2160">
          <p15:clr>
            <a:srgbClr val="F26B43"/>
          </p15:clr>
        </p15:guide>
        <p15:guide id="9" pos="302">
          <p15:clr>
            <a:srgbClr val="F26B43"/>
          </p15:clr>
        </p15:guide>
        <p15:guide id="10" pos="7423">
          <p15:clr>
            <a:srgbClr val="F26B43"/>
          </p15:clr>
        </p15:guide>
        <p15:guide id="11" orient="horz" pos="4020">
          <p15:clr>
            <a:srgbClr val="F26B43"/>
          </p15:clr>
        </p15:guide>
        <p15:guide id="12" orient="horz" pos="4201">
          <p15:clr>
            <a:srgbClr val="F26B43"/>
          </p15:clr>
        </p15:guide>
        <p15:guide id="13" pos="2252">
          <p15:clr>
            <a:srgbClr val="F26B43"/>
          </p15:clr>
        </p15:guide>
        <p15:guide id="15" pos="2479">
          <p15:clr>
            <a:srgbClr val="F26B43"/>
          </p15:clr>
        </p15:guide>
        <p15:guide id="16" orient="horz" pos="383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67833" y="460051"/>
            <a:ext cx="11308752" cy="332399"/>
          </a:xfrm>
          <a:prstGeom prst="rect">
            <a:avLst/>
          </a:prstGeom>
        </p:spPr>
        <p:txBody>
          <a:bodyPr vert="horz" wrap="square" lIns="0" tIns="0" rIns="72000" bIns="0" rtlCol="0" anchor="ctr">
            <a:spAutoFit/>
          </a:bodyPr>
          <a:lstStyle/>
          <a:p>
            <a:r>
              <a:rPr lang="fr-FR"/>
              <a:t>Titre sur 2 lignes, </a:t>
            </a:r>
            <a:r>
              <a:rPr lang="fr-FR" err="1"/>
              <a:t>arial</a:t>
            </a:r>
            <a:r>
              <a:rPr lang="fr-FR"/>
              <a:t> 24 </a:t>
            </a:r>
          </a:p>
        </p:txBody>
      </p:sp>
      <p:pic>
        <p:nvPicPr>
          <p:cNvPr id="13" name="Graphique 12">
            <a:extLst>
              <a:ext uri="{FF2B5EF4-FFF2-40B4-BE49-F238E27FC236}">
                <a16:creationId xmlns:a16="http://schemas.microsoft.com/office/drawing/2014/main" id="{706F7AFA-1388-3546-CA49-889F40B14DEB}"/>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3"/>
              </a:ext>
            </a:extLst>
          </a:blip>
          <a:stretch>
            <a:fillRect/>
          </a:stretch>
        </p:blipFill>
        <p:spPr>
          <a:xfrm>
            <a:off x="11248935" y="6374422"/>
            <a:ext cx="550800" cy="288514"/>
          </a:xfrm>
          <a:prstGeom prst="rect">
            <a:avLst/>
          </a:prstGeom>
        </p:spPr>
      </p:pic>
      <p:sp>
        <p:nvSpPr>
          <p:cNvPr id="8" name="Text Box 25">
            <a:extLst>
              <a:ext uri="{FF2B5EF4-FFF2-40B4-BE49-F238E27FC236}">
                <a16:creationId xmlns:a16="http://schemas.microsoft.com/office/drawing/2014/main" id="{B1460D98-B668-05CB-B88C-806C7F23F69C}"/>
              </a:ext>
            </a:extLst>
          </p:cNvPr>
          <p:cNvSpPr txBox="1">
            <a:spLocks noChangeArrowheads="1"/>
          </p:cNvSpPr>
          <p:nvPr userDrawn="1"/>
        </p:nvSpPr>
        <p:spPr bwMode="auto">
          <a:xfrm>
            <a:off x="3771226" y="6557577"/>
            <a:ext cx="4681068"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23" rtl="0" eaLnBrk="1" fontAlgn="base" latinLnBrk="0" hangingPunct="1">
              <a:lnSpc>
                <a:spcPct val="100000"/>
              </a:lnSpc>
              <a:spcBef>
                <a:spcPct val="0"/>
              </a:spcBef>
              <a:spcAft>
                <a:spcPct val="0"/>
              </a:spcAft>
              <a:buClrTx/>
              <a:buSzTx/>
              <a:buFontTx/>
              <a:buNone/>
              <a:tabLst/>
              <a:defRPr/>
            </a:pPr>
            <a:r>
              <a:rPr lang="fr-FR" sz="900" b="0">
                <a:solidFill>
                  <a:schemeClr val="tx2"/>
                </a:solidFill>
              </a:rPr>
              <a:t>DOCUMENT</a:t>
            </a:r>
            <a:r>
              <a:rPr lang="fr-FR" sz="900" b="0" baseline="0">
                <a:solidFill>
                  <a:schemeClr val="tx2"/>
                </a:solidFill>
              </a:rPr>
              <a:t> CONFIDENTIEL 2024 – page </a:t>
            </a:r>
            <a:fld id="{A1A6DFBC-6B76-4CF5-8DED-6C793B731C5F}" type="slidenum">
              <a:rPr lang="fr-FR" sz="900" b="0" baseline="0" smtClean="0">
                <a:solidFill>
                  <a:schemeClr val="tx2"/>
                </a:solidFill>
              </a:rPr>
              <a:t>‹N°›</a:t>
            </a:fld>
            <a:endParaRPr lang="fr-FR" sz="900" b="0">
              <a:solidFill>
                <a:schemeClr val="tx2"/>
              </a:solidFill>
            </a:endParaRPr>
          </a:p>
        </p:txBody>
      </p:sp>
      <p:pic>
        <p:nvPicPr>
          <p:cNvPr id="4" name="Image 3" descr="Une image contenant capture d’écran, Police, noir, Graphique&#10;&#10;Description générée automatiquement">
            <a:extLst>
              <a:ext uri="{FF2B5EF4-FFF2-40B4-BE49-F238E27FC236}">
                <a16:creationId xmlns:a16="http://schemas.microsoft.com/office/drawing/2014/main" id="{AD0B958B-FEBE-CE4F-E5DC-D76B5D287F8A}"/>
              </a:ext>
            </a:extLst>
          </p:cNvPr>
          <p:cNvPicPr>
            <a:picLocks noChangeAspect="1"/>
          </p:cNvPicPr>
          <p:nvPr userDrawn="1"/>
        </p:nvPicPr>
        <p:blipFill rotWithShape="1">
          <a:blip r:embed="rId24" cstate="email">
            <a:extLst>
              <a:ext uri="{28A0092B-C50C-407E-A947-70E740481C1C}">
                <a14:useLocalDpi xmlns:a14="http://schemas.microsoft.com/office/drawing/2010/main"/>
              </a:ext>
            </a:extLst>
          </a:blip>
          <a:srcRect/>
          <a:stretch/>
        </p:blipFill>
        <p:spPr>
          <a:xfrm>
            <a:off x="467832" y="6500382"/>
            <a:ext cx="2101747" cy="181255"/>
          </a:xfrm>
          <a:prstGeom prst="rect">
            <a:avLst/>
          </a:prstGeom>
        </p:spPr>
      </p:pic>
      <p:sp>
        <p:nvSpPr>
          <p:cNvPr id="3" name="Espace réservé du texte 2">
            <a:extLst>
              <a:ext uri="{FF2B5EF4-FFF2-40B4-BE49-F238E27FC236}">
                <a16:creationId xmlns:a16="http://schemas.microsoft.com/office/drawing/2014/main" id="{2F8962BC-30C5-72DF-9E67-A26A82062BE2}"/>
              </a:ext>
            </a:extLst>
          </p:cNvPr>
          <p:cNvSpPr>
            <a:spLocks noGrp="1"/>
          </p:cNvSpPr>
          <p:nvPr>
            <p:ph type="body" idx="1"/>
          </p:nvPr>
        </p:nvSpPr>
        <p:spPr>
          <a:xfrm>
            <a:off x="479425" y="1133856"/>
            <a:ext cx="11297160" cy="4958969"/>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Tree>
    <p:extLst>
      <p:ext uri="{BB962C8B-B14F-4D97-AF65-F5344CB8AC3E}">
        <p14:creationId xmlns:p14="http://schemas.microsoft.com/office/powerpoint/2010/main" val="4186892033"/>
      </p:ext>
    </p:extLst>
  </p:cSld>
  <p:clrMap bg1="lt1" tx1="dk1" bg2="lt2" tx2="dk2" accent1="accent1" accent2="accent2" accent3="accent3" accent4="accent4" accent5="accent5" accent6="accent6" hlink="hlink" folHlink="folHlink"/>
  <p:sldLayoutIdLst>
    <p:sldLayoutId id="2147483867" r:id="rId1"/>
    <p:sldLayoutId id="2147483868" r:id="rId2"/>
    <p:sldLayoutId id="2147483869" r:id="rId3"/>
    <p:sldLayoutId id="2147483870" r:id="rId4"/>
    <p:sldLayoutId id="2147483871" r:id="rId5"/>
    <p:sldLayoutId id="2147483872" r:id="rId6"/>
    <p:sldLayoutId id="2147483873" r:id="rId7"/>
    <p:sldLayoutId id="2147483874" r:id="rId8"/>
    <p:sldLayoutId id="2147483875" r:id="rId9"/>
    <p:sldLayoutId id="2147483876" r:id="rId10"/>
    <p:sldLayoutId id="2147483877" r:id="rId11"/>
    <p:sldLayoutId id="2147483878" r:id="rId12"/>
    <p:sldLayoutId id="2147483879" r:id="rId13"/>
    <p:sldLayoutId id="2147483880" r:id="rId14"/>
    <p:sldLayoutId id="2147483881" r:id="rId15"/>
    <p:sldLayoutId id="2147483882" r:id="rId16"/>
    <p:sldLayoutId id="2147483883" r:id="rId17"/>
    <p:sldLayoutId id="2147483884" r:id="rId18"/>
    <p:sldLayoutId id="2147483885" r:id="rId19"/>
    <p:sldLayoutId id="2147483886" r:id="rId20"/>
    <p:sldLayoutId id="2147483887" r:id="rId21"/>
  </p:sldLayoutIdLst>
  <p:hf hdr="0" dt="0"/>
  <p:txStyles>
    <p:titleStyle>
      <a:lvl1pPr algn="l" defTabSz="914355" rtl="0" eaLnBrk="1" latinLnBrk="0" hangingPunct="1">
        <a:lnSpc>
          <a:spcPct val="90000"/>
        </a:lnSpc>
        <a:spcBef>
          <a:spcPct val="0"/>
        </a:spcBef>
        <a:buNone/>
        <a:defRPr sz="2400" b="1" kern="1200">
          <a:solidFill>
            <a:srgbClr val="0084D4"/>
          </a:solidFill>
          <a:latin typeface="Arial" panose="020B0604020202020204" pitchFamily="34" charset="0"/>
          <a:ea typeface="+mj-ea"/>
          <a:cs typeface="Arial" panose="020B0604020202020204" pitchFamily="34" charset="0"/>
        </a:defRPr>
      </a:lvl1pPr>
    </p:titleStyle>
    <p:bodyStyle>
      <a:lvl1pPr marL="171450" indent="-171450" algn="l" defTabSz="914355" rtl="0" eaLnBrk="1" latinLnBrk="0" hangingPunct="1">
        <a:lnSpc>
          <a:spcPct val="114000"/>
        </a:lnSpc>
        <a:spcBef>
          <a:spcPts val="200"/>
        </a:spcBef>
        <a:spcAft>
          <a:spcPts val="0"/>
        </a:spcAft>
        <a:buClr>
          <a:schemeClr val="accent2"/>
        </a:buClr>
        <a:buFont typeface="Wingdings" panose="05000000000000000000" pitchFamily="2" charset="2"/>
        <a:buChar char="§"/>
        <a:defRPr sz="1200" b="0" i="0" kern="1200">
          <a:solidFill>
            <a:schemeClr val="tx2"/>
          </a:solidFill>
          <a:latin typeface="Arial" panose="020B0604020202020204" pitchFamily="34" charset="0"/>
          <a:ea typeface="+mn-ea"/>
          <a:cs typeface="Arial" panose="020B0604020202020204" pitchFamily="34" charset="0"/>
        </a:defRPr>
      </a:lvl1pPr>
      <a:lvl2pPr marL="360000" indent="-216000" algn="l" defTabSz="914355" rtl="0" eaLnBrk="1" latinLnBrk="0" hangingPunct="1">
        <a:lnSpc>
          <a:spcPct val="114000"/>
        </a:lnSpc>
        <a:spcBef>
          <a:spcPts val="200"/>
        </a:spcBef>
        <a:spcAft>
          <a:spcPts val="0"/>
        </a:spcAft>
        <a:buFont typeface="Wingdings" panose="05000000000000000000" pitchFamily="2" charset="2"/>
        <a:buChar char="§"/>
        <a:defRPr sz="1200" kern="1200">
          <a:solidFill>
            <a:schemeClr val="tx2"/>
          </a:solidFill>
          <a:latin typeface="Arial" panose="020B0604020202020204" pitchFamily="34" charset="0"/>
          <a:ea typeface="+mn-ea"/>
          <a:cs typeface="Arial" panose="020B0604020202020204" pitchFamily="34" charset="0"/>
        </a:defRPr>
      </a:lvl2pPr>
      <a:lvl3pPr marL="720000" indent="-180000" algn="l" defTabSz="914355" rtl="0" eaLnBrk="1" latinLnBrk="0" hangingPunct="1">
        <a:lnSpc>
          <a:spcPct val="114000"/>
        </a:lnSpc>
        <a:spcBef>
          <a:spcPts val="200"/>
        </a:spcBef>
        <a:spcAft>
          <a:spcPts val="0"/>
        </a:spcAft>
        <a:buFont typeface="Courier New" panose="02070309020205020404" pitchFamily="49" charset="0"/>
        <a:buChar char="o"/>
        <a:defRPr lang="fr-FR" sz="1200" kern="1200" smtClean="0">
          <a:solidFill>
            <a:schemeClr val="tx2"/>
          </a:solidFill>
          <a:latin typeface="Arial" panose="020B0604020202020204" pitchFamily="34" charset="0"/>
          <a:ea typeface="+mn-ea"/>
          <a:cs typeface="Arial" panose="020B0604020202020204" pitchFamily="34" charset="0"/>
        </a:defRPr>
      </a:lvl3pPr>
      <a:lvl4pPr marL="900000" indent="-180000" algn="l" defTabSz="914355" rtl="0" eaLnBrk="1" latinLnBrk="0" hangingPunct="1">
        <a:lnSpc>
          <a:spcPct val="114000"/>
        </a:lnSpc>
        <a:spcBef>
          <a:spcPts val="200"/>
        </a:spcBef>
        <a:spcAft>
          <a:spcPts val="0"/>
        </a:spcAft>
        <a:buFont typeface="Arial" panose="020B0604020202020204" pitchFamily="34" charset="0"/>
        <a:buChar char="•"/>
        <a:defRPr lang="fr-FR" sz="1200" kern="1200" dirty="0">
          <a:solidFill>
            <a:schemeClr val="tx2"/>
          </a:solidFill>
          <a:latin typeface="Arial" panose="020B0604020202020204" pitchFamily="34" charset="0"/>
          <a:ea typeface="+mn-ea"/>
          <a:cs typeface="Arial" panose="020B0604020202020204" pitchFamily="34" charset="0"/>
        </a:defRPr>
      </a:lvl4pPr>
      <a:lvl5pPr marL="0" indent="0" algn="l" defTabSz="914355" rtl="0" eaLnBrk="1" latinLnBrk="0" hangingPunct="1">
        <a:lnSpc>
          <a:spcPct val="101000"/>
        </a:lnSpc>
        <a:spcBef>
          <a:spcPts val="0"/>
        </a:spcBef>
        <a:buFont typeface="Arial" panose="020B0604020202020204" pitchFamily="34" charset="0"/>
        <a:buNone/>
        <a:defRPr sz="1200" kern="1200">
          <a:solidFill>
            <a:schemeClr val="tx2"/>
          </a:solidFill>
          <a:latin typeface="Arial" panose="020B0604020202020204" pitchFamily="34" charset="0"/>
          <a:ea typeface="+mn-ea"/>
          <a:cs typeface="Arial" panose="020B0604020202020204" pitchFamily="34" charset="0"/>
        </a:defRPr>
      </a:lvl5pPr>
      <a:lvl6pPr marL="895350" indent="-265113" algn="l" defTabSz="914355" rtl="0" eaLnBrk="1" latinLnBrk="0" hangingPunct="1">
        <a:lnSpc>
          <a:spcPct val="90000"/>
        </a:lnSpc>
        <a:spcBef>
          <a:spcPts val="500"/>
        </a:spcBef>
        <a:buFont typeface="Wingdings" panose="05000000000000000000" pitchFamily="2" charset="2"/>
        <a:buChar char="ü"/>
        <a:defRPr sz="1100" kern="1200">
          <a:solidFill>
            <a:schemeClr val="tx1"/>
          </a:solidFill>
          <a:latin typeface="+mn-lt"/>
          <a:ea typeface="+mn-ea"/>
          <a:cs typeface="+mn-cs"/>
        </a:defRPr>
      </a:lvl6pPr>
      <a:lvl7pPr marL="2971652"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6" orient="horz" pos="504">
          <p15:clr>
            <a:srgbClr val="F26B43"/>
          </p15:clr>
        </p15:guide>
        <p15:guide id="8" orient="horz" pos="2160">
          <p15:clr>
            <a:srgbClr val="F26B43"/>
          </p15:clr>
        </p15:guide>
        <p15:guide id="9" pos="302">
          <p15:clr>
            <a:srgbClr val="F26B43"/>
          </p15:clr>
        </p15:guide>
        <p15:guide id="10" pos="7423">
          <p15:clr>
            <a:srgbClr val="F26B43"/>
          </p15:clr>
        </p15:guide>
        <p15:guide id="11" orient="horz" pos="4020">
          <p15:clr>
            <a:srgbClr val="F26B43"/>
          </p15:clr>
        </p15:guide>
        <p15:guide id="12" orient="horz" pos="4201">
          <p15:clr>
            <a:srgbClr val="F26B43"/>
          </p15:clr>
        </p15:guide>
        <p15:guide id="13" pos="2252">
          <p15:clr>
            <a:srgbClr val="F26B43"/>
          </p15:clr>
        </p15:guide>
        <p15:guide id="15" pos="2479">
          <p15:clr>
            <a:srgbClr val="F26B43"/>
          </p15:clr>
        </p15:guide>
        <p15:guide id="16" orient="horz" pos="383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23C58787-B5AE-DE66-FC20-5625CC03317A}"/>
              </a:ext>
            </a:extLst>
          </p:cNvPr>
          <p:cNvGraphicFramePr>
            <a:graphicFrameLocks noChangeAspect="1"/>
          </p:cNvGraphicFramePr>
          <p:nvPr userDrawn="1">
            <p:custDataLst>
              <p:tags r:id="rId24"/>
            </p:custDataLst>
            <p:extLst>
              <p:ext uri="{D42A27DB-BD31-4B8C-83A1-F6EECF244321}">
                <p14:modId xmlns:p14="http://schemas.microsoft.com/office/powerpoint/2010/main" val="8617508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25" imgW="404" imgH="405" progId="TCLayout.ActiveDocument.1">
                  <p:embed/>
                </p:oleObj>
              </mc:Choice>
              <mc:Fallback>
                <p:oleObj name="Diapositive think-cell" r:id="rId25" imgW="404" imgH="405" progId="TCLayout.ActiveDocument.1">
                  <p:embed/>
                  <p:pic>
                    <p:nvPicPr>
                      <p:cNvPr id="6" name="think-cell data - do not delete" hidden="1">
                        <a:extLst>
                          <a:ext uri="{FF2B5EF4-FFF2-40B4-BE49-F238E27FC236}">
                            <a16:creationId xmlns:a16="http://schemas.microsoft.com/office/drawing/2014/main" id="{23C58787-B5AE-DE66-FC20-5625CC03317A}"/>
                          </a:ext>
                        </a:extLst>
                      </p:cNvPr>
                      <p:cNvPicPr/>
                      <p:nvPr/>
                    </p:nvPicPr>
                    <p:blipFill>
                      <a:blip r:embed="rId26"/>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467833" y="460051"/>
            <a:ext cx="11308752" cy="332399"/>
          </a:xfrm>
          <a:prstGeom prst="rect">
            <a:avLst/>
          </a:prstGeom>
        </p:spPr>
        <p:txBody>
          <a:bodyPr vert="horz" wrap="square" lIns="0" tIns="0" rIns="72000" bIns="0" rtlCol="0" anchor="ctr">
            <a:spAutoFit/>
          </a:bodyPr>
          <a:lstStyle/>
          <a:p>
            <a:r>
              <a:rPr lang="fr-FR"/>
              <a:t>Titre sur 2 lignes, </a:t>
            </a:r>
            <a:r>
              <a:rPr lang="fr-FR" err="1"/>
              <a:t>arial</a:t>
            </a:r>
            <a:r>
              <a:rPr lang="fr-FR"/>
              <a:t> 24 </a:t>
            </a:r>
          </a:p>
        </p:txBody>
      </p:sp>
      <p:pic>
        <p:nvPicPr>
          <p:cNvPr id="13" name="Graphique 12">
            <a:extLst>
              <a:ext uri="{FF2B5EF4-FFF2-40B4-BE49-F238E27FC236}">
                <a16:creationId xmlns:a16="http://schemas.microsoft.com/office/drawing/2014/main" id="{706F7AFA-1388-3546-CA49-889F40B14DEB}"/>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7"/>
              </a:ext>
            </a:extLst>
          </a:blip>
          <a:stretch>
            <a:fillRect/>
          </a:stretch>
        </p:blipFill>
        <p:spPr>
          <a:xfrm>
            <a:off x="11248935" y="6374422"/>
            <a:ext cx="550800" cy="288514"/>
          </a:xfrm>
          <a:prstGeom prst="rect">
            <a:avLst/>
          </a:prstGeom>
        </p:spPr>
      </p:pic>
      <p:sp>
        <p:nvSpPr>
          <p:cNvPr id="8" name="Text Box 25">
            <a:extLst>
              <a:ext uri="{FF2B5EF4-FFF2-40B4-BE49-F238E27FC236}">
                <a16:creationId xmlns:a16="http://schemas.microsoft.com/office/drawing/2014/main" id="{B1460D98-B668-05CB-B88C-806C7F23F69C}"/>
              </a:ext>
            </a:extLst>
          </p:cNvPr>
          <p:cNvSpPr txBox="1">
            <a:spLocks noChangeArrowheads="1"/>
          </p:cNvSpPr>
          <p:nvPr userDrawn="1"/>
        </p:nvSpPr>
        <p:spPr bwMode="auto">
          <a:xfrm>
            <a:off x="3771226" y="6557577"/>
            <a:ext cx="4681068"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23" rtl="0" eaLnBrk="1" fontAlgn="base" latinLnBrk="0" hangingPunct="1">
              <a:lnSpc>
                <a:spcPct val="100000"/>
              </a:lnSpc>
              <a:spcBef>
                <a:spcPct val="0"/>
              </a:spcBef>
              <a:spcAft>
                <a:spcPct val="0"/>
              </a:spcAft>
              <a:buClrTx/>
              <a:buSzTx/>
              <a:buFontTx/>
              <a:buNone/>
              <a:tabLst/>
              <a:defRPr/>
            </a:pPr>
            <a:r>
              <a:rPr lang="fr-FR" sz="900" b="0">
                <a:solidFill>
                  <a:schemeClr val="tx2"/>
                </a:solidFill>
              </a:rPr>
              <a:t>DOCUMENT</a:t>
            </a:r>
            <a:r>
              <a:rPr lang="fr-FR" sz="900" b="0" baseline="0">
                <a:solidFill>
                  <a:schemeClr val="tx2"/>
                </a:solidFill>
              </a:rPr>
              <a:t> CONFIDENTIEL 2026 – page </a:t>
            </a:r>
            <a:fld id="{A1A6DFBC-6B76-4CF5-8DED-6C793B731C5F}" type="slidenum">
              <a:rPr lang="fr-FR" sz="900" b="0" baseline="0" smtClean="0">
                <a:solidFill>
                  <a:schemeClr val="tx2"/>
                </a:solidFill>
              </a:rPr>
              <a:t>‹N°›</a:t>
            </a:fld>
            <a:endParaRPr lang="fr-FR" sz="900" b="0">
              <a:solidFill>
                <a:schemeClr val="tx2"/>
              </a:solidFill>
            </a:endParaRPr>
          </a:p>
        </p:txBody>
      </p:sp>
      <p:pic>
        <p:nvPicPr>
          <p:cNvPr id="4" name="Image 3" descr="Une image contenant capture d’écran, Police, noir, Graphique&#10;&#10;Description générée automatiquement">
            <a:extLst>
              <a:ext uri="{FF2B5EF4-FFF2-40B4-BE49-F238E27FC236}">
                <a16:creationId xmlns:a16="http://schemas.microsoft.com/office/drawing/2014/main" id="{AD0B958B-FEBE-CE4F-E5DC-D76B5D287F8A}"/>
              </a:ext>
            </a:extLst>
          </p:cNvPr>
          <p:cNvPicPr>
            <a:picLocks noChangeAspect="1"/>
          </p:cNvPicPr>
          <p:nvPr userDrawn="1"/>
        </p:nvPicPr>
        <p:blipFill rotWithShape="1">
          <a:blip r:embed="rId28" cstate="email">
            <a:extLst>
              <a:ext uri="{28A0092B-C50C-407E-A947-70E740481C1C}">
                <a14:useLocalDpi xmlns:a14="http://schemas.microsoft.com/office/drawing/2010/main"/>
              </a:ext>
            </a:extLst>
          </a:blip>
          <a:srcRect/>
          <a:stretch/>
        </p:blipFill>
        <p:spPr>
          <a:xfrm>
            <a:off x="467832" y="6500382"/>
            <a:ext cx="2101747" cy="181255"/>
          </a:xfrm>
          <a:prstGeom prst="rect">
            <a:avLst/>
          </a:prstGeom>
        </p:spPr>
      </p:pic>
      <p:sp>
        <p:nvSpPr>
          <p:cNvPr id="3" name="Espace réservé du texte 2">
            <a:extLst>
              <a:ext uri="{FF2B5EF4-FFF2-40B4-BE49-F238E27FC236}">
                <a16:creationId xmlns:a16="http://schemas.microsoft.com/office/drawing/2014/main" id="{2F8962BC-30C5-72DF-9E67-A26A82062BE2}"/>
              </a:ext>
            </a:extLst>
          </p:cNvPr>
          <p:cNvSpPr>
            <a:spLocks noGrp="1"/>
          </p:cNvSpPr>
          <p:nvPr>
            <p:ph type="body" idx="1"/>
          </p:nvPr>
        </p:nvSpPr>
        <p:spPr>
          <a:xfrm>
            <a:off x="479425" y="1133856"/>
            <a:ext cx="11297160" cy="4958969"/>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Tree>
    <p:extLst>
      <p:ext uri="{BB962C8B-B14F-4D97-AF65-F5344CB8AC3E}">
        <p14:creationId xmlns:p14="http://schemas.microsoft.com/office/powerpoint/2010/main" val="564781731"/>
      </p:ext>
    </p:extLst>
  </p:cSld>
  <p:clrMap bg1="lt1" tx1="dk1" bg2="lt2" tx2="dk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 id="2147483900" r:id="rId12"/>
    <p:sldLayoutId id="2147483901" r:id="rId13"/>
    <p:sldLayoutId id="2147483902" r:id="rId14"/>
    <p:sldLayoutId id="2147483903" r:id="rId15"/>
    <p:sldLayoutId id="2147483904" r:id="rId16"/>
    <p:sldLayoutId id="2147483905" r:id="rId17"/>
    <p:sldLayoutId id="2147483906" r:id="rId18"/>
    <p:sldLayoutId id="2147483907" r:id="rId19"/>
    <p:sldLayoutId id="2147483908" r:id="rId20"/>
    <p:sldLayoutId id="2147483909" r:id="rId21"/>
    <p:sldLayoutId id="2147483910" r:id="rId22"/>
  </p:sldLayoutIdLst>
  <p:hf hdr="0" dt="0"/>
  <p:txStyles>
    <p:titleStyle>
      <a:lvl1pPr algn="l" defTabSz="914355" rtl="0" eaLnBrk="1" latinLnBrk="0" hangingPunct="1">
        <a:lnSpc>
          <a:spcPct val="90000"/>
        </a:lnSpc>
        <a:spcBef>
          <a:spcPct val="0"/>
        </a:spcBef>
        <a:buNone/>
        <a:defRPr sz="2400" b="1" kern="1200">
          <a:solidFill>
            <a:srgbClr val="0084D4"/>
          </a:solidFill>
          <a:latin typeface="Arial" panose="020B0604020202020204" pitchFamily="34" charset="0"/>
          <a:ea typeface="+mj-ea"/>
          <a:cs typeface="Arial" panose="020B0604020202020204" pitchFamily="34" charset="0"/>
        </a:defRPr>
      </a:lvl1pPr>
    </p:titleStyle>
    <p:bodyStyle>
      <a:lvl1pPr marL="171450" indent="-171450" algn="l" defTabSz="914355" rtl="0" eaLnBrk="1" latinLnBrk="0" hangingPunct="1">
        <a:lnSpc>
          <a:spcPct val="114000"/>
        </a:lnSpc>
        <a:spcBef>
          <a:spcPts val="200"/>
        </a:spcBef>
        <a:spcAft>
          <a:spcPts val="0"/>
        </a:spcAft>
        <a:buClr>
          <a:schemeClr val="accent2"/>
        </a:buClr>
        <a:buFont typeface="Wingdings" panose="05000000000000000000" pitchFamily="2" charset="2"/>
        <a:buChar char="§"/>
        <a:defRPr sz="1200" b="0" i="0" kern="1200">
          <a:solidFill>
            <a:schemeClr val="tx2"/>
          </a:solidFill>
          <a:latin typeface="Arial" panose="020B0604020202020204" pitchFamily="34" charset="0"/>
          <a:ea typeface="+mn-ea"/>
          <a:cs typeface="Arial" panose="020B0604020202020204" pitchFamily="34" charset="0"/>
        </a:defRPr>
      </a:lvl1pPr>
      <a:lvl2pPr marL="360000" indent="-216000" algn="l" defTabSz="914355" rtl="0" eaLnBrk="1" latinLnBrk="0" hangingPunct="1">
        <a:lnSpc>
          <a:spcPct val="114000"/>
        </a:lnSpc>
        <a:spcBef>
          <a:spcPts val="200"/>
        </a:spcBef>
        <a:spcAft>
          <a:spcPts val="0"/>
        </a:spcAft>
        <a:buFont typeface="Wingdings" panose="05000000000000000000" pitchFamily="2" charset="2"/>
        <a:buChar char="§"/>
        <a:defRPr sz="1200" kern="1200">
          <a:solidFill>
            <a:schemeClr val="tx2"/>
          </a:solidFill>
          <a:latin typeface="Arial" panose="020B0604020202020204" pitchFamily="34" charset="0"/>
          <a:ea typeface="+mn-ea"/>
          <a:cs typeface="Arial" panose="020B0604020202020204" pitchFamily="34" charset="0"/>
        </a:defRPr>
      </a:lvl2pPr>
      <a:lvl3pPr marL="720000" indent="-180000" algn="l" defTabSz="914355" rtl="0" eaLnBrk="1" latinLnBrk="0" hangingPunct="1">
        <a:lnSpc>
          <a:spcPct val="114000"/>
        </a:lnSpc>
        <a:spcBef>
          <a:spcPts val="200"/>
        </a:spcBef>
        <a:spcAft>
          <a:spcPts val="0"/>
        </a:spcAft>
        <a:buFont typeface="Courier New" panose="02070309020205020404" pitchFamily="49" charset="0"/>
        <a:buChar char="o"/>
        <a:defRPr lang="fr-FR" sz="1200" kern="1200" smtClean="0">
          <a:solidFill>
            <a:schemeClr val="tx2"/>
          </a:solidFill>
          <a:latin typeface="Arial" panose="020B0604020202020204" pitchFamily="34" charset="0"/>
          <a:ea typeface="+mn-ea"/>
          <a:cs typeface="Arial" panose="020B0604020202020204" pitchFamily="34" charset="0"/>
        </a:defRPr>
      </a:lvl3pPr>
      <a:lvl4pPr marL="900000" indent="-180000" algn="l" defTabSz="914355" rtl="0" eaLnBrk="1" latinLnBrk="0" hangingPunct="1">
        <a:lnSpc>
          <a:spcPct val="114000"/>
        </a:lnSpc>
        <a:spcBef>
          <a:spcPts val="200"/>
        </a:spcBef>
        <a:spcAft>
          <a:spcPts val="0"/>
        </a:spcAft>
        <a:buFont typeface="Arial" panose="020B0604020202020204" pitchFamily="34" charset="0"/>
        <a:buChar char="•"/>
        <a:defRPr lang="fr-FR" sz="1200" kern="1200" dirty="0">
          <a:solidFill>
            <a:schemeClr val="tx2"/>
          </a:solidFill>
          <a:latin typeface="Arial" panose="020B0604020202020204" pitchFamily="34" charset="0"/>
          <a:ea typeface="+mn-ea"/>
          <a:cs typeface="Arial" panose="020B0604020202020204" pitchFamily="34" charset="0"/>
        </a:defRPr>
      </a:lvl4pPr>
      <a:lvl5pPr marL="0" indent="0" algn="l" defTabSz="914355" rtl="0" eaLnBrk="1" latinLnBrk="0" hangingPunct="1">
        <a:lnSpc>
          <a:spcPct val="101000"/>
        </a:lnSpc>
        <a:spcBef>
          <a:spcPts val="0"/>
        </a:spcBef>
        <a:buFont typeface="Arial" panose="020B0604020202020204" pitchFamily="34" charset="0"/>
        <a:buNone/>
        <a:defRPr sz="1200" kern="1200">
          <a:solidFill>
            <a:schemeClr val="tx2"/>
          </a:solidFill>
          <a:latin typeface="Arial" panose="020B0604020202020204" pitchFamily="34" charset="0"/>
          <a:ea typeface="+mn-ea"/>
          <a:cs typeface="Arial" panose="020B0604020202020204" pitchFamily="34" charset="0"/>
        </a:defRPr>
      </a:lvl5pPr>
      <a:lvl6pPr marL="895350" indent="-265113" algn="l" defTabSz="914355" rtl="0" eaLnBrk="1" latinLnBrk="0" hangingPunct="1">
        <a:lnSpc>
          <a:spcPct val="90000"/>
        </a:lnSpc>
        <a:spcBef>
          <a:spcPts val="500"/>
        </a:spcBef>
        <a:buFont typeface="Wingdings" panose="05000000000000000000" pitchFamily="2" charset="2"/>
        <a:buChar char="ü"/>
        <a:defRPr sz="1100" kern="1200">
          <a:solidFill>
            <a:schemeClr val="tx1"/>
          </a:solidFill>
          <a:latin typeface="+mn-lt"/>
          <a:ea typeface="+mn-ea"/>
          <a:cs typeface="+mn-cs"/>
        </a:defRPr>
      </a:lvl6pPr>
      <a:lvl7pPr marL="2971652"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6" orient="horz" pos="504">
          <p15:clr>
            <a:srgbClr val="F26B43"/>
          </p15:clr>
        </p15:guide>
        <p15:guide id="8" orient="horz" pos="2160">
          <p15:clr>
            <a:srgbClr val="F26B43"/>
          </p15:clr>
        </p15:guide>
        <p15:guide id="9" pos="302">
          <p15:clr>
            <a:srgbClr val="F26B43"/>
          </p15:clr>
        </p15:guide>
        <p15:guide id="10" pos="7423">
          <p15:clr>
            <a:srgbClr val="F26B43"/>
          </p15:clr>
        </p15:guide>
        <p15:guide id="11" orient="horz" pos="4020">
          <p15:clr>
            <a:srgbClr val="F26B43"/>
          </p15:clr>
        </p15:guide>
        <p15:guide id="12" orient="horz" pos="4201">
          <p15:clr>
            <a:srgbClr val="F26B43"/>
          </p15:clr>
        </p15:guide>
        <p15:guide id="13" pos="2252">
          <p15:clr>
            <a:srgbClr val="F26B43"/>
          </p15:clr>
        </p15:guide>
        <p15:guide id="15" pos="2479">
          <p15:clr>
            <a:srgbClr val="F26B43"/>
          </p15:clr>
        </p15:guide>
        <p15:guide id="16" orient="horz" pos="3838">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bwMode="gray">
          <a:xfrm>
            <a:off x="719668" y="647700"/>
            <a:ext cx="10752667" cy="620184"/>
          </a:xfrm>
          <a:prstGeom prst="rect">
            <a:avLst/>
          </a:prstGeom>
        </p:spPr>
        <p:txBody>
          <a:bodyPr vert="horz" wrap="square" lIns="0" tIns="0" rIns="0" bIns="0" numCol="1" anchor="t" anchorCtr="0" compatLnSpc="1">
            <a:prstTxWarp prst="textNoShape">
              <a:avLst/>
            </a:prstTxWarp>
            <a:normAutofit/>
          </a:bodyPr>
          <a:lstStyle/>
          <a:p>
            <a:pPr lvl="0"/>
            <a:r>
              <a:rPr lang="fr-FR" altLang="fr-FR"/>
              <a:t>Titre</a:t>
            </a:r>
          </a:p>
        </p:txBody>
      </p:sp>
      <p:sp>
        <p:nvSpPr>
          <p:cNvPr id="4" name="Espace réservé de la date 3"/>
          <p:cNvSpPr>
            <a:spLocks noGrp="1"/>
          </p:cNvSpPr>
          <p:nvPr>
            <p:ph type="dt" sz="half" idx="2"/>
          </p:nvPr>
        </p:nvSpPr>
        <p:spPr bwMode="gray">
          <a:xfrm>
            <a:off x="719680" y="6417735"/>
            <a:ext cx="10225617" cy="215900"/>
          </a:xfrm>
          <a:prstGeom prst="rect">
            <a:avLst/>
          </a:prstGeom>
        </p:spPr>
        <p:txBody>
          <a:bodyPr vert="horz" wrap="square" lIns="0" tIns="0" rIns="0" bIns="0" numCol="1" anchor="t" anchorCtr="0" compatLnSpc="1">
            <a:prstTxWarp prst="textNoShape">
              <a:avLst/>
            </a:prstTxWarp>
            <a:noAutofit/>
          </a:bodyPr>
          <a:lstStyle>
            <a:lvl1pPr marL="0" marR="0" indent="0" algn="l" defTabSz="908712" rtl="0" eaLnBrk="1" fontAlgn="base" latinLnBrk="0" hangingPunct="1">
              <a:lnSpc>
                <a:spcPct val="114000"/>
              </a:lnSpc>
              <a:spcBef>
                <a:spcPct val="0"/>
              </a:spcBef>
              <a:spcAft>
                <a:spcPct val="0"/>
              </a:spcAft>
              <a:buClrTx/>
              <a:buSzTx/>
              <a:buFontTx/>
              <a:buNone/>
              <a:tabLst/>
              <a:defRPr sz="800">
                <a:latin typeface="Avenir LT Std 45 Book" charset="0"/>
              </a:defRPr>
            </a:lvl1pPr>
          </a:lstStyle>
          <a:p>
            <a:endParaRPr lang="fr-FR">
              <a:solidFill>
                <a:srgbClr val="3C3732"/>
              </a:solidFill>
              <a:ea typeface="ＭＳ Ｐゴシック" charset="-128"/>
            </a:endParaRPr>
          </a:p>
        </p:txBody>
      </p:sp>
      <p:sp>
        <p:nvSpPr>
          <p:cNvPr id="6" name="Espace réservé du numéro de diapositive 5"/>
          <p:cNvSpPr>
            <a:spLocks noGrp="1"/>
          </p:cNvSpPr>
          <p:nvPr>
            <p:ph type="sldNum" sz="quarter" idx="4"/>
          </p:nvPr>
        </p:nvSpPr>
        <p:spPr bwMode="gray">
          <a:xfrm>
            <a:off x="239184" y="6417735"/>
            <a:ext cx="480483" cy="215900"/>
          </a:xfrm>
          <a:prstGeom prst="rect">
            <a:avLst/>
          </a:prstGeom>
        </p:spPr>
        <p:txBody>
          <a:bodyPr vert="horz" wrap="square" lIns="0" tIns="0" rIns="0" bIns="0" numCol="1" anchor="t" anchorCtr="0" compatLnSpc="1">
            <a:prstTxWarp prst="textNoShape">
              <a:avLst/>
            </a:prstTxWarp>
            <a:noAutofit/>
          </a:bodyPr>
          <a:lstStyle>
            <a:lvl1pPr eaLnBrk="1" hangingPunct="1">
              <a:lnSpc>
                <a:spcPct val="114000"/>
              </a:lnSpc>
              <a:defRPr sz="800" smtClean="0">
                <a:latin typeface="Avenir LT Std 45 Book" charset="0"/>
              </a:defRPr>
            </a:lvl1pPr>
          </a:lstStyle>
          <a:p>
            <a:pPr defTabSz="908921" fontAlgn="base">
              <a:spcBef>
                <a:spcPct val="0"/>
              </a:spcBef>
              <a:spcAft>
                <a:spcPct val="0"/>
              </a:spcAft>
              <a:defRPr/>
            </a:pPr>
            <a:fld id="{5BD38B1A-CBD8-6543-AD5A-FB93F4179C7E}" type="slidenum">
              <a:rPr lang="fr-FR" altLang="fr-FR" smtClean="0">
                <a:solidFill>
                  <a:srgbClr val="3C3732"/>
                </a:solidFill>
                <a:ea typeface="ＭＳ Ｐゴシック" charset="-128"/>
              </a:rPr>
              <a:pPr defTabSz="908921" fontAlgn="base">
                <a:spcBef>
                  <a:spcPct val="0"/>
                </a:spcBef>
                <a:spcAft>
                  <a:spcPct val="0"/>
                </a:spcAft>
                <a:defRPr/>
              </a:pPr>
              <a:t>‹N°›</a:t>
            </a:fld>
            <a:endParaRPr lang="fr-FR" altLang="fr-FR">
              <a:solidFill>
                <a:srgbClr val="3C3732"/>
              </a:solidFill>
              <a:ea typeface="ＭＳ Ｐゴシック" charset="-128"/>
            </a:endParaRPr>
          </a:p>
        </p:txBody>
      </p:sp>
      <p:sp>
        <p:nvSpPr>
          <p:cNvPr id="17414" name="Espace réservé du texte 2"/>
          <p:cNvSpPr>
            <a:spLocks noGrp="1"/>
          </p:cNvSpPr>
          <p:nvPr>
            <p:ph type="body" idx="1"/>
          </p:nvPr>
        </p:nvSpPr>
        <p:spPr bwMode="gray">
          <a:xfrm>
            <a:off x="719668" y="2324103"/>
            <a:ext cx="10752667" cy="3649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fr-FR" altLang="fr-FR"/>
              <a:t>Texte de niveau 1</a:t>
            </a:r>
          </a:p>
          <a:p>
            <a:pPr lvl="1"/>
            <a:r>
              <a:rPr lang="fr-FR" altLang="fr-FR"/>
              <a:t>Texte de niveau 2</a:t>
            </a:r>
          </a:p>
          <a:p>
            <a:pPr lvl="2"/>
            <a:r>
              <a:rPr lang="fr-FR" altLang="fr-FR"/>
              <a:t>Texte de niveau 3</a:t>
            </a:r>
          </a:p>
          <a:p>
            <a:pPr lvl="3"/>
            <a:r>
              <a:rPr lang="fr-FR" altLang="fr-FR"/>
              <a:t>Texte de niveau 4</a:t>
            </a:r>
          </a:p>
          <a:p>
            <a:pPr lvl="4"/>
            <a:r>
              <a:rPr lang="fr-FR" altLang="fr-FR"/>
              <a:t>Texte de niveau 5</a:t>
            </a:r>
          </a:p>
        </p:txBody>
      </p:sp>
      <p:sp>
        <p:nvSpPr>
          <p:cNvPr id="9" name="Rectangle 8"/>
          <p:cNvSpPr/>
          <p:nvPr/>
        </p:nvSpPr>
        <p:spPr bwMode="gray">
          <a:xfrm>
            <a:off x="524973" y="6417735"/>
            <a:ext cx="192619"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lstStyle>
            <a:lvl1pPr>
              <a:defRPr>
                <a:solidFill>
                  <a:schemeClr val="tx1"/>
                </a:solidFill>
                <a:latin typeface="Avenir LT Std 45 Book" charset="0"/>
                <a:ea typeface="ＭＳ Ｐゴシック" charset="-128"/>
              </a:defRPr>
            </a:lvl1pPr>
            <a:lvl2pPr marL="37931725" indent="-37474525">
              <a:defRPr>
                <a:solidFill>
                  <a:schemeClr val="tx1"/>
                </a:solidFill>
                <a:latin typeface="Avenir LT Std 45 Book" charset="0"/>
                <a:ea typeface="ＭＳ Ｐゴシック" charset="-128"/>
              </a:defRPr>
            </a:lvl2pPr>
            <a:lvl3pPr>
              <a:defRPr>
                <a:solidFill>
                  <a:schemeClr val="tx1"/>
                </a:solidFill>
                <a:latin typeface="Avenir LT Std 45 Book" charset="0"/>
                <a:ea typeface="ＭＳ Ｐゴシック" charset="-128"/>
              </a:defRPr>
            </a:lvl3pPr>
            <a:lvl4pPr>
              <a:defRPr>
                <a:solidFill>
                  <a:schemeClr val="tx1"/>
                </a:solidFill>
                <a:latin typeface="Avenir LT Std 45 Book" charset="0"/>
                <a:ea typeface="ＭＳ Ｐゴシック" charset="-128"/>
              </a:defRPr>
            </a:lvl4pPr>
            <a:lvl5pPr>
              <a:defRPr>
                <a:solidFill>
                  <a:schemeClr val="tx1"/>
                </a:solidFill>
                <a:latin typeface="Avenir LT Std 45 Book" charset="0"/>
                <a:ea typeface="ＭＳ Ｐゴシック" charset="-128"/>
              </a:defRPr>
            </a:lvl5pPr>
            <a:lvl6pPr marL="457200" fontAlgn="base">
              <a:spcBef>
                <a:spcPct val="0"/>
              </a:spcBef>
              <a:spcAft>
                <a:spcPct val="0"/>
              </a:spcAft>
              <a:defRPr>
                <a:solidFill>
                  <a:schemeClr val="tx1"/>
                </a:solidFill>
                <a:latin typeface="Avenir LT Std 45 Book" charset="0"/>
                <a:ea typeface="ＭＳ Ｐゴシック" charset="-128"/>
              </a:defRPr>
            </a:lvl6pPr>
            <a:lvl7pPr marL="914400" fontAlgn="base">
              <a:spcBef>
                <a:spcPct val="0"/>
              </a:spcBef>
              <a:spcAft>
                <a:spcPct val="0"/>
              </a:spcAft>
              <a:defRPr>
                <a:solidFill>
                  <a:schemeClr val="tx1"/>
                </a:solidFill>
                <a:latin typeface="Avenir LT Std 45 Book" charset="0"/>
                <a:ea typeface="ＭＳ Ｐゴシック" charset="-128"/>
              </a:defRPr>
            </a:lvl7pPr>
            <a:lvl8pPr marL="1371600" fontAlgn="base">
              <a:spcBef>
                <a:spcPct val="0"/>
              </a:spcBef>
              <a:spcAft>
                <a:spcPct val="0"/>
              </a:spcAft>
              <a:defRPr>
                <a:solidFill>
                  <a:schemeClr val="tx1"/>
                </a:solidFill>
                <a:latin typeface="Avenir LT Std 45 Book" charset="0"/>
                <a:ea typeface="ＭＳ Ｐゴシック" charset="-128"/>
              </a:defRPr>
            </a:lvl8pPr>
            <a:lvl9pPr marL="1828800" fontAlgn="base">
              <a:spcBef>
                <a:spcPct val="0"/>
              </a:spcBef>
              <a:spcAft>
                <a:spcPct val="0"/>
              </a:spcAft>
              <a:defRPr>
                <a:solidFill>
                  <a:schemeClr val="tx1"/>
                </a:solidFill>
                <a:latin typeface="Avenir LT Std 45 Book" charset="0"/>
                <a:ea typeface="ＭＳ Ｐゴシック" charset="-128"/>
              </a:defRPr>
            </a:lvl9pPr>
          </a:lstStyle>
          <a:p>
            <a:pPr algn="ctr" defTabSz="908921" fontAlgn="base">
              <a:lnSpc>
                <a:spcPct val="114000"/>
              </a:lnSpc>
              <a:spcBef>
                <a:spcPct val="0"/>
              </a:spcBef>
              <a:spcAft>
                <a:spcPct val="0"/>
              </a:spcAft>
              <a:defRPr/>
            </a:pPr>
            <a:r>
              <a:rPr lang="fr-FR" altLang="fr-FR" sz="800" b="1">
                <a:solidFill>
                  <a:srgbClr val="3C3732"/>
                </a:solidFill>
              </a:rPr>
              <a:t>–</a:t>
            </a:r>
          </a:p>
        </p:txBody>
      </p:sp>
      <p:pic>
        <p:nvPicPr>
          <p:cNvPr id="17416" name="Image 10" descr="logo_sncf.png"/>
          <p:cNvPicPr>
            <a:picLocks noChangeAspect="1"/>
          </p:cNvPicPr>
          <p:nvPr/>
        </p:nvPicPr>
        <p:blipFill>
          <a:blip r:embed="rId26" cstate="print">
            <a:extLst>
              <a:ext uri="{28A0092B-C50C-407E-A947-70E740481C1C}">
                <a14:useLocalDpi xmlns:a14="http://schemas.microsoft.com/office/drawing/2010/main" val="0"/>
              </a:ext>
            </a:extLst>
          </a:blip>
          <a:srcRect/>
          <a:stretch>
            <a:fillRect/>
          </a:stretch>
        </p:blipFill>
        <p:spPr bwMode="auto">
          <a:xfrm>
            <a:off x="11089259" y="5763687"/>
            <a:ext cx="1054100"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Espace réservé du pied de page 4"/>
          <p:cNvSpPr>
            <a:spLocks noGrp="1"/>
          </p:cNvSpPr>
          <p:nvPr>
            <p:ph type="ftr" sz="quarter" idx="3"/>
          </p:nvPr>
        </p:nvSpPr>
        <p:spPr bwMode="gray">
          <a:xfrm>
            <a:off x="239197" y="6172803"/>
            <a:ext cx="10706100" cy="215900"/>
          </a:xfrm>
          <a:prstGeom prst="rect">
            <a:avLst/>
          </a:prstGeom>
        </p:spPr>
        <p:txBody>
          <a:bodyPr vert="horz" wrap="none" lIns="0" tIns="0" rIns="0" bIns="0" numCol="1" anchor="b" anchorCtr="0" compatLnSpc="1">
            <a:prstTxWarp prst="textNoShape">
              <a:avLst/>
            </a:prstTxWarp>
            <a:noAutofit/>
          </a:bodyPr>
          <a:lstStyle>
            <a:lvl1pPr eaLnBrk="1" hangingPunct="1">
              <a:lnSpc>
                <a:spcPct val="90000"/>
              </a:lnSpc>
              <a:defRPr sz="800" smtClean="0">
                <a:solidFill>
                  <a:srgbClr val="A0A0A0"/>
                </a:solidFill>
                <a:latin typeface="Avenir LT Std 65 Medium" charset="0"/>
              </a:defRPr>
            </a:lvl1pPr>
          </a:lstStyle>
          <a:p>
            <a:pPr>
              <a:defRPr/>
            </a:pPr>
            <a:r>
              <a:rPr lang="fr-FR" i="1" cap="all">
                <a:solidFill>
                  <a:srgbClr val="3C3732"/>
                </a:solidFill>
                <a:latin typeface="Avenir LT Std 45 Book"/>
              </a:rPr>
              <a:t>Drh GROUPE SNCF- Pôle formation compétences et métiers</a:t>
            </a:r>
          </a:p>
        </p:txBody>
      </p:sp>
      <p:sp>
        <p:nvSpPr>
          <p:cNvPr id="3" name="MSIPCMContentMarking" descr="{&quot;HashCode&quot;:725156092,&quot;Placement&quot;:&quot;Footer&quot;,&quot;Top&quot;:519.343,&quot;Left&quot;:0.0,&quot;SlideWidth&quot;:960,&quot;SlideHeight&quot;:540}">
            <a:extLst>
              <a:ext uri="{FF2B5EF4-FFF2-40B4-BE49-F238E27FC236}">
                <a16:creationId xmlns:a16="http://schemas.microsoft.com/office/drawing/2014/main" id="{9F8022FE-5998-4A82-B6B5-45743E11123C}"/>
              </a:ext>
            </a:extLst>
          </p:cNvPr>
          <p:cNvSpPr txBox="1"/>
          <p:nvPr userDrawn="1"/>
        </p:nvSpPr>
        <p:spPr>
          <a:xfrm>
            <a:off x="0" y="6595656"/>
            <a:ext cx="650765" cy="262344"/>
          </a:xfrm>
          <a:prstGeom prst="rect">
            <a:avLst/>
          </a:prstGeom>
          <a:noFill/>
        </p:spPr>
        <p:txBody>
          <a:bodyPr vert="horz" wrap="square" lIns="0" tIns="0" rIns="0" bIns="0" rtlCol="0" anchor="ctr" anchorCtr="1">
            <a:spAutoFit/>
          </a:bodyPr>
          <a:lstStyle/>
          <a:p>
            <a:pPr algn="l">
              <a:spcBef>
                <a:spcPts val="0"/>
              </a:spcBef>
              <a:spcAft>
                <a:spcPts val="0"/>
              </a:spcAft>
            </a:pPr>
            <a:r>
              <a:rPr lang="fr-FR" sz="1000">
                <a:solidFill>
                  <a:srgbClr val="008000"/>
                </a:solidFill>
                <a:latin typeface="Calibri" panose="020F0502020204030204" pitchFamily="34" charset="0"/>
              </a:rPr>
              <a:t>Interne</a:t>
            </a:r>
          </a:p>
        </p:txBody>
      </p:sp>
    </p:spTree>
    <p:extLst>
      <p:ext uri="{BB962C8B-B14F-4D97-AF65-F5344CB8AC3E}">
        <p14:creationId xmlns:p14="http://schemas.microsoft.com/office/powerpoint/2010/main" val="3708809002"/>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 id="2147483764" r:id="rId13"/>
    <p:sldLayoutId id="2147483765" r:id="rId14"/>
    <p:sldLayoutId id="2147483766" r:id="rId15"/>
    <p:sldLayoutId id="2147483767" r:id="rId16"/>
    <p:sldLayoutId id="2147483768" r:id="rId17"/>
    <p:sldLayoutId id="2147483769" r:id="rId18"/>
    <p:sldLayoutId id="2147483770" r:id="rId19"/>
    <p:sldLayoutId id="2147483771" r:id="rId20"/>
    <p:sldLayoutId id="2147483772" r:id="rId21"/>
    <p:sldLayoutId id="2147483773" r:id="rId22"/>
    <p:sldLayoutId id="2147483774" r:id="rId23"/>
    <p:sldLayoutId id="2147483775" r:id="rId24"/>
  </p:sldLayoutIdLst>
  <p:hf hdr="0" dt="0"/>
  <p:txStyles>
    <p:titleStyle>
      <a:lvl1pPr algn="l" rtl="0" eaLnBrk="0" fontAlgn="base" hangingPunct="0">
        <a:lnSpc>
          <a:spcPct val="90000"/>
        </a:lnSpc>
        <a:spcBef>
          <a:spcPct val="0"/>
        </a:spcBef>
        <a:spcAft>
          <a:spcPct val="0"/>
        </a:spcAft>
        <a:defRPr sz="3200" kern="1200" cap="all">
          <a:solidFill>
            <a:schemeClr val="accent1"/>
          </a:solidFill>
          <a:latin typeface="Avenir LT Std 65 Medium" pitchFamily="34" charset="0"/>
          <a:ea typeface="ＭＳ Ｐゴシック" charset="-128"/>
          <a:cs typeface="+mj-cs"/>
        </a:defRPr>
      </a:lvl1pPr>
      <a:lvl2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2pPr>
      <a:lvl3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3pPr>
      <a:lvl4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4pPr>
      <a:lvl5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5pPr>
      <a:lvl6pPr marL="454358" algn="l" rtl="0" fontAlgn="base">
        <a:lnSpc>
          <a:spcPct val="90000"/>
        </a:lnSpc>
        <a:spcBef>
          <a:spcPct val="0"/>
        </a:spcBef>
        <a:spcAft>
          <a:spcPct val="0"/>
        </a:spcAft>
        <a:defRPr sz="3200">
          <a:solidFill>
            <a:schemeClr val="accent1"/>
          </a:solidFill>
          <a:latin typeface="Avenir LT Std 65 Medium" charset="0"/>
          <a:ea typeface="ＭＳ Ｐゴシック" charset="-128"/>
        </a:defRPr>
      </a:lvl6pPr>
      <a:lvl7pPr marL="908712" algn="l" rtl="0" fontAlgn="base">
        <a:lnSpc>
          <a:spcPct val="90000"/>
        </a:lnSpc>
        <a:spcBef>
          <a:spcPct val="0"/>
        </a:spcBef>
        <a:spcAft>
          <a:spcPct val="0"/>
        </a:spcAft>
        <a:defRPr sz="3200">
          <a:solidFill>
            <a:schemeClr val="accent1"/>
          </a:solidFill>
          <a:latin typeface="Avenir LT Std 65 Medium" charset="0"/>
          <a:ea typeface="ＭＳ Ｐゴシック" charset="-128"/>
        </a:defRPr>
      </a:lvl7pPr>
      <a:lvl8pPr marL="1363055" algn="l" rtl="0" fontAlgn="base">
        <a:lnSpc>
          <a:spcPct val="90000"/>
        </a:lnSpc>
        <a:spcBef>
          <a:spcPct val="0"/>
        </a:spcBef>
        <a:spcAft>
          <a:spcPct val="0"/>
        </a:spcAft>
        <a:defRPr sz="3200">
          <a:solidFill>
            <a:schemeClr val="accent1"/>
          </a:solidFill>
          <a:latin typeface="Avenir LT Std 65 Medium" charset="0"/>
          <a:ea typeface="ＭＳ Ｐゴシック" charset="-128"/>
        </a:defRPr>
      </a:lvl8pPr>
      <a:lvl9pPr marL="1817417" algn="l" rtl="0" fontAlgn="base">
        <a:lnSpc>
          <a:spcPct val="90000"/>
        </a:lnSpc>
        <a:spcBef>
          <a:spcPct val="0"/>
        </a:spcBef>
        <a:spcAft>
          <a:spcPct val="0"/>
        </a:spcAft>
        <a:defRPr sz="3200">
          <a:solidFill>
            <a:schemeClr val="accent1"/>
          </a:solidFill>
          <a:latin typeface="Avenir LT Std 65 Medium" charset="0"/>
          <a:ea typeface="ＭＳ Ｐゴシック" charset="-128"/>
        </a:defRPr>
      </a:lvl9pPr>
    </p:titleStyle>
    <p:bodyStyle>
      <a:lvl1pPr algn="l" rtl="0" eaLnBrk="0" fontAlgn="base" hangingPunct="0">
        <a:spcBef>
          <a:spcPct val="0"/>
        </a:spcBef>
        <a:spcAft>
          <a:spcPts val="500"/>
        </a:spcAft>
        <a:buFont typeface="Arial" charset="0"/>
        <a:defRPr sz="1300" b="1" kern="1200">
          <a:solidFill>
            <a:schemeClr val="accent1"/>
          </a:solidFill>
          <a:latin typeface="Avenir LT Std 65 Medium" pitchFamily="34" charset="0"/>
          <a:ea typeface="ＭＳ Ｐゴシック" charset="-128"/>
          <a:cs typeface="+mn-cs"/>
        </a:defRPr>
      </a:lvl1pPr>
      <a:lvl2pPr algn="l" rtl="0" eaLnBrk="0" fontAlgn="base" hangingPunct="0">
        <a:spcBef>
          <a:spcPct val="0"/>
        </a:spcBef>
        <a:spcAft>
          <a:spcPts val="500"/>
        </a:spcAft>
        <a:buFont typeface="Arial" charset="0"/>
        <a:defRPr sz="1300" kern="1200">
          <a:solidFill>
            <a:schemeClr val="tx1"/>
          </a:solidFill>
          <a:latin typeface="+mn-lt"/>
          <a:ea typeface="ＭＳ Ｐゴシック" charset="-128"/>
          <a:cs typeface="+mn-cs"/>
        </a:defRPr>
      </a:lvl2pPr>
      <a:lvl3pPr marL="141983" indent="-141983" algn="l" rtl="0" eaLnBrk="0" fontAlgn="base" hangingPunct="0">
        <a:spcBef>
          <a:spcPct val="0"/>
        </a:spcBef>
        <a:spcAft>
          <a:spcPts val="500"/>
        </a:spcAft>
        <a:buClr>
          <a:schemeClr val="accent1"/>
        </a:buClr>
        <a:buSzPct val="100000"/>
        <a:buFont typeface="Avenir LT Std 65 Medium" charset="0"/>
        <a:buChar char="+"/>
        <a:defRPr sz="1300" kern="1200">
          <a:solidFill>
            <a:schemeClr val="tx1"/>
          </a:solidFill>
          <a:latin typeface="+mn-lt"/>
          <a:ea typeface="ＭＳ Ｐゴシック" charset="-128"/>
          <a:cs typeface="+mn-cs"/>
        </a:defRPr>
      </a:lvl3pPr>
      <a:lvl4pPr marL="214551" indent="-70989" algn="l" rtl="0" eaLnBrk="0" fontAlgn="base" hangingPunct="0">
        <a:spcBef>
          <a:spcPct val="0"/>
        </a:spcBef>
        <a:spcAft>
          <a:spcPct val="0"/>
        </a:spcAft>
        <a:buClr>
          <a:schemeClr val="tx1"/>
        </a:buClr>
        <a:buSzPct val="75000"/>
        <a:buFont typeface="Arial" charset="0"/>
        <a:buChar char="•"/>
        <a:defRPr sz="1200" kern="1200">
          <a:solidFill>
            <a:schemeClr val="tx1"/>
          </a:solidFill>
          <a:latin typeface="+mn-lt"/>
          <a:ea typeface="ＭＳ Ｐゴシック" charset="-128"/>
          <a:cs typeface="+mn-cs"/>
        </a:defRPr>
      </a:lvl4pPr>
      <a:lvl5pPr marL="214551" algn="l" rtl="0" eaLnBrk="0" fontAlgn="base" hangingPunct="0">
        <a:spcBef>
          <a:spcPct val="0"/>
        </a:spcBef>
        <a:spcAft>
          <a:spcPct val="0"/>
        </a:spcAft>
        <a:buSzPct val="100000"/>
        <a:buFont typeface="Arial" charset="0"/>
        <a:defRPr sz="1200" kern="1200">
          <a:solidFill>
            <a:schemeClr val="tx1"/>
          </a:solidFill>
          <a:latin typeface="+mn-lt"/>
          <a:ea typeface="ＭＳ Ｐゴシック" charset="-128"/>
          <a:cs typeface="+mn-cs"/>
        </a:defRPr>
      </a:lvl5pPr>
      <a:lvl6pPr marL="2498952" indent="-227173" algn="l" defTabSz="90871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53295" indent="-227173" algn="l" defTabSz="90871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07653" indent="-227173" algn="l" defTabSz="90871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62005" indent="-227173" algn="l" defTabSz="90871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08712" rtl="0" eaLnBrk="1" latinLnBrk="0" hangingPunct="1">
        <a:defRPr sz="1800" kern="1200">
          <a:solidFill>
            <a:schemeClr val="tx1"/>
          </a:solidFill>
          <a:latin typeface="+mn-lt"/>
          <a:ea typeface="+mn-ea"/>
          <a:cs typeface="+mn-cs"/>
        </a:defRPr>
      </a:lvl1pPr>
      <a:lvl2pPr marL="454358" algn="l" defTabSz="908712" rtl="0" eaLnBrk="1" latinLnBrk="0" hangingPunct="1">
        <a:defRPr sz="1800" kern="1200">
          <a:solidFill>
            <a:schemeClr val="tx1"/>
          </a:solidFill>
          <a:latin typeface="+mn-lt"/>
          <a:ea typeface="+mn-ea"/>
          <a:cs typeface="+mn-cs"/>
        </a:defRPr>
      </a:lvl2pPr>
      <a:lvl3pPr marL="908712" algn="l" defTabSz="908712" rtl="0" eaLnBrk="1" latinLnBrk="0" hangingPunct="1">
        <a:defRPr sz="1800" kern="1200">
          <a:solidFill>
            <a:schemeClr val="tx1"/>
          </a:solidFill>
          <a:latin typeface="+mn-lt"/>
          <a:ea typeface="+mn-ea"/>
          <a:cs typeface="+mn-cs"/>
        </a:defRPr>
      </a:lvl3pPr>
      <a:lvl4pPr marL="1363055" algn="l" defTabSz="908712" rtl="0" eaLnBrk="1" latinLnBrk="0" hangingPunct="1">
        <a:defRPr sz="1800" kern="1200">
          <a:solidFill>
            <a:schemeClr val="tx1"/>
          </a:solidFill>
          <a:latin typeface="+mn-lt"/>
          <a:ea typeface="+mn-ea"/>
          <a:cs typeface="+mn-cs"/>
        </a:defRPr>
      </a:lvl4pPr>
      <a:lvl5pPr marL="1817417" algn="l" defTabSz="908712" rtl="0" eaLnBrk="1" latinLnBrk="0" hangingPunct="1">
        <a:defRPr sz="1800" kern="1200">
          <a:solidFill>
            <a:schemeClr val="tx1"/>
          </a:solidFill>
          <a:latin typeface="+mn-lt"/>
          <a:ea typeface="+mn-ea"/>
          <a:cs typeface="+mn-cs"/>
        </a:defRPr>
      </a:lvl5pPr>
      <a:lvl6pPr marL="2271771" algn="l" defTabSz="908712" rtl="0" eaLnBrk="1" latinLnBrk="0" hangingPunct="1">
        <a:defRPr sz="1800" kern="1200">
          <a:solidFill>
            <a:schemeClr val="tx1"/>
          </a:solidFill>
          <a:latin typeface="+mn-lt"/>
          <a:ea typeface="+mn-ea"/>
          <a:cs typeface="+mn-cs"/>
        </a:defRPr>
      </a:lvl6pPr>
      <a:lvl7pPr marL="2726123" algn="l" defTabSz="908712" rtl="0" eaLnBrk="1" latinLnBrk="0" hangingPunct="1">
        <a:defRPr sz="1800" kern="1200">
          <a:solidFill>
            <a:schemeClr val="tx1"/>
          </a:solidFill>
          <a:latin typeface="+mn-lt"/>
          <a:ea typeface="+mn-ea"/>
          <a:cs typeface="+mn-cs"/>
        </a:defRPr>
      </a:lvl7pPr>
      <a:lvl8pPr marL="3180475" algn="l" defTabSz="908712" rtl="0" eaLnBrk="1" latinLnBrk="0" hangingPunct="1">
        <a:defRPr sz="1800" kern="1200">
          <a:solidFill>
            <a:schemeClr val="tx1"/>
          </a:solidFill>
          <a:latin typeface="+mn-lt"/>
          <a:ea typeface="+mn-ea"/>
          <a:cs typeface="+mn-cs"/>
        </a:defRPr>
      </a:lvl8pPr>
      <a:lvl9pPr marL="3634829" algn="l" defTabSz="90871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9.xml"/></Relationships>
</file>

<file path=ppt/slides/_rels/slide2.xml.rels><?xml version="1.0" encoding="UTF-8" standalone="yes"?>
<Relationships xmlns="http://schemas.openxmlformats.org/package/2006/relationships"><Relationship Id="rId3" Type="http://schemas.openxmlformats.org/officeDocument/2006/relationships/image" Target="../media/image21.svg"/><Relationship Id="rId7" Type="http://schemas.openxmlformats.org/officeDocument/2006/relationships/image" Target="../media/image25.svg"/><Relationship Id="rId2" Type="http://schemas.openxmlformats.org/officeDocument/2006/relationships/notesSlide" Target="../notesSlides/notesSlide2.xml"/><Relationship Id="rId1" Type="http://schemas.openxmlformats.org/officeDocument/2006/relationships/slideLayout" Target="../slideLayouts/slideLayout22.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em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notesSlide" Target="../notesSlides/notesSlide4.xml"/><Relationship Id="rId7" Type="http://schemas.openxmlformats.org/officeDocument/2006/relationships/image" Target="../media/image29.svg"/><Relationship Id="rId2" Type="http://schemas.openxmlformats.org/officeDocument/2006/relationships/slideLayout" Target="../slideLayouts/slideLayout22.xml"/><Relationship Id="rId1" Type="http://schemas.openxmlformats.org/officeDocument/2006/relationships/tags" Target="../tags/tag3.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 Id="rId9" Type="http://schemas.openxmlformats.org/officeDocument/2006/relationships/image" Target="../media/image31.svg"/></Relationships>
</file>

<file path=ppt/slides/_rels/slide5.xml.rels><?xml version="1.0" encoding="UTF-8" standalone="yes"?>
<Relationships xmlns="http://schemas.openxmlformats.org/package/2006/relationships"><Relationship Id="rId3" Type="http://schemas.openxmlformats.org/officeDocument/2006/relationships/slide" Target="slide33.xml"/><Relationship Id="rId2" Type="http://schemas.openxmlformats.org/officeDocument/2006/relationships/notesSlide" Target="../notesSlides/notesSlide5.xml"/><Relationship Id="rId1" Type="http://schemas.openxmlformats.org/officeDocument/2006/relationships/slideLayout" Target="../slideLayouts/slideLayout22.xml"/><Relationship Id="rId5" Type="http://schemas.openxmlformats.org/officeDocument/2006/relationships/image" Target="../media/image32.svg"/><Relationship Id="rId4" Type="http://schemas.openxmlformats.org/officeDocument/2006/relationships/slide" Target="slide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slide" Target="slide7.xml"/><Relationship Id="rId2" Type="http://schemas.openxmlformats.org/officeDocument/2006/relationships/slideLayout" Target="../slideLayouts/slideLayout22.xml"/><Relationship Id="rId1" Type="http://schemas.openxmlformats.org/officeDocument/2006/relationships/tags" Target="../tags/tag4.xml"/><Relationship Id="rId6" Type="http://schemas.openxmlformats.org/officeDocument/2006/relationships/image" Target="../media/image33.svg"/><Relationship Id="rId5" Type="http://schemas.openxmlformats.org/officeDocument/2006/relationships/image" Target="../media/image29.svg"/><Relationship Id="rId4" Type="http://schemas.openxmlformats.org/officeDocument/2006/relationships/slide" Target="slide5.xml"/></Relationships>
</file>

<file path=ppt/slides/_rels/slide7.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39.svg"/><Relationship Id="rId3" Type="http://schemas.openxmlformats.org/officeDocument/2006/relationships/slide" Target="slide8.xml"/><Relationship Id="rId7" Type="http://schemas.openxmlformats.org/officeDocument/2006/relationships/slide" Target="slide14.xml"/><Relationship Id="rId12" Type="http://schemas.openxmlformats.org/officeDocument/2006/relationships/image" Target="../media/image38.png"/><Relationship Id="rId2" Type="http://schemas.openxmlformats.org/officeDocument/2006/relationships/notesSlide" Target="../notesSlides/notesSlide7.xml"/><Relationship Id="rId1" Type="http://schemas.openxmlformats.org/officeDocument/2006/relationships/slideLayout" Target="../slideLayouts/slideLayout22.xml"/><Relationship Id="rId6" Type="http://schemas.openxmlformats.org/officeDocument/2006/relationships/image" Target="../media/image29.svg"/><Relationship Id="rId11" Type="http://schemas.openxmlformats.org/officeDocument/2006/relationships/slide" Target="slide25.xml"/><Relationship Id="rId5" Type="http://schemas.openxmlformats.org/officeDocument/2006/relationships/slide" Target="slide6.xml"/><Relationship Id="rId10" Type="http://schemas.openxmlformats.org/officeDocument/2006/relationships/image" Target="../media/image37.svg"/><Relationship Id="rId4" Type="http://schemas.openxmlformats.org/officeDocument/2006/relationships/image" Target="../media/image34.png"/><Relationship Id="rId9" Type="http://schemas.openxmlformats.org/officeDocument/2006/relationships/image" Target="../media/image36.svg"/></Relationships>
</file>

<file path=ppt/slides/_rels/slide8.xml.rels><?xml version="1.0" encoding="UTF-8" standalone="yes"?>
<Relationships xmlns="http://schemas.openxmlformats.org/package/2006/relationships"><Relationship Id="rId8" Type="http://schemas.openxmlformats.org/officeDocument/2006/relationships/slide" Target="slide12.xml"/><Relationship Id="rId3" Type="http://schemas.openxmlformats.org/officeDocument/2006/relationships/image" Target="../media/image40.svg"/><Relationship Id="rId7" Type="http://schemas.openxmlformats.org/officeDocument/2006/relationships/slide" Target="slide11.xml"/><Relationship Id="rId12" Type="http://schemas.openxmlformats.org/officeDocument/2006/relationships/image" Target="../media/image29.svg"/><Relationship Id="rId2" Type="http://schemas.openxmlformats.org/officeDocument/2006/relationships/notesSlide" Target="../notesSlides/notesSlide8.xml"/><Relationship Id="rId1" Type="http://schemas.openxmlformats.org/officeDocument/2006/relationships/slideLayout" Target="../slideLayouts/slideLayout22.xml"/><Relationship Id="rId6" Type="http://schemas.openxmlformats.org/officeDocument/2006/relationships/slide" Target="slide10.xml"/><Relationship Id="rId11" Type="http://schemas.openxmlformats.org/officeDocument/2006/relationships/slide" Target="slide7.xml"/><Relationship Id="rId5" Type="http://schemas.openxmlformats.org/officeDocument/2006/relationships/image" Target="../media/image30.svg"/><Relationship Id="rId10" Type="http://schemas.openxmlformats.org/officeDocument/2006/relationships/image" Target="../media/image41.svg"/><Relationship Id="rId4" Type="http://schemas.openxmlformats.org/officeDocument/2006/relationships/slide" Target="slide9.xml"/><Relationship Id="rId9" Type="http://schemas.openxmlformats.org/officeDocument/2006/relationships/slide" Target="slide13.xml"/></Relationships>
</file>

<file path=ppt/slides/_rels/slide9.xml.rels><?xml version="1.0" encoding="UTF-8" standalone="yes"?>
<Relationships xmlns="http://schemas.openxmlformats.org/package/2006/relationships"><Relationship Id="rId8" Type="http://schemas.openxmlformats.org/officeDocument/2006/relationships/image" Target="../media/image46.svg"/><Relationship Id="rId3" Type="http://schemas.openxmlformats.org/officeDocument/2006/relationships/image" Target="../media/image42.png"/><Relationship Id="rId7" Type="http://schemas.openxmlformats.org/officeDocument/2006/relationships/image" Target="../media/image45.svg"/><Relationship Id="rId2" Type="http://schemas.openxmlformats.org/officeDocument/2006/relationships/notesSlide" Target="../notesSlides/notesSlide9.xml"/><Relationship Id="rId1" Type="http://schemas.openxmlformats.org/officeDocument/2006/relationships/slideLayout" Target="../slideLayouts/slideLayout22.xml"/><Relationship Id="rId6" Type="http://schemas.openxmlformats.org/officeDocument/2006/relationships/image" Target="../media/image44.svg"/><Relationship Id="rId11" Type="http://schemas.openxmlformats.org/officeDocument/2006/relationships/image" Target="../media/image29.svg"/><Relationship Id="rId5" Type="http://schemas.openxmlformats.org/officeDocument/2006/relationships/image" Target="../media/image43.svg"/><Relationship Id="rId10" Type="http://schemas.openxmlformats.org/officeDocument/2006/relationships/slide" Target="slide8.xml"/><Relationship Id="rId4" Type="http://schemas.openxmlformats.org/officeDocument/2006/relationships/slide" Target="slide39.xml"/><Relationship Id="rId9" Type="http://schemas.openxmlformats.org/officeDocument/2006/relationships/image" Target="../media/image47.png"/></Relationships>
</file>

<file path=ppt/slides/_rels/slide10.xml.rels><?xml version="1.0" encoding="UTF-8" standalone="yes"?>
<Relationships xmlns="http://schemas.openxmlformats.org/package/2006/relationships"><Relationship Id="rId8" Type="http://schemas.openxmlformats.org/officeDocument/2006/relationships/image" Target="../media/image45.svg"/><Relationship Id="rId3" Type="http://schemas.openxmlformats.org/officeDocument/2006/relationships/image" Target="../media/image42.png"/><Relationship Id="rId7" Type="http://schemas.openxmlformats.org/officeDocument/2006/relationships/image" Target="../media/image44.svg"/><Relationship Id="rId12" Type="http://schemas.openxmlformats.org/officeDocument/2006/relationships/image" Target="../media/image29.svg"/><Relationship Id="rId2" Type="http://schemas.openxmlformats.org/officeDocument/2006/relationships/notesSlide" Target="../notesSlides/notesSlide10.xml"/><Relationship Id="rId1" Type="http://schemas.openxmlformats.org/officeDocument/2006/relationships/slideLayout" Target="../slideLayouts/slideLayout22.xml"/><Relationship Id="rId6" Type="http://schemas.openxmlformats.org/officeDocument/2006/relationships/image" Target="../media/image43.svg"/><Relationship Id="rId11" Type="http://schemas.openxmlformats.org/officeDocument/2006/relationships/slide" Target="slide8.xml"/><Relationship Id="rId5" Type="http://schemas.openxmlformats.org/officeDocument/2006/relationships/image" Target="../media/image47.png"/><Relationship Id="rId10" Type="http://schemas.openxmlformats.org/officeDocument/2006/relationships/slide" Target="slide40.xml"/><Relationship Id="rId4" Type="http://schemas.openxmlformats.org/officeDocument/2006/relationships/slide" Target="slide41.xml"/><Relationship Id="rId9" Type="http://schemas.openxmlformats.org/officeDocument/2006/relationships/image" Target="../media/image46.svg"/></Relationships>
</file>

<file path=ppt/slides/_rels/slide11.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notesSlide" Target="../notesSlides/notesSlide11.xml"/><Relationship Id="rId1" Type="http://schemas.openxmlformats.org/officeDocument/2006/relationships/slideLayout" Target="../slideLayouts/slideLayout22.xml"/><Relationship Id="rId5" Type="http://schemas.openxmlformats.org/officeDocument/2006/relationships/image" Target="../media/image29.svg"/><Relationship Id="rId4" Type="http://schemas.openxmlformats.org/officeDocument/2006/relationships/slide" Target="slide8.xml"/></Relationships>
</file>

<file path=ppt/slides/_rels/slide12.xml.rels><?xml version="1.0" encoding="UTF-8" standalone="yes"?>
<Relationships xmlns="http://schemas.openxmlformats.org/package/2006/relationships"><Relationship Id="rId8" Type="http://schemas.openxmlformats.org/officeDocument/2006/relationships/image" Target="../media/image46.svg"/><Relationship Id="rId3" Type="http://schemas.openxmlformats.org/officeDocument/2006/relationships/image" Target="../media/image42.png"/><Relationship Id="rId7" Type="http://schemas.openxmlformats.org/officeDocument/2006/relationships/image" Target="../media/image45.svg"/><Relationship Id="rId2" Type="http://schemas.openxmlformats.org/officeDocument/2006/relationships/notesSlide" Target="../notesSlides/notesSlide12.xml"/><Relationship Id="rId1" Type="http://schemas.openxmlformats.org/officeDocument/2006/relationships/slideLayout" Target="../slideLayouts/slideLayout22.xml"/><Relationship Id="rId6" Type="http://schemas.openxmlformats.org/officeDocument/2006/relationships/image" Target="../media/image44.svg"/><Relationship Id="rId11" Type="http://schemas.openxmlformats.org/officeDocument/2006/relationships/image" Target="../media/image29.svg"/><Relationship Id="rId5" Type="http://schemas.openxmlformats.org/officeDocument/2006/relationships/image" Target="../media/image43.svg"/><Relationship Id="rId10" Type="http://schemas.openxmlformats.org/officeDocument/2006/relationships/slide" Target="slide8.xml"/><Relationship Id="rId4" Type="http://schemas.openxmlformats.org/officeDocument/2006/relationships/slide" Target="slide42.xml"/><Relationship Id="rId9" Type="http://schemas.openxmlformats.org/officeDocument/2006/relationships/image" Target="../media/image47.png"/></Relationships>
</file>

<file path=ppt/slides/_rels/slide13.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notesSlide" Target="../notesSlides/notesSlide13.xml"/><Relationship Id="rId1" Type="http://schemas.openxmlformats.org/officeDocument/2006/relationships/slideLayout" Target="../slideLayouts/slideLayout22.xml"/><Relationship Id="rId5" Type="http://schemas.openxmlformats.org/officeDocument/2006/relationships/image" Target="../media/image29.svg"/><Relationship Id="rId4" Type="http://schemas.openxmlformats.org/officeDocument/2006/relationships/slide" Target="slide8.xml"/></Relationships>
</file>

<file path=ppt/slides/_rels/slide14.xml.rels><?xml version="1.0" encoding="UTF-8" standalone="yes"?>
<Relationships xmlns="http://schemas.openxmlformats.org/package/2006/relationships"><Relationship Id="rId8" Type="http://schemas.openxmlformats.org/officeDocument/2006/relationships/slide" Target="slide19.xml"/><Relationship Id="rId13" Type="http://schemas.openxmlformats.org/officeDocument/2006/relationships/slide" Target="slide24.xml"/><Relationship Id="rId18" Type="http://schemas.openxmlformats.org/officeDocument/2006/relationships/image" Target="../media/image40.svg"/><Relationship Id="rId3" Type="http://schemas.openxmlformats.org/officeDocument/2006/relationships/slide" Target="slide15.xml"/><Relationship Id="rId7" Type="http://schemas.openxmlformats.org/officeDocument/2006/relationships/slide" Target="slide18.xml"/><Relationship Id="rId12" Type="http://schemas.openxmlformats.org/officeDocument/2006/relationships/slide" Target="slide23.xml"/><Relationship Id="rId17" Type="http://schemas.openxmlformats.org/officeDocument/2006/relationships/image" Target="../media/image29.svg"/><Relationship Id="rId2" Type="http://schemas.openxmlformats.org/officeDocument/2006/relationships/notesSlide" Target="../notesSlides/notesSlide14.xml"/><Relationship Id="rId16" Type="http://schemas.openxmlformats.org/officeDocument/2006/relationships/slide" Target="slide7.xml"/><Relationship Id="rId1" Type="http://schemas.openxmlformats.org/officeDocument/2006/relationships/slideLayout" Target="../slideLayouts/slideLayout22.xml"/><Relationship Id="rId6" Type="http://schemas.openxmlformats.org/officeDocument/2006/relationships/slide" Target="slide17.xml"/><Relationship Id="rId11" Type="http://schemas.openxmlformats.org/officeDocument/2006/relationships/slide" Target="slide22.xml"/><Relationship Id="rId5" Type="http://schemas.openxmlformats.org/officeDocument/2006/relationships/slide" Target="slide16.xml"/><Relationship Id="rId15" Type="http://schemas.openxmlformats.org/officeDocument/2006/relationships/slide" Target="slide34.xml"/><Relationship Id="rId10" Type="http://schemas.openxmlformats.org/officeDocument/2006/relationships/slide" Target="slide21.xml"/><Relationship Id="rId4" Type="http://schemas.openxmlformats.org/officeDocument/2006/relationships/image" Target="../media/image30.svg"/><Relationship Id="rId9" Type="http://schemas.openxmlformats.org/officeDocument/2006/relationships/slide" Target="slide20.xml"/><Relationship Id="rId14" Type="http://schemas.openxmlformats.org/officeDocument/2006/relationships/image" Target="../media/image41.svg"/></Relationships>
</file>

<file path=ppt/slides/_rels/slide15.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42.png"/><Relationship Id="rId7" Type="http://schemas.openxmlformats.org/officeDocument/2006/relationships/image" Target="../media/image46.svg"/><Relationship Id="rId2" Type="http://schemas.openxmlformats.org/officeDocument/2006/relationships/notesSlide" Target="../notesSlides/notesSlide15.xml"/><Relationship Id="rId1" Type="http://schemas.openxmlformats.org/officeDocument/2006/relationships/slideLayout" Target="../slideLayouts/slideLayout22.xml"/><Relationship Id="rId6" Type="http://schemas.openxmlformats.org/officeDocument/2006/relationships/image" Target="../media/image45.svg"/><Relationship Id="rId5" Type="http://schemas.openxmlformats.org/officeDocument/2006/relationships/image" Target="../media/image44.svg"/><Relationship Id="rId10" Type="http://schemas.openxmlformats.org/officeDocument/2006/relationships/image" Target="../media/image29.svg"/><Relationship Id="rId4" Type="http://schemas.openxmlformats.org/officeDocument/2006/relationships/image" Target="../media/image43.svg"/><Relationship Id="rId9" Type="http://schemas.openxmlformats.org/officeDocument/2006/relationships/slide" Target="slide14.xml"/></Relationships>
</file>

<file path=ppt/slides/_rels/slide16.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42.png"/><Relationship Id="rId7" Type="http://schemas.openxmlformats.org/officeDocument/2006/relationships/slide" Target="slide14.xml"/><Relationship Id="rId2" Type="http://schemas.openxmlformats.org/officeDocument/2006/relationships/notesSlide" Target="../notesSlides/notesSlide16.xml"/><Relationship Id="rId1" Type="http://schemas.openxmlformats.org/officeDocument/2006/relationships/slideLayout" Target="../slideLayouts/slideLayout22.xml"/><Relationship Id="rId6" Type="http://schemas.openxmlformats.org/officeDocument/2006/relationships/image" Target="../media/image46.svg"/><Relationship Id="rId5" Type="http://schemas.openxmlformats.org/officeDocument/2006/relationships/image" Target="../media/image44.svg"/><Relationship Id="rId10" Type="http://schemas.openxmlformats.org/officeDocument/2006/relationships/image" Target="../media/image48.svg"/><Relationship Id="rId4" Type="http://schemas.openxmlformats.org/officeDocument/2006/relationships/image" Target="../media/image43.svg"/><Relationship Id="rId9" Type="http://schemas.openxmlformats.org/officeDocument/2006/relationships/image" Target="../media/image45.svg"/></Relationships>
</file>

<file path=ppt/slides/_rels/slide17.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42.png"/><Relationship Id="rId7" Type="http://schemas.openxmlformats.org/officeDocument/2006/relationships/image" Target="../media/image46.svg"/><Relationship Id="rId2" Type="http://schemas.openxmlformats.org/officeDocument/2006/relationships/notesSlide" Target="../notesSlides/notesSlide17.xml"/><Relationship Id="rId1" Type="http://schemas.openxmlformats.org/officeDocument/2006/relationships/slideLayout" Target="../slideLayouts/slideLayout22.xml"/><Relationship Id="rId6" Type="http://schemas.openxmlformats.org/officeDocument/2006/relationships/image" Target="../media/image45.svg"/><Relationship Id="rId5" Type="http://schemas.openxmlformats.org/officeDocument/2006/relationships/image" Target="../media/image44.svg"/><Relationship Id="rId10" Type="http://schemas.openxmlformats.org/officeDocument/2006/relationships/image" Target="../media/image29.svg"/><Relationship Id="rId4" Type="http://schemas.openxmlformats.org/officeDocument/2006/relationships/image" Target="../media/image43.svg"/><Relationship Id="rId9" Type="http://schemas.openxmlformats.org/officeDocument/2006/relationships/slide" Target="slide14.xml"/></Relationships>
</file>

<file path=ppt/slides/_rels/slide18.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42.png"/><Relationship Id="rId7" Type="http://schemas.openxmlformats.org/officeDocument/2006/relationships/image" Target="../media/image45.svg"/><Relationship Id="rId2" Type="http://schemas.openxmlformats.org/officeDocument/2006/relationships/notesSlide" Target="../notesSlides/notesSlide18.xml"/><Relationship Id="rId1" Type="http://schemas.openxmlformats.org/officeDocument/2006/relationships/slideLayout" Target="../slideLayouts/slideLayout22.xml"/><Relationship Id="rId6" Type="http://schemas.openxmlformats.org/officeDocument/2006/relationships/image" Target="../media/image46.svg"/><Relationship Id="rId5" Type="http://schemas.openxmlformats.org/officeDocument/2006/relationships/image" Target="../media/image44.svg"/><Relationship Id="rId10" Type="http://schemas.openxmlformats.org/officeDocument/2006/relationships/image" Target="../media/image29.svg"/><Relationship Id="rId4" Type="http://schemas.openxmlformats.org/officeDocument/2006/relationships/image" Target="../media/image43.svg"/><Relationship Id="rId9" Type="http://schemas.openxmlformats.org/officeDocument/2006/relationships/slide" Target="slide14.xml"/></Relationships>
</file>

<file path=ppt/slides/_rels/slide19.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42.png"/><Relationship Id="rId7" Type="http://schemas.openxmlformats.org/officeDocument/2006/relationships/image" Target="../media/image45.svg"/><Relationship Id="rId2" Type="http://schemas.openxmlformats.org/officeDocument/2006/relationships/notesSlide" Target="../notesSlides/notesSlide19.xml"/><Relationship Id="rId1" Type="http://schemas.openxmlformats.org/officeDocument/2006/relationships/slideLayout" Target="../slideLayouts/slideLayout22.xml"/><Relationship Id="rId6" Type="http://schemas.openxmlformats.org/officeDocument/2006/relationships/image" Target="../media/image46.svg"/><Relationship Id="rId5" Type="http://schemas.openxmlformats.org/officeDocument/2006/relationships/image" Target="../media/image44.svg"/><Relationship Id="rId10" Type="http://schemas.openxmlformats.org/officeDocument/2006/relationships/image" Target="../media/image29.svg"/><Relationship Id="rId4" Type="http://schemas.openxmlformats.org/officeDocument/2006/relationships/image" Target="../media/image43.svg"/><Relationship Id="rId9" Type="http://schemas.openxmlformats.org/officeDocument/2006/relationships/slide" Target="slide14.xml"/></Relationships>
</file>

<file path=ppt/slides/_rels/slide20.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42.png"/><Relationship Id="rId7" Type="http://schemas.openxmlformats.org/officeDocument/2006/relationships/image" Target="../media/image45.svg"/><Relationship Id="rId12" Type="http://schemas.openxmlformats.org/officeDocument/2006/relationships/image" Target="../media/image29.svg"/><Relationship Id="rId2" Type="http://schemas.openxmlformats.org/officeDocument/2006/relationships/notesSlide" Target="../notesSlides/notesSlide20.xml"/><Relationship Id="rId1" Type="http://schemas.openxmlformats.org/officeDocument/2006/relationships/slideLayout" Target="../slideLayouts/slideLayout22.xml"/><Relationship Id="rId6" Type="http://schemas.openxmlformats.org/officeDocument/2006/relationships/image" Target="../media/image46.svg"/><Relationship Id="rId11" Type="http://schemas.openxmlformats.org/officeDocument/2006/relationships/slide" Target="slide14.xml"/><Relationship Id="rId5" Type="http://schemas.openxmlformats.org/officeDocument/2006/relationships/image" Target="../media/image44.svg"/><Relationship Id="rId10" Type="http://schemas.openxmlformats.org/officeDocument/2006/relationships/image" Target="../media/image47.png"/><Relationship Id="rId4" Type="http://schemas.openxmlformats.org/officeDocument/2006/relationships/image" Target="../media/image43.svg"/><Relationship Id="rId9" Type="http://schemas.openxmlformats.org/officeDocument/2006/relationships/slide" Target="slide43.xml"/></Relationships>
</file>

<file path=ppt/slides/_rels/slide21.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42.png"/><Relationship Id="rId7" Type="http://schemas.openxmlformats.org/officeDocument/2006/relationships/image" Target="../media/image45.svg"/><Relationship Id="rId2" Type="http://schemas.openxmlformats.org/officeDocument/2006/relationships/notesSlide" Target="../notesSlides/notesSlide21.xml"/><Relationship Id="rId1" Type="http://schemas.openxmlformats.org/officeDocument/2006/relationships/slideLayout" Target="../slideLayouts/slideLayout22.xml"/><Relationship Id="rId6" Type="http://schemas.openxmlformats.org/officeDocument/2006/relationships/image" Target="../media/image46.svg"/><Relationship Id="rId5" Type="http://schemas.openxmlformats.org/officeDocument/2006/relationships/image" Target="../media/image44.svg"/><Relationship Id="rId10" Type="http://schemas.openxmlformats.org/officeDocument/2006/relationships/image" Target="../media/image29.svg"/><Relationship Id="rId4" Type="http://schemas.openxmlformats.org/officeDocument/2006/relationships/image" Target="../media/image43.svg"/><Relationship Id="rId9" Type="http://schemas.openxmlformats.org/officeDocument/2006/relationships/slide" Target="slide14.xml"/></Relationships>
</file>

<file path=ppt/slides/_rels/slide22.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42.png"/><Relationship Id="rId7" Type="http://schemas.openxmlformats.org/officeDocument/2006/relationships/image" Target="../media/image45.svg"/><Relationship Id="rId2" Type="http://schemas.openxmlformats.org/officeDocument/2006/relationships/notesSlide" Target="../notesSlides/notesSlide22.xml"/><Relationship Id="rId1" Type="http://schemas.openxmlformats.org/officeDocument/2006/relationships/slideLayout" Target="../slideLayouts/slideLayout22.xml"/><Relationship Id="rId6" Type="http://schemas.openxmlformats.org/officeDocument/2006/relationships/image" Target="../media/image46.svg"/><Relationship Id="rId5" Type="http://schemas.openxmlformats.org/officeDocument/2006/relationships/image" Target="../media/image44.svg"/><Relationship Id="rId10" Type="http://schemas.openxmlformats.org/officeDocument/2006/relationships/image" Target="../media/image29.svg"/><Relationship Id="rId4" Type="http://schemas.openxmlformats.org/officeDocument/2006/relationships/image" Target="../media/image43.svg"/><Relationship Id="rId9" Type="http://schemas.openxmlformats.org/officeDocument/2006/relationships/slide" Target="slide14.xml"/></Relationships>
</file>

<file path=ppt/slides/_rels/slide23.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42.png"/><Relationship Id="rId7" Type="http://schemas.openxmlformats.org/officeDocument/2006/relationships/image" Target="../media/image45.svg"/><Relationship Id="rId2" Type="http://schemas.openxmlformats.org/officeDocument/2006/relationships/notesSlide" Target="../notesSlides/notesSlide23.xml"/><Relationship Id="rId1" Type="http://schemas.openxmlformats.org/officeDocument/2006/relationships/slideLayout" Target="../slideLayouts/slideLayout22.xml"/><Relationship Id="rId6" Type="http://schemas.openxmlformats.org/officeDocument/2006/relationships/image" Target="../media/image46.svg"/><Relationship Id="rId5" Type="http://schemas.openxmlformats.org/officeDocument/2006/relationships/image" Target="../media/image44.svg"/><Relationship Id="rId10" Type="http://schemas.openxmlformats.org/officeDocument/2006/relationships/image" Target="../media/image29.svg"/><Relationship Id="rId4" Type="http://schemas.openxmlformats.org/officeDocument/2006/relationships/image" Target="../media/image43.svg"/><Relationship Id="rId9" Type="http://schemas.openxmlformats.org/officeDocument/2006/relationships/slide" Target="slide14.xml"/></Relationships>
</file>

<file path=ppt/slides/_rels/slide24.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42.png"/><Relationship Id="rId7" Type="http://schemas.openxmlformats.org/officeDocument/2006/relationships/image" Target="../media/image45.svg"/><Relationship Id="rId2" Type="http://schemas.openxmlformats.org/officeDocument/2006/relationships/notesSlide" Target="../notesSlides/notesSlide24.xml"/><Relationship Id="rId1" Type="http://schemas.openxmlformats.org/officeDocument/2006/relationships/slideLayout" Target="../slideLayouts/slideLayout22.xml"/><Relationship Id="rId6" Type="http://schemas.openxmlformats.org/officeDocument/2006/relationships/image" Target="../media/image46.svg"/><Relationship Id="rId5" Type="http://schemas.openxmlformats.org/officeDocument/2006/relationships/image" Target="../media/image44.svg"/><Relationship Id="rId10" Type="http://schemas.openxmlformats.org/officeDocument/2006/relationships/image" Target="../media/image29.svg"/><Relationship Id="rId4" Type="http://schemas.openxmlformats.org/officeDocument/2006/relationships/image" Target="../media/image43.svg"/><Relationship Id="rId9" Type="http://schemas.openxmlformats.org/officeDocument/2006/relationships/slide" Target="slide14.xml"/></Relationships>
</file>

<file path=ppt/slides/_rels/slide25.xml.rels><?xml version="1.0" encoding="UTF-8" standalone="yes"?>
<Relationships xmlns="http://schemas.openxmlformats.org/package/2006/relationships"><Relationship Id="rId8" Type="http://schemas.openxmlformats.org/officeDocument/2006/relationships/slide" Target="slide30.xml"/><Relationship Id="rId13" Type="http://schemas.openxmlformats.org/officeDocument/2006/relationships/image" Target="../media/image29.svg"/><Relationship Id="rId3" Type="http://schemas.openxmlformats.org/officeDocument/2006/relationships/slide" Target="slide26.xml"/><Relationship Id="rId7" Type="http://schemas.openxmlformats.org/officeDocument/2006/relationships/slide" Target="slide29.xml"/><Relationship Id="rId12" Type="http://schemas.openxmlformats.org/officeDocument/2006/relationships/slide" Target="slide6.xml"/><Relationship Id="rId2" Type="http://schemas.openxmlformats.org/officeDocument/2006/relationships/notesSlide" Target="../notesSlides/notesSlide25.xml"/><Relationship Id="rId1" Type="http://schemas.openxmlformats.org/officeDocument/2006/relationships/slideLayout" Target="../slideLayouts/slideLayout22.xml"/><Relationship Id="rId6" Type="http://schemas.openxmlformats.org/officeDocument/2006/relationships/slide" Target="slide28.xml"/><Relationship Id="rId11" Type="http://schemas.openxmlformats.org/officeDocument/2006/relationships/image" Target="../media/image41.svg"/><Relationship Id="rId5" Type="http://schemas.openxmlformats.org/officeDocument/2006/relationships/slide" Target="slide27.xml"/><Relationship Id="rId10" Type="http://schemas.openxmlformats.org/officeDocument/2006/relationships/slide" Target="slide32.xml"/><Relationship Id="rId4" Type="http://schemas.openxmlformats.org/officeDocument/2006/relationships/image" Target="../media/image30.svg"/><Relationship Id="rId9" Type="http://schemas.openxmlformats.org/officeDocument/2006/relationships/slide" Target="slide31.xml"/><Relationship Id="rId14" Type="http://schemas.openxmlformats.org/officeDocument/2006/relationships/image" Target="../media/image40.svg"/></Relationships>
</file>

<file path=ppt/slides/_rels/slide26.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notesSlide" Target="../notesSlides/notesSlide26.xml"/><Relationship Id="rId1" Type="http://schemas.openxmlformats.org/officeDocument/2006/relationships/slideLayout" Target="../slideLayouts/slideLayout22.xml"/><Relationship Id="rId5" Type="http://schemas.openxmlformats.org/officeDocument/2006/relationships/image" Target="../media/image29.svg"/><Relationship Id="rId4" Type="http://schemas.openxmlformats.org/officeDocument/2006/relationships/slide" Target="slide25.xml"/></Relationships>
</file>

<file path=ppt/slides/_rels/slide27.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notesSlide" Target="../notesSlides/notesSlide27.xml"/><Relationship Id="rId1" Type="http://schemas.openxmlformats.org/officeDocument/2006/relationships/slideLayout" Target="../slideLayouts/slideLayout22.xml"/><Relationship Id="rId5" Type="http://schemas.openxmlformats.org/officeDocument/2006/relationships/image" Target="../media/image29.svg"/><Relationship Id="rId4" Type="http://schemas.openxmlformats.org/officeDocument/2006/relationships/slide" Target="slide25.xml"/></Relationships>
</file>

<file path=ppt/slides/_rels/slide28.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notesSlide" Target="../notesSlides/notesSlide28.xml"/><Relationship Id="rId1" Type="http://schemas.openxmlformats.org/officeDocument/2006/relationships/slideLayout" Target="../slideLayouts/slideLayout22.xml"/><Relationship Id="rId5" Type="http://schemas.openxmlformats.org/officeDocument/2006/relationships/image" Target="../media/image29.svg"/><Relationship Id="rId4" Type="http://schemas.openxmlformats.org/officeDocument/2006/relationships/slide" Target="slide25.xml"/></Relationships>
</file>

<file path=ppt/slides/_rels/slide29.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42.png"/><Relationship Id="rId7" Type="http://schemas.openxmlformats.org/officeDocument/2006/relationships/image" Target="../media/image46.svg"/><Relationship Id="rId2" Type="http://schemas.openxmlformats.org/officeDocument/2006/relationships/notesSlide" Target="../notesSlides/notesSlide29.xml"/><Relationship Id="rId1" Type="http://schemas.openxmlformats.org/officeDocument/2006/relationships/slideLayout" Target="../slideLayouts/slideLayout22.xml"/><Relationship Id="rId6" Type="http://schemas.openxmlformats.org/officeDocument/2006/relationships/image" Target="../media/image45.svg"/><Relationship Id="rId5" Type="http://schemas.openxmlformats.org/officeDocument/2006/relationships/image" Target="../media/image44.svg"/><Relationship Id="rId10" Type="http://schemas.openxmlformats.org/officeDocument/2006/relationships/image" Target="../media/image29.svg"/><Relationship Id="rId4" Type="http://schemas.openxmlformats.org/officeDocument/2006/relationships/image" Target="../media/image43.svg"/><Relationship Id="rId9" Type="http://schemas.openxmlformats.org/officeDocument/2006/relationships/slide" Target="slide25.xml"/></Relationships>
</file>

<file path=ppt/slides/_rels/slide30.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42.png"/><Relationship Id="rId7" Type="http://schemas.openxmlformats.org/officeDocument/2006/relationships/slide" Target="slide25.xml"/><Relationship Id="rId2" Type="http://schemas.openxmlformats.org/officeDocument/2006/relationships/notesSlide" Target="../notesSlides/notesSlide30.xml"/><Relationship Id="rId1" Type="http://schemas.openxmlformats.org/officeDocument/2006/relationships/slideLayout" Target="../slideLayouts/slideLayout22.xml"/><Relationship Id="rId6" Type="http://schemas.openxmlformats.org/officeDocument/2006/relationships/image" Target="../media/image46.svg"/><Relationship Id="rId5" Type="http://schemas.openxmlformats.org/officeDocument/2006/relationships/image" Target="../media/image44.svg"/><Relationship Id="rId10" Type="http://schemas.openxmlformats.org/officeDocument/2006/relationships/image" Target="../media/image48.svg"/><Relationship Id="rId4" Type="http://schemas.openxmlformats.org/officeDocument/2006/relationships/image" Target="../media/image43.svg"/><Relationship Id="rId9" Type="http://schemas.openxmlformats.org/officeDocument/2006/relationships/image" Target="../media/image45.svg"/></Relationships>
</file>

<file path=ppt/slides/_rels/slide31.xml.rels><?xml version="1.0" encoding="UTF-8" standalone="yes"?>
<Relationships xmlns="http://schemas.openxmlformats.org/package/2006/relationships"><Relationship Id="rId8" Type="http://schemas.openxmlformats.org/officeDocument/2006/relationships/image" Target="../media/image46.svg"/><Relationship Id="rId3" Type="http://schemas.openxmlformats.org/officeDocument/2006/relationships/image" Target="../media/image42.png"/><Relationship Id="rId7" Type="http://schemas.openxmlformats.org/officeDocument/2006/relationships/image" Target="../media/image45.svg"/><Relationship Id="rId2" Type="http://schemas.openxmlformats.org/officeDocument/2006/relationships/notesSlide" Target="../notesSlides/notesSlide31.xml"/><Relationship Id="rId1" Type="http://schemas.openxmlformats.org/officeDocument/2006/relationships/slideLayout" Target="../slideLayouts/slideLayout22.xml"/><Relationship Id="rId6" Type="http://schemas.openxmlformats.org/officeDocument/2006/relationships/image" Target="../media/image44.svg"/><Relationship Id="rId11" Type="http://schemas.openxmlformats.org/officeDocument/2006/relationships/image" Target="../media/image29.svg"/><Relationship Id="rId5" Type="http://schemas.openxmlformats.org/officeDocument/2006/relationships/image" Target="../media/image43.svg"/><Relationship Id="rId10" Type="http://schemas.openxmlformats.org/officeDocument/2006/relationships/slide" Target="slide25.xml"/><Relationship Id="rId4" Type="http://schemas.openxmlformats.org/officeDocument/2006/relationships/slide" Target="slide44.xml"/><Relationship Id="rId9" Type="http://schemas.openxmlformats.org/officeDocument/2006/relationships/image" Target="../media/image47.png"/></Relationships>
</file>

<file path=ppt/slides/_rels/slide32.xml.rels><?xml version="1.0" encoding="UTF-8" standalone="yes"?>
<Relationships xmlns="http://schemas.openxmlformats.org/package/2006/relationships"><Relationship Id="rId8" Type="http://schemas.openxmlformats.org/officeDocument/2006/relationships/image" Target="../media/image45.svg"/><Relationship Id="rId3" Type="http://schemas.openxmlformats.org/officeDocument/2006/relationships/image" Target="../media/image42.png"/><Relationship Id="rId7" Type="http://schemas.openxmlformats.org/officeDocument/2006/relationships/image" Target="../media/image47.png"/><Relationship Id="rId2" Type="http://schemas.openxmlformats.org/officeDocument/2006/relationships/notesSlide" Target="../notesSlides/notesSlide32.xml"/><Relationship Id="rId1" Type="http://schemas.openxmlformats.org/officeDocument/2006/relationships/slideLayout" Target="../slideLayouts/slideLayout22.xml"/><Relationship Id="rId6" Type="http://schemas.openxmlformats.org/officeDocument/2006/relationships/image" Target="../media/image46.svg"/><Relationship Id="rId5" Type="http://schemas.openxmlformats.org/officeDocument/2006/relationships/image" Target="../media/image44.svg"/><Relationship Id="rId10" Type="http://schemas.openxmlformats.org/officeDocument/2006/relationships/image" Target="../media/image29.svg"/><Relationship Id="rId4" Type="http://schemas.openxmlformats.org/officeDocument/2006/relationships/image" Target="../media/image43.svg"/><Relationship Id="rId9" Type="http://schemas.openxmlformats.org/officeDocument/2006/relationships/slide" Target="slide25.xml"/></Relationships>
</file>

<file path=ppt/slides/_rels/slide33.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slide" Target="slide34.xml"/><Relationship Id="rId7" Type="http://schemas.openxmlformats.org/officeDocument/2006/relationships/image" Target="../media/image50.png"/><Relationship Id="rId2" Type="http://schemas.openxmlformats.org/officeDocument/2006/relationships/notesSlide" Target="../notesSlides/notesSlide33.xml"/><Relationship Id="rId1" Type="http://schemas.openxmlformats.org/officeDocument/2006/relationships/slideLayout" Target="../slideLayouts/slideLayout22.xml"/><Relationship Id="rId6" Type="http://schemas.openxmlformats.org/officeDocument/2006/relationships/image" Target="../media/image49.png"/><Relationship Id="rId5" Type="http://schemas.openxmlformats.org/officeDocument/2006/relationships/slide" Target="slide35.xml"/><Relationship Id="rId10" Type="http://schemas.openxmlformats.org/officeDocument/2006/relationships/image" Target="../media/image52.svg"/><Relationship Id="rId4" Type="http://schemas.openxmlformats.org/officeDocument/2006/relationships/slide" Target="slide36.xml"/><Relationship Id="rId9" Type="http://schemas.openxmlformats.org/officeDocument/2006/relationships/slide" Target="slide5.xml"/></Relationships>
</file>

<file path=ppt/slides/_rels/slide34.xml.rels><?xml version="1.0" encoding="UTF-8" standalone="yes"?>
<Relationships xmlns="http://schemas.openxmlformats.org/package/2006/relationships"><Relationship Id="rId3" Type="http://schemas.openxmlformats.org/officeDocument/2006/relationships/image" Target="../media/image40.svg"/><Relationship Id="rId7" Type="http://schemas.openxmlformats.org/officeDocument/2006/relationships/image" Target="../media/image52.svg"/><Relationship Id="rId2" Type="http://schemas.openxmlformats.org/officeDocument/2006/relationships/notesSlide" Target="../notesSlides/notesSlide34.xml"/><Relationship Id="rId1" Type="http://schemas.openxmlformats.org/officeDocument/2006/relationships/slideLayout" Target="../slideLayouts/slideLayout22.xml"/><Relationship Id="rId6" Type="http://schemas.openxmlformats.org/officeDocument/2006/relationships/slide" Target="slide33.xml"/><Relationship Id="rId5" Type="http://schemas.openxmlformats.org/officeDocument/2006/relationships/image" Target="../media/image30.svg"/><Relationship Id="rId4" Type="http://schemas.openxmlformats.org/officeDocument/2006/relationships/slide" Target="slide37.xml"/></Relationships>
</file>

<file path=ppt/slides/_rels/slide35.xml.rels><?xml version="1.0" encoding="UTF-8" standalone="yes"?>
<Relationships xmlns="http://schemas.openxmlformats.org/package/2006/relationships"><Relationship Id="rId3" Type="http://schemas.openxmlformats.org/officeDocument/2006/relationships/image" Target="../media/image40.svg"/><Relationship Id="rId7" Type="http://schemas.openxmlformats.org/officeDocument/2006/relationships/image" Target="../media/image30.svg"/><Relationship Id="rId2" Type="http://schemas.openxmlformats.org/officeDocument/2006/relationships/notesSlide" Target="../notesSlides/notesSlide35.xml"/><Relationship Id="rId1" Type="http://schemas.openxmlformats.org/officeDocument/2006/relationships/slideLayout" Target="../slideLayouts/slideLayout22.xml"/><Relationship Id="rId6" Type="http://schemas.openxmlformats.org/officeDocument/2006/relationships/slide" Target="slide37.xml"/><Relationship Id="rId5" Type="http://schemas.openxmlformats.org/officeDocument/2006/relationships/image" Target="../media/image52.svg"/><Relationship Id="rId4" Type="http://schemas.openxmlformats.org/officeDocument/2006/relationships/slide" Target="slide33.xml"/></Relationships>
</file>

<file path=ppt/slides/_rels/slide36.xml.rels><?xml version="1.0" encoding="UTF-8" standalone="yes"?>
<Relationships xmlns="http://schemas.openxmlformats.org/package/2006/relationships"><Relationship Id="rId3" Type="http://schemas.openxmlformats.org/officeDocument/2006/relationships/slide" Target="slide37.xml"/><Relationship Id="rId2" Type="http://schemas.openxmlformats.org/officeDocument/2006/relationships/notesSlide" Target="../notesSlides/notesSlide36.xml"/><Relationship Id="rId1" Type="http://schemas.openxmlformats.org/officeDocument/2006/relationships/slideLayout" Target="../slideLayouts/slideLayout22.xml"/><Relationship Id="rId6" Type="http://schemas.openxmlformats.org/officeDocument/2006/relationships/image" Target="../media/image52.svg"/><Relationship Id="rId5" Type="http://schemas.openxmlformats.org/officeDocument/2006/relationships/slide" Target="slide33.xml"/><Relationship Id="rId4" Type="http://schemas.openxmlformats.org/officeDocument/2006/relationships/image" Target="../media/image30.svg"/></Relationships>
</file>

<file path=ppt/slides/_rels/slide37.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slide" Target="slide34.xml"/><Relationship Id="rId3" Type="http://schemas.openxmlformats.org/officeDocument/2006/relationships/image" Target="../media/image42.png"/><Relationship Id="rId7" Type="http://schemas.openxmlformats.org/officeDocument/2006/relationships/image" Target="../media/image45.svg"/><Relationship Id="rId12" Type="http://schemas.openxmlformats.org/officeDocument/2006/relationships/image" Target="../media/image48.svg"/><Relationship Id="rId2" Type="http://schemas.openxmlformats.org/officeDocument/2006/relationships/notesSlide" Target="../notesSlides/notesSlide37.xml"/><Relationship Id="rId16" Type="http://schemas.openxmlformats.org/officeDocument/2006/relationships/slide" Target="slide41.xml"/><Relationship Id="rId1" Type="http://schemas.openxmlformats.org/officeDocument/2006/relationships/slideLayout" Target="../slideLayouts/slideLayout22.xml"/><Relationship Id="rId6" Type="http://schemas.openxmlformats.org/officeDocument/2006/relationships/slide" Target="slide46.xml"/><Relationship Id="rId11" Type="http://schemas.openxmlformats.org/officeDocument/2006/relationships/image" Target="../media/image53.svg"/><Relationship Id="rId5" Type="http://schemas.openxmlformats.org/officeDocument/2006/relationships/image" Target="../media/image44.svg"/><Relationship Id="rId15" Type="http://schemas.openxmlformats.org/officeDocument/2006/relationships/slide" Target="slide47.xml"/><Relationship Id="rId10" Type="http://schemas.openxmlformats.org/officeDocument/2006/relationships/slide" Target="slide42.xml"/><Relationship Id="rId4" Type="http://schemas.openxmlformats.org/officeDocument/2006/relationships/image" Target="../media/image43.svg"/><Relationship Id="rId9" Type="http://schemas.openxmlformats.org/officeDocument/2006/relationships/slide" Target="slide48.xml"/><Relationship Id="rId14" Type="http://schemas.openxmlformats.org/officeDocument/2006/relationships/image" Target="../media/image52.sv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image" Target="../media/image54.svg"/><Relationship Id="rId7" Type="http://schemas.openxmlformats.org/officeDocument/2006/relationships/image" Target="../media/image58.svg"/><Relationship Id="rId2" Type="http://schemas.openxmlformats.org/officeDocument/2006/relationships/notesSlide" Target="../notesSlides/notesSlide38.xml"/><Relationship Id="rId1" Type="http://schemas.openxmlformats.org/officeDocument/2006/relationships/slideLayout" Target="../slideLayouts/slideLayout35.xml"/><Relationship Id="rId6" Type="http://schemas.openxmlformats.org/officeDocument/2006/relationships/image" Target="../media/image57.svg"/><Relationship Id="rId5" Type="http://schemas.openxmlformats.org/officeDocument/2006/relationships/image" Target="../media/image56.svg"/><Relationship Id="rId4" Type="http://schemas.openxmlformats.org/officeDocument/2006/relationships/image" Target="../media/image55.svg"/><Relationship Id="rId9" Type="http://schemas.openxmlformats.org/officeDocument/2006/relationships/image" Target="../media/image29.svg"/></Relationships>
</file>

<file path=ppt/slides/_rels/slide40.xml.rels><?xml version="1.0" encoding="UTF-8" standalone="yes"?>
<Relationships xmlns="http://schemas.openxmlformats.org/package/2006/relationships"><Relationship Id="rId3" Type="http://schemas.openxmlformats.org/officeDocument/2006/relationships/image" Target="../media/image59.svg"/><Relationship Id="rId7" Type="http://schemas.openxmlformats.org/officeDocument/2006/relationships/image" Target="../media/image29.svg"/><Relationship Id="rId2" Type="http://schemas.openxmlformats.org/officeDocument/2006/relationships/notesSlide" Target="../notesSlides/notesSlide39.xml"/><Relationship Id="rId1" Type="http://schemas.openxmlformats.org/officeDocument/2006/relationships/slideLayout" Target="../slideLayouts/slideLayout35.xml"/><Relationship Id="rId6" Type="http://schemas.openxmlformats.org/officeDocument/2006/relationships/slide" Target="slide10.xml"/><Relationship Id="rId5" Type="http://schemas.openxmlformats.org/officeDocument/2006/relationships/image" Target="../media/image58.svg"/><Relationship Id="rId4" Type="http://schemas.openxmlformats.org/officeDocument/2006/relationships/image" Target="../media/image25.svg"/></Relationships>
</file>

<file path=ppt/slides/_rels/slide41.xml.rels><?xml version="1.0" encoding="UTF-8" standalone="yes"?>
<Relationships xmlns="http://schemas.openxmlformats.org/package/2006/relationships"><Relationship Id="rId8" Type="http://schemas.openxmlformats.org/officeDocument/2006/relationships/image" Target="../media/image63.svg"/><Relationship Id="rId13" Type="http://schemas.openxmlformats.org/officeDocument/2006/relationships/image" Target="../media/image25.svg"/><Relationship Id="rId3" Type="http://schemas.openxmlformats.org/officeDocument/2006/relationships/image" Target="../media/image60.svg"/><Relationship Id="rId7" Type="http://schemas.openxmlformats.org/officeDocument/2006/relationships/image" Target="../media/image62.svg"/><Relationship Id="rId12" Type="http://schemas.openxmlformats.org/officeDocument/2006/relationships/image" Target="../media/image64.svg"/><Relationship Id="rId2" Type="http://schemas.openxmlformats.org/officeDocument/2006/relationships/notesSlide" Target="../notesSlides/notesSlide40.xml"/><Relationship Id="rId1" Type="http://schemas.openxmlformats.org/officeDocument/2006/relationships/slideLayout" Target="../slideLayouts/slideLayout56.xml"/><Relationship Id="rId6" Type="http://schemas.openxmlformats.org/officeDocument/2006/relationships/image" Target="../media/image61.svg"/><Relationship Id="rId11" Type="http://schemas.openxmlformats.org/officeDocument/2006/relationships/hyperlink" Target="https://sncf.sharepoint.com/sites/MANAGERS2/SitePages/Coaching.aspx" TargetMode="External"/><Relationship Id="rId5" Type="http://schemas.openxmlformats.org/officeDocument/2006/relationships/hyperlink" Target="https://interface-salarie.sncf.fr/accueil/ma-famille/contrat-action-sociale" TargetMode="External"/><Relationship Id="rId15" Type="http://schemas.openxmlformats.org/officeDocument/2006/relationships/image" Target="../media/image29.svg"/><Relationship Id="rId10" Type="http://schemas.openxmlformats.org/officeDocument/2006/relationships/hyperlink" Target="https://sncf.sharepoint.com/sites/InfoRH/Documents%20partages/Ma%20vie%20au%20travail/Boite%20%C3%A0%20outils%20managers/M%C3%A9diation/Avec%20qui%20en%20parler/Correspondants_Qualite_relationnelle_conflits.pdf" TargetMode="External"/><Relationship Id="rId4" Type="http://schemas.openxmlformats.org/officeDocument/2006/relationships/hyperlink" Target="mailto:action.sociale@sncf.fr" TargetMode="External"/><Relationship Id="rId9" Type="http://schemas.openxmlformats.org/officeDocument/2006/relationships/hyperlink" Target="https://sncf.sharepoint.com/sites/EmploiTerritoires/SitePages/Les-ATM.aspx" TargetMode="External"/><Relationship Id="rId14" Type="http://schemas.openxmlformats.org/officeDocument/2006/relationships/slide" Target="slide10.xml"/></Relationships>
</file>

<file path=ppt/slides/_rels/slide42.xml.rels><?xml version="1.0" encoding="UTF-8" standalone="yes"?>
<Relationships xmlns="http://schemas.openxmlformats.org/package/2006/relationships"><Relationship Id="rId8" Type="http://schemas.openxmlformats.org/officeDocument/2006/relationships/image" Target="../media/image69.svg"/><Relationship Id="rId3" Type="http://schemas.openxmlformats.org/officeDocument/2006/relationships/image" Target="../media/image25.svg"/><Relationship Id="rId7" Type="http://schemas.openxmlformats.org/officeDocument/2006/relationships/image" Target="../media/image68.svg"/><Relationship Id="rId2" Type="http://schemas.openxmlformats.org/officeDocument/2006/relationships/notesSlide" Target="../notesSlides/notesSlide41.xml"/><Relationship Id="rId1" Type="http://schemas.openxmlformats.org/officeDocument/2006/relationships/slideLayout" Target="../slideLayouts/slideLayout35.xml"/><Relationship Id="rId6" Type="http://schemas.openxmlformats.org/officeDocument/2006/relationships/image" Target="../media/image67.svg"/><Relationship Id="rId5" Type="http://schemas.openxmlformats.org/officeDocument/2006/relationships/image" Target="../media/image66.svg"/><Relationship Id="rId10" Type="http://schemas.openxmlformats.org/officeDocument/2006/relationships/image" Target="../media/image29.svg"/><Relationship Id="rId4" Type="http://schemas.openxmlformats.org/officeDocument/2006/relationships/image" Target="../media/image65.svg"/><Relationship Id="rId9" Type="http://schemas.openxmlformats.org/officeDocument/2006/relationships/slide" Target="slide12.xml"/></Relationships>
</file>

<file path=ppt/slides/_rels/slide43.xml.rels><?xml version="1.0" encoding="UTF-8" standalone="yes"?>
<Relationships xmlns="http://schemas.openxmlformats.org/package/2006/relationships"><Relationship Id="rId8" Type="http://schemas.openxmlformats.org/officeDocument/2006/relationships/image" Target="../media/image69.svg"/><Relationship Id="rId3" Type="http://schemas.openxmlformats.org/officeDocument/2006/relationships/image" Target="../media/image25.svg"/><Relationship Id="rId7" Type="http://schemas.openxmlformats.org/officeDocument/2006/relationships/image" Target="../media/image68.svg"/><Relationship Id="rId2" Type="http://schemas.openxmlformats.org/officeDocument/2006/relationships/notesSlide" Target="../notesSlides/notesSlide42.xml"/><Relationship Id="rId1" Type="http://schemas.openxmlformats.org/officeDocument/2006/relationships/slideLayout" Target="../slideLayouts/slideLayout35.xml"/><Relationship Id="rId6" Type="http://schemas.openxmlformats.org/officeDocument/2006/relationships/image" Target="../media/image67.svg"/><Relationship Id="rId5" Type="http://schemas.openxmlformats.org/officeDocument/2006/relationships/image" Target="../media/image66.svg"/><Relationship Id="rId10" Type="http://schemas.openxmlformats.org/officeDocument/2006/relationships/image" Target="../media/image29.svg"/><Relationship Id="rId4" Type="http://schemas.openxmlformats.org/officeDocument/2006/relationships/image" Target="../media/image65.svg"/><Relationship Id="rId9" Type="http://schemas.openxmlformats.org/officeDocument/2006/relationships/slide" Target="slide20.xml"/></Relationships>
</file>

<file path=ppt/slides/_rels/slide44.xml.rels><?xml version="1.0" encoding="UTF-8" standalone="yes"?>
<Relationships xmlns="http://schemas.openxmlformats.org/package/2006/relationships"><Relationship Id="rId3" Type="http://schemas.openxmlformats.org/officeDocument/2006/relationships/image" Target="../media/image70.svg"/><Relationship Id="rId2" Type="http://schemas.openxmlformats.org/officeDocument/2006/relationships/image" Target="../media/image25.svg"/><Relationship Id="rId1" Type="http://schemas.openxmlformats.org/officeDocument/2006/relationships/slideLayout" Target="../slideLayouts/slideLayout56.xml"/><Relationship Id="rId6" Type="http://schemas.openxmlformats.org/officeDocument/2006/relationships/image" Target="../media/image29.svg"/><Relationship Id="rId5" Type="http://schemas.openxmlformats.org/officeDocument/2006/relationships/slide" Target="slide31.xml"/><Relationship Id="rId4" Type="http://schemas.openxmlformats.org/officeDocument/2006/relationships/image" Target="../media/image58.sv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8" Type="http://schemas.openxmlformats.org/officeDocument/2006/relationships/image" Target="../media/image69.svg"/><Relationship Id="rId3" Type="http://schemas.openxmlformats.org/officeDocument/2006/relationships/image" Target="../media/image25.svg"/><Relationship Id="rId7" Type="http://schemas.openxmlformats.org/officeDocument/2006/relationships/image" Target="../media/image68.svg"/><Relationship Id="rId2" Type="http://schemas.openxmlformats.org/officeDocument/2006/relationships/notesSlide" Target="../notesSlides/notesSlide43.xml"/><Relationship Id="rId1" Type="http://schemas.openxmlformats.org/officeDocument/2006/relationships/slideLayout" Target="../slideLayouts/slideLayout35.xml"/><Relationship Id="rId6" Type="http://schemas.openxmlformats.org/officeDocument/2006/relationships/image" Target="../media/image67.svg"/><Relationship Id="rId5" Type="http://schemas.openxmlformats.org/officeDocument/2006/relationships/image" Target="../media/image66.svg"/><Relationship Id="rId10" Type="http://schemas.openxmlformats.org/officeDocument/2006/relationships/image" Target="../media/image29.svg"/><Relationship Id="rId4" Type="http://schemas.openxmlformats.org/officeDocument/2006/relationships/image" Target="../media/image65.svg"/><Relationship Id="rId9" Type="http://schemas.openxmlformats.org/officeDocument/2006/relationships/slide" Target="slide37.xml"/></Relationships>
</file>

<file path=ppt/slides/_rels/slide47.xml.rels><?xml version="1.0" encoding="UTF-8" standalone="yes"?>
<Relationships xmlns="http://schemas.openxmlformats.org/package/2006/relationships"><Relationship Id="rId8" Type="http://schemas.openxmlformats.org/officeDocument/2006/relationships/image" Target="../media/image62.svg"/><Relationship Id="rId13" Type="http://schemas.openxmlformats.org/officeDocument/2006/relationships/image" Target="../media/image64.svg"/><Relationship Id="rId3" Type="http://schemas.openxmlformats.org/officeDocument/2006/relationships/slide" Target="slide37.xml"/><Relationship Id="rId7" Type="http://schemas.openxmlformats.org/officeDocument/2006/relationships/image" Target="../media/image61.svg"/><Relationship Id="rId12" Type="http://schemas.openxmlformats.org/officeDocument/2006/relationships/hyperlink" Target="https://sncf.sharepoint.com/sites/MANAGERS2/SitePages/Coaching.aspx" TargetMode="External"/><Relationship Id="rId2" Type="http://schemas.openxmlformats.org/officeDocument/2006/relationships/notesSlide" Target="../notesSlides/notesSlide44.xml"/><Relationship Id="rId1" Type="http://schemas.openxmlformats.org/officeDocument/2006/relationships/slideLayout" Target="../slideLayouts/slideLayout56.xml"/><Relationship Id="rId6" Type="http://schemas.openxmlformats.org/officeDocument/2006/relationships/hyperlink" Target="https://interface-salarie.sncf.fr/accueil/ma-famille/contrat-action-sociale" TargetMode="External"/><Relationship Id="rId11" Type="http://schemas.openxmlformats.org/officeDocument/2006/relationships/hyperlink" Target="https://sncf.sharepoint.com/sites/InfoRH/Documents%20partages/Ma%20vie%20au%20travail/Boite%20%C3%A0%20outils%20managers/M%C3%A9diation/Avec%20qui%20en%20parler/Correspondants_Qualite_relationnelle_conflits.pdf" TargetMode="External"/><Relationship Id="rId5" Type="http://schemas.openxmlformats.org/officeDocument/2006/relationships/hyperlink" Target="mailto:action.sociale@sncf.fr" TargetMode="External"/><Relationship Id="rId15" Type="http://schemas.openxmlformats.org/officeDocument/2006/relationships/image" Target="../media/image29.svg"/><Relationship Id="rId10" Type="http://schemas.openxmlformats.org/officeDocument/2006/relationships/hyperlink" Target="https://sncf.sharepoint.com/sites/EmploiTerritoires/SitePages/Les-ATM.aspx" TargetMode="External"/><Relationship Id="rId4" Type="http://schemas.openxmlformats.org/officeDocument/2006/relationships/image" Target="../media/image60.svg"/><Relationship Id="rId9" Type="http://schemas.openxmlformats.org/officeDocument/2006/relationships/image" Target="../media/image63.svg"/><Relationship Id="rId14" Type="http://schemas.openxmlformats.org/officeDocument/2006/relationships/image" Target="../media/image25.svg"/></Relationships>
</file>

<file path=ppt/slides/_rels/slide48.xml.rels><?xml version="1.0" encoding="UTF-8" standalone="yes"?>
<Relationships xmlns="http://schemas.openxmlformats.org/package/2006/relationships"><Relationship Id="rId8" Type="http://schemas.openxmlformats.org/officeDocument/2006/relationships/image" Target="../media/image76.svg"/><Relationship Id="rId13" Type="http://schemas.openxmlformats.org/officeDocument/2006/relationships/image" Target="../media/image81.svg"/><Relationship Id="rId18" Type="http://schemas.openxmlformats.org/officeDocument/2006/relationships/image" Target="../media/image29.svg"/><Relationship Id="rId3" Type="http://schemas.openxmlformats.org/officeDocument/2006/relationships/image" Target="../media/image71.svg"/><Relationship Id="rId7" Type="http://schemas.openxmlformats.org/officeDocument/2006/relationships/image" Target="../media/image75.svg"/><Relationship Id="rId12" Type="http://schemas.openxmlformats.org/officeDocument/2006/relationships/image" Target="../media/image80.svg"/><Relationship Id="rId17" Type="http://schemas.openxmlformats.org/officeDocument/2006/relationships/slide" Target="slide37.xml"/><Relationship Id="rId2" Type="http://schemas.openxmlformats.org/officeDocument/2006/relationships/notesSlide" Target="../notesSlides/notesSlide45.xml"/><Relationship Id="rId16" Type="http://schemas.openxmlformats.org/officeDocument/2006/relationships/image" Target="../media/image83.svg"/><Relationship Id="rId1" Type="http://schemas.openxmlformats.org/officeDocument/2006/relationships/slideLayout" Target="../slideLayouts/slideLayout13.xml"/><Relationship Id="rId6" Type="http://schemas.openxmlformats.org/officeDocument/2006/relationships/image" Target="../media/image74.svg"/><Relationship Id="rId11" Type="http://schemas.openxmlformats.org/officeDocument/2006/relationships/image" Target="../media/image79.svg"/><Relationship Id="rId5" Type="http://schemas.openxmlformats.org/officeDocument/2006/relationships/image" Target="../media/image73.svg"/><Relationship Id="rId15" Type="http://schemas.openxmlformats.org/officeDocument/2006/relationships/image" Target="../media/image58.svg"/><Relationship Id="rId10" Type="http://schemas.openxmlformats.org/officeDocument/2006/relationships/image" Target="../media/image78.svg"/><Relationship Id="rId4" Type="http://schemas.openxmlformats.org/officeDocument/2006/relationships/image" Target="../media/image72.svg"/><Relationship Id="rId9" Type="http://schemas.openxmlformats.org/officeDocument/2006/relationships/image" Target="../media/image77.svg"/><Relationship Id="rId14" Type="http://schemas.openxmlformats.org/officeDocument/2006/relationships/image" Target="../media/image8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texte 6">
            <a:extLst>
              <a:ext uri="{FF2B5EF4-FFF2-40B4-BE49-F238E27FC236}">
                <a16:creationId xmlns:a16="http://schemas.microsoft.com/office/drawing/2014/main" id="{4F9AA066-D11D-B84F-BB9A-4C857287EF14}"/>
              </a:ext>
            </a:extLst>
          </p:cNvPr>
          <p:cNvSpPr>
            <a:spLocks noGrp="1"/>
          </p:cNvSpPr>
          <p:nvPr>
            <p:ph type="body" sz="quarter" idx="10"/>
          </p:nvPr>
        </p:nvSpPr>
        <p:spPr>
          <a:xfrm>
            <a:off x="769619" y="685800"/>
            <a:ext cx="11245597" cy="5017168"/>
          </a:xfrm>
        </p:spPr>
        <p:txBody>
          <a:bodyPr/>
          <a:lstStyle/>
          <a:p>
            <a:endParaRPr lang="fr-FR" sz="4400">
              <a:latin typeface="Avenir LT Std 65 Medium"/>
              <a:ea typeface="ＭＳ Ｐゴシック"/>
            </a:endParaRPr>
          </a:p>
          <a:p>
            <a:r>
              <a:rPr lang="fr-FR" sz="4400">
                <a:latin typeface="Avenir LT Std 65 Medium"/>
                <a:ea typeface="ＭＳ Ｐゴシック"/>
              </a:rPr>
              <a:t>Démarche </a:t>
            </a:r>
            <a:br>
              <a:rPr lang="fr-FR" sz="4400">
                <a:latin typeface="Avenir LT Std 65 Medium"/>
                <a:ea typeface="ＭＳ Ｐゴシック"/>
              </a:rPr>
            </a:br>
            <a:r>
              <a:rPr lang="fr-FR" sz="4400">
                <a:latin typeface="Avenir LT Std 65 Medium"/>
                <a:ea typeface="ＭＳ Ｐゴシック"/>
              </a:rPr>
              <a:t>«  Accompagnement humain </a:t>
            </a:r>
          </a:p>
          <a:p>
            <a:r>
              <a:rPr lang="fr-FR" sz="4400">
                <a:latin typeface="Avenir LT Std 65 Medium"/>
                <a:ea typeface="ＭＳ Ｐゴシック"/>
              </a:rPr>
              <a:t>et Prévention des RPS » </a:t>
            </a:r>
          </a:p>
          <a:p>
            <a:endParaRPr lang="fr-FR" sz="4400">
              <a:latin typeface="Avenir LT Std 65 Medium"/>
              <a:ea typeface="ＭＳ Ｐゴシック"/>
            </a:endParaRPr>
          </a:p>
          <a:p>
            <a:r>
              <a:rPr lang="fr-FR" sz="3200" b="0">
                <a:ea typeface="ＭＳ Ｐゴシック"/>
              </a:rPr>
              <a:t>Kit d’accompagnement humain et de prévention des RPS</a:t>
            </a:r>
          </a:p>
          <a:p>
            <a:pPr lvl="1"/>
            <a:endParaRPr lang="fr-FR" sz="2800">
              <a:ea typeface="ＭＳ Ｐゴシック"/>
            </a:endParaRPr>
          </a:p>
          <a:p>
            <a:pPr lvl="1"/>
            <a:endParaRPr lang="fr-FR" sz="2800">
              <a:solidFill>
                <a:srgbClr val="C00000"/>
              </a:solidFill>
              <a:ea typeface="ＭＳ Ｐゴシック"/>
            </a:endParaRPr>
          </a:p>
          <a:p>
            <a:pPr lvl="1"/>
            <a:r>
              <a:rPr lang="fr-FR" sz="2800">
                <a:solidFill>
                  <a:srgbClr val="C00000"/>
                </a:solidFill>
                <a:ea typeface="ＭＳ Ｐゴシック"/>
              </a:rPr>
              <a:t>Version prototype </a:t>
            </a:r>
            <a:r>
              <a:rPr lang="fr-FR" sz="2800">
                <a:ea typeface="ＭＳ Ｐゴシック"/>
              </a:rPr>
              <a:t>du 30 juillet 2026</a:t>
            </a:r>
            <a:endParaRPr lang="fr-FR" sz="2800"/>
          </a:p>
        </p:txBody>
      </p:sp>
    </p:spTree>
    <p:extLst>
      <p:ext uri="{BB962C8B-B14F-4D97-AF65-F5344CB8AC3E}">
        <p14:creationId xmlns:p14="http://schemas.microsoft.com/office/powerpoint/2010/main" val="39867252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8E4EE-E424-7524-1DA7-EDC77954987A}"/>
            </a:ext>
          </a:extLst>
        </p:cNvPr>
        <p:cNvGrpSpPr/>
        <p:nvPr/>
      </p:nvGrpSpPr>
      <p:grpSpPr>
        <a:xfrm>
          <a:off x="0" y="0"/>
          <a:ext cx="0" cy="0"/>
          <a:chOff x="0" y="0"/>
          <a:chExt cx="0" cy="0"/>
        </a:xfrm>
      </p:grpSpPr>
      <p:sp>
        <p:nvSpPr>
          <p:cNvPr id="8" name="Rectangle : coins arrondis 7">
            <a:extLst>
              <a:ext uri="{FF2B5EF4-FFF2-40B4-BE49-F238E27FC236}">
                <a16:creationId xmlns:a16="http://schemas.microsoft.com/office/drawing/2014/main" id="{7EC8F221-53AC-162F-D590-12E31B72E223}"/>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DC582A"/>
                </a:solidFill>
              </a:rPr>
              <a:t>PROTOTYPE</a:t>
            </a:r>
          </a:p>
        </p:txBody>
      </p:sp>
      <p:sp>
        <p:nvSpPr>
          <p:cNvPr id="2" name="Rectangle : coins arrondis 1">
            <a:extLst>
              <a:ext uri="{FF2B5EF4-FFF2-40B4-BE49-F238E27FC236}">
                <a16:creationId xmlns:a16="http://schemas.microsoft.com/office/drawing/2014/main" id="{E9DC05F4-0470-94E5-19CB-C4E65E31C780}"/>
              </a:ext>
            </a:extLst>
          </p:cNvPr>
          <p:cNvSpPr/>
          <p:nvPr/>
        </p:nvSpPr>
        <p:spPr>
          <a:xfrm>
            <a:off x="386915" y="921148"/>
            <a:ext cx="11383976" cy="270107"/>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360D2A68-5D11-631E-564C-800EA9EBDEB2}"/>
              </a:ext>
            </a:extLst>
          </p:cNvPr>
          <p:cNvSpPr/>
          <p:nvPr/>
        </p:nvSpPr>
        <p:spPr>
          <a:xfrm>
            <a:off x="8143595" y="1434829"/>
            <a:ext cx="3132015" cy="4592529"/>
          </a:xfrm>
          <a:prstGeom prst="rect">
            <a:avLst/>
          </a:prstGeom>
          <a:solidFill>
            <a:srgbClr val="71A9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FFFFFF"/>
              </a:solidFill>
              <a:effectLst/>
              <a:uLnTx/>
              <a:uFillTx/>
              <a:latin typeface="Avenir LT Std 45 Book"/>
              <a:ea typeface="+mn-ea"/>
              <a:cs typeface="+mn-cs"/>
            </a:endParaRPr>
          </a:p>
        </p:txBody>
      </p:sp>
      <p:sp>
        <p:nvSpPr>
          <p:cNvPr id="4" name="Rectangle 3">
            <a:extLst>
              <a:ext uri="{FF2B5EF4-FFF2-40B4-BE49-F238E27FC236}">
                <a16:creationId xmlns:a16="http://schemas.microsoft.com/office/drawing/2014/main" id="{55B5EEB2-0769-54AA-E115-09ECAC812C6D}"/>
              </a:ext>
            </a:extLst>
          </p:cNvPr>
          <p:cNvSpPr/>
          <p:nvPr/>
        </p:nvSpPr>
        <p:spPr>
          <a:xfrm>
            <a:off x="8381816" y="1732038"/>
            <a:ext cx="2657380" cy="40111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FFFFFF"/>
              </a:solidFill>
              <a:effectLst/>
              <a:uLnTx/>
              <a:uFillTx/>
              <a:latin typeface="Avenir LT Std 45 Book"/>
              <a:ea typeface="+mn-ea"/>
              <a:cs typeface="+mn-cs"/>
            </a:endParaRPr>
          </a:p>
        </p:txBody>
      </p:sp>
      <p:sp>
        <p:nvSpPr>
          <p:cNvPr id="5" name="Rectangle 4">
            <a:extLst>
              <a:ext uri="{FF2B5EF4-FFF2-40B4-BE49-F238E27FC236}">
                <a16:creationId xmlns:a16="http://schemas.microsoft.com/office/drawing/2014/main" id="{E72D8E29-379B-FB89-F09D-C0A24B22FF70}"/>
              </a:ext>
            </a:extLst>
          </p:cNvPr>
          <p:cNvSpPr/>
          <p:nvPr/>
        </p:nvSpPr>
        <p:spPr>
          <a:xfrm>
            <a:off x="4462296" y="1434829"/>
            <a:ext cx="3132015" cy="4592529"/>
          </a:xfrm>
          <a:prstGeom prst="rect">
            <a:avLst/>
          </a:prstGeom>
          <a:solidFill>
            <a:srgbClr val="71A9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FFFFFF"/>
              </a:solidFill>
              <a:effectLst/>
              <a:uLnTx/>
              <a:uFillTx/>
              <a:latin typeface="Avenir LT Std 45 Book"/>
              <a:ea typeface="+mn-ea"/>
              <a:cs typeface="+mn-cs"/>
            </a:endParaRPr>
          </a:p>
        </p:txBody>
      </p:sp>
      <p:sp>
        <p:nvSpPr>
          <p:cNvPr id="7" name="Rectangle 6">
            <a:extLst>
              <a:ext uri="{FF2B5EF4-FFF2-40B4-BE49-F238E27FC236}">
                <a16:creationId xmlns:a16="http://schemas.microsoft.com/office/drawing/2014/main" id="{D8A40C27-742C-D99B-A329-491EDB74BA91}"/>
              </a:ext>
            </a:extLst>
          </p:cNvPr>
          <p:cNvSpPr/>
          <p:nvPr/>
        </p:nvSpPr>
        <p:spPr>
          <a:xfrm>
            <a:off x="4700517" y="1732038"/>
            <a:ext cx="2657380" cy="40111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FFFFFF"/>
              </a:solidFill>
              <a:effectLst/>
              <a:uLnTx/>
              <a:uFillTx/>
              <a:latin typeface="Avenir LT Std 45 Book"/>
              <a:ea typeface="+mn-ea"/>
              <a:cs typeface="+mn-cs"/>
            </a:endParaRPr>
          </a:p>
        </p:txBody>
      </p:sp>
      <p:sp>
        <p:nvSpPr>
          <p:cNvPr id="12" name="Espace réservé du contenu 2">
            <a:extLst>
              <a:ext uri="{FF2B5EF4-FFF2-40B4-BE49-F238E27FC236}">
                <a16:creationId xmlns:a16="http://schemas.microsoft.com/office/drawing/2014/main" id="{7B1ADC37-7C84-4E2E-036A-9F60ECF1485C}"/>
              </a:ext>
            </a:extLst>
          </p:cNvPr>
          <p:cNvSpPr txBox="1">
            <a:spLocks/>
          </p:cNvSpPr>
          <p:nvPr/>
        </p:nvSpPr>
        <p:spPr>
          <a:xfrm>
            <a:off x="4826874" y="2910292"/>
            <a:ext cx="2397672" cy="2916978"/>
          </a:xfrm>
          <a:prstGeom prst="rect">
            <a:avLst/>
          </a:prstGeom>
        </p:spPr>
        <p:txBody>
          <a:bodyPr vert="horz" lIns="91440" tIns="45720" rIns="91440" bIns="45720" rtlCol="0" anchor="t">
            <a:normAutofit/>
          </a:bodyPr>
          <a:lstStyle>
            <a:lvl1pPr marL="171450" indent="-171450" algn="l" defTabSz="914355" rtl="0" eaLnBrk="1" latinLnBrk="0" hangingPunct="1">
              <a:lnSpc>
                <a:spcPct val="114000"/>
              </a:lnSpc>
              <a:spcBef>
                <a:spcPts val="200"/>
              </a:spcBef>
              <a:spcAft>
                <a:spcPts val="0"/>
              </a:spcAft>
              <a:buClr>
                <a:schemeClr val="accent2"/>
              </a:buClr>
              <a:buFont typeface="Wingdings" panose="05000000000000000000" pitchFamily="2" charset="2"/>
              <a:buChar char="§"/>
              <a:defRPr sz="1200" b="0" i="0" kern="1200">
                <a:solidFill>
                  <a:schemeClr val="tx2"/>
                </a:solidFill>
                <a:latin typeface="Arial" panose="020B0604020202020204" pitchFamily="34" charset="0"/>
                <a:ea typeface="+mn-ea"/>
                <a:cs typeface="Arial" panose="020B0604020202020204" pitchFamily="34" charset="0"/>
              </a:defRPr>
            </a:lvl1pPr>
            <a:lvl2pPr marL="360000" indent="-216000" algn="l" defTabSz="914355" rtl="0" eaLnBrk="1" latinLnBrk="0" hangingPunct="1">
              <a:lnSpc>
                <a:spcPct val="114000"/>
              </a:lnSpc>
              <a:spcBef>
                <a:spcPts val="200"/>
              </a:spcBef>
              <a:spcAft>
                <a:spcPts val="0"/>
              </a:spcAft>
              <a:buFont typeface="Wingdings" panose="05000000000000000000" pitchFamily="2" charset="2"/>
              <a:buChar char="§"/>
              <a:defRPr sz="1200" kern="1200">
                <a:solidFill>
                  <a:schemeClr val="tx2"/>
                </a:solidFill>
                <a:latin typeface="Arial" panose="020B0604020202020204" pitchFamily="34" charset="0"/>
                <a:ea typeface="+mn-ea"/>
                <a:cs typeface="Arial" panose="020B0604020202020204" pitchFamily="34" charset="0"/>
              </a:defRPr>
            </a:lvl2pPr>
            <a:lvl3pPr marL="720000" indent="-180000" algn="l" defTabSz="914355" rtl="0" eaLnBrk="1" latinLnBrk="0" hangingPunct="1">
              <a:lnSpc>
                <a:spcPct val="114000"/>
              </a:lnSpc>
              <a:spcBef>
                <a:spcPts val="200"/>
              </a:spcBef>
              <a:spcAft>
                <a:spcPts val="0"/>
              </a:spcAft>
              <a:buFont typeface="Courier New" panose="02070309020205020404" pitchFamily="49" charset="0"/>
              <a:buChar char="o"/>
              <a:defRPr lang="fr-FR" sz="1200" kern="1200" smtClean="0">
                <a:solidFill>
                  <a:schemeClr val="tx2"/>
                </a:solidFill>
                <a:latin typeface="Arial" panose="020B0604020202020204" pitchFamily="34" charset="0"/>
                <a:ea typeface="+mn-ea"/>
                <a:cs typeface="Arial" panose="020B0604020202020204" pitchFamily="34" charset="0"/>
              </a:defRPr>
            </a:lvl3pPr>
            <a:lvl4pPr marL="900000" indent="-180000" algn="l" defTabSz="914355" rtl="0" eaLnBrk="1" latinLnBrk="0" hangingPunct="1">
              <a:lnSpc>
                <a:spcPct val="114000"/>
              </a:lnSpc>
              <a:spcBef>
                <a:spcPts val="200"/>
              </a:spcBef>
              <a:spcAft>
                <a:spcPts val="0"/>
              </a:spcAft>
              <a:buFont typeface="Arial" panose="020B0604020202020204" pitchFamily="34" charset="0"/>
              <a:buChar char="•"/>
              <a:defRPr lang="fr-FR" sz="1200" kern="1200" dirty="0">
                <a:solidFill>
                  <a:schemeClr val="tx2"/>
                </a:solidFill>
                <a:latin typeface="Arial" panose="020B0604020202020204" pitchFamily="34" charset="0"/>
                <a:ea typeface="+mn-ea"/>
                <a:cs typeface="Arial" panose="020B0604020202020204" pitchFamily="34" charset="0"/>
              </a:defRPr>
            </a:lvl4pPr>
            <a:lvl5pPr marL="0" indent="0" algn="l" defTabSz="914355" rtl="0" eaLnBrk="1" latinLnBrk="0" hangingPunct="1">
              <a:lnSpc>
                <a:spcPct val="101000"/>
              </a:lnSpc>
              <a:spcBef>
                <a:spcPts val="0"/>
              </a:spcBef>
              <a:buFont typeface="Arial" panose="020B0604020202020204" pitchFamily="34" charset="0"/>
              <a:buNone/>
              <a:defRPr sz="1200" kern="1200">
                <a:solidFill>
                  <a:schemeClr val="tx2"/>
                </a:solidFill>
                <a:latin typeface="Arial" panose="020B0604020202020204" pitchFamily="34" charset="0"/>
                <a:ea typeface="+mn-ea"/>
                <a:cs typeface="Arial" panose="020B0604020202020204" pitchFamily="34" charset="0"/>
              </a:defRPr>
            </a:lvl5pPr>
            <a:lvl6pPr marL="895350" indent="-265113" algn="l" defTabSz="914355" rtl="0" eaLnBrk="1" latinLnBrk="0" hangingPunct="1">
              <a:lnSpc>
                <a:spcPct val="90000"/>
              </a:lnSpc>
              <a:spcBef>
                <a:spcPts val="500"/>
              </a:spcBef>
              <a:buFont typeface="Wingdings" panose="05000000000000000000" pitchFamily="2" charset="2"/>
              <a:buChar char="ü"/>
              <a:defRPr sz="1100" kern="1200">
                <a:solidFill>
                  <a:schemeClr val="tx1"/>
                </a:solidFill>
                <a:latin typeface="+mn-lt"/>
                <a:ea typeface="+mn-ea"/>
                <a:cs typeface="+mn-cs"/>
              </a:defRPr>
            </a:lvl6pPr>
            <a:lvl7pPr marL="2971652"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dirty="0">
                <a:solidFill>
                  <a:srgbClr val="3C3732"/>
                </a:solidFill>
                <a:latin typeface="Avenir Next LT Pro Demi" panose="020B0704020202020204" pitchFamily="34" charset="0"/>
              </a:rPr>
              <a:t>Aider les managers et les chefs de projets pour </a:t>
            </a:r>
            <a:r>
              <a:rPr lang="fr-FR" b="1" dirty="0">
                <a:solidFill>
                  <a:srgbClr val="306A92"/>
                </a:solidFill>
                <a:latin typeface="Avenir Next LT Pro Demi" panose="020B0704020202020204" pitchFamily="34" charset="0"/>
              </a:rPr>
              <a:t>prévenir et  accompagner les RPS au quotidien </a:t>
            </a:r>
            <a:r>
              <a:rPr lang="fr-FR" dirty="0">
                <a:solidFill>
                  <a:srgbClr val="3C3732"/>
                </a:solidFill>
                <a:latin typeface="Avenir Next LT Pro Demi" panose="020B0704020202020204" pitchFamily="34" charset="0"/>
              </a:rPr>
              <a:t>et pour développer un </a:t>
            </a:r>
            <a:r>
              <a:rPr lang="fr-FR" b="1" dirty="0">
                <a:solidFill>
                  <a:srgbClr val="306A92"/>
                </a:solidFill>
                <a:latin typeface="Avenir Next LT Pro Demi" panose="020B0704020202020204" pitchFamily="34" charset="0"/>
              </a:rPr>
              <a:t>accompagnement humain dans les projets, </a:t>
            </a:r>
            <a:r>
              <a:rPr lang="fr-FR" dirty="0">
                <a:solidFill>
                  <a:srgbClr val="3C3732"/>
                </a:solidFill>
                <a:latin typeface="Avenir Next LT Pro Demi" panose="020B0704020202020204" pitchFamily="34" charset="0"/>
              </a:rPr>
              <a:t>pour tous les types de projets et toutes tailles de projets.</a:t>
            </a:r>
          </a:p>
          <a:p>
            <a:pPr algn="ctr"/>
            <a:endParaRPr lang="fr-FR" dirty="0">
              <a:solidFill>
                <a:srgbClr val="3C3732"/>
              </a:solidFill>
              <a:latin typeface="Avenir Next LT Pro Demi" panose="020B0704020202020204" pitchFamily="34" charset="0"/>
            </a:endParaRPr>
          </a:p>
          <a:p>
            <a:pPr algn="ctr"/>
            <a:endParaRPr lang="fr-FR" dirty="0">
              <a:solidFill>
                <a:srgbClr val="3C3732"/>
              </a:solidFill>
              <a:latin typeface="Avenir Next LT Pro Demi" panose="020B0704020202020204" pitchFamily="34" charset="0"/>
            </a:endParaRPr>
          </a:p>
        </p:txBody>
      </p:sp>
      <p:pic>
        <p:nvPicPr>
          <p:cNvPr id="14" name="Graphique 13" descr="Mille avec un remplissage uni">
            <a:extLst>
              <a:ext uri="{FF2B5EF4-FFF2-40B4-BE49-F238E27FC236}">
                <a16:creationId xmlns:a16="http://schemas.microsoft.com/office/drawing/2014/main" id="{C40B2D79-FA7E-BD69-BC64-6C20FDCAF47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88774" y="2060989"/>
            <a:ext cx="467479" cy="467479"/>
          </a:xfrm>
          <a:prstGeom prst="rect">
            <a:avLst/>
          </a:prstGeom>
        </p:spPr>
      </p:pic>
      <p:sp>
        <p:nvSpPr>
          <p:cNvPr id="15" name="Espace réservé du contenu 2">
            <a:extLst>
              <a:ext uri="{FF2B5EF4-FFF2-40B4-BE49-F238E27FC236}">
                <a16:creationId xmlns:a16="http://schemas.microsoft.com/office/drawing/2014/main" id="{B4FB9B16-088A-1C2D-3BDE-2A6C074036E9}"/>
              </a:ext>
            </a:extLst>
          </p:cNvPr>
          <p:cNvSpPr txBox="1">
            <a:spLocks/>
          </p:cNvSpPr>
          <p:nvPr/>
        </p:nvSpPr>
        <p:spPr>
          <a:xfrm>
            <a:off x="5325462" y="2156870"/>
            <a:ext cx="1908610" cy="275717"/>
          </a:xfrm>
          <a:prstGeom prst="rect">
            <a:avLst/>
          </a:prstGeom>
        </p:spPr>
        <p:txBody>
          <a:bodyPr vert="horz" wrap="square" lIns="0" tIns="0" rIns="0" bIns="0" rtlCol="0">
            <a:spAutoFit/>
          </a:bodyPr>
          <a:lstStyle>
            <a:lvl1pPr marL="0" indent="0" algn="l" defTabSz="914355" rtl="0" eaLnBrk="1" latinLnBrk="0" hangingPunct="1">
              <a:lnSpc>
                <a:spcPct val="105000"/>
              </a:lnSpc>
              <a:spcBef>
                <a:spcPts val="0"/>
              </a:spcBef>
              <a:buFont typeface="Arial" panose="020B0604020202020204" pitchFamily="34" charset="0"/>
              <a:buNone/>
              <a:defRPr sz="1800" kern="1200">
                <a:solidFill>
                  <a:schemeClr val="accent2"/>
                </a:solidFill>
                <a:latin typeface="+mn-lt"/>
                <a:ea typeface="+mn-ea"/>
                <a:cs typeface="+mn-cs"/>
              </a:defRPr>
            </a:lvl1pPr>
            <a:lvl2pPr marL="0" indent="0" algn="l" defTabSz="914355" rtl="0" eaLnBrk="1" latinLnBrk="0" hangingPunct="1">
              <a:lnSpc>
                <a:spcPct val="105000"/>
              </a:lnSpc>
              <a:spcBef>
                <a:spcPts val="0"/>
              </a:spcBef>
              <a:buFont typeface="Arial" panose="020B0604020202020204" pitchFamily="34" charset="0"/>
              <a:buNone/>
              <a:defRPr sz="1800" b="1" kern="1200">
                <a:solidFill>
                  <a:schemeClr val="accent2"/>
                </a:solidFill>
                <a:latin typeface="+mj-lt"/>
                <a:ea typeface="+mn-ea"/>
                <a:cs typeface="+mn-cs"/>
              </a:defRPr>
            </a:lvl2pPr>
            <a:lvl3pPr marL="238125" indent="-238125" algn="l" defTabSz="914355" rtl="0" eaLnBrk="1" latinLnBrk="0" hangingPunct="1">
              <a:lnSpc>
                <a:spcPct val="105000"/>
              </a:lnSpc>
              <a:spcBef>
                <a:spcPts val="0"/>
              </a:spcBef>
              <a:buFontTx/>
              <a:buBlip>
                <a:blip r:embed="rId4"/>
              </a:buBlip>
              <a:defRPr lang="fr-FR" sz="1800" kern="1200" smtClean="0">
                <a:solidFill>
                  <a:schemeClr val="accent2"/>
                </a:solidFill>
                <a:latin typeface="+mn-lt"/>
                <a:ea typeface="+mn-ea"/>
                <a:cs typeface="+mn-cs"/>
              </a:defRPr>
            </a:lvl3pPr>
            <a:lvl4pPr marL="438150" indent="-203200" algn="l" defTabSz="914355" rtl="0" eaLnBrk="1" latinLnBrk="0" hangingPunct="1">
              <a:lnSpc>
                <a:spcPct val="105000"/>
              </a:lnSpc>
              <a:spcBef>
                <a:spcPts val="0"/>
              </a:spcBef>
              <a:buFontTx/>
              <a:buChar char="+"/>
              <a:defRPr lang="fr-FR" sz="1800" kern="1200" dirty="0">
                <a:solidFill>
                  <a:schemeClr val="accent2"/>
                </a:solidFill>
                <a:latin typeface="+mn-lt"/>
                <a:ea typeface="+mn-ea"/>
                <a:cs typeface="+mn-cs"/>
              </a:defRPr>
            </a:lvl4pPr>
            <a:lvl5pPr marL="657225" indent="-212725" algn="l" defTabSz="914355" rtl="0" eaLnBrk="1" latinLnBrk="0" hangingPunct="1">
              <a:lnSpc>
                <a:spcPct val="105000"/>
              </a:lnSpc>
              <a:spcBef>
                <a:spcPts val="0"/>
              </a:spcBef>
              <a:buFontTx/>
              <a:buChar char="−"/>
              <a:defRPr sz="1600" kern="1200">
                <a:solidFill>
                  <a:schemeClr val="accent2"/>
                </a:solidFill>
                <a:latin typeface="+mn-lt"/>
                <a:ea typeface="+mn-ea"/>
                <a:cs typeface="+mn-cs"/>
              </a:defRPr>
            </a:lvl5pPr>
            <a:lvl6pPr marL="2514475"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355" rtl="0" eaLnBrk="1" fontAlgn="auto" latinLnBrk="0" hangingPunct="1">
              <a:lnSpc>
                <a:spcPct val="105000"/>
              </a:lnSpc>
              <a:spcBef>
                <a:spcPts val="0"/>
              </a:spcBef>
              <a:spcAft>
                <a:spcPts val="0"/>
              </a:spcAft>
              <a:buClrTx/>
              <a:buSzTx/>
              <a:buFont typeface="Arial" panose="020B0604020202020204" pitchFamily="34" charset="0"/>
              <a:buNone/>
              <a:tabLst/>
              <a:defRPr/>
            </a:pPr>
            <a:r>
              <a:rPr lang="fr-FR" b="1">
                <a:solidFill>
                  <a:srgbClr val="306A92"/>
                </a:solidFill>
                <a:latin typeface="Avenir LT Std 65 Medium"/>
              </a:rPr>
              <a:t>A quoi </a:t>
            </a:r>
            <a:r>
              <a:rPr lang="fr-FR" b="1" err="1">
                <a:solidFill>
                  <a:srgbClr val="306A92"/>
                </a:solidFill>
                <a:latin typeface="Avenir LT Std 65 Medium"/>
              </a:rPr>
              <a:t>sert-il</a:t>
            </a:r>
            <a:r>
              <a:rPr lang="fr-FR" b="1">
                <a:solidFill>
                  <a:srgbClr val="306A92"/>
                </a:solidFill>
                <a:latin typeface="Avenir LT Std 65 Medium"/>
              </a:rPr>
              <a:t> ?</a:t>
            </a:r>
            <a:endParaRPr kumimoji="0" lang="fr-FR" b="1" i="0" u="none" strike="noStrike" kern="1200" cap="none" spc="0" normalizeH="0" baseline="0" noProof="0">
              <a:ln>
                <a:noFill/>
              </a:ln>
              <a:solidFill>
                <a:srgbClr val="306A92"/>
              </a:solidFill>
              <a:effectLst/>
              <a:uLnTx/>
              <a:uFillTx/>
              <a:latin typeface="Avenir LT Std 65 Medium"/>
              <a:ea typeface="+mn-ea"/>
              <a:cs typeface="+mn-cs"/>
            </a:endParaRPr>
          </a:p>
        </p:txBody>
      </p:sp>
      <p:grpSp>
        <p:nvGrpSpPr>
          <p:cNvPr id="16" name="Groupe 15">
            <a:extLst>
              <a:ext uri="{FF2B5EF4-FFF2-40B4-BE49-F238E27FC236}">
                <a16:creationId xmlns:a16="http://schemas.microsoft.com/office/drawing/2014/main" id="{2FC70629-B9AA-AC12-3AC4-4C28FC886541}"/>
              </a:ext>
            </a:extLst>
          </p:cNvPr>
          <p:cNvGrpSpPr/>
          <p:nvPr/>
        </p:nvGrpSpPr>
        <p:grpSpPr>
          <a:xfrm>
            <a:off x="8106680" y="1975465"/>
            <a:ext cx="1327334" cy="638526"/>
            <a:chOff x="3238330" y="3271873"/>
            <a:chExt cx="1327334" cy="638526"/>
          </a:xfrm>
        </p:grpSpPr>
        <p:grpSp>
          <p:nvGrpSpPr>
            <p:cNvPr id="17" name="Groupe 16">
              <a:extLst>
                <a:ext uri="{FF2B5EF4-FFF2-40B4-BE49-F238E27FC236}">
                  <a16:creationId xmlns:a16="http://schemas.microsoft.com/office/drawing/2014/main" id="{54A848DC-4E4D-1F3F-E50C-AFF1E6C62E18}"/>
                </a:ext>
              </a:extLst>
            </p:cNvPr>
            <p:cNvGrpSpPr/>
            <p:nvPr/>
          </p:nvGrpSpPr>
          <p:grpSpPr>
            <a:xfrm>
              <a:off x="3595997" y="3271873"/>
              <a:ext cx="612000" cy="612000"/>
              <a:chOff x="4038959" y="2862298"/>
              <a:chExt cx="612000" cy="612000"/>
            </a:xfrm>
          </p:grpSpPr>
          <p:sp>
            <p:nvSpPr>
              <p:cNvPr id="22" name="Ellipse 21">
                <a:extLst>
                  <a:ext uri="{FF2B5EF4-FFF2-40B4-BE49-F238E27FC236}">
                    <a16:creationId xmlns:a16="http://schemas.microsoft.com/office/drawing/2014/main" id="{2874B81C-6D1B-13A6-A2FF-76B8B1F4491B}"/>
                  </a:ext>
                </a:extLst>
              </p:cNvPr>
              <p:cNvSpPr/>
              <p:nvPr/>
            </p:nvSpPr>
            <p:spPr>
              <a:xfrm>
                <a:off x="4038959" y="2862298"/>
                <a:ext cx="612000" cy="612000"/>
              </a:xfrm>
              <a:prstGeom prst="ellipse">
                <a:avLst/>
              </a:prstGeom>
              <a:solidFill>
                <a:srgbClr val="71A9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a:p>
            </p:txBody>
          </p:sp>
          <p:pic>
            <p:nvPicPr>
              <p:cNvPr id="24" name="Graphique 23" descr="Création de récits avec un remplissage uni">
                <a:extLst>
                  <a:ext uri="{FF2B5EF4-FFF2-40B4-BE49-F238E27FC236}">
                    <a16:creationId xmlns:a16="http://schemas.microsoft.com/office/drawing/2014/main" id="{7EEB06FF-77B5-134B-2073-83582CAA02A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092959" y="2916298"/>
                <a:ext cx="504000" cy="504000"/>
              </a:xfrm>
              <a:prstGeom prst="rect">
                <a:avLst/>
              </a:prstGeom>
            </p:spPr>
          </p:pic>
        </p:grpSp>
        <p:sp>
          <p:nvSpPr>
            <p:cNvPr id="19" name="Espace réservé du contenu 2">
              <a:extLst>
                <a:ext uri="{FF2B5EF4-FFF2-40B4-BE49-F238E27FC236}">
                  <a16:creationId xmlns:a16="http://schemas.microsoft.com/office/drawing/2014/main" id="{C1B8EE8A-5BEC-A09A-AA0B-30CA2C41C377}"/>
                </a:ext>
              </a:extLst>
            </p:cNvPr>
            <p:cNvSpPr txBox="1">
              <a:spLocks/>
            </p:cNvSpPr>
            <p:nvPr/>
          </p:nvSpPr>
          <p:spPr>
            <a:xfrm>
              <a:off x="3238330" y="3657766"/>
              <a:ext cx="1327334" cy="252633"/>
            </a:xfrm>
            <a:prstGeom prst="rect">
              <a:avLst/>
            </a:prstGeom>
          </p:spPr>
          <p:txBody>
            <a:bodyPr vert="horz" wrap="square" lIns="0" tIns="0" rIns="0" bIns="0" rtlCol="0">
              <a:spAutoFit/>
            </a:bodyPr>
            <a:lstStyle>
              <a:lvl1pPr marL="0" indent="0" algn="l" defTabSz="914355" rtl="0" eaLnBrk="1" latinLnBrk="0" hangingPunct="1">
                <a:lnSpc>
                  <a:spcPct val="105000"/>
                </a:lnSpc>
                <a:spcBef>
                  <a:spcPts val="0"/>
                </a:spcBef>
                <a:buFont typeface="Arial" panose="020B0604020202020204" pitchFamily="34" charset="0"/>
                <a:buNone/>
                <a:defRPr sz="1800" kern="1200">
                  <a:solidFill>
                    <a:schemeClr val="accent2"/>
                  </a:solidFill>
                  <a:latin typeface="+mn-lt"/>
                  <a:ea typeface="+mn-ea"/>
                  <a:cs typeface="+mn-cs"/>
                </a:defRPr>
              </a:lvl1pPr>
              <a:lvl2pPr marL="0" indent="0" algn="l" defTabSz="914355" rtl="0" eaLnBrk="1" latinLnBrk="0" hangingPunct="1">
                <a:lnSpc>
                  <a:spcPct val="105000"/>
                </a:lnSpc>
                <a:spcBef>
                  <a:spcPts val="0"/>
                </a:spcBef>
                <a:buFont typeface="Arial" panose="020B0604020202020204" pitchFamily="34" charset="0"/>
                <a:buNone/>
                <a:defRPr sz="1800" b="1" kern="1200">
                  <a:solidFill>
                    <a:schemeClr val="accent2"/>
                  </a:solidFill>
                  <a:latin typeface="+mj-lt"/>
                  <a:ea typeface="+mn-ea"/>
                  <a:cs typeface="+mn-cs"/>
                </a:defRPr>
              </a:lvl2pPr>
              <a:lvl3pPr marL="238125" indent="-238125" algn="l" defTabSz="914355" rtl="0" eaLnBrk="1" latinLnBrk="0" hangingPunct="1">
                <a:lnSpc>
                  <a:spcPct val="105000"/>
                </a:lnSpc>
                <a:spcBef>
                  <a:spcPts val="0"/>
                </a:spcBef>
                <a:buFontTx/>
                <a:buBlip>
                  <a:blip r:embed="rId4"/>
                </a:buBlip>
                <a:defRPr lang="fr-FR" sz="1800" kern="1200" smtClean="0">
                  <a:solidFill>
                    <a:schemeClr val="accent2"/>
                  </a:solidFill>
                  <a:latin typeface="+mn-lt"/>
                  <a:ea typeface="+mn-ea"/>
                  <a:cs typeface="+mn-cs"/>
                </a:defRPr>
              </a:lvl3pPr>
              <a:lvl4pPr marL="438150" indent="-203200" algn="l" defTabSz="914355" rtl="0" eaLnBrk="1" latinLnBrk="0" hangingPunct="1">
                <a:lnSpc>
                  <a:spcPct val="105000"/>
                </a:lnSpc>
                <a:spcBef>
                  <a:spcPts val="0"/>
                </a:spcBef>
                <a:buFontTx/>
                <a:buChar char="+"/>
                <a:defRPr lang="fr-FR" sz="1800" kern="1200" dirty="0">
                  <a:solidFill>
                    <a:schemeClr val="accent2"/>
                  </a:solidFill>
                  <a:latin typeface="+mn-lt"/>
                  <a:ea typeface="+mn-ea"/>
                  <a:cs typeface="+mn-cs"/>
                </a:defRPr>
              </a:lvl4pPr>
              <a:lvl5pPr marL="657225" indent="-212725" algn="l" defTabSz="914355" rtl="0" eaLnBrk="1" latinLnBrk="0" hangingPunct="1">
                <a:lnSpc>
                  <a:spcPct val="105000"/>
                </a:lnSpc>
                <a:spcBef>
                  <a:spcPts val="0"/>
                </a:spcBef>
                <a:buFontTx/>
                <a:buChar char="−"/>
                <a:defRPr sz="1600" kern="1200">
                  <a:solidFill>
                    <a:schemeClr val="accent2"/>
                  </a:solidFill>
                  <a:latin typeface="+mn-lt"/>
                  <a:ea typeface="+mn-ea"/>
                  <a:cs typeface="+mn-cs"/>
                </a:defRPr>
              </a:lvl5pPr>
              <a:lvl6pPr marL="2514475"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marR="0" lvl="0" indent="-285750" algn="ctr" defTabSz="914355" rtl="0" eaLnBrk="1" fontAlgn="auto" latinLnBrk="0" hangingPunct="1">
                <a:lnSpc>
                  <a:spcPct val="105000"/>
                </a:lnSpc>
                <a:spcBef>
                  <a:spcPts val="0"/>
                </a:spcBef>
                <a:spcAft>
                  <a:spcPts val="0"/>
                </a:spcAft>
                <a:buClrTx/>
                <a:buSzTx/>
                <a:buFontTx/>
                <a:buChar char="-"/>
                <a:tabLst/>
                <a:defRPr/>
              </a:pPr>
              <a:endParaRPr kumimoji="0" lang="fr-FR" sz="1600" b="0" i="0" u="none" strike="noStrike" kern="1200" cap="none" spc="0" normalizeH="0" baseline="0" noProof="0">
                <a:ln>
                  <a:noFill/>
                </a:ln>
                <a:solidFill>
                  <a:srgbClr val="002B29">
                    <a:lumMod val="75000"/>
                    <a:lumOff val="25000"/>
                  </a:srgbClr>
                </a:solidFill>
                <a:effectLst/>
                <a:uLnTx/>
                <a:uFillTx/>
                <a:latin typeface="Avenir LT Std 45 Book"/>
                <a:ea typeface="+mn-ea"/>
                <a:cs typeface="+mn-cs"/>
              </a:endParaRPr>
            </a:p>
          </p:txBody>
        </p:sp>
      </p:grpSp>
      <p:sp>
        <p:nvSpPr>
          <p:cNvPr id="26" name="ZoneTexte 25">
            <a:extLst>
              <a:ext uri="{FF2B5EF4-FFF2-40B4-BE49-F238E27FC236}">
                <a16:creationId xmlns:a16="http://schemas.microsoft.com/office/drawing/2014/main" id="{DA5D1249-BD50-0086-E2E9-57EAC9452F82}"/>
              </a:ext>
            </a:extLst>
          </p:cNvPr>
          <p:cNvSpPr txBox="1"/>
          <p:nvPr/>
        </p:nvSpPr>
        <p:spPr>
          <a:xfrm>
            <a:off x="8511090" y="2910292"/>
            <a:ext cx="2397023" cy="2608535"/>
          </a:xfrm>
          <a:prstGeom prst="rect">
            <a:avLst/>
          </a:prstGeom>
          <a:noFill/>
        </p:spPr>
        <p:txBody>
          <a:bodyPr wrap="square" anchor="t">
            <a:spAutoFit/>
          </a:bodyPr>
          <a:lstStyle/>
          <a:p>
            <a:pPr marL="104775" marR="0" lvl="0" indent="-104775" algn="just" defTabSz="914355" rtl="0" eaLnBrk="1" fontAlgn="auto" latinLnBrk="0" hangingPunct="1">
              <a:lnSpc>
                <a:spcPct val="105000"/>
              </a:lnSpc>
              <a:spcBef>
                <a:spcPts val="0"/>
              </a:spcBef>
              <a:spcAft>
                <a:spcPts val="0"/>
              </a:spcAft>
              <a:buClrTx/>
              <a:buSzTx/>
              <a:buFont typeface="Arial" panose="020B0604020202020204" pitchFamily="34" charset="0"/>
              <a:buChar char="•"/>
              <a:tabLst/>
              <a:defRPr/>
            </a:pPr>
            <a:r>
              <a:rPr kumimoji="0" lang="fr-FR" sz="1200" i="0" u="none" strike="noStrike" kern="1200" cap="none" spc="0" normalizeH="0" baseline="0" noProof="0">
                <a:ln>
                  <a:noFill/>
                </a:ln>
                <a:solidFill>
                  <a:srgbClr val="000000">
                    <a:lumMod val="75000"/>
                    <a:lumOff val="25000"/>
                  </a:srgbClr>
                </a:solidFill>
                <a:effectLst/>
                <a:uLnTx/>
                <a:uFillTx/>
                <a:latin typeface="+mj-lt"/>
              </a:rPr>
              <a:t>Une </a:t>
            </a:r>
            <a:r>
              <a:rPr lang="fr-FR" sz="1200" b="1">
                <a:solidFill>
                  <a:srgbClr val="3C3732"/>
                </a:solidFill>
                <a:latin typeface="Avenir Next LT Pro Demi" panose="020B0704020202020204" pitchFamily="34" charset="0"/>
                <a:ea typeface="ＭＳ Ｐゴシック" charset="-128"/>
              </a:rPr>
              <a:t>checklist des bonnes questions à se poser pour soi-même et pour son collectif </a:t>
            </a:r>
            <a:r>
              <a:rPr kumimoji="0" lang="fr-FR" sz="1200" i="0" u="none" strike="noStrike" kern="1200" cap="none" spc="0" normalizeH="0" baseline="0" noProof="0">
                <a:ln>
                  <a:noFill/>
                </a:ln>
                <a:solidFill>
                  <a:srgbClr val="000000">
                    <a:lumMod val="75000"/>
                    <a:lumOff val="25000"/>
                  </a:srgbClr>
                </a:solidFill>
                <a:effectLst/>
                <a:uLnTx/>
                <a:uFillTx/>
                <a:latin typeface="+mj-lt"/>
              </a:rPr>
              <a:t>afin de passer en revue les facteurs humains, d’identifier les risques et d’anticiper les mesures d’accompagnement à prévoir.</a:t>
            </a:r>
          </a:p>
          <a:p>
            <a:pPr marL="104775" marR="0" lvl="0" indent="-104775" algn="just" defTabSz="914355" rtl="0" eaLnBrk="1" fontAlgn="auto" latinLnBrk="0" hangingPunct="1">
              <a:lnSpc>
                <a:spcPct val="105000"/>
              </a:lnSpc>
              <a:spcBef>
                <a:spcPts val="0"/>
              </a:spcBef>
              <a:spcAft>
                <a:spcPts val="0"/>
              </a:spcAft>
              <a:buClrTx/>
              <a:buSzTx/>
              <a:buFont typeface="Arial" panose="020B0604020202020204" pitchFamily="34" charset="0"/>
              <a:buChar char="•"/>
              <a:tabLst/>
              <a:defRPr/>
            </a:pPr>
            <a:endParaRPr kumimoji="0" lang="fr-FR" sz="1200" i="0" u="none" strike="noStrike" kern="1200" cap="none" spc="0" normalizeH="0" baseline="0" noProof="0">
              <a:ln>
                <a:noFill/>
              </a:ln>
              <a:solidFill>
                <a:srgbClr val="000000">
                  <a:lumMod val="75000"/>
                  <a:lumOff val="25000"/>
                </a:srgbClr>
              </a:solidFill>
              <a:effectLst/>
              <a:uLnTx/>
              <a:uFillTx/>
              <a:latin typeface="+mj-lt"/>
            </a:endParaRPr>
          </a:p>
          <a:p>
            <a:pPr marL="104775" marR="0" lvl="0" indent="-104775" algn="just" defTabSz="914355" rtl="0" eaLnBrk="1" fontAlgn="auto" latinLnBrk="0" hangingPunct="1">
              <a:lnSpc>
                <a:spcPct val="105000"/>
              </a:lnSpc>
              <a:spcBef>
                <a:spcPts val="0"/>
              </a:spcBef>
              <a:spcAft>
                <a:spcPts val="0"/>
              </a:spcAft>
              <a:buClrTx/>
              <a:buSzTx/>
              <a:buFont typeface="Arial" panose="020B0604020202020204" pitchFamily="34" charset="0"/>
              <a:buChar char="•"/>
              <a:tabLst/>
              <a:defRPr/>
            </a:pPr>
            <a:r>
              <a:rPr kumimoji="0" lang="fr-FR" sz="1200" i="0" u="none" strike="noStrike" kern="1200" cap="none" spc="0" normalizeH="0" baseline="0" noProof="0">
                <a:ln>
                  <a:noFill/>
                </a:ln>
                <a:solidFill>
                  <a:srgbClr val="000000">
                    <a:lumMod val="75000"/>
                    <a:lumOff val="25000"/>
                  </a:srgbClr>
                </a:solidFill>
                <a:effectLst/>
                <a:uLnTx/>
                <a:uFillTx/>
                <a:latin typeface="+mj-lt"/>
              </a:rPr>
              <a:t>Des </a:t>
            </a:r>
            <a:r>
              <a:rPr lang="fr-FR" sz="1200" b="1">
                <a:solidFill>
                  <a:srgbClr val="3C3732"/>
                </a:solidFill>
                <a:latin typeface="Avenir Next LT Pro Demi" panose="020B0704020202020204" pitchFamily="34" charset="0"/>
                <a:ea typeface="ＭＳ Ｐゴシック" charset="-128"/>
              </a:rPr>
              <a:t>ressources par thème pour aller plus loin </a:t>
            </a:r>
            <a:r>
              <a:rPr lang="fr-FR" sz="1200">
                <a:solidFill>
                  <a:srgbClr val="000000">
                    <a:lumMod val="75000"/>
                    <a:lumOff val="25000"/>
                  </a:srgbClr>
                </a:solidFill>
                <a:latin typeface="+mj-lt"/>
              </a:rPr>
              <a:t>si vous le souhaitez ou si vous en avez besoin.</a:t>
            </a:r>
          </a:p>
        </p:txBody>
      </p:sp>
      <p:sp>
        <p:nvSpPr>
          <p:cNvPr id="28" name="Titre 1">
            <a:extLst>
              <a:ext uri="{FF2B5EF4-FFF2-40B4-BE49-F238E27FC236}">
                <a16:creationId xmlns:a16="http://schemas.microsoft.com/office/drawing/2014/main" id="{0EFA270E-FA9C-3451-F135-A3B00D9D63C0}"/>
              </a:ext>
            </a:extLst>
          </p:cNvPr>
          <p:cNvSpPr txBox="1">
            <a:spLocks/>
          </p:cNvSpPr>
          <p:nvPr/>
        </p:nvSpPr>
        <p:spPr bwMode="gray">
          <a:xfrm>
            <a:off x="386915" y="307100"/>
            <a:ext cx="11418170" cy="620713"/>
          </a:xfrm>
          <a:prstGeom prst="rect">
            <a:avLst/>
          </a:prstGeom>
        </p:spPr>
        <p:txBody>
          <a:bodyPr vert="horz" wrap="square" lIns="0" tIns="0" rIns="0" bIns="0" numCol="1" anchor="t" anchorCtr="0" compatLnSpc="1">
            <a:prstTxWarp prst="textNoShape">
              <a:avLst/>
            </a:prstTxWarp>
            <a:normAutofit/>
          </a:bodyPr>
          <a:lstStyle>
            <a:lvl1pPr algn="l" rtl="0" eaLnBrk="0" fontAlgn="base" hangingPunct="0">
              <a:lnSpc>
                <a:spcPct val="90000"/>
              </a:lnSpc>
              <a:spcBef>
                <a:spcPct val="0"/>
              </a:spcBef>
              <a:spcAft>
                <a:spcPct val="0"/>
              </a:spcAft>
              <a:defRPr sz="3200" kern="1200" cap="all">
                <a:solidFill>
                  <a:schemeClr val="accent1"/>
                </a:solidFill>
                <a:latin typeface="+mj-lt"/>
                <a:ea typeface="ＭＳ Ｐゴシック" charset="-128"/>
                <a:cs typeface="+mj-cs"/>
              </a:defRPr>
            </a:lvl1pPr>
            <a:lvl2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2pPr>
            <a:lvl3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3pPr>
            <a:lvl4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4pPr>
            <a:lvl5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5pPr>
            <a:lvl6pPr marL="454358" algn="l" rtl="0" fontAlgn="base">
              <a:lnSpc>
                <a:spcPct val="90000"/>
              </a:lnSpc>
              <a:spcBef>
                <a:spcPct val="0"/>
              </a:spcBef>
              <a:spcAft>
                <a:spcPct val="0"/>
              </a:spcAft>
              <a:defRPr sz="3200">
                <a:solidFill>
                  <a:schemeClr val="accent1"/>
                </a:solidFill>
                <a:latin typeface="Avenir LT Std 65 Medium" charset="0"/>
                <a:ea typeface="ＭＳ Ｐゴシック" charset="-128"/>
              </a:defRPr>
            </a:lvl6pPr>
            <a:lvl7pPr marL="908712" algn="l" rtl="0" fontAlgn="base">
              <a:lnSpc>
                <a:spcPct val="90000"/>
              </a:lnSpc>
              <a:spcBef>
                <a:spcPct val="0"/>
              </a:spcBef>
              <a:spcAft>
                <a:spcPct val="0"/>
              </a:spcAft>
              <a:defRPr sz="3200">
                <a:solidFill>
                  <a:schemeClr val="accent1"/>
                </a:solidFill>
                <a:latin typeface="Avenir LT Std 65 Medium" charset="0"/>
                <a:ea typeface="ＭＳ Ｐゴシック" charset="-128"/>
              </a:defRPr>
            </a:lvl7pPr>
            <a:lvl8pPr marL="1363055" algn="l" rtl="0" fontAlgn="base">
              <a:lnSpc>
                <a:spcPct val="90000"/>
              </a:lnSpc>
              <a:spcBef>
                <a:spcPct val="0"/>
              </a:spcBef>
              <a:spcAft>
                <a:spcPct val="0"/>
              </a:spcAft>
              <a:defRPr sz="3200">
                <a:solidFill>
                  <a:schemeClr val="accent1"/>
                </a:solidFill>
                <a:latin typeface="Avenir LT Std 65 Medium" charset="0"/>
                <a:ea typeface="ＭＳ Ｐゴシック" charset="-128"/>
              </a:defRPr>
            </a:lvl8pPr>
            <a:lvl9pPr marL="1817417" algn="l" rtl="0" fontAlgn="base">
              <a:lnSpc>
                <a:spcPct val="90000"/>
              </a:lnSpc>
              <a:spcBef>
                <a:spcPct val="0"/>
              </a:spcBef>
              <a:spcAft>
                <a:spcPct val="0"/>
              </a:spcAft>
              <a:defRPr sz="3200">
                <a:solidFill>
                  <a:schemeClr val="accent1"/>
                </a:solidFill>
                <a:latin typeface="Avenir LT Std 65 Medium" charset="0"/>
                <a:ea typeface="ＭＳ Ｐゴシック"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fr-FR" sz="2400" b="1" i="0" u="none" strike="noStrike" kern="1200" cap="all" spc="0" normalizeH="0" baseline="0" noProof="0">
                <a:ln>
                  <a:noFill/>
                </a:ln>
                <a:solidFill>
                  <a:srgbClr val="009AA6"/>
                </a:solidFill>
                <a:effectLst/>
                <a:uLnTx/>
                <a:uFillTx/>
                <a:latin typeface="Avenir LT Std 65 Medium" panose="020B0803020203020204" pitchFamily="34" charset="0"/>
                <a:ea typeface="ＭＳ Ｐゴシック" charset="-128"/>
                <a:cs typeface="+mj-cs"/>
              </a:rPr>
              <a:t>Un kit pour accompagner l’humain et la prévention des RPS</a:t>
            </a:r>
          </a:p>
        </p:txBody>
      </p:sp>
      <p:sp>
        <p:nvSpPr>
          <p:cNvPr id="29" name="Rectangle 28">
            <a:extLst>
              <a:ext uri="{FF2B5EF4-FFF2-40B4-BE49-F238E27FC236}">
                <a16:creationId xmlns:a16="http://schemas.microsoft.com/office/drawing/2014/main" id="{E47342BE-84A7-90C3-7454-A6C92666CFC3}"/>
              </a:ext>
            </a:extLst>
          </p:cNvPr>
          <p:cNvSpPr/>
          <p:nvPr/>
        </p:nvSpPr>
        <p:spPr>
          <a:xfrm>
            <a:off x="780999" y="1414439"/>
            <a:ext cx="3132015" cy="4592529"/>
          </a:xfrm>
          <a:prstGeom prst="rect">
            <a:avLst/>
          </a:prstGeom>
          <a:solidFill>
            <a:srgbClr val="71A9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FFFFFF"/>
              </a:solidFill>
              <a:effectLst/>
              <a:uLnTx/>
              <a:uFillTx/>
              <a:latin typeface="Avenir LT Std 45 Book"/>
              <a:ea typeface="+mn-ea"/>
              <a:cs typeface="+mn-cs"/>
            </a:endParaRPr>
          </a:p>
        </p:txBody>
      </p:sp>
      <p:sp>
        <p:nvSpPr>
          <p:cNvPr id="31" name="Rectangle 30">
            <a:extLst>
              <a:ext uri="{FF2B5EF4-FFF2-40B4-BE49-F238E27FC236}">
                <a16:creationId xmlns:a16="http://schemas.microsoft.com/office/drawing/2014/main" id="{70237895-4DC8-F0BD-931E-4699B395B43C}"/>
              </a:ext>
            </a:extLst>
          </p:cNvPr>
          <p:cNvSpPr/>
          <p:nvPr/>
        </p:nvSpPr>
        <p:spPr>
          <a:xfrm>
            <a:off x="1019220" y="1711648"/>
            <a:ext cx="2657380" cy="40111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FFFFFF"/>
              </a:solidFill>
              <a:effectLst/>
              <a:uLnTx/>
              <a:uFillTx/>
              <a:latin typeface="Avenir LT Std 45 Book"/>
              <a:ea typeface="+mn-ea"/>
              <a:cs typeface="+mn-cs"/>
            </a:endParaRPr>
          </a:p>
        </p:txBody>
      </p:sp>
      <p:sp>
        <p:nvSpPr>
          <p:cNvPr id="32" name="Espace réservé du contenu 2">
            <a:extLst>
              <a:ext uri="{FF2B5EF4-FFF2-40B4-BE49-F238E27FC236}">
                <a16:creationId xmlns:a16="http://schemas.microsoft.com/office/drawing/2014/main" id="{0D26D3D9-BB74-EE00-A1A4-9B393F0700BD}"/>
              </a:ext>
            </a:extLst>
          </p:cNvPr>
          <p:cNvSpPr txBox="1">
            <a:spLocks/>
          </p:cNvSpPr>
          <p:nvPr/>
        </p:nvSpPr>
        <p:spPr>
          <a:xfrm>
            <a:off x="2059223" y="2156870"/>
            <a:ext cx="1908610" cy="275717"/>
          </a:xfrm>
          <a:prstGeom prst="rect">
            <a:avLst/>
          </a:prstGeom>
        </p:spPr>
        <p:txBody>
          <a:bodyPr vert="horz" wrap="square" lIns="0" tIns="0" rIns="0" bIns="0" rtlCol="0">
            <a:spAutoFit/>
          </a:bodyPr>
          <a:lstStyle>
            <a:lvl1pPr marL="0" indent="0" algn="l" defTabSz="914355" rtl="0" eaLnBrk="1" latinLnBrk="0" hangingPunct="1">
              <a:lnSpc>
                <a:spcPct val="105000"/>
              </a:lnSpc>
              <a:spcBef>
                <a:spcPts val="0"/>
              </a:spcBef>
              <a:buFont typeface="Arial" panose="020B0604020202020204" pitchFamily="34" charset="0"/>
              <a:buNone/>
              <a:defRPr sz="1800" kern="1200">
                <a:solidFill>
                  <a:schemeClr val="accent2"/>
                </a:solidFill>
                <a:latin typeface="+mn-lt"/>
                <a:ea typeface="+mn-ea"/>
                <a:cs typeface="+mn-cs"/>
              </a:defRPr>
            </a:lvl1pPr>
            <a:lvl2pPr marL="0" indent="0" algn="l" defTabSz="914355" rtl="0" eaLnBrk="1" latinLnBrk="0" hangingPunct="1">
              <a:lnSpc>
                <a:spcPct val="105000"/>
              </a:lnSpc>
              <a:spcBef>
                <a:spcPts val="0"/>
              </a:spcBef>
              <a:buFont typeface="Arial" panose="020B0604020202020204" pitchFamily="34" charset="0"/>
              <a:buNone/>
              <a:defRPr sz="1800" b="1" kern="1200">
                <a:solidFill>
                  <a:schemeClr val="accent2"/>
                </a:solidFill>
                <a:latin typeface="+mj-lt"/>
                <a:ea typeface="+mn-ea"/>
                <a:cs typeface="+mn-cs"/>
              </a:defRPr>
            </a:lvl2pPr>
            <a:lvl3pPr marL="238125" indent="-238125" algn="l" defTabSz="914355" rtl="0" eaLnBrk="1" latinLnBrk="0" hangingPunct="1">
              <a:lnSpc>
                <a:spcPct val="105000"/>
              </a:lnSpc>
              <a:spcBef>
                <a:spcPts val="0"/>
              </a:spcBef>
              <a:buFontTx/>
              <a:buBlip>
                <a:blip r:embed="rId4"/>
              </a:buBlip>
              <a:defRPr lang="fr-FR" sz="1800" kern="1200" smtClean="0">
                <a:solidFill>
                  <a:schemeClr val="accent2"/>
                </a:solidFill>
                <a:latin typeface="+mn-lt"/>
                <a:ea typeface="+mn-ea"/>
                <a:cs typeface="+mn-cs"/>
              </a:defRPr>
            </a:lvl3pPr>
            <a:lvl4pPr marL="438150" indent="-203200" algn="l" defTabSz="914355" rtl="0" eaLnBrk="1" latinLnBrk="0" hangingPunct="1">
              <a:lnSpc>
                <a:spcPct val="105000"/>
              </a:lnSpc>
              <a:spcBef>
                <a:spcPts val="0"/>
              </a:spcBef>
              <a:buFontTx/>
              <a:buChar char="+"/>
              <a:defRPr lang="fr-FR" sz="1800" kern="1200" dirty="0">
                <a:solidFill>
                  <a:schemeClr val="accent2"/>
                </a:solidFill>
                <a:latin typeface="+mn-lt"/>
                <a:ea typeface="+mn-ea"/>
                <a:cs typeface="+mn-cs"/>
              </a:defRPr>
            </a:lvl4pPr>
            <a:lvl5pPr marL="657225" indent="-212725" algn="l" defTabSz="914355" rtl="0" eaLnBrk="1" latinLnBrk="0" hangingPunct="1">
              <a:lnSpc>
                <a:spcPct val="105000"/>
              </a:lnSpc>
              <a:spcBef>
                <a:spcPts val="0"/>
              </a:spcBef>
              <a:buFontTx/>
              <a:buChar char="−"/>
              <a:defRPr sz="1600" kern="1200">
                <a:solidFill>
                  <a:schemeClr val="accent2"/>
                </a:solidFill>
                <a:latin typeface="+mn-lt"/>
                <a:ea typeface="+mn-ea"/>
                <a:cs typeface="+mn-cs"/>
              </a:defRPr>
            </a:lvl5pPr>
            <a:lvl6pPr marL="2514475"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355" rtl="0" eaLnBrk="1" fontAlgn="auto" latinLnBrk="0" hangingPunct="1">
              <a:lnSpc>
                <a:spcPct val="105000"/>
              </a:lnSpc>
              <a:spcBef>
                <a:spcPts val="0"/>
              </a:spcBef>
              <a:spcAft>
                <a:spcPts val="0"/>
              </a:spcAft>
              <a:buClrTx/>
              <a:buSzTx/>
              <a:buFont typeface="Arial" panose="020B0604020202020204" pitchFamily="34" charset="0"/>
              <a:buNone/>
              <a:tabLst/>
              <a:defRPr/>
            </a:pPr>
            <a:r>
              <a:rPr kumimoji="0" lang="fr-FR" b="1" i="0" u="none" strike="noStrike" kern="1200" cap="none" spc="0" normalizeH="0" baseline="0" noProof="0">
                <a:ln>
                  <a:noFill/>
                </a:ln>
                <a:solidFill>
                  <a:srgbClr val="306A92"/>
                </a:solidFill>
                <a:effectLst/>
                <a:uLnTx/>
                <a:uFillTx/>
                <a:latin typeface="Avenir LT Std 65 Medium"/>
                <a:ea typeface="+mn-ea"/>
                <a:cs typeface="+mn-cs"/>
              </a:rPr>
              <a:t>Pour qui ?</a:t>
            </a:r>
          </a:p>
        </p:txBody>
      </p:sp>
      <p:sp>
        <p:nvSpPr>
          <p:cNvPr id="33" name="ZoneTexte 32">
            <a:extLst>
              <a:ext uri="{FF2B5EF4-FFF2-40B4-BE49-F238E27FC236}">
                <a16:creationId xmlns:a16="http://schemas.microsoft.com/office/drawing/2014/main" id="{E6B90331-943D-88FD-C31D-E2C25C8FF91F}"/>
              </a:ext>
            </a:extLst>
          </p:cNvPr>
          <p:cNvSpPr txBox="1"/>
          <p:nvPr/>
        </p:nvSpPr>
        <p:spPr>
          <a:xfrm>
            <a:off x="1028642" y="2910292"/>
            <a:ext cx="2533555" cy="1905137"/>
          </a:xfrm>
          <a:prstGeom prst="rect">
            <a:avLst/>
          </a:prstGeom>
          <a:noFill/>
        </p:spPr>
        <p:txBody>
          <a:bodyPr wrap="square" anchor="t">
            <a:spAutoFit/>
          </a:bodyPr>
          <a:lstStyle/>
          <a:p>
            <a:pPr marL="0" marR="0" lvl="0" indent="0" algn="just" defTabSz="914355" rtl="0" eaLnBrk="1" fontAlgn="auto" latinLnBrk="0" hangingPunct="1">
              <a:lnSpc>
                <a:spcPct val="105000"/>
              </a:lnSpc>
              <a:spcBef>
                <a:spcPts val="0"/>
              </a:spcBef>
              <a:spcAft>
                <a:spcPts val="600"/>
              </a:spcAft>
              <a:buClrTx/>
              <a:buSzTx/>
              <a:buFontTx/>
              <a:buNone/>
              <a:tabLst/>
              <a:defRPr/>
            </a:pPr>
            <a:r>
              <a:rPr kumimoji="0" lang="fr-FR" sz="1200" b="0" i="0" u="none" strike="noStrike" kern="1200" cap="none" spc="0" normalizeH="0" baseline="0" noProof="0" dirty="0">
                <a:ln>
                  <a:noFill/>
                </a:ln>
                <a:solidFill>
                  <a:srgbClr val="000000">
                    <a:lumMod val="75000"/>
                    <a:lumOff val="25000"/>
                  </a:srgbClr>
                </a:solidFill>
                <a:effectLst/>
                <a:uLnTx/>
                <a:uFillTx/>
                <a:latin typeface="Avenir LT Std 45 Book"/>
              </a:rPr>
              <a:t>Un </a:t>
            </a:r>
            <a:r>
              <a:rPr lang="fr-FR" sz="1200" dirty="0">
                <a:solidFill>
                  <a:srgbClr val="3C3732"/>
                </a:solidFill>
                <a:latin typeface="Avenir Next LT Pro Demi" panose="020B0704020202020204" pitchFamily="34" charset="0"/>
              </a:rPr>
              <a:t>kit unique pour toutes les sociétés </a:t>
            </a:r>
            <a:r>
              <a:rPr kumimoji="0" lang="fr-FR" sz="1200" b="0" i="0" u="none" strike="noStrike" kern="1200" cap="none" spc="0" normalizeH="0" baseline="0" noProof="0" dirty="0">
                <a:ln>
                  <a:noFill/>
                </a:ln>
                <a:solidFill>
                  <a:srgbClr val="000000">
                    <a:lumMod val="75000"/>
                    <a:lumOff val="25000"/>
                  </a:srgbClr>
                </a:solidFill>
                <a:effectLst/>
                <a:uLnTx/>
                <a:uFillTx/>
                <a:latin typeface="Avenir LT Std 45 Book"/>
              </a:rPr>
              <a:t>du groupe.</a:t>
            </a:r>
          </a:p>
          <a:p>
            <a:pPr marL="0" marR="0" lvl="0" indent="0" algn="just" defTabSz="914355" rtl="0" eaLnBrk="1" fontAlgn="auto" latinLnBrk="0" hangingPunct="1">
              <a:lnSpc>
                <a:spcPct val="105000"/>
              </a:lnSpc>
              <a:spcBef>
                <a:spcPts val="0"/>
              </a:spcBef>
              <a:spcAft>
                <a:spcPts val="600"/>
              </a:spcAft>
              <a:buClrTx/>
              <a:buSzTx/>
              <a:buFontTx/>
              <a:buNone/>
              <a:tabLst/>
              <a:defRPr/>
            </a:pPr>
            <a:r>
              <a:rPr kumimoji="0" lang="fr-FR" sz="1200" b="0" i="0" u="none" strike="noStrike" kern="1200" cap="none" spc="0" normalizeH="0" baseline="0" noProof="0" dirty="0">
                <a:ln>
                  <a:noFill/>
                </a:ln>
                <a:solidFill>
                  <a:srgbClr val="000000">
                    <a:lumMod val="75000"/>
                    <a:lumOff val="25000"/>
                  </a:srgbClr>
                </a:solidFill>
                <a:effectLst/>
                <a:uLnTx/>
                <a:uFillTx/>
                <a:latin typeface="Avenir LT Std 45 Book"/>
              </a:rPr>
              <a:t>Ce kit s’adresse en priorité </a:t>
            </a:r>
            <a:r>
              <a:rPr lang="fr-FR" sz="1200" dirty="0">
                <a:solidFill>
                  <a:srgbClr val="000000">
                    <a:lumMod val="75000"/>
                    <a:lumOff val="25000"/>
                  </a:srgbClr>
                </a:solidFill>
                <a:latin typeface="Avenir LT Std 45 Book"/>
              </a:rPr>
              <a:t>aux :</a:t>
            </a:r>
          </a:p>
          <a:p>
            <a:pPr marL="269875" lvl="0" indent="-92075" algn="just">
              <a:buFont typeface="Arial" panose="020B0604020202020204" pitchFamily="34" charset="0"/>
              <a:buChar char="•"/>
              <a:defRPr/>
            </a:pPr>
            <a:r>
              <a:rPr lang="fr-FR" sz="1200" dirty="0">
                <a:solidFill>
                  <a:srgbClr val="3C3732"/>
                </a:solidFill>
                <a:latin typeface="Avenir Next LT Pro Demi" panose="020B0704020202020204" pitchFamily="34" charset="0"/>
              </a:rPr>
              <a:t>Managers </a:t>
            </a:r>
            <a:r>
              <a:rPr lang="fr-FR" sz="1200" dirty="0">
                <a:solidFill>
                  <a:srgbClr val="3C3732"/>
                </a:solidFill>
                <a:latin typeface="Avenir LT Std 35 Light" panose="020B0402020203020204" pitchFamily="34" charset="0"/>
              </a:rPr>
              <a:t>: </a:t>
            </a:r>
            <a:r>
              <a:rPr lang="fr-FR" sz="1200" dirty="0">
                <a:solidFill>
                  <a:srgbClr val="3C3732"/>
                </a:solidFill>
                <a:latin typeface="Avenir LT Std 35 Light" panose="020B0402020203020204" pitchFamily="34" charset="0"/>
                <a:sym typeface="Wingdings" panose="05000000000000000000" pitchFamily="2" charset="2"/>
              </a:rPr>
              <a:t>DET, DUO, DPX</a:t>
            </a:r>
          </a:p>
          <a:p>
            <a:pPr marL="269875" lvl="0" indent="-92075">
              <a:buFont typeface="Arial" panose="020B0604020202020204" pitchFamily="34" charset="0"/>
              <a:buChar char="•"/>
              <a:defRPr/>
            </a:pPr>
            <a:r>
              <a:rPr lang="fr-FR" sz="1200" dirty="0">
                <a:solidFill>
                  <a:srgbClr val="3C3732"/>
                </a:solidFill>
                <a:latin typeface="Avenir Next LT Pro Demi" panose="020B0704020202020204" pitchFamily="34" charset="0"/>
              </a:rPr>
              <a:t>Chefs / porteurs de projets.</a:t>
            </a:r>
            <a:endParaRPr lang="fr-FR" sz="1200" dirty="0">
              <a:solidFill>
                <a:srgbClr val="3C3732"/>
              </a:solidFill>
              <a:latin typeface="Avenir LT Std 35 Light" panose="020B0402020203020204" pitchFamily="34" charset="0"/>
            </a:endParaRPr>
          </a:p>
          <a:p>
            <a:pPr lvl="0" algn="just">
              <a:spcBef>
                <a:spcPts val="600"/>
              </a:spcBef>
              <a:defRPr/>
            </a:pPr>
            <a:r>
              <a:rPr lang="fr-FR" sz="1200" dirty="0">
                <a:solidFill>
                  <a:srgbClr val="3C3732"/>
                </a:solidFill>
                <a:latin typeface="Avenir LT Std 35 Light" panose="020B0402020203020204" pitchFamily="34" charset="0"/>
              </a:rPr>
              <a:t>Le kit est à disposition également des acteurs </a:t>
            </a:r>
            <a:r>
              <a:rPr lang="fr-FR" sz="1200" dirty="0">
                <a:solidFill>
                  <a:srgbClr val="000000">
                    <a:lumMod val="75000"/>
                    <a:lumOff val="25000"/>
                  </a:srgbClr>
                </a:solidFill>
                <a:latin typeface="Avenir LT Std 45 Book"/>
              </a:rPr>
              <a:t>RH et préventeurs.</a:t>
            </a:r>
          </a:p>
          <a:p>
            <a:pPr lvl="0" algn="just">
              <a:spcBef>
                <a:spcPts val="600"/>
              </a:spcBef>
              <a:defRPr/>
            </a:pPr>
            <a:endParaRPr lang="fr-FR" sz="1200" dirty="0">
              <a:solidFill>
                <a:srgbClr val="000000">
                  <a:lumMod val="75000"/>
                  <a:lumOff val="25000"/>
                </a:srgbClr>
              </a:solidFill>
              <a:latin typeface="Avenir LT Std 45 Book"/>
            </a:endParaRPr>
          </a:p>
        </p:txBody>
      </p:sp>
      <p:grpSp>
        <p:nvGrpSpPr>
          <p:cNvPr id="34" name="Groupe 33">
            <a:extLst>
              <a:ext uri="{FF2B5EF4-FFF2-40B4-BE49-F238E27FC236}">
                <a16:creationId xmlns:a16="http://schemas.microsoft.com/office/drawing/2014/main" id="{FD88C128-2364-63A5-4ADB-B477272E91FB}"/>
              </a:ext>
            </a:extLst>
          </p:cNvPr>
          <p:cNvGrpSpPr/>
          <p:nvPr/>
        </p:nvGrpSpPr>
        <p:grpSpPr>
          <a:xfrm>
            <a:off x="843814" y="1934823"/>
            <a:ext cx="1327334" cy="719811"/>
            <a:chOff x="3238330" y="1703559"/>
            <a:chExt cx="1327334" cy="719811"/>
          </a:xfrm>
        </p:grpSpPr>
        <p:sp>
          <p:nvSpPr>
            <p:cNvPr id="36" name="Espace réservé du contenu 2">
              <a:extLst>
                <a:ext uri="{FF2B5EF4-FFF2-40B4-BE49-F238E27FC236}">
                  <a16:creationId xmlns:a16="http://schemas.microsoft.com/office/drawing/2014/main" id="{74DC8B09-F7A8-8291-3C11-EEAE4C91BC44}"/>
                </a:ext>
              </a:extLst>
            </p:cNvPr>
            <p:cNvSpPr txBox="1">
              <a:spLocks/>
            </p:cNvSpPr>
            <p:nvPr/>
          </p:nvSpPr>
          <p:spPr>
            <a:xfrm>
              <a:off x="3238330" y="2170737"/>
              <a:ext cx="1327334" cy="252633"/>
            </a:xfrm>
            <a:prstGeom prst="rect">
              <a:avLst/>
            </a:prstGeom>
          </p:spPr>
          <p:txBody>
            <a:bodyPr vert="horz" wrap="square" lIns="0" tIns="0" rIns="0" bIns="0" rtlCol="0">
              <a:spAutoFit/>
            </a:bodyPr>
            <a:lstStyle>
              <a:lvl1pPr marL="0" indent="0" algn="l" defTabSz="914355" rtl="0" eaLnBrk="1" latinLnBrk="0" hangingPunct="1">
                <a:lnSpc>
                  <a:spcPct val="105000"/>
                </a:lnSpc>
                <a:spcBef>
                  <a:spcPts val="0"/>
                </a:spcBef>
                <a:buFont typeface="Arial" panose="020B0604020202020204" pitchFamily="34" charset="0"/>
                <a:buNone/>
                <a:defRPr sz="1800" kern="1200">
                  <a:solidFill>
                    <a:schemeClr val="accent2"/>
                  </a:solidFill>
                  <a:latin typeface="+mn-lt"/>
                  <a:ea typeface="+mn-ea"/>
                  <a:cs typeface="+mn-cs"/>
                </a:defRPr>
              </a:lvl1pPr>
              <a:lvl2pPr marL="0" indent="0" algn="l" defTabSz="914355" rtl="0" eaLnBrk="1" latinLnBrk="0" hangingPunct="1">
                <a:lnSpc>
                  <a:spcPct val="105000"/>
                </a:lnSpc>
                <a:spcBef>
                  <a:spcPts val="0"/>
                </a:spcBef>
                <a:buFont typeface="Arial" panose="020B0604020202020204" pitchFamily="34" charset="0"/>
                <a:buNone/>
                <a:defRPr sz="1800" b="1" kern="1200">
                  <a:solidFill>
                    <a:schemeClr val="accent2"/>
                  </a:solidFill>
                  <a:latin typeface="+mj-lt"/>
                  <a:ea typeface="+mn-ea"/>
                  <a:cs typeface="+mn-cs"/>
                </a:defRPr>
              </a:lvl2pPr>
              <a:lvl3pPr marL="238125" indent="-238125" algn="l" defTabSz="914355" rtl="0" eaLnBrk="1" latinLnBrk="0" hangingPunct="1">
                <a:lnSpc>
                  <a:spcPct val="105000"/>
                </a:lnSpc>
                <a:spcBef>
                  <a:spcPts val="0"/>
                </a:spcBef>
                <a:buFontTx/>
                <a:buBlip>
                  <a:blip r:embed="rId4"/>
                </a:buBlip>
                <a:defRPr lang="fr-FR" sz="1800" kern="1200" smtClean="0">
                  <a:solidFill>
                    <a:schemeClr val="accent2"/>
                  </a:solidFill>
                  <a:latin typeface="+mn-lt"/>
                  <a:ea typeface="+mn-ea"/>
                  <a:cs typeface="+mn-cs"/>
                </a:defRPr>
              </a:lvl3pPr>
              <a:lvl4pPr marL="438150" indent="-203200" algn="l" defTabSz="914355" rtl="0" eaLnBrk="1" latinLnBrk="0" hangingPunct="1">
                <a:lnSpc>
                  <a:spcPct val="105000"/>
                </a:lnSpc>
                <a:spcBef>
                  <a:spcPts val="0"/>
                </a:spcBef>
                <a:buFontTx/>
                <a:buChar char="+"/>
                <a:defRPr lang="fr-FR" sz="1800" kern="1200" dirty="0">
                  <a:solidFill>
                    <a:schemeClr val="accent2"/>
                  </a:solidFill>
                  <a:latin typeface="+mn-lt"/>
                  <a:ea typeface="+mn-ea"/>
                  <a:cs typeface="+mn-cs"/>
                </a:defRPr>
              </a:lvl4pPr>
              <a:lvl5pPr marL="657225" indent="-212725" algn="l" defTabSz="914355" rtl="0" eaLnBrk="1" latinLnBrk="0" hangingPunct="1">
                <a:lnSpc>
                  <a:spcPct val="105000"/>
                </a:lnSpc>
                <a:spcBef>
                  <a:spcPts val="0"/>
                </a:spcBef>
                <a:buFontTx/>
                <a:buChar char="−"/>
                <a:defRPr sz="1600" kern="1200">
                  <a:solidFill>
                    <a:schemeClr val="accent2"/>
                  </a:solidFill>
                  <a:latin typeface="+mn-lt"/>
                  <a:ea typeface="+mn-ea"/>
                  <a:cs typeface="+mn-cs"/>
                </a:defRPr>
              </a:lvl5pPr>
              <a:lvl6pPr marL="2514475"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marR="0" lvl="0" indent="-285750" algn="ctr" defTabSz="914355" rtl="0" eaLnBrk="1" fontAlgn="auto" latinLnBrk="0" hangingPunct="1">
                <a:lnSpc>
                  <a:spcPct val="105000"/>
                </a:lnSpc>
                <a:spcBef>
                  <a:spcPts val="0"/>
                </a:spcBef>
                <a:spcAft>
                  <a:spcPts val="0"/>
                </a:spcAft>
                <a:buClrTx/>
                <a:buSzTx/>
                <a:buFontTx/>
                <a:buChar char="-"/>
                <a:tabLst/>
                <a:defRPr/>
              </a:pPr>
              <a:endParaRPr kumimoji="0" lang="fr-FR" sz="1600" b="0" i="0" u="none" strike="noStrike" kern="1200" cap="none" spc="0" normalizeH="0" baseline="0" noProof="0">
                <a:ln>
                  <a:noFill/>
                </a:ln>
                <a:solidFill>
                  <a:srgbClr val="002B29">
                    <a:lumMod val="75000"/>
                    <a:lumOff val="25000"/>
                  </a:srgbClr>
                </a:solidFill>
                <a:effectLst/>
                <a:uLnTx/>
                <a:uFillTx/>
                <a:latin typeface="Avenir LT Std 45 Book"/>
                <a:ea typeface="+mn-ea"/>
                <a:cs typeface="+mn-cs"/>
              </a:endParaRPr>
            </a:p>
          </p:txBody>
        </p:sp>
        <p:grpSp>
          <p:nvGrpSpPr>
            <p:cNvPr id="39" name="Groupe 38">
              <a:extLst>
                <a:ext uri="{FF2B5EF4-FFF2-40B4-BE49-F238E27FC236}">
                  <a16:creationId xmlns:a16="http://schemas.microsoft.com/office/drawing/2014/main" id="{6C44DD5D-2E73-F55B-0A27-37C3DC6AFC5D}"/>
                </a:ext>
              </a:extLst>
            </p:cNvPr>
            <p:cNvGrpSpPr/>
            <p:nvPr/>
          </p:nvGrpSpPr>
          <p:grpSpPr>
            <a:xfrm>
              <a:off x="3595997" y="1703559"/>
              <a:ext cx="612000" cy="612000"/>
              <a:chOff x="4157928" y="1427425"/>
              <a:chExt cx="396000" cy="396000"/>
            </a:xfrm>
          </p:grpSpPr>
          <p:sp>
            <p:nvSpPr>
              <p:cNvPr id="40" name="Ellipse 39">
                <a:extLst>
                  <a:ext uri="{FF2B5EF4-FFF2-40B4-BE49-F238E27FC236}">
                    <a16:creationId xmlns:a16="http://schemas.microsoft.com/office/drawing/2014/main" id="{FC3A0CF2-3547-A763-40E1-037329199975}"/>
                  </a:ext>
                </a:extLst>
              </p:cNvPr>
              <p:cNvSpPr/>
              <p:nvPr/>
            </p:nvSpPr>
            <p:spPr>
              <a:xfrm>
                <a:off x="4157928" y="1427425"/>
                <a:ext cx="396000" cy="396000"/>
              </a:xfrm>
              <a:prstGeom prst="ellipse">
                <a:avLst/>
              </a:prstGeom>
              <a:solidFill>
                <a:srgbClr val="71A9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a:p>
            </p:txBody>
          </p:sp>
          <p:grpSp>
            <p:nvGrpSpPr>
              <p:cNvPr id="41" name="Groupe 40">
                <a:extLst>
                  <a:ext uri="{FF2B5EF4-FFF2-40B4-BE49-F238E27FC236}">
                    <a16:creationId xmlns:a16="http://schemas.microsoft.com/office/drawing/2014/main" id="{338B3297-D175-D848-B9E3-DDF3CD611227}"/>
                  </a:ext>
                </a:extLst>
              </p:cNvPr>
              <p:cNvGrpSpPr/>
              <p:nvPr/>
            </p:nvGrpSpPr>
            <p:grpSpPr>
              <a:xfrm>
                <a:off x="4196853" y="1502691"/>
                <a:ext cx="318150" cy="245469"/>
                <a:chOff x="4226301" y="1509711"/>
                <a:chExt cx="318150" cy="245469"/>
              </a:xfrm>
            </p:grpSpPr>
            <p:pic>
              <p:nvPicPr>
                <p:cNvPr id="42" name="Graphique 41" descr="Enveloppe avec un remplissage uni">
                  <a:extLst>
                    <a:ext uri="{FF2B5EF4-FFF2-40B4-BE49-F238E27FC236}">
                      <a16:creationId xmlns:a16="http://schemas.microsoft.com/office/drawing/2014/main" id="{5AEF9E65-8AEA-DFF7-D91D-65AFC3DE118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226301" y="1509711"/>
                  <a:ext cx="245469" cy="245469"/>
                </a:xfrm>
                <a:prstGeom prst="rect">
                  <a:avLst/>
                </a:prstGeom>
              </p:spPr>
            </p:pic>
            <p:sp>
              <p:nvSpPr>
                <p:cNvPr id="43" name="Flèche : droite 42">
                  <a:extLst>
                    <a:ext uri="{FF2B5EF4-FFF2-40B4-BE49-F238E27FC236}">
                      <a16:creationId xmlns:a16="http://schemas.microsoft.com/office/drawing/2014/main" id="{769EBBFA-DBD2-2333-2F15-3B3406A18164}"/>
                    </a:ext>
                  </a:extLst>
                </p:cNvPr>
                <p:cNvSpPr/>
                <p:nvPr/>
              </p:nvSpPr>
              <p:spPr>
                <a:xfrm>
                  <a:off x="4414746" y="1558818"/>
                  <a:ext cx="129705" cy="148510"/>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a:p>
              </p:txBody>
            </p:sp>
          </p:grpSp>
        </p:grpSp>
      </p:grpSp>
      <p:sp>
        <p:nvSpPr>
          <p:cNvPr id="45" name="Espace réservé du contenu 2">
            <a:extLst>
              <a:ext uri="{FF2B5EF4-FFF2-40B4-BE49-F238E27FC236}">
                <a16:creationId xmlns:a16="http://schemas.microsoft.com/office/drawing/2014/main" id="{0DBACCA3-E1B9-41E1-5468-A606895ABF2F}"/>
              </a:ext>
            </a:extLst>
          </p:cNvPr>
          <p:cNvSpPr txBox="1">
            <a:spLocks/>
          </p:cNvSpPr>
          <p:nvPr/>
        </p:nvSpPr>
        <p:spPr>
          <a:xfrm>
            <a:off x="9260568" y="2011446"/>
            <a:ext cx="1756493" cy="566565"/>
          </a:xfrm>
          <a:prstGeom prst="rect">
            <a:avLst/>
          </a:prstGeom>
        </p:spPr>
        <p:txBody>
          <a:bodyPr vert="horz" wrap="square" lIns="0" tIns="0" rIns="0" bIns="0" rtlCol="0">
            <a:spAutoFit/>
          </a:bodyPr>
          <a:lstStyle>
            <a:lvl1pPr marL="0" indent="0" algn="l" defTabSz="914355" rtl="0" eaLnBrk="1" latinLnBrk="0" hangingPunct="1">
              <a:lnSpc>
                <a:spcPct val="105000"/>
              </a:lnSpc>
              <a:spcBef>
                <a:spcPts val="0"/>
              </a:spcBef>
              <a:buFont typeface="Arial" panose="020B0604020202020204" pitchFamily="34" charset="0"/>
              <a:buNone/>
              <a:defRPr sz="1800" kern="1200">
                <a:solidFill>
                  <a:schemeClr val="accent2"/>
                </a:solidFill>
                <a:latin typeface="+mn-lt"/>
                <a:ea typeface="+mn-ea"/>
                <a:cs typeface="+mn-cs"/>
              </a:defRPr>
            </a:lvl1pPr>
            <a:lvl2pPr marL="0" indent="0" algn="l" defTabSz="914355" rtl="0" eaLnBrk="1" latinLnBrk="0" hangingPunct="1">
              <a:lnSpc>
                <a:spcPct val="105000"/>
              </a:lnSpc>
              <a:spcBef>
                <a:spcPts val="0"/>
              </a:spcBef>
              <a:buFont typeface="Arial" panose="020B0604020202020204" pitchFamily="34" charset="0"/>
              <a:buNone/>
              <a:defRPr sz="1800" b="1" kern="1200">
                <a:solidFill>
                  <a:schemeClr val="accent2"/>
                </a:solidFill>
                <a:latin typeface="+mj-lt"/>
                <a:ea typeface="+mn-ea"/>
                <a:cs typeface="+mn-cs"/>
              </a:defRPr>
            </a:lvl2pPr>
            <a:lvl3pPr marL="238125" indent="-238125" algn="l" defTabSz="914355" rtl="0" eaLnBrk="1" latinLnBrk="0" hangingPunct="1">
              <a:lnSpc>
                <a:spcPct val="105000"/>
              </a:lnSpc>
              <a:spcBef>
                <a:spcPts val="0"/>
              </a:spcBef>
              <a:buFontTx/>
              <a:buBlip>
                <a:blip r:embed="rId4"/>
              </a:buBlip>
              <a:defRPr lang="fr-FR" sz="1800" kern="1200" smtClean="0">
                <a:solidFill>
                  <a:schemeClr val="accent2"/>
                </a:solidFill>
                <a:latin typeface="+mn-lt"/>
                <a:ea typeface="+mn-ea"/>
                <a:cs typeface="+mn-cs"/>
              </a:defRPr>
            </a:lvl3pPr>
            <a:lvl4pPr marL="438150" indent="-203200" algn="l" defTabSz="914355" rtl="0" eaLnBrk="1" latinLnBrk="0" hangingPunct="1">
              <a:lnSpc>
                <a:spcPct val="105000"/>
              </a:lnSpc>
              <a:spcBef>
                <a:spcPts val="0"/>
              </a:spcBef>
              <a:buFontTx/>
              <a:buChar char="+"/>
              <a:defRPr lang="fr-FR" sz="1800" kern="1200" dirty="0">
                <a:solidFill>
                  <a:schemeClr val="accent2"/>
                </a:solidFill>
                <a:latin typeface="+mn-lt"/>
                <a:ea typeface="+mn-ea"/>
                <a:cs typeface="+mn-cs"/>
              </a:defRPr>
            </a:lvl4pPr>
            <a:lvl5pPr marL="657225" indent="-212725" algn="l" defTabSz="914355" rtl="0" eaLnBrk="1" latinLnBrk="0" hangingPunct="1">
              <a:lnSpc>
                <a:spcPct val="105000"/>
              </a:lnSpc>
              <a:spcBef>
                <a:spcPts val="0"/>
              </a:spcBef>
              <a:buFontTx/>
              <a:buChar char="−"/>
              <a:defRPr sz="1600" kern="1200">
                <a:solidFill>
                  <a:schemeClr val="accent2"/>
                </a:solidFill>
                <a:latin typeface="+mn-lt"/>
                <a:ea typeface="+mn-ea"/>
                <a:cs typeface="+mn-cs"/>
              </a:defRPr>
            </a:lvl5pPr>
            <a:lvl6pPr marL="2514475"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355" rtl="0" eaLnBrk="1" fontAlgn="auto" latinLnBrk="0" hangingPunct="1">
              <a:lnSpc>
                <a:spcPct val="105000"/>
              </a:lnSpc>
              <a:spcBef>
                <a:spcPts val="0"/>
              </a:spcBef>
              <a:spcAft>
                <a:spcPts val="0"/>
              </a:spcAft>
              <a:buClrTx/>
              <a:buSzTx/>
              <a:buFont typeface="Arial" panose="020B0604020202020204" pitchFamily="34" charset="0"/>
              <a:buNone/>
              <a:tabLst/>
              <a:defRPr/>
            </a:pPr>
            <a:r>
              <a:rPr kumimoji="0" lang="fr-FR" b="1" i="0" u="none" strike="noStrike" kern="1200" cap="none" spc="0" normalizeH="0" baseline="0" noProof="0">
                <a:ln>
                  <a:noFill/>
                </a:ln>
                <a:solidFill>
                  <a:srgbClr val="306A92"/>
                </a:solidFill>
                <a:effectLst/>
                <a:uLnTx/>
                <a:uFillTx/>
                <a:latin typeface="Avenir LT Std 65 Medium"/>
                <a:ea typeface="+mn-ea"/>
                <a:cs typeface="+mn-cs"/>
              </a:rPr>
              <a:t>Vous y trouverez : </a:t>
            </a:r>
          </a:p>
        </p:txBody>
      </p:sp>
      <p:sp>
        <p:nvSpPr>
          <p:cNvPr id="49" name="ZoneTexte 48">
            <a:extLst>
              <a:ext uri="{FF2B5EF4-FFF2-40B4-BE49-F238E27FC236}">
                <a16:creationId xmlns:a16="http://schemas.microsoft.com/office/drawing/2014/main" id="{D65BB5CC-CA7A-A584-BBFF-B523FC4B2E4A}"/>
              </a:ext>
            </a:extLst>
          </p:cNvPr>
          <p:cNvSpPr txBox="1"/>
          <p:nvPr/>
        </p:nvSpPr>
        <p:spPr>
          <a:xfrm>
            <a:off x="799150" y="921148"/>
            <a:ext cx="10928947" cy="276999"/>
          </a:xfrm>
          <a:prstGeom prst="rect">
            <a:avLst/>
          </a:prstGeom>
          <a:noFill/>
        </p:spPr>
        <p:txBody>
          <a:bodyPr wrap="square">
            <a:spAutoFit/>
          </a:bodyPr>
          <a:lstStyle/>
          <a:p>
            <a:pPr algn="ctr"/>
            <a:r>
              <a:rPr lang="fr-FR" sz="1200" i="1">
                <a:solidFill>
                  <a:srgbClr val="000000">
                    <a:lumMod val="75000"/>
                    <a:lumOff val="25000"/>
                  </a:srgbClr>
                </a:solidFill>
                <a:latin typeface="+mj-lt"/>
              </a:rPr>
              <a:t>L</a:t>
            </a:r>
            <a:r>
              <a:rPr lang="fr-FR" sz="1100" b="0" i="1">
                <a:solidFill>
                  <a:srgbClr val="000000">
                    <a:lumMod val="75000"/>
                    <a:lumOff val="25000"/>
                  </a:srgbClr>
                </a:solidFill>
                <a:latin typeface="+mj-lt"/>
                <a:ea typeface="+mn-ea"/>
                <a:sym typeface="Wingdings" panose="05000000000000000000" pitchFamily="2" charset="2"/>
              </a:rPr>
              <a:t>es </a:t>
            </a:r>
            <a:r>
              <a:rPr lang="fr-FR" sz="1100" b="1" i="1">
                <a:solidFill>
                  <a:srgbClr val="000000">
                    <a:lumMod val="75000"/>
                    <a:lumOff val="25000"/>
                  </a:srgbClr>
                </a:solidFill>
                <a:latin typeface="+mj-lt"/>
                <a:ea typeface="+mn-ea"/>
                <a:sym typeface="Wingdings" panose="05000000000000000000" pitchFamily="2" charset="2"/>
              </a:rPr>
              <a:t>risques psychosociaux (RPS)</a:t>
            </a:r>
            <a:r>
              <a:rPr lang="fr-FR" sz="1100" b="0" i="1">
                <a:solidFill>
                  <a:srgbClr val="000000">
                    <a:lumMod val="75000"/>
                    <a:lumOff val="25000"/>
                  </a:srgbClr>
                </a:solidFill>
                <a:latin typeface="+mj-lt"/>
                <a:ea typeface="+mn-ea"/>
                <a:sym typeface="Wingdings" panose="05000000000000000000" pitchFamily="2" charset="2"/>
              </a:rPr>
              <a:t> sont des risques induits par le travail, son organisation ou ses relations, susceptibles d’altérer la santé physique ou mentale des salariés.</a:t>
            </a:r>
            <a:endParaRPr lang="fr-FR" sz="1200" b="0" i="1">
              <a:solidFill>
                <a:srgbClr val="000000">
                  <a:lumMod val="75000"/>
                  <a:lumOff val="25000"/>
                </a:srgbClr>
              </a:solidFill>
              <a:latin typeface="+mj-lt"/>
              <a:ea typeface="+mn-ea"/>
            </a:endParaRPr>
          </a:p>
        </p:txBody>
      </p:sp>
      <p:pic>
        <p:nvPicPr>
          <p:cNvPr id="50" name="Graphique 49" descr="Ampoule et engrenage contour">
            <a:extLst>
              <a:ext uri="{FF2B5EF4-FFF2-40B4-BE49-F238E27FC236}">
                <a16:creationId xmlns:a16="http://schemas.microsoft.com/office/drawing/2014/main" id="{29E29B4F-B83A-058B-07BD-AA65D3CE132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53887" y="892111"/>
            <a:ext cx="304800" cy="304800"/>
          </a:xfrm>
          <a:prstGeom prst="rect">
            <a:avLst/>
          </a:prstGeom>
        </p:spPr>
      </p:pic>
    </p:spTree>
    <p:extLst>
      <p:ext uri="{BB962C8B-B14F-4D97-AF65-F5344CB8AC3E}">
        <p14:creationId xmlns:p14="http://schemas.microsoft.com/office/powerpoint/2010/main" val="13763823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B69F5-3055-F0CC-8BC2-A66658C81B59}"/>
            </a:ext>
          </a:extLst>
        </p:cNvPr>
        <p:cNvGrpSpPr/>
        <p:nvPr/>
      </p:nvGrpSpPr>
      <p:grpSpPr>
        <a:xfrm>
          <a:off x="0" y="0"/>
          <a:ext cx="0" cy="0"/>
          <a:chOff x="0" y="0"/>
          <a:chExt cx="0" cy="0"/>
        </a:xfrm>
      </p:grpSpPr>
      <p:sp>
        <p:nvSpPr>
          <p:cNvPr id="8" name="Rectangle : coins arrondis 7">
            <a:extLst>
              <a:ext uri="{FF2B5EF4-FFF2-40B4-BE49-F238E27FC236}">
                <a16:creationId xmlns:a16="http://schemas.microsoft.com/office/drawing/2014/main" id="{DF4D46AE-ECDB-8CB0-A9C0-0077F50875B6}"/>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DC582A"/>
                </a:solidFill>
              </a:rPr>
              <a:t>PROTOTYPE</a:t>
            </a:r>
          </a:p>
        </p:txBody>
      </p:sp>
      <p:sp>
        <p:nvSpPr>
          <p:cNvPr id="28" name="Titre 1">
            <a:extLst>
              <a:ext uri="{FF2B5EF4-FFF2-40B4-BE49-F238E27FC236}">
                <a16:creationId xmlns:a16="http://schemas.microsoft.com/office/drawing/2014/main" id="{D522F2D1-5F01-0F75-5F8B-66CAC25A8128}"/>
              </a:ext>
            </a:extLst>
          </p:cNvPr>
          <p:cNvSpPr txBox="1">
            <a:spLocks/>
          </p:cNvSpPr>
          <p:nvPr/>
        </p:nvSpPr>
        <p:spPr bwMode="gray">
          <a:xfrm>
            <a:off x="386915" y="307100"/>
            <a:ext cx="11418170" cy="620713"/>
          </a:xfrm>
          <a:prstGeom prst="rect">
            <a:avLst/>
          </a:prstGeom>
        </p:spPr>
        <p:txBody>
          <a:bodyPr vert="horz" wrap="square" lIns="0" tIns="0" rIns="0" bIns="0" numCol="1" anchor="t" anchorCtr="0" compatLnSpc="1">
            <a:prstTxWarp prst="textNoShape">
              <a:avLst/>
            </a:prstTxWarp>
            <a:normAutofit/>
          </a:bodyPr>
          <a:lstStyle>
            <a:lvl1pPr algn="l" rtl="0" eaLnBrk="0" fontAlgn="base" hangingPunct="0">
              <a:lnSpc>
                <a:spcPct val="90000"/>
              </a:lnSpc>
              <a:spcBef>
                <a:spcPct val="0"/>
              </a:spcBef>
              <a:spcAft>
                <a:spcPct val="0"/>
              </a:spcAft>
              <a:defRPr sz="3200" kern="1200" cap="all">
                <a:solidFill>
                  <a:schemeClr val="accent1"/>
                </a:solidFill>
                <a:latin typeface="+mj-lt"/>
                <a:ea typeface="ＭＳ Ｐゴシック" charset="-128"/>
                <a:cs typeface="+mj-cs"/>
              </a:defRPr>
            </a:lvl1pPr>
            <a:lvl2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2pPr>
            <a:lvl3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3pPr>
            <a:lvl4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4pPr>
            <a:lvl5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5pPr>
            <a:lvl6pPr marL="454358" algn="l" rtl="0" fontAlgn="base">
              <a:lnSpc>
                <a:spcPct val="90000"/>
              </a:lnSpc>
              <a:spcBef>
                <a:spcPct val="0"/>
              </a:spcBef>
              <a:spcAft>
                <a:spcPct val="0"/>
              </a:spcAft>
              <a:defRPr sz="3200">
                <a:solidFill>
                  <a:schemeClr val="accent1"/>
                </a:solidFill>
                <a:latin typeface="Avenir LT Std 65 Medium" charset="0"/>
                <a:ea typeface="ＭＳ Ｐゴシック" charset="-128"/>
              </a:defRPr>
            </a:lvl6pPr>
            <a:lvl7pPr marL="908712" algn="l" rtl="0" fontAlgn="base">
              <a:lnSpc>
                <a:spcPct val="90000"/>
              </a:lnSpc>
              <a:spcBef>
                <a:spcPct val="0"/>
              </a:spcBef>
              <a:spcAft>
                <a:spcPct val="0"/>
              </a:spcAft>
              <a:defRPr sz="3200">
                <a:solidFill>
                  <a:schemeClr val="accent1"/>
                </a:solidFill>
                <a:latin typeface="Avenir LT Std 65 Medium" charset="0"/>
                <a:ea typeface="ＭＳ Ｐゴシック" charset="-128"/>
              </a:defRPr>
            </a:lvl7pPr>
            <a:lvl8pPr marL="1363055" algn="l" rtl="0" fontAlgn="base">
              <a:lnSpc>
                <a:spcPct val="90000"/>
              </a:lnSpc>
              <a:spcBef>
                <a:spcPct val="0"/>
              </a:spcBef>
              <a:spcAft>
                <a:spcPct val="0"/>
              </a:spcAft>
              <a:defRPr sz="3200">
                <a:solidFill>
                  <a:schemeClr val="accent1"/>
                </a:solidFill>
                <a:latin typeface="Avenir LT Std 65 Medium" charset="0"/>
                <a:ea typeface="ＭＳ Ｐゴシック" charset="-128"/>
              </a:defRPr>
            </a:lvl8pPr>
            <a:lvl9pPr marL="1817417" algn="l" rtl="0" fontAlgn="base">
              <a:lnSpc>
                <a:spcPct val="90000"/>
              </a:lnSpc>
              <a:spcBef>
                <a:spcPct val="0"/>
              </a:spcBef>
              <a:spcAft>
                <a:spcPct val="0"/>
              </a:spcAft>
              <a:defRPr sz="3200">
                <a:solidFill>
                  <a:schemeClr val="accent1"/>
                </a:solidFill>
                <a:latin typeface="Avenir LT Std 65 Medium" charset="0"/>
                <a:ea typeface="ＭＳ Ｐゴシック"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endParaRPr kumimoji="0" lang="fr-FR" sz="2400" b="1" i="0" u="none" strike="noStrike" kern="1200" cap="all" spc="0" normalizeH="0" baseline="0" noProof="0">
              <a:ln>
                <a:noFill/>
              </a:ln>
              <a:solidFill>
                <a:srgbClr val="009AA6"/>
              </a:solidFill>
              <a:effectLst/>
              <a:uLnTx/>
              <a:uFillTx/>
              <a:latin typeface="Avenir LT Std 65 Medium" panose="020B0803020203020204" pitchFamily="34" charset="0"/>
              <a:ea typeface="ＭＳ Ｐゴシック" charset="-128"/>
              <a:cs typeface="+mj-cs"/>
            </a:endParaRPr>
          </a:p>
        </p:txBody>
      </p:sp>
      <p:sp>
        <p:nvSpPr>
          <p:cNvPr id="3" name="Rectangle : coins arrondis 2">
            <a:extLst>
              <a:ext uri="{FF2B5EF4-FFF2-40B4-BE49-F238E27FC236}">
                <a16:creationId xmlns:a16="http://schemas.microsoft.com/office/drawing/2014/main" id="{FB9F9B48-AB5F-67C6-8C3D-BDD13A9D3655}"/>
              </a:ext>
            </a:extLst>
          </p:cNvPr>
          <p:cNvSpPr/>
          <p:nvPr/>
        </p:nvSpPr>
        <p:spPr>
          <a:xfrm>
            <a:off x="765314" y="1279509"/>
            <a:ext cx="5098774" cy="3990933"/>
          </a:xfrm>
          <a:prstGeom prst="roundRect">
            <a:avLst>
              <a:gd name="adj" fmla="val 7465"/>
            </a:avLst>
          </a:prstGeom>
          <a:solidFill>
            <a:srgbClr val="A1D6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sp>
        <p:nvSpPr>
          <p:cNvPr id="6" name="Rectangle : coins arrondis 5">
            <a:extLst>
              <a:ext uri="{FF2B5EF4-FFF2-40B4-BE49-F238E27FC236}">
                <a16:creationId xmlns:a16="http://schemas.microsoft.com/office/drawing/2014/main" id="{CF08A0E9-3D93-EC9B-501E-EAAC00401AD9}"/>
              </a:ext>
            </a:extLst>
          </p:cNvPr>
          <p:cNvSpPr/>
          <p:nvPr/>
        </p:nvSpPr>
        <p:spPr>
          <a:xfrm>
            <a:off x="765314" y="1279509"/>
            <a:ext cx="5098774" cy="467360"/>
          </a:xfrm>
          <a:prstGeom prst="roundRect">
            <a:avLst/>
          </a:prstGeom>
          <a:solidFill>
            <a:srgbClr val="00B3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latin typeface="Avenir LT Std 55 Roman" panose="020B0503020203020204" pitchFamily="34" charset="0"/>
              </a:rPr>
              <a:t>CE QU’EST LE KIT </a:t>
            </a:r>
          </a:p>
        </p:txBody>
      </p:sp>
      <p:sp>
        <p:nvSpPr>
          <p:cNvPr id="18" name="ZoneTexte 17">
            <a:extLst>
              <a:ext uri="{FF2B5EF4-FFF2-40B4-BE49-F238E27FC236}">
                <a16:creationId xmlns:a16="http://schemas.microsoft.com/office/drawing/2014/main" id="{9CFC14D8-B62D-578C-567E-429675F7F850}"/>
              </a:ext>
            </a:extLst>
          </p:cNvPr>
          <p:cNvSpPr txBox="1"/>
          <p:nvPr/>
        </p:nvSpPr>
        <p:spPr>
          <a:xfrm>
            <a:off x="765314" y="2137293"/>
            <a:ext cx="5098774" cy="2825970"/>
          </a:xfrm>
          <a:prstGeom prst="rect">
            <a:avLst/>
          </a:prstGeom>
          <a:solidFill>
            <a:schemeClr val="bg1">
              <a:alpha val="44000"/>
            </a:schemeClr>
          </a:solidFill>
        </p:spPr>
        <p:txBody>
          <a:bodyPr wrap="square" anchor="ctr">
            <a:noAutofit/>
          </a:bodyPr>
          <a:lstStyle/>
          <a:p>
            <a:pPr marL="179388" marR="0" lvl="0" indent="-179388" defTabSz="914355" rtl="0" eaLnBrk="1" fontAlgn="auto" latinLnBrk="0" hangingPunct="1">
              <a:lnSpc>
                <a:spcPct val="105000"/>
              </a:lnSpc>
              <a:spcBef>
                <a:spcPts val="900"/>
              </a:spcBef>
              <a:spcAft>
                <a:spcPts val="0"/>
              </a:spcAft>
              <a:buClrTx/>
              <a:buSzTx/>
              <a:buFont typeface="Arial" panose="020B0604020202020204" pitchFamily="34" charset="0"/>
              <a:buChar char="•"/>
              <a:tabLst/>
              <a:defRPr/>
            </a:pPr>
            <a:r>
              <a:rPr lang="fr-FR" sz="1400">
                <a:solidFill>
                  <a:srgbClr val="000000">
                    <a:lumMod val="75000"/>
                    <a:lumOff val="25000"/>
                  </a:srgbClr>
                </a:solidFill>
                <a:latin typeface="Avenir LT Std 35 Light" panose="020B0402020203020204" pitchFamily="34" charset="0"/>
              </a:rPr>
              <a:t>Une </a:t>
            </a:r>
            <a:r>
              <a:rPr lang="fr-FR" sz="1400" b="1">
                <a:solidFill>
                  <a:srgbClr val="000000">
                    <a:lumMod val="75000"/>
                    <a:lumOff val="25000"/>
                  </a:srgbClr>
                </a:solidFill>
                <a:latin typeface="Avenir LT Std 35 Light" panose="020B0402020203020204" pitchFamily="34" charset="0"/>
              </a:rPr>
              <a:t>aide pour adresser l’essentiel des questions sur le volet humain </a:t>
            </a:r>
            <a:r>
              <a:rPr lang="fr-FR" sz="1400">
                <a:solidFill>
                  <a:srgbClr val="000000">
                    <a:lumMod val="75000"/>
                    <a:lumOff val="25000"/>
                  </a:srgbClr>
                </a:solidFill>
                <a:latin typeface="Avenir LT Std 35 Light" panose="020B0402020203020204" pitchFamily="34" charset="0"/>
              </a:rPr>
              <a:t>lorsque l’on a un projet à mener</a:t>
            </a:r>
          </a:p>
          <a:p>
            <a:pPr marL="179388" indent="-179388" defTabSz="914355">
              <a:lnSpc>
                <a:spcPct val="105000"/>
              </a:lnSpc>
              <a:spcBef>
                <a:spcPts val="900"/>
              </a:spcBef>
              <a:buFont typeface="Arial" panose="020B0604020202020204" pitchFamily="34" charset="0"/>
              <a:buChar char="•"/>
              <a:defRPr/>
            </a:pPr>
            <a:r>
              <a:rPr lang="fr-FR" sz="1400">
                <a:solidFill>
                  <a:srgbClr val="000000">
                    <a:lumMod val="75000"/>
                    <a:lumOff val="25000"/>
                  </a:srgbClr>
                </a:solidFill>
                <a:latin typeface="Avenir LT Std 35 Light" panose="020B0402020203020204" pitchFamily="34" charset="0"/>
              </a:rPr>
              <a:t>Une </a:t>
            </a:r>
            <a:r>
              <a:rPr lang="fr-FR" sz="1400" b="1">
                <a:solidFill>
                  <a:srgbClr val="000000">
                    <a:lumMod val="75000"/>
                    <a:lumOff val="25000"/>
                  </a:srgbClr>
                </a:solidFill>
                <a:latin typeface="Avenir LT Std 35 Light" panose="020B0402020203020204" pitchFamily="34" charset="0"/>
              </a:rPr>
              <a:t>incitation à la réflexion et au partage</a:t>
            </a:r>
            <a:r>
              <a:rPr lang="fr-FR" sz="1400">
                <a:solidFill>
                  <a:srgbClr val="000000">
                    <a:lumMod val="75000"/>
                    <a:lumOff val="25000"/>
                  </a:srgbClr>
                </a:solidFill>
                <a:latin typeface="Avenir LT Std 35 Light" panose="020B0402020203020204" pitchFamily="34" charset="0"/>
              </a:rPr>
              <a:t> avec le collectif concerné</a:t>
            </a:r>
            <a:endParaRPr lang="fr-FR" sz="1400" b="1">
              <a:solidFill>
                <a:srgbClr val="000000">
                  <a:lumMod val="75000"/>
                  <a:lumOff val="25000"/>
                </a:srgbClr>
              </a:solidFill>
              <a:latin typeface="Avenir LT Std 35 Light" panose="020B0402020203020204" pitchFamily="34" charset="0"/>
            </a:endParaRPr>
          </a:p>
          <a:p>
            <a:pPr marL="179388" indent="-179388" defTabSz="914355">
              <a:lnSpc>
                <a:spcPct val="105000"/>
              </a:lnSpc>
              <a:spcBef>
                <a:spcPts val="900"/>
              </a:spcBef>
              <a:buFont typeface="Arial" panose="020B0604020202020204" pitchFamily="34" charset="0"/>
              <a:buChar char="•"/>
              <a:defRPr/>
            </a:pPr>
            <a:r>
              <a:rPr lang="fr-FR" sz="1400">
                <a:solidFill>
                  <a:srgbClr val="000000">
                    <a:lumMod val="75000"/>
                    <a:lumOff val="25000"/>
                  </a:srgbClr>
                </a:solidFill>
                <a:latin typeface="Avenir LT Std 35 Light" panose="020B0402020203020204" pitchFamily="34" charset="0"/>
              </a:rPr>
              <a:t>Une opportunité de </a:t>
            </a:r>
            <a:r>
              <a:rPr lang="fr-FR" sz="1400" b="1">
                <a:solidFill>
                  <a:srgbClr val="000000">
                    <a:lumMod val="75000"/>
                    <a:lumOff val="25000"/>
                  </a:srgbClr>
                </a:solidFill>
                <a:latin typeface="Avenir LT Std 35 Light" panose="020B0402020203020204" pitchFamily="34" charset="0"/>
              </a:rPr>
              <a:t>créer le dialogue et de coconstruire avec les collectifs </a:t>
            </a:r>
            <a:r>
              <a:rPr lang="fr-FR" sz="1400">
                <a:solidFill>
                  <a:srgbClr val="000000">
                    <a:lumMod val="75000"/>
                    <a:lumOff val="25000"/>
                  </a:srgbClr>
                </a:solidFill>
                <a:latin typeface="Avenir LT Std 35 Light" panose="020B0402020203020204" pitchFamily="34" charset="0"/>
              </a:rPr>
              <a:t>et les différents contributeurs</a:t>
            </a:r>
            <a:endParaRPr kumimoji="0" lang="fr-FR" sz="1400" i="0" u="none" strike="noStrike" kern="1200" cap="none" spc="0" normalizeH="0" baseline="0" noProof="0">
              <a:ln>
                <a:noFill/>
              </a:ln>
              <a:solidFill>
                <a:srgbClr val="000000">
                  <a:lumMod val="75000"/>
                  <a:lumOff val="25000"/>
                </a:srgbClr>
              </a:solidFill>
              <a:effectLst/>
              <a:uLnTx/>
              <a:uFillTx/>
              <a:latin typeface="Avenir LT Std 35 Light" panose="020B0402020203020204" pitchFamily="34" charset="0"/>
            </a:endParaRPr>
          </a:p>
          <a:p>
            <a:pPr marL="179388" indent="-179388" defTabSz="914355">
              <a:lnSpc>
                <a:spcPct val="105000"/>
              </a:lnSpc>
              <a:spcBef>
                <a:spcPts val="900"/>
              </a:spcBef>
              <a:buFont typeface="Arial" panose="020B0604020202020204" pitchFamily="34" charset="0"/>
              <a:buChar char="•"/>
              <a:defRPr/>
            </a:pPr>
            <a:r>
              <a:rPr lang="fr-FR" sz="1400">
                <a:solidFill>
                  <a:srgbClr val="000000">
                    <a:lumMod val="75000"/>
                    <a:lumOff val="25000"/>
                  </a:srgbClr>
                </a:solidFill>
                <a:latin typeface="Avenir LT Std 35 Light" panose="020B0402020203020204" pitchFamily="34" charset="0"/>
              </a:rPr>
              <a:t>Une </a:t>
            </a:r>
            <a:r>
              <a:rPr lang="fr-FR" sz="1400" b="1">
                <a:solidFill>
                  <a:srgbClr val="000000">
                    <a:lumMod val="75000"/>
                    <a:lumOff val="25000"/>
                  </a:srgbClr>
                </a:solidFill>
                <a:latin typeface="Avenir LT Std 35 Light" panose="020B0402020203020204" pitchFamily="34" charset="0"/>
              </a:rPr>
              <a:t>référence commune au niveau du groupe </a:t>
            </a:r>
            <a:r>
              <a:rPr lang="fr-FR" sz="1400">
                <a:solidFill>
                  <a:srgbClr val="000000">
                    <a:lumMod val="75000"/>
                    <a:lumOff val="25000"/>
                  </a:srgbClr>
                </a:solidFill>
                <a:latin typeface="Avenir LT Std 35 Light" panose="020B0402020203020204" pitchFamily="34" charset="0"/>
              </a:rPr>
              <a:t>pour soigner le volet humain des projets</a:t>
            </a:r>
          </a:p>
          <a:p>
            <a:pPr marL="179388" indent="-179388" defTabSz="914355">
              <a:lnSpc>
                <a:spcPct val="105000"/>
              </a:lnSpc>
              <a:spcBef>
                <a:spcPts val="900"/>
              </a:spcBef>
              <a:buFont typeface="Arial" panose="020B0604020202020204" pitchFamily="34" charset="0"/>
              <a:buChar char="•"/>
              <a:defRPr/>
            </a:pPr>
            <a:r>
              <a:rPr lang="fr-FR" sz="1400">
                <a:solidFill>
                  <a:srgbClr val="000000">
                    <a:lumMod val="75000"/>
                    <a:lumOff val="25000"/>
                  </a:srgbClr>
                </a:solidFill>
                <a:latin typeface="Avenir LT Std 35 Light" panose="020B0402020203020204" pitchFamily="34" charset="0"/>
              </a:rPr>
              <a:t>Un soutien </a:t>
            </a:r>
            <a:r>
              <a:rPr lang="fr-FR" sz="1400" b="1">
                <a:solidFill>
                  <a:srgbClr val="000000">
                    <a:lumMod val="75000"/>
                    <a:lumOff val="25000"/>
                  </a:srgbClr>
                </a:solidFill>
                <a:latin typeface="Avenir LT Std 35 Light" panose="020B0402020203020204" pitchFamily="34" charset="0"/>
              </a:rPr>
              <a:t>pour évoquer le sujet en toute transparence </a:t>
            </a:r>
            <a:r>
              <a:rPr lang="fr-FR" sz="1400">
                <a:solidFill>
                  <a:srgbClr val="000000">
                    <a:lumMod val="75000"/>
                    <a:lumOff val="25000"/>
                  </a:srgbClr>
                </a:solidFill>
                <a:latin typeface="Avenir LT Std 35 Light" panose="020B0402020203020204" pitchFamily="34" charset="0"/>
              </a:rPr>
              <a:t>avec les Organisations Syndicales</a:t>
            </a:r>
          </a:p>
        </p:txBody>
      </p:sp>
      <p:sp>
        <p:nvSpPr>
          <p:cNvPr id="7" name="Rectangle : coins arrondis 6">
            <a:extLst>
              <a:ext uri="{FF2B5EF4-FFF2-40B4-BE49-F238E27FC236}">
                <a16:creationId xmlns:a16="http://schemas.microsoft.com/office/drawing/2014/main" id="{9AD8BB33-5397-2145-4B94-CC6407A910CF}"/>
              </a:ext>
            </a:extLst>
          </p:cNvPr>
          <p:cNvSpPr/>
          <p:nvPr/>
        </p:nvSpPr>
        <p:spPr>
          <a:xfrm>
            <a:off x="6553200" y="1279509"/>
            <a:ext cx="5098774" cy="3990932"/>
          </a:xfrm>
          <a:prstGeom prst="roundRect">
            <a:avLst>
              <a:gd name="adj" fmla="val 7465"/>
            </a:avLst>
          </a:prstGeom>
          <a:solidFill>
            <a:srgbClr val="F0BD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sp>
        <p:nvSpPr>
          <p:cNvPr id="9" name="Rectangle : coins arrondis 8">
            <a:extLst>
              <a:ext uri="{FF2B5EF4-FFF2-40B4-BE49-F238E27FC236}">
                <a16:creationId xmlns:a16="http://schemas.microsoft.com/office/drawing/2014/main" id="{3FDC31D2-F726-60F3-AD29-C52FAB67AE3A}"/>
              </a:ext>
            </a:extLst>
          </p:cNvPr>
          <p:cNvSpPr/>
          <p:nvPr/>
        </p:nvSpPr>
        <p:spPr>
          <a:xfrm>
            <a:off x="6553200" y="1279509"/>
            <a:ext cx="5098774" cy="467360"/>
          </a:xfrm>
          <a:prstGeom prst="roundRect">
            <a:avLst/>
          </a:prstGeom>
          <a:solidFill>
            <a:srgbClr val="DC58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latin typeface="Avenir LT Std 55 Roman" panose="020B0503020203020204" pitchFamily="34" charset="0"/>
              </a:rPr>
              <a:t>CE QU’IL N’EST PAS</a:t>
            </a:r>
          </a:p>
        </p:txBody>
      </p:sp>
      <p:sp>
        <p:nvSpPr>
          <p:cNvPr id="20" name="ZoneTexte 19">
            <a:extLst>
              <a:ext uri="{FF2B5EF4-FFF2-40B4-BE49-F238E27FC236}">
                <a16:creationId xmlns:a16="http://schemas.microsoft.com/office/drawing/2014/main" id="{695B781C-7F07-3649-A874-84684B88529B}"/>
              </a:ext>
            </a:extLst>
          </p:cNvPr>
          <p:cNvSpPr txBox="1"/>
          <p:nvPr/>
        </p:nvSpPr>
        <p:spPr>
          <a:xfrm>
            <a:off x="6553200" y="2137293"/>
            <a:ext cx="5098774" cy="2825970"/>
          </a:xfrm>
          <a:prstGeom prst="rect">
            <a:avLst/>
          </a:prstGeom>
          <a:solidFill>
            <a:schemeClr val="bg1">
              <a:alpha val="50000"/>
            </a:schemeClr>
          </a:solidFill>
        </p:spPr>
        <p:txBody>
          <a:bodyPr wrap="square" anchor="ctr">
            <a:noAutofit/>
          </a:bodyPr>
          <a:lstStyle/>
          <a:p>
            <a:pPr marL="179388" marR="0" lvl="0" indent="-179388" defTabSz="914355" rtl="0" eaLnBrk="1" fontAlgn="auto" latinLnBrk="0" hangingPunct="1">
              <a:lnSpc>
                <a:spcPct val="105000"/>
              </a:lnSpc>
              <a:spcBef>
                <a:spcPts val="900"/>
              </a:spcBef>
              <a:spcAft>
                <a:spcPts val="0"/>
              </a:spcAft>
              <a:buClrTx/>
              <a:buSzTx/>
              <a:buFont typeface="Arial" panose="020B0604020202020204" pitchFamily="34" charset="0"/>
              <a:buChar char="•"/>
              <a:tabLst/>
              <a:defRPr/>
            </a:pPr>
            <a:r>
              <a:rPr kumimoji="0" lang="fr-FR" sz="1400" i="0" u="none" strike="noStrike" kern="1200" cap="none" spc="0" normalizeH="0" baseline="0" noProof="0">
                <a:ln>
                  <a:noFill/>
                </a:ln>
                <a:solidFill>
                  <a:srgbClr val="000000">
                    <a:lumMod val="75000"/>
                    <a:lumOff val="25000"/>
                  </a:srgbClr>
                </a:solidFill>
                <a:effectLst/>
                <a:uLnTx/>
                <a:uFillTx/>
                <a:latin typeface="Avenir LT Std 35 Light" panose="020B0402020203020204" pitchFamily="34" charset="0"/>
              </a:rPr>
              <a:t>La « recette magique » qui </a:t>
            </a:r>
            <a:r>
              <a:rPr kumimoji="0" lang="fr-FR" sz="1400" b="1" i="0" u="none" strike="noStrike" kern="1200" cap="none" spc="0" normalizeH="0" baseline="0" noProof="0">
                <a:ln>
                  <a:noFill/>
                </a:ln>
                <a:solidFill>
                  <a:srgbClr val="000000">
                    <a:lumMod val="75000"/>
                    <a:lumOff val="25000"/>
                  </a:srgbClr>
                </a:solidFill>
                <a:effectLst/>
                <a:uLnTx/>
                <a:uFillTx/>
                <a:latin typeface="Avenir LT Std 35 Light" panose="020B0402020203020204" pitchFamily="34" charset="0"/>
              </a:rPr>
              <a:t>donne des mesures d’accompagnement humain clés en main</a:t>
            </a:r>
          </a:p>
          <a:p>
            <a:pPr marL="179388" marR="0" lvl="0" indent="-179388" defTabSz="914355" rtl="0" eaLnBrk="1" fontAlgn="auto" latinLnBrk="0" hangingPunct="1">
              <a:lnSpc>
                <a:spcPct val="105000"/>
              </a:lnSpc>
              <a:spcBef>
                <a:spcPts val="900"/>
              </a:spcBef>
              <a:spcAft>
                <a:spcPts val="0"/>
              </a:spcAft>
              <a:buClrTx/>
              <a:buSzTx/>
              <a:buFont typeface="Arial" panose="020B0604020202020204" pitchFamily="34" charset="0"/>
              <a:buChar char="•"/>
              <a:tabLst/>
              <a:defRPr/>
            </a:pPr>
            <a:r>
              <a:rPr kumimoji="0" lang="fr-FR" sz="1400" i="0" u="none" strike="noStrike" kern="1200" cap="none" spc="0" normalizeH="0" baseline="0" noProof="0">
                <a:ln>
                  <a:noFill/>
                </a:ln>
                <a:solidFill>
                  <a:srgbClr val="000000">
                    <a:lumMod val="75000"/>
                    <a:lumOff val="25000"/>
                  </a:srgbClr>
                </a:solidFill>
                <a:effectLst/>
                <a:uLnTx/>
                <a:uFillTx/>
                <a:latin typeface="Avenir LT Std 35 Light" panose="020B0402020203020204" pitchFamily="34" charset="0"/>
              </a:rPr>
              <a:t>Un outil </a:t>
            </a:r>
            <a:r>
              <a:rPr kumimoji="0" lang="fr-FR" sz="1400" b="1" i="0" u="none" strike="noStrike" kern="1200" cap="none" spc="0" normalizeH="0" baseline="0" noProof="0">
                <a:ln>
                  <a:noFill/>
                </a:ln>
                <a:solidFill>
                  <a:srgbClr val="000000">
                    <a:lumMod val="75000"/>
                    <a:lumOff val="25000"/>
                  </a:srgbClr>
                </a:solidFill>
                <a:effectLst/>
                <a:uLnTx/>
                <a:uFillTx/>
                <a:latin typeface="Avenir LT Std 35 Light" panose="020B0402020203020204" pitchFamily="34" charset="0"/>
              </a:rPr>
              <a:t>administratif dépourvu de sens</a:t>
            </a:r>
            <a:endParaRPr lang="fr-FR" sz="1400" b="1">
              <a:solidFill>
                <a:srgbClr val="000000">
                  <a:lumMod val="75000"/>
                  <a:lumOff val="25000"/>
                </a:srgbClr>
              </a:solidFill>
              <a:latin typeface="Avenir LT Std 35 Light" panose="020B0402020203020204" pitchFamily="34" charset="0"/>
            </a:endParaRPr>
          </a:p>
          <a:p>
            <a:pPr marL="179388" marR="0" lvl="0" indent="-179388" defTabSz="914355" rtl="0" eaLnBrk="1" fontAlgn="auto" latinLnBrk="0" hangingPunct="1">
              <a:lnSpc>
                <a:spcPct val="105000"/>
              </a:lnSpc>
              <a:spcBef>
                <a:spcPts val="900"/>
              </a:spcBef>
              <a:spcAft>
                <a:spcPts val="0"/>
              </a:spcAft>
              <a:buClrTx/>
              <a:buSzTx/>
              <a:buFont typeface="Arial" panose="020B0604020202020204" pitchFamily="34" charset="0"/>
              <a:buChar char="•"/>
              <a:tabLst/>
              <a:defRPr/>
            </a:pPr>
            <a:r>
              <a:rPr lang="fr-FR" sz="1400">
                <a:solidFill>
                  <a:srgbClr val="000000">
                    <a:lumMod val="75000"/>
                    <a:lumOff val="25000"/>
                  </a:srgbClr>
                </a:solidFill>
                <a:latin typeface="Avenir LT Std 35 Light" panose="020B0402020203020204" pitchFamily="34" charset="0"/>
              </a:rPr>
              <a:t>Il </a:t>
            </a:r>
            <a:r>
              <a:rPr lang="fr-FR" sz="1400" b="1">
                <a:solidFill>
                  <a:srgbClr val="000000">
                    <a:lumMod val="75000"/>
                    <a:lumOff val="25000"/>
                  </a:srgbClr>
                </a:solidFill>
                <a:latin typeface="Avenir LT Std 35 Light" panose="020B0402020203020204" pitchFamily="34" charset="0"/>
              </a:rPr>
              <a:t>n’amène pas une validation systématique dans les IRP</a:t>
            </a:r>
          </a:p>
          <a:p>
            <a:pPr marL="179388" marR="0" lvl="0" indent="-179388" defTabSz="914355" rtl="0" eaLnBrk="1" fontAlgn="auto" latinLnBrk="0" hangingPunct="1">
              <a:lnSpc>
                <a:spcPct val="105000"/>
              </a:lnSpc>
              <a:spcBef>
                <a:spcPts val="900"/>
              </a:spcBef>
              <a:spcAft>
                <a:spcPts val="0"/>
              </a:spcAft>
              <a:buClrTx/>
              <a:buSzTx/>
              <a:buFont typeface="Arial" panose="020B0604020202020204" pitchFamily="34" charset="0"/>
              <a:buChar char="•"/>
              <a:tabLst/>
              <a:defRPr/>
            </a:pPr>
            <a:r>
              <a:rPr lang="fr-FR" sz="1400">
                <a:solidFill>
                  <a:srgbClr val="000000">
                    <a:lumMod val="75000"/>
                    <a:lumOff val="25000"/>
                  </a:srgbClr>
                </a:solidFill>
                <a:latin typeface="Avenir LT Std 35 Light" panose="020B0402020203020204" pitchFamily="34" charset="0"/>
              </a:rPr>
              <a:t>Il </a:t>
            </a:r>
            <a:r>
              <a:rPr lang="fr-FR" sz="1400" b="1">
                <a:solidFill>
                  <a:srgbClr val="000000">
                    <a:lumMod val="75000"/>
                    <a:lumOff val="25000"/>
                  </a:srgbClr>
                </a:solidFill>
                <a:latin typeface="Avenir LT Std 35 Light" panose="020B0402020203020204" pitchFamily="34" charset="0"/>
              </a:rPr>
              <a:t>ne donne pas un « go / no go » pour lancer le projet </a:t>
            </a:r>
            <a:r>
              <a:rPr lang="fr-FR" sz="1400">
                <a:solidFill>
                  <a:srgbClr val="000000">
                    <a:lumMod val="75000"/>
                    <a:lumOff val="25000"/>
                  </a:srgbClr>
                </a:solidFill>
                <a:latin typeface="Avenir LT Std 35 Light" panose="020B0402020203020204" pitchFamily="34" charset="0"/>
              </a:rPr>
              <a:t>mais il garantit que les questions sur le volet humain ont été instruites en donnant un niveau de risque</a:t>
            </a:r>
          </a:p>
        </p:txBody>
      </p:sp>
      <p:sp>
        <p:nvSpPr>
          <p:cNvPr id="14" name="Titre 1">
            <a:extLst>
              <a:ext uri="{FF2B5EF4-FFF2-40B4-BE49-F238E27FC236}">
                <a16:creationId xmlns:a16="http://schemas.microsoft.com/office/drawing/2014/main" id="{F10FD190-60F8-5B06-3B57-62FA8BD3F4A2}"/>
              </a:ext>
            </a:extLst>
          </p:cNvPr>
          <p:cNvSpPr txBox="1">
            <a:spLocks/>
          </p:cNvSpPr>
          <p:nvPr/>
        </p:nvSpPr>
        <p:spPr bwMode="gray">
          <a:xfrm>
            <a:off x="439404" y="180975"/>
            <a:ext cx="11418170" cy="620713"/>
          </a:xfrm>
          <a:prstGeom prst="rect">
            <a:avLst/>
          </a:prstGeom>
        </p:spPr>
        <p:txBody>
          <a:bodyPr vert="horz" wrap="square" lIns="0" tIns="0" rIns="0" bIns="0" numCol="1" anchor="t" anchorCtr="0" compatLnSpc="1">
            <a:prstTxWarp prst="textNoShape">
              <a:avLst/>
            </a:prstTxWarp>
            <a:normAutofit/>
          </a:bodyPr>
          <a:lstStyle>
            <a:lvl1pPr algn="l" rtl="0" eaLnBrk="0" fontAlgn="base" hangingPunct="0">
              <a:lnSpc>
                <a:spcPct val="90000"/>
              </a:lnSpc>
              <a:spcBef>
                <a:spcPct val="0"/>
              </a:spcBef>
              <a:spcAft>
                <a:spcPct val="0"/>
              </a:spcAft>
              <a:defRPr sz="3200" kern="1200" cap="all">
                <a:solidFill>
                  <a:schemeClr val="accent1"/>
                </a:solidFill>
                <a:latin typeface="+mj-lt"/>
                <a:ea typeface="ＭＳ Ｐゴシック" charset="-128"/>
                <a:cs typeface="+mj-cs"/>
              </a:defRPr>
            </a:lvl1pPr>
            <a:lvl2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2pPr>
            <a:lvl3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3pPr>
            <a:lvl4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4pPr>
            <a:lvl5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5pPr>
            <a:lvl6pPr marL="454358" algn="l" rtl="0" fontAlgn="base">
              <a:lnSpc>
                <a:spcPct val="90000"/>
              </a:lnSpc>
              <a:spcBef>
                <a:spcPct val="0"/>
              </a:spcBef>
              <a:spcAft>
                <a:spcPct val="0"/>
              </a:spcAft>
              <a:defRPr sz="3200">
                <a:solidFill>
                  <a:schemeClr val="accent1"/>
                </a:solidFill>
                <a:latin typeface="Avenir LT Std 65 Medium" charset="0"/>
                <a:ea typeface="ＭＳ Ｐゴシック" charset="-128"/>
              </a:defRPr>
            </a:lvl6pPr>
            <a:lvl7pPr marL="908712" algn="l" rtl="0" fontAlgn="base">
              <a:lnSpc>
                <a:spcPct val="90000"/>
              </a:lnSpc>
              <a:spcBef>
                <a:spcPct val="0"/>
              </a:spcBef>
              <a:spcAft>
                <a:spcPct val="0"/>
              </a:spcAft>
              <a:defRPr sz="3200">
                <a:solidFill>
                  <a:schemeClr val="accent1"/>
                </a:solidFill>
                <a:latin typeface="Avenir LT Std 65 Medium" charset="0"/>
                <a:ea typeface="ＭＳ Ｐゴシック" charset="-128"/>
              </a:defRPr>
            </a:lvl7pPr>
            <a:lvl8pPr marL="1363055" algn="l" rtl="0" fontAlgn="base">
              <a:lnSpc>
                <a:spcPct val="90000"/>
              </a:lnSpc>
              <a:spcBef>
                <a:spcPct val="0"/>
              </a:spcBef>
              <a:spcAft>
                <a:spcPct val="0"/>
              </a:spcAft>
              <a:defRPr sz="3200">
                <a:solidFill>
                  <a:schemeClr val="accent1"/>
                </a:solidFill>
                <a:latin typeface="Avenir LT Std 65 Medium" charset="0"/>
                <a:ea typeface="ＭＳ Ｐゴシック" charset="-128"/>
              </a:defRPr>
            </a:lvl8pPr>
            <a:lvl9pPr marL="1817417" algn="l" rtl="0" fontAlgn="base">
              <a:lnSpc>
                <a:spcPct val="90000"/>
              </a:lnSpc>
              <a:spcBef>
                <a:spcPct val="0"/>
              </a:spcBef>
              <a:spcAft>
                <a:spcPct val="0"/>
              </a:spcAft>
              <a:defRPr sz="3200">
                <a:solidFill>
                  <a:schemeClr val="accent1"/>
                </a:solidFill>
                <a:latin typeface="Avenir LT Std 65 Medium" charset="0"/>
                <a:ea typeface="ＭＳ Ｐゴシック" charset="-128"/>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fr-FR" sz="2400" b="1" i="0" u="none" strike="noStrike" kern="1200" cap="all" spc="0" normalizeH="0" baseline="0" noProof="0">
                <a:ln>
                  <a:noFill/>
                </a:ln>
                <a:solidFill>
                  <a:srgbClr val="009AA6"/>
                </a:solidFill>
                <a:effectLst/>
                <a:uLnTx/>
                <a:uFillTx/>
                <a:latin typeface="Avenir LT Std 65 Medium" panose="020B0803020203020204" pitchFamily="34" charset="0"/>
                <a:ea typeface="ＭＳ Ｐゴシック" charset="-128"/>
                <a:cs typeface="+mj-cs"/>
              </a:rPr>
              <a:t>Kit : à savoir</a:t>
            </a:r>
          </a:p>
        </p:txBody>
      </p:sp>
    </p:spTree>
    <p:extLst>
      <p:ext uri="{BB962C8B-B14F-4D97-AF65-F5344CB8AC3E}">
        <p14:creationId xmlns:p14="http://schemas.microsoft.com/office/powerpoint/2010/main" val="39611228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C8BBC-451E-B194-1B05-8519B1A6CE01}"/>
            </a:ext>
          </a:extLst>
        </p:cNvPr>
        <p:cNvGrpSpPr/>
        <p:nvPr/>
      </p:nvGrpSpPr>
      <p:grpSpPr>
        <a:xfrm>
          <a:off x="0" y="0"/>
          <a:ext cx="0" cy="0"/>
          <a:chOff x="0" y="0"/>
          <a:chExt cx="0" cy="0"/>
        </a:xfrm>
      </p:grpSpPr>
      <p:sp>
        <p:nvSpPr>
          <p:cNvPr id="9" name="Titre 1">
            <a:extLst>
              <a:ext uri="{FF2B5EF4-FFF2-40B4-BE49-F238E27FC236}">
                <a16:creationId xmlns:a16="http://schemas.microsoft.com/office/drawing/2014/main" id="{9EC1A45E-16B2-BDCB-E50D-8D169B47BD4A}"/>
              </a:ext>
            </a:extLst>
          </p:cNvPr>
          <p:cNvSpPr txBox="1">
            <a:spLocks/>
          </p:cNvSpPr>
          <p:nvPr/>
        </p:nvSpPr>
        <p:spPr bwMode="gray">
          <a:xfrm>
            <a:off x="439404" y="180975"/>
            <a:ext cx="11418170" cy="620713"/>
          </a:xfrm>
          <a:prstGeom prst="rect">
            <a:avLst/>
          </a:prstGeom>
        </p:spPr>
        <p:txBody>
          <a:bodyPr vert="horz" wrap="square" lIns="0" tIns="0" rIns="0" bIns="0" numCol="1" anchor="t" anchorCtr="0" compatLnSpc="1">
            <a:prstTxWarp prst="textNoShape">
              <a:avLst/>
            </a:prstTxWarp>
            <a:normAutofit/>
          </a:bodyPr>
          <a:lstStyle>
            <a:lvl1pPr algn="l" rtl="0" eaLnBrk="0" fontAlgn="base" hangingPunct="0">
              <a:lnSpc>
                <a:spcPct val="90000"/>
              </a:lnSpc>
              <a:spcBef>
                <a:spcPct val="0"/>
              </a:spcBef>
              <a:spcAft>
                <a:spcPct val="0"/>
              </a:spcAft>
              <a:defRPr sz="3200" kern="1200" cap="all">
                <a:solidFill>
                  <a:schemeClr val="accent1"/>
                </a:solidFill>
                <a:latin typeface="+mj-lt"/>
                <a:ea typeface="ＭＳ Ｐゴシック" charset="-128"/>
                <a:cs typeface="+mj-cs"/>
              </a:defRPr>
            </a:lvl1pPr>
            <a:lvl2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2pPr>
            <a:lvl3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3pPr>
            <a:lvl4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4pPr>
            <a:lvl5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5pPr>
            <a:lvl6pPr marL="454358" algn="l" rtl="0" fontAlgn="base">
              <a:lnSpc>
                <a:spcPct val="90000"/>
              </a:lnSpc>
              <a:spcBef>
                <a:spcPct val="0"/>
              </a:spcBef>
              <a:spcAft>
                <a:spcPct val="0"/>
              </a:spcAft>
              <a:defRPr sz="3200">
                <a:solidFill>
                  <a:schemeClr val="accent1"/>
                </a:solidFill>
                <a:latin typeface="Avenir LT Std 65 Medium" charset="0"/>
                <a:ea typeface="ＭＳ Ｐゴシック" charset="-128"/>
              </a:defRPr>
            </a:lvl6pPr>
            <a:lvl7pPr marL="908712" algn="l" rtl="0" fontAlgn="base">
              <a:lnSpc>
                <a:spcPct val="90000"/>
              </a:lnSpc>
              <a:spcBef>
                <a:spcPct val="0"/>
              </a:spcBef>
              <a:spcAft>
                <a:spcPct val="0"/>
              </a:spcAft>
              <a:defRPr sz="3200">
                <a:solidFill>
                  <a:schemeClr val="accent1"/>
                </a:solidFill>
                <a:latin typeface="Avenir LT Std 65 Medium" charset="0"/>
                <a:ea typeface="ＭＳ Ｐゴシック" charset="-128"/>
              </a:defRPr>
            </a:lvl7pPr>
            <a:lvl8pPr marL="1363055" algn="l" rtl="0" fontAlgn="base">
              <a:lnSpc>
                <a:spcPct val="90000"/>
              </a:lnSpc>
              <a:spcBef>
                <a:spcPct val="0"/>
              </a:spcBef>
              <a:spcAft>
                <a:spcPct val="0"/>
              </a:spcAft>
              <a:defRPr sz="3200">
                <a:solidFill>
                  <a:schemeClr val="accent1"/>
                </a:solidFill>
                <a:latin typeface="Avenir LT Std 65 Medium" charset="0"/>
                <a:ea typeface="ＭＳ Ｐゴシック" charset="-128"/>
              </a:defRPr>
            </a:lvl8pPr>
            <a:lvl9pPr marL="1817417" algn="l" rtl="0" fontAlgn="base">
              <a:lnSpc>
                <a:spcPct val="90000"/>
              </a:lnSpc>
              <a:spcBef>
                <a:spcPct val="0"/>
              </a:spcBef>
              <a:spcAft>
                <a:spcPct val="0"/>
              </a:spcAft>
              <a:defRPr sz="3200">
                <a:solidFill>
                  <a:schemeClr val="accent1"/>
                </a:solidFill>
                <a:latin typeface="Avenir LT Std 65 Medium" charset="0"/>
                <a:ea typeface="ＭＳ Ｐゴシック" charset="-128"/>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fr-FR" sz="2400" b="1" i="0" u="none" strike="noStrike" kern="1200" cap="all" spc="0" normalizeH="0" baseline="0" noProof="0">
                <a:ln>
                  <a:noFill/>
                </a:ln>
                <a:solidFill>
                  <a:srgbClr val="009AA6"/>
                </a:solidFill>
                <a:effectLst/>
                <a:uLnTx/>
                <a:uFillTx/>
                <a:latin typeface="Avenir LT Std 65 Medium" panose="020B0803020203020204" pitchFamily="34" charset="0"/>
                <a:ea typeface="ＭＳ Ｐゴシック" charset="-128"/>
                <a:cs typeface="+mj-cs"/>
              </a:rPr>
              <a:t>Comment utiliser ce kit ?</a:t>
            </a:r>
          </a:p>
        </p:txBody>
      </p:sp>
      <p:sp>
        <p:nvSpPr>
          <p:cNvPr id="8" name="Rectangle : coins arrondis 7">
            <a:extLst>
              <a:ext uri="{FF2B5EF4-FFF2-40B4-BE49-F238E27FC236}">
                <a16:creationId xmlns:a16="http://schemas.microsoft.com/office/drawing/2014/main" id="{F679E691-C7D7-61E7-08F0-79B15BC5FED7}"/>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DC582A"/>
                </a:solidFill>
              </a:rPr>
              <a:t>PROTOTYPE</a:t>
            </a:r>
          </a:p>
        </p:txBody>
      </p:sp>
      <p:sp>
        <p:nvSpPr>
          <p:cNvPr id="6" name="Oval 36">
            <a:extLst>
              <a:ext uri="{FF2B5EF4-FFF2-40B4-BE49-F238E27FC236}">
                <a16:creationId xmlns:a16="http://schemas.microsoft.com/office/drawing/2014/main" id="{AE9F14D2-EF1C-0D7B-55C1-69012D93898D}"/>
              </a:ext>
            </a:extLst>
          </p:cNvPr>
          <p:cNvSpPr/>
          <p:nvPr/>
        </p:nvSpPr>
        <p:spPr>
          <a:xfrm>
            <a:off x="1832488" y="1325352"/>
            <a:ext cx="417450" cy="417448"/>
          </a:xfrm>
          <a:prstGeom prst="ellipse">
            <a:avLst/>
          </a:prstGeom>
          <a:solidFill>
            <a:schemeClr val="accent1">
              <a:lumMod val="10000"/>
              <a:lumOff val="90000"/>
            </a:schemeClr>
          </a:solidFill>
          <a:ln w="6350">
            <a:noFill/>
          </a:ln>
        </p:spPr>
        <p:txBody>
          <a:bodyPr rtlCol="0" anchor="t" anchorCtr="0">
            <a:noAutofit/>
          </a:bodyPr>
          <a:lstStyle/>
          <a:p>
            <a:pPr marL="179388" indent="-179388" algn="l">
              <a:lnSpc>
                <a:spcPct val="90000"/>
              </a:lnSpc>
              <a:spcBef>
                <a:spcPts val="800"/>
              </a:spcBef>
              <a:buClr>
                <a:schemeClr val="tx2"/>
              </a:buClr>
              <a:buSzPct val="90000"/>
              <a:buFont typeface="Arial Black" panose="020B0A04020102020204" pitchFamily="34" charset="0"/>
              <a:buChar char="&gt;"/>
            </a:pPr>
            <a:endParaRPr lang="en-GB" sz="1200"/>
          </a:p>
        </p:txBody>
      </p:sp>
      <p:pic>
        <p:nvPicPr>
          <p:cNvPr id="10" name="Graphique 10">
            <a:extLst>
              <a:ext uri="{FF2B5EF4-FFF2-40B4-BE49-F238E27FC236}">
                <a16:creationId xmlns:a16="http://schemas.microsoft.com/office/drawing/2014/main" id="{338A25E6-CCB1-0E2B-6F2F-60DA225F993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74491" y="1076800"/>
            <a:ext cx="272821" cy="612000"/>
          </a:xfrm>
          <a:prstGeom prst="rect">
            <a:avLst/>
          </a:prstGeom>
        </p:spPr>
      </p:pic>
      <p:sp>
        <p:nvSpPr>
          <p:cNvPr id="13" name="Rectangle: Single Corner Rounded 21">
            <a:extLst>
              <a:ext uri="{FF2B5EF4-FFF2-40B4-BE49-F238E27FC236}">
                <a16:creationId xmlns:a16="http://schemas.microsoft.com/office/drawing/2014/main" id="{648231DA-5BE6-5248-9D8C-98B07B5EA82F}"/>
              </a:ext>
            </a:extLst>
          </p:cNvPr>
          <p:cNvSpPr/>
          <p:nvPr/>
        </p:nvSpPr>
        <p:spPr>
          <a:xfrm>
            <a:off x="2458489" y="1112395"/>
            <a:ext cx="7380000" cy="475605"/>
          </a:xfrm>
          <a:prstGeom prst="round1Rect">
            <a:avLst>
              <a:gd name="adj" fmla="val 50000"/>
            </a:avLst>
          </a:prstGeom>
          <a:solidFill>
            <a:schemeClr val="accent1">
              <a:lumMod val="10000"/>
              <a:lumOff val="90000"/>
            </a:schemeClr>
          </a:solidFill>
          <a:ln w="19050">
            <a:noFill/>
          </a:ln>
        </p:spPr>
        <p:txBody>
          <a:bodyPr lIns="180000" rtlCol="0" anchor="ctr" anchorCtr="0">
            <a:noAutofit/>
          </a:bodyPr>
          <a:lstStyle/>
          <a:p>
            <a:pPr>
              <a:lnSpc>
                <a:spcPct val="90000"/>
              </a:lnSpc>
              <a:spcBef>
                <a:spcPts val="800"/>
              </a:spcBef>
              <a:buClr>
                <a:schemeClr val="tx2"/>
              </a:buClr>
              <a:buSzPct val="90000"/>
            </a:pPr>
            <a:r>
              <a:rPr lang="fr-FR" sz="1400" b="1">
                <a:solidFill>
                  <a:srgbClr val="000000">
                    <a:lumMod val="75000"/>
                    <a:lumOff val="25000"/>
                  </a:srgbClr>
                </a:solidFill>
                <a:latin typeface="Avenir LT Std 45 Book"/>
              </a:rPr>
              <a:t>Cliquez sur le besoin qui vous correspond </a:t>
            </a:r>
            <a:r>
              <a:rPr lang="fr-FR" sz="1400">
                <a:solidFill>
                  <a:srgbClr val="000000">
                    <a:lumMod val="75000"/>
                    <a:lumOff val="25000"/>
                  </a:srgbClr>
                </a:solidFill>
                <a:latin typeface="Avenir LT Std 45 Book"/>
              </a:rPr>
              <a:t>sur la page suivante</a:t>
            </a:r>
            <a:r>
              <a:rPr lang="fr-FR" sz="1400" b="1">
                <a:solidFill>
                  <a:srgbClr val="000000">
                    <a:lumMod val="75000"/>
                    <a:lumOff val="25000"/>
                  </a:srgbClr>
                </a:solidFill>
                <a:latin typeface="Avenir LT Std 45 Book"/>
              </a:rPr>
              <a:t>.</a:t>
            </a:r>
            <a:endParaRPr lang="en-GB" sz="1400"/>
          </a:p>
        </p:txBody>
      </p:sp>
      <p:pic>
        <p:nvPicPr>
          <p:cNvPr id="18" name="Image 17">
            <a:extLst>
              <a:ext uri="{FF2B5EF4-FFF2-40B4-BE49-F238E27FC236}">
                <a16:creationId xmlns:a16="http://schemas.microsoft.com/office/drawing/2014/main" id="{3641D443-19EF-B7EF-D926-AC82664DCFD9}"/>
              </a:ext>
            </a:extLst>
          </p:cNvPr>
          <p:cNvPicPr>
            <a:picLocks noChangeAspect="1"/>
          </p:cNvPicPr>
          <p:nvPr/>
        </p:nvPicPr>
        <p:blipFill>
          <a:blip r:embed="rId5"/>
          <a:stretch>
            <a:fillRect/>
          </a:stretch>
        </p:blipFill>
        <p:spPr>
          <a:xfrm>
            <a:off x="4438941" y="1667638"/>
            <a:ext cx="3419096" cy="1768498"/>
          </a:xfrm>
          <a:prstGeom prst="rect">
            <a:avLst/>
          </a:prstGeom>
          <a:ln>
            <a:solidFill>
              <a:schemeClr val="tx1"/>
            </a:solidFill>
          </a:ln>
          <a:effectLst>
            <a:outerShdw blurRad="50800" dist="38100" dir="2700000" algn="ctr" rotWithShape="0">
              <a:srgbClr val="000000">
                <a:alpha val="70000"/>
              </a:srgbClr>
            </a:outerShdw>
          </a:effectLst>
        </p:spPr>
      </p:pic>
      <p:cxnSp>
        <p:nvCxnSpPr>
          <p:cNvPr id="11" name="Straight Connector 23">
            <a:extLst>
              <a:ext uri="{FF2B5EF4-FFF2-40B4-BE49-F238E27FC236}">
                <a16:creationId xmlns:a16="http://schemas.microsoft.com/office/drawing/2014/main" id="{6724EA1C-DA71-E7EA-C089-C4A4A2ED1FA0}"/>
              </a:ext>
            </a:extLst>
          </p:cNvPr>
          <p:cNvCxnSpPr>
            <a:cxnSpLocks/>
          </p:cNvCxnSpPr>
          <p:nvPr/>
        </p:nvCxnSpPr>
        <p:spPr>
          <a:xfrm>
            <a:off x="2458489" y="1112395"/>
            <a:ext cx="0" cy="2190179"/>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1" name="Oval 36">
            <a:extLst>
              <a:ext uri="{FF2B5EF4-FFF2-40B4-BE49-F238E27FC236}">
                <a16:creationId xmlns:a16="http://schemas.microsoft.com/office/drawing/2014/main" id="{54178DBD-9BA6-01E9-7A5E-1F94035C51AB}"/>
              </a:ext>
            </a:extLst>
          </p:cNvPr>
          <p:cNvSpPr/>
          <p:nvPr/>
        </p:nvSpPr>
        <p:spPr>
          <a:xfrm>
            <a:off x="1832488" y="4064866"/>
            <a:ext cx="417450" cy="417448"/>
          </a:xfrm>
          <a:prstGeom prst="ellipse">
            <a:avLst/>
          </a:prstGeom>
          <a:solidFill>
            <a:schemeClr val="accent1">
              <a:lumMod val="10000"/>
              <a:lumOff val="90000"/>
            </a:schemeClr>
          </a:solidFill>
          <a:ln w="6350">
            <a:noFill/>
          </a:ln>
        </p:spPr>
        <p:txBody>
          <a:bodyPr rtlCol="0" anchor="t" anchorCtr="0">
            <a:noAutofit/>
          </a:bodyPr>
          <a:lstStyle/>
          <a:p>
            <a:pPr marL="179388" indent="-179388" algn="l">
              <a:lnSpc>
                <a:spcPct val="90000"/>
              </a:lnSpc>
              <a:spcBef>
                <a:spcPts val="800"/>
              </a:spcBef>
              <a:buClr>
                <a:schemeClr val="tx2"/>
              </a:buClr>
              <a:buSzPct val="90000"/>
              <a:buFont typeface="Arial Black" panose="020B0A04020102020204" pitchFamily="34" charset="0"/>
              <a:buChar char="&gt;"/>
            </a:pPr>
            <a:endParaRPr lang="en-GB" sz="1200"/>
          </a:p>
        </p:txBody>
      </p:sp>
      <p:pic>
        <p:nvPicPr>
          <p:cNvPr id="27" name="Graphique 12">
            <a:extLst>
              <a:ext uri="{FF2B5EF4-FFF2-40B4-BE49-F238E27FC236}">
                <a16:creationId xmlns:a16="http://schemas.microsoft.com/office/drawing/2014/main" id="{2C1368A5-5FA2-C1DA-25A4-0AEECCF06A5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911802" y="3821638"/>
            <a:ext cx="442411" cy="612000"/>
          </a:xfrm>
          <a:prstGeom prst="rect">
            <a:avLst/>
          </a:prstGeom>
        </p:spPr>
      </p:pic>
      <p:sp>
        <p:nvSpPr>
          <p:cNvPr id="23" name="Rectangle: Single Corner Rounded 21">
            <a:extLst>
              <a:ext uri="{FF2B5EF4-FFF2-40B4-BE49-F238E27FC236}">
                <a16:creationId xmlns:a16="http://schemas.microsoft.com/office/drawing/2014/main" id="{77FC527D-2239-7AD1-D387-349B48E46F0D}"/>
              </a:ext>
            </a:extLst>
          </p:cNvPr>
          <p:cNvSpPr/>
          <p:nvPr/>
        </p:nvSpPr>
        <p:spPr>
          <a:xfrm>
            <a:off x="2458489" y="3851908"/>
            <a:ext cx="7380000" cy="475605"/>
          </a:xfrm>
          <a:prstGeom prst="round1Rect">
            <a:avLst>
              <a:gd name="adj" fmla="val 50000"/>
            </a:avLst>
          </a:prstGeom>
          <a:solidFill>
            <a:schemeClr val="accent1">
              <a:lumMod val="10000"/>
              <a:lumOff val="90000"/>
            </a:schemeClr>
          </a:solidFill>
          <a:ln w="19050">
            <a:noFill/>
          </a:ln>
        </p:spPr>
        <p:txBody>
          <a:bodyPr lIns="180000" rtlCol="0" anchor="ctr" anchorCtr="0">
            <a:noAutofit/>
          </a:bodyPr>
          <a:lstStyle/>
          <a:p>
            <a:pPr defTabSz="914355">
              <a:lnSpc>
                <a:spcPct val="105000"/>
              </a:lnSpc>
              <a:spcAft>
                <a:spcPts val="600"/>
              </a:spcAft>
              <a:defRPr/>
            </a:pPr>
            <a:r>
              <a:rPr lang="fr-FR" sz="1400" b="1">
                <a:solidFill>
                  <a:srgbClr val="000000">
                    <a:lumMod val="75000"/>
                    <a:lumOff val="25000"/>
                  </a:srgbClr>
                </a:solidFill>
                <a:latin typeface="Avenir LT Std 45 Book"/>
              </a:rPr>
              <a:t>Naviguez dans le document à l’aide des liens hypertextes symbolisés par les icônes suivantes :</a:t>
            </a:r>
            <a:endParaRPr lang="fr-FR" sz="1400">
              <a:solidFill>
                <a:srgbClr val="000000">
                  <a:lumMod val="75000"/>
                  <a:lumOff val="25000"/>
                </a:srgbClr>
              </a:solidFill>
              <a:latin typeface="Avenir LT Std 45 Book"/>
            </a:endParaRPr>
          </a:p>
        </p:txBody>
      </p:sp>
      <p:grpSp>
        <p:nvGrpSpPr>
          <p:cNvPr id="47" name="Groupe 46">
            <a:extLst>
              <a:ext uri="{FF2B5EF4-FFF2-40B4-BE49-F238E27FC236}">
                <a16:creationId xmlns:a16="http://schemas.microsoft.com/office/drawing/2014/main" id="{B8F51AB0-44A0-0274-FB81-D1D709800A53}"/>
              </a:ext>
            </a:extLst>
          </p:cNvPr>
          <p:cNvGrpSpPr/>
          <p:nvPr/>
        </p:nvGrpSpPr>
        <p:grpSpPr>
          <a:xfrm>
            <a:off x="4396249" y="4413090"/>
            <a:ext cx="3558203" cy="444130"/>
            <a:chOff x="4492663" y="3735000"/>
            <a:chExt cx="3558203" cy="444130"/>
          </a:xfrm>
        </p:grpSpPr>
        <p:sp>
          <p:nvSpPr>
            <p:cNvPr id="35" name="Forme libre : forme 34">
              <a:extLst>
                <a:ext uri="{FF2B5EF4-FFF2-40B4-BE49-F238E27FC236}">
                  <a16:creationId xmlns:a16="http://schemas.microsoft.com/office/drawing/2014/main" id="{FB4F6B62-2ED8-4358-6767-4926B4267FA4}"/>
                </a:ext>
              </a:extLst>
            </p:cNvPr>
            <p:cNvSpPr>
              <a:spLocks noChangeAspect="1"/>
            </p:cNvSpPr>
            <p:nvPr/>
          </p:nvSpPr>
          <p:spPr>
            <a:xfrm rot="18678108">
              <a:off x="4581272" y="3688456"/>
              <a:ext cx="360000" cy="537218"/>
            </a:xfrm>
            <a:custGeom>
              <a:avLst/>
              <a:gdLst>
                <a:gd name="csX0" fmla="*/ 238034 w 599990"/>
                <a:gd name="csY0" fmla="*/ -952 h 895350"/>
                <a:gd name="csX1" fmla="*/ 218984 w 599990"/>
                <a:gd name="csY1" fmla="*/ 18098 h 895350"/>
                <a:gd name="csX2" fmla="*/ 218984 w 599990"/>
                <a:gd name="csY2" fmla="*/ 132398 h 895350"/>
                <a:gd name="csX3" fmla="*/ 238034 w 599990"/>
                <a:gd name="csY3" fmla="*/ 151448 h 895350"/>
                <a:gd name="csX4" fmla="*/ 257084 w 599990"/>
                <a:gd name="csY4" fmla="*/ 132398 h 895350"/>
                <a:gd name="csX5" fmla="*/ 257084 w 599990"/>
                <a:gd name="csY5" fmla="*/ 18098 h 895350"/>
                <a:gd name="csX6" fmla="*/ 238034 w 599990"/>
                <a:gd name="csY6" fmla="*/ -952 h 895350"/>
                <a:gd name="csX7" fmla="*/ 458300 w 599990"/>
                <a:gd name="csY7" fmla="*/ 122873 h 895350"/>
                <a:gd name="csX8" fmla="*/ 447584 w 599990"/>
                <a:gd name="csY8" fmla="*/ 125551 h 895350"/>
                <a:gd name="csX9" fmla="*/ 348465 w 599990"/>
                <a:gd name="csY9" fmla="*/ 182701 h 895350"/>
                <a:gd name="csX10" fmla="*/ 341619 w 599990"/>
                <a:gd name="csY10" fmla="*/ 208598 h 895350"/>
                <a:gd name="csX11" fmla="*/ 367515 w 599990"/>
                <a:gd name="csY11" fmla="*/ 215444 h 895350"/>
                <a:gd name="csX12" fmla="*/ 466634 w 599990"/>
                <a:gd name="csY12" fmla="*/ 158294 h 895350"/>
                <a:gd name="csX13" fmla="*/ 473481 w 599990"/>
                <a:gd name="csY13" fmla="*/ 132398 h 895350"/>
                <a:gd name="csX14" fmla="*/ 458300 w 599990"/>
                <a:gd name="csY14" fmla="*/ 122873 h 895350"/>
                <a:gd name="csX15" fmla="*/ 16875 w 599990"/>
                <a:gd name="csY15" fmla="*/ 123168 h 895350"/>
                <a:gd name="csX16" fmla="*/ 2588 w 599990"/>
                <a:gd name="csY16" fmla="*/ 132396 h 895350"/>
                <a:gd name="csX17" fmla="*/ 9434 w 599990"/>
                <a:gd name="csY17" fmla="*/ 158293 h 895350"/>
                <a:gd name="csX18" fmla="*/ 108553 w 599990"/>
                <a:gd name="csY18" fmla="*/ 215443 h 895350"/>
                <a:gd name="csX19" fmla="*/ 134450 w 599990"/>
                <a:gd name="csY19" fmla="*/ 208596 h 895350"/>
                <a:gd name="csX20" fmla="*/ 127603 w 599990"/>
                <a:gd name="csY20" fmla="*/ 182699 h 895350"/>
                <a:gd name="csX21" fmla="*/ 28484 w 599990"/>
                <a:gd name="csY21" fmla="*/ 125549 h 895350"/>
                <a:gd name="csX22" fmla="*/ 16875 w 599990"/>
                <a:gd name="csY22" fmla="*/ 123168 h 895350"/>
                <a:gd name="csX23" fmla="*/ 238034 w 599990"/>
                <a:gd name="csY23" fmla="*/ 189548 h 895350"/>
                <a:gd name="csX24" fmla="*/ 161834 w 599990"/>
                <a:gd name="csY24" fmla="*/ 265748 h 895350"/>
                <a:gd name="csX25" fmla="*/ 161834 w 599990"/>
                <a:gd name="csY25" fmla="*/ 508932 h 895350"/>
                <a:gd name="csX26" fmla="*/ 102303 w 599990"/>
                <a:gd name="csY26" fmla="*/ 449104 h 895350"/>
                <a:gd name="csX27" fmla="*/ 11815 w 599990"/>
                <a:gd name="csY27" fmla="*/ 501788 h 895350"/>
                <a:gd name="csX28" fmla="*/ 20150 w 599990"/>
                <a:gd name="csY28" fmla="*/ 567869 h 895350"/>
                <a:gd name="csX29" fmla="*/ 204697 w 599990"/>
                <a:gd name="csY29" fmla="*/ 887849 h 895350"/>
                <a:gd name="csX30" fmla="*/ 218984 w 599990"/>
                <a:gd name="csY30" fmla="*/ 894398 h 895350"/>
                <a:gd name="csX31" fmla="*/ 476159 w 599990"/>
                <a:gd name="csY31" fmla="*/ 894398 h 895350"/>
                <a:gd name="csX32" fmla="*/ 487470 w 599990"/>
                <a:gd name="csY32" fmla="*/ 890529 h 895350"/>
                <a:gd name="csX33" fmla="*/ 555336 w 599990"/>
                <a:gd name="csY33" fmla="*/ 794385 h 895350"/>
                <a:gd name="csX34" fmla="*/ 594925 w 599990"/>
                <a:gd name="csY34" fmla="*/ 658654 h 895350"/>
                <a:gd name="csX35" fmla="*/ 591947 w 599990"/>
                <a:gd name="csY35" fmla="*/ 529471 h 895350"/>
                <a:gd name="csX36" fmla="*/ 516343 w 599990"/>
                <a:gd name="csY36" fmla="*/ 456248 h 895350"/>
                <a:gd name="csX37" fmla="*/ 488959 w 599990"/>
                <a:gd name="csY37" fmla="*/ 458926 h 895350"/>
                <a:gd name="csX38" fmla="*/ 468718 w 599990"/>
                <a:gd name="csY38" fmla="*/ 431245 h 895350"/>
                <a:gd name="csX39" fmla="*/ 428237 w 599990"/>
                <a:gd name="csY39" fmla="*/ 418148 h 895350"/>
                <a:gd name="csX40" fmla="*/ 397578 w 599990"/>
                <a:gd name="csY40" fmla="*/ 428863 h 895350"/>
                <a:gd name="csX41" fmla="*/ 383886 w 599990"/>
                <a:gd name="csY41" fmla="*/ 412195 h 895350"/>
                <a:gd name="csX42" fmla="*/ 342809 w 599990"/>
                <a:gd name="csY42" fmla="*/ 399098 h 895350"/>
                <a:gd name="csX43" fmla="*/ 314234 w 599990"/>
                <a:gd name="csY43" fmla="*/ 405646 h 895350"/>
                <a:gd name="csX44" fmla="*/ 314234 w 599990"/>
                <a:gd name="csY44" fmla="*/ 265748 h 895350"/>
                <a:gd name="csX45" fmla="*/ 238034 w 599990"/>
                <a:gd name="csY45" fmla="*/ 189548 h 895350"/>
                <a:gd name="csX46" fmla="*/ 238034 w 599990"/>
                <a:gd name="csY46" fmla="*/ 227648 h 895350"/>
                <a:gd name="csX47" fmla="*/ 276134 w 599990"/>
                <a:gd name="csY47" fmla="*/ 265748 h 895350"/>
                <a:gd name="csX48" fmla="*/ 276134 w 599990"/>
                <a:gd name="csY48" fmla="*/ 446723 h 895350"/>
                <a:gd name="csX49" fmla="*/ 291017 w 599990"/>
                <a:gd name="csY49" fmla="*/ 465476 h 895350"/>
                <a:gd name="csX50" fmla="*/ 312448 w 599990"/>
                <a:gd name="csY50" fmla="*/ 455057 h 895350"/>
                <a:gd name="csX51" fmla="*/ 342809 w 599990"/>
                <a:gd name="csY51" fmla="*/ 437198 h 895350"/>
                <a:gd name="csX52" fmla="*/ 361562 w 599990"/>
                <a:gd name="csY52" fmla="*/ 443151 h 895350"/>
                <a:gd name="csX53" fmla="*/ 371384 w 599990"/>
                <a:gd name="csY53" fmla="*/ 465773 h 895350"/>
                <a:gd name="csX54" fmla="*/ 385969 w 599990"/>
                <a:gd name="csY54" fmla="*/ 484227 h 895350"/>
                <a:gd name="csX55" fmla="*/ 407400 w 599990"/>
                <a:gd name="csY55" fmla="*/ 474404 h 895350"/>
                <a:gd name="csX56" fmla="*/ 428831 w 599990"/>
                <a:gd name="csY56" fmla="*/ 456248 h 895350"/>
                <a:gd name="csX57" fmla="*/ 446691 w 599990"/>
                <a:gd name="csY57" fmla="*/ 462201 h 895350"/>
                <a:gd name="csX58" fmla="*/ 457109 w 599990"/>
                <a:gd name="csY58" fmla="*/ 484823 h 895350"/>
                <a:gd name="csX59" fmla="*/ 468420 w 599990"/>
                <a:gd name="csY59" fmla="*/ 502385 h 895350"/>
                <a:gd name="csX60" fmla="*/ 489256 w 599990"/>
                <a:gd name="csY60" fmla="*/ 498813 h 895350"/>
                <a:gd name="csX61" fmla="*/ 512771 w 599990"/>
                <a:gd name="csY61" fmla="*/ 494348 h 895350"/>
                <a:gd name="csX62" fmla="*/ 555336 w 599990"/>
                <a:gd name="csY62" fmla="*/ 539888 h 895350"/>
                <a:gd name="csX63" fmla="*/ 557122 w 599990"/>
                <a:gd name="csY63" fmla="*/ 652701 h 895350"/>
                <a:gd name="csX64" fmla="*/ 520510 w 599990"/>
                <a:gd name="csY64" fmla="*/ 778907 h 895350"/>
                <a:gd name="csX65" fmla="*/ 468420 w 599990"/>
                <a:gd name="csY65" fmla="*/ 856298 h 895350"/>
                <a:gd name="csX66" fmla="*/ 228212 w 599990"/>
                <a:gd name="csY66" fmla="*/ 856298 h 895350"/>
                <a:gd name="csX67" fmla="*/ 55869 w 599990"/>
                <a:gd name="csY67" fmla="*/ 554176 h 895350"/>
                <a:gd name="csX68" fmla="*/ 48428 w 599990"/>
                <a:gd name="csY68" fmla="*/ 511910 h 895350"/>
                <a:gd name="csX69" fmla="*/ 92183 w 599990"/>
                <a:gd name="csY69" fmla="*/ 485716 h 895350"/>
                <a:gd name="csX70" fmla="*/ 126115 w 599990"/>
                <a:gd name="csY70" fmla="*/ 522327 h 895350"/>
                <a:gd name="csX71" fmla="*/ 163918 w 599990"/>
                <a:gd name="csY71" fmla="*/ 598229 h 895350"/>
                <a:gd name="csX72" fmla="*/ 185350 w 599990"/>
                <a:gd name="csY72" fmla="*/ 608052 h 895350"/>
                <a:gd name="csX73" fmla="*/ 199934 w 599990"/>
                <a:gd name="csY73" fmla="*/ 589598 h 895350"/>
                <a:gd name="csX74" fmla="*/ 199934 w 599990"/>
                <a:gd name="csY74" fmla="*/ 265748 h 895350"/>
                <a:gd name="csX75" fmla="*/ 238034 w 599990"/>
                <a:gd name="csY75" fmla="*/ 227648 h 895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599990" h="895350">
                  <a:moveTo>
                    <a:pt x="238034" y="-952"/>
                  </a:moveTo>
                  <a:cubicBezTo>
                    <a:pt x="227513" y="-952"/>
                    <a:pt x="218984" y="7576"/>
                    <a:pt x="218984" y="18098"/>
                  </a:cubicBezTo>
                  <a:lnTo>
                    <a:pt x="218984" y="132398"/>
                  </a:lnTo>
                  <a:cubicBezTo>
                    <a:pt x="218984" y="142919"/>
                    <a:pt x="227513" y="151448"/>
                    <a:pt x="238034" y="151448"/>
                  </a:cubicBezTo>
                  <a:cubicBezTo>
                    <a:pt x="248556" y="151448"/>
                    <a:pt x="257084" y="142919"/>
                    <a:pt x="257084" y="132398"/>
                  </a:cubicBezTo>
                  <a:lnTo>
                    <a:pt x="257084" y="18098"/>
                  </a:lnTo>
                  <a:cubicBezTo>
                    <a:pt x="257084" y="7576"/>
                    <a:pt x="248556" y="-952"/>
                    <a:pt x="238034" y="-952"/>
                  </a:cubicBezTo>
                  <a:close/>
                  <a:moveTo>
                    <a:pt x="458300" y="122873"/>
                  </a:moveTo>
                  <a:cubicBezTo>
                    <a:pt x="454885" y="122777"/>
                    <a:pt x="451301" y="123711"/>
                    <a:pt x="447584" y="125551"/>
                  </a:cubicBezTo>
                  <a:lnTo>
                    <a:pt x="348465" y="182701"/>
                  </a:lnTo>
                  <a:cubicBezTo>
                    <a:pt x="339354" y="187963"/>
                    <a:pt x="336358" y="199486"/>
                    <a:pt x="341619" y="208598"/>
                  </a:cubicBezTo>
                  <a:cubicBezTo>
                    <a:pt x="346879" y="217709"/>
                    <a:pt x="358403" y="220704"/>
                    <a:pt x="367515" y="215444"/>
                  </a:cubicBezTo>
                  <a:lnTo>
                    <a:pt x="466634" y="158294"/>
                  </a:lnTo>
                  <a:cubicBezTo>
                    <a:pt x="475747" y="153032"/>
                    <a:pt x="478741" y="141509"/>
                    <a:pt x="473481" y="132398"/>
                  </a:cubicBezTo>
                  <a:cubicBezTo>
                    <a:pt x="469177" y="125970"/>
                    <a:pt x="463991" y="123010"/>
                    <a:pt x="458300" y="122873"/>
                  </a:cubicBezTo>
                  <a:close/>
                  <a:moveTo>
                    <a:pt x="16875" y="123168"/>
                  </a:moveTo>
                  <a:cubicBezTo>
                    <a:pt x="10985" y="123778"/>
                    <a:pt x="6126" y="127277"/>
                    <a:pt x="2588" y="132396"/>
                  </a:cubicBezTo>
                  <a:cubicBezTo>
                    <a:pt x="-2672" y="141508"/>
                    <a:pt x="322" y="153030"/>
                    <a:pt x="9434" y="158293"/>
                  </a:cubicBezTo>
                  <a:lnTo>
                    <a:pt x="108553" y="215443"/>
                  </a:lnTo>
                  <a:cubicBezTo>
                    <a:pt x="117665" y="220702"/>
                    <a:pt x="129189" y="217708"/>
                    <a:pt x="134450" y="208596"/>
                  </a:cubicBezTo>
                  <a:cubicBezTo>
                    <a:pt x="139710" y="199484"/>
                    <a:pt x="136716" y="187961"/>
                    <a:pt x="127603" y="182699"/>
                  </a:cubicBezTo>
                  <a:lnTo>
                    <a:pt x="28484" y="125549"/>
                  </a:lnTo>
                  <a:cubicBezTo>
                    <a:pt x="24376" y="123399"/>
                    <a:pt x="20410" y="122805"/>
                    <a:pt x="16875" y="123168"/>
                  </a:cubicBezTo>
                  <a:close/>
                  <a:moveTo>
                    <a:pt x="238034" y="189548"/>
                  </a:moveTo>
                  <a:cubicBezTo>
                    <a:pt x="196149" y="189548"/>
                    <a:pt x="161834" y="223862"/>
                    <a:pt x="161834" y="265748"/>
                  </a:cubicBezTo>
                  <a:lnTo>
                    <a:pt x="161834" y="508932"/>
                  </a:lnTo>
                  <a:cubicBezTo>
                    <a:pt x="150037" y="483432"/>
                    <a:pt x="128865" y="455869"/>
                    <a:pt x="102303" y="449104"/>
                  </a:cubicBezTo>
                  <a:cubicBezTo>
                    <a:pt x="66164" y="439292"/>
                    <a:pt x="21897" y="468203"/>
                    <a:pt x="11815" y="501788"/>
                  </a:cubicBezTo>
                  <a:cubicBezTo>
                    <a:pt x="6677" y="520510"/>
                    <a:pt x="10027" y="541814"/>
                    <a:pt x="20150" y="567869"/>
                  </a:cubicBezTo>
                  <a:cubicBezTo>
                    <a:pt x="69636" y="686864"/>
                    <a:pt x="130566" y="801107"/>
                    <a:pt x="204697" y="887849"/>
                  </a:cubicBezTo>
                  <a:cubicBezTo>
                    <a:pt x="208241" y="891925"/>
                    <a:pt x="213584" y="894373"/>
                    <a:pt x="218984" y="894398"/>
                  </a:cubicBezTo>
                  <a:lnTo>
                    <a:pt x="476159" y="894398"/>
                  </a:lnTo>
                  <a:cubicBezTo>
                    <a:pt x="480212" y="894398"/>
                    <a:pt x="484240" y="892978"/>
                    <a:pt x="487470" y="890529"/>
                  </a:cubicBezTo>
                  <a:cubicBezTo>
                    <a:pt x="514890" y="870215"/>
                    <a:pt x="536990" y="835614"/>
                    <a:pt x="555336" y="794385"/>
                  </a:cubicBezTo>
                  <a:cubicBezTo>
                    <a:pt x="573682" y="753156"/>
                    <a:pt x="587726" y="705329"/>
                    <a:pt x="594925" y="658654"/>
                  </a:cubicBezTo>
                  <a:cubicBezTo>
                    <a:pt x="602125" y="611979"/>
                    <a:pt x="602095" y="568272"/>
                    <a:pt x="591947" y="529471"/>
                  </a:cubicBezTo>
                  <a:cubicBezTo>
                    <a:pt x="582153" y="492024"/>
                    <a:pt x="555734" y="460859"/>
                    <a:pt x="516343" y="456248"/>
                  </a:cubicBezTo>
                  <a:cubicBezTo>
                    <a:pt x="507058" y="456248"/>
                    <a:pt x="497252" y="457019"/>
                    <a:pt x="488959" y="458926"/>
                  </a:cubicBezTo>
                  <a:cubicBezTo>
                    <a:pt x="484073" y="447244"/>
                    <a:pt x="477224" y="437281"/>
                    <a:pt x="468718" y="431245"/>
                  </a:cubicBezTo>
                  <a:cubicBezTo>
                    <a:pt x="454475" y="421138"/>
                    <a:pt x="439978" y="417954"/>
                    <a:pt x="428237" y="418148"/>
                  </a:cubicBezTo>
                  <a:cubicBezTo>
                    <a:pt x="416965" y="418338"/>
                    <a:pt x="406686" y="422440"/>
                    <a:pt x="397578" y="428863"/>
                  </a:cubicBezTo>
                  <a:cubicBezTo>
                    <a:pt x="393479" y="422609"/>
                    <a:pt x="389265" y="416101"/>
                    <a:pt x="383886" y="412195"/>
                  </a:cubicBezTo>
                  <a:cubicBezTo>
                    <a:pt x="369764" y="401939"/>
                    <a:pt x="354740" y="399098"/>
                    <a:pt x="342809" y="399098"/>
                  </a:cubicBezTo>
                  <a:cubicBezTo>
                    <a:pt x="332940" y="399098"/>
                    <a:pt x="323389" y="401834"/>
                    <a:pt x="314234" y="405646"/>
                  </a:cubicBezTo>
                  <a:lnTo>
                    <a:pt x="314234" y="265748"/>
                  </a:lnTo>
                  <a:cubicBezTo>
                    <a:pt x="313425" y="214762"/>
                    <a:pt x="273214" y="189449"/>
                    <a:pt x="238034" y="189548"/>
                  </a:cubicBezTo>
                  <a:close/>
                  <a:moveTo>
                    <a:pt x="238034" y="227648"/>
                  </a:moveTo>
                  <a:cubicBezTo>
                    <a:pt x="259471" y="227648"/>
                    <a:pt x="276134" y="244311"/>
                    <a:pt x="276134" y="265748"/>
                  </a:cubicBezTo>
                  <a:lnTo>
                    <a:pt x="276134" y="446723"/>
                  </a:lnTo>
                  <a:cubicBezTo>
                    <a:pt x="276010" y="455357"/>
                    <a:pt x="282601" y="463544"/>
                    <a:pt x="291017" y="465476"/>
                  </a:cubicBezTo>
                  <a:cubicBezTo>
                    <a:pt x="299433" y="467407"/>
                    <a:pt x="308796" y="462882"/>
                    <a:pt x="312448" y="455057"/>
                  </a:cubicBezTo>
                  <a:cubicBezTo>
                    <a:pt x="316656" y="446309"/>
                    <a:pt x="332510" y="437198"/>
                    <a:pt x="342809" y="437198"/>
                  </a:cubicBezTo>
                  <a:cubicBezTo>
                    <a:pt x="347433" y="437198"/>
                    <a:pt x="356011" y="439119"/>
                    <a:pt x="361562" y="443151"/>
                  </a:cubicBezTo>
                  <a:cubicBezTo>
                    <a:pt x="367114" y="447183"/>
                    <a:pt x="371384" y="451901"/>
                    <a:pt x="371384" y="465773"/>
                  </a:cubicBezTo>
                  <a:cubicBezTo>
                    <a:pt x="371384" y="474241"/>
                    <a:pt x="377734" y="482254"/>
                    <a:pt x="385969" y="484227"/>
                  </a:cubicBezTo>
                  <a:cubicBezTo>
                    <a:pt x="394205" y="486201"/>
                    <a:pt x="403545" y="481946"/>
                    <a:pt x="407400" y="474404"/>
                  </a:cubicBezTo>
                  <a:cubicBezTo>
                    <a:pt x="415146" y="458912"/>
                    <a:pt x="419296" y="456408"/>
                    <a:pt x="428831" y="456248"/>
                  </a:cubicBezTo>
                  <a:cubicBezTo>
                    <a:pt x="431471" y="456152"/>
                    <a:pt x="440717" y="457962"/>
                    <a:pt x="446691" y="462201"/>
                  </a:cubicBezTo>
                  <a:cubicBezTo>
                    <a:pt x="452665" y="466441"/>
                    <a:pt x="457109" y="471314"/>
                    <a:pt x="457109" y="484823"/>
                  </a:cubicBezTo>
                  <a:cubicBezTo>
                    <a:pt x="457014" y="492242"/>
                    <a:pt x="461617" y="499424"/>
                    <a:pt x="468420" y="502385"/>
                  </a:cubicBezTo>
                  <a:cubicBezTo>
                    <a:pt x="475224" y="505345"/>
                    <a:pt x="483868" y="503913"/>
                    <a:pt x="489256" y="498813"/>
                  </a:cubicBezTo>
                  <a:cubicBezTo>
                    <a:pt x="496480" y="495252"/>
                    <a:pt x="503565" y="494172"/>
                    <a:pt x="512771" y="494348"/>
                  </a:cubicBezTo>
                  <a:cubicBezTo>
                    <a:pt x="535484" y="497237"/>
                    <a:pt x="547274" y="511470"/>
                    <a:pt x="555336" y="539888"/>
                  </a:cubicBezTo>
                  <a:cubicBezTo>
                    <a:pt x="563473" y="568569"/>
                    <a:pt x="563776" y="609564"/>
                    <a:pt x="557122" y="652701"/>
                  </a:cubicBezTo>
                  <a:cubicBezTo>
                    <a:pt x="550468" y="695838"/>
                    <a:pt x="537317" y="741136"/>
                    <a:pt x="520510" y="778907"/>
                  </a:cubicBezTo>
                  <a:cubicBezTo>
                    <a:pt x="504748" y="814332"/>
                    <a:pt x="485443" y="841996"/>
                    <a:pt x="468420" y="856298"/>
                  </a:cubicBezTo>
                  <a:lnTo>
                    <a:pt x="228212" y="856298"/>
                  </a:lnTo>
                  <a:cubicBezTo>
                    <a:pt x="161346" y="777416"/>
                    <a:pt x="97491" y="656289"/>
                    <a:pt x="55869" y="554176"/>
                  </a:cubicBezTo>
                  <a:cubicBezTo>
                    <a:pt x="47204" y="531874"/>
                    <a:pt x="46423" y="519068"/>
                    <a:pt x="48428" y="511910"/>
                  </a:cubicBezTo>
                  <a:cubicBezTo>
                    <a:pt x="55487" y="493484"/>
                    <a:pt x="75240" y="483081"/>
                    <a:pt x="92183" y="485716"/>
                  </a:cubicBezTo>
                  <a:cubicBezTo>
                    <a:pt x="112437" y="493344"/>
                    <a:pt x="117455" y="506859"/>
                    <a:pt x="126115" y="522327"/>
                  </a:cubicBezTo>
                  <a:lnTo>
                    <a:pt x="163918" y="598229"/>
                  </a:lnTo>
                  <a:cubicBezTo>
                    <a:pt x="167773" y="605771"/>
                    <a:pt x="177113" y="610026"/>
                    <a:pt x="185350" y="608052"/>
                  </a:cubicBezTo>
                  <a:cubicBezTo>
                    <a:pt x="193586" y="606079"/>
                    <a:pt x="199917" y="598066"/>
                    <a:pt x="199934" y="589598"/>
                  </a:cubicBezTo>
                  <a:lnTo>
                    <a:pt x="199934" y="265748"/>
                  </a:lnTo>
                  <a:cubicBezTo>
                    <a:pt x="199934" y="244311"/>
                    <a:pt x="216597" y="227648"/>
                    <a:pt x="238034" y="227648"/>
                  </a:cubicBezTo>
                  <a:close/>
                </a:path>
              </a:pathLst>
            </a:custGeom>
            <a:solidFill>
              <a:srgbClr val="00B388"/>
            </a:solidFill>
            <a:ln w="9525" cap="flat">
              <a:solidFill>
                <a:srgbClr val="00B388"/>
              </a:solidFill>
              <a:prstDash val="solid"/>
              <a:miter/>
            </a:ln>
          </p:spPr>
          <p:txBody>
            <a:bodyPr/>
            <a:lstStyle/>
            <a:p>
              <a:endParaRPr lang="fr-FR"/>
            </a:p>
          </p:txBody>
        </p:sp>
        <p:grpSp>
          <p:nvGrpSpPr>
            <p:cNvPr id="37" name="Groupe 36">
              <a:extLst>
                <a:ext uri="{FF2B5EF4-FFF2-40B4-BE49-F238E27FC236}">
                  <a16:creationId xmlns:a16="http://schemas.microsoft.com/office/drawing/2014/main" id="{7DE03353-1D10-F729-988F-3103C0946896}"/>
                </a:ext>
              </a:extLst>
            </p:cNvPr>
            <p:cNvGrpSpPr>
              <a:grpSpLocks noChangeAspect="1"/>
            </p:cNvGrpSpPr>
            <p:nvPr/>
          </p:nvGrpSpPr>
          <p:grpSpPr>
            <a:xfrm>
              <a:off x="6968234" y="3735000"/>
              <a:ext cx="1082632" cy="444130"/>
              <a:chOff x="5810" y="1578917"/>
              <a:chExt cx="559801" cy="229645"/>
            </a:xfrm>
          </p:grpSpPr>
          <p:sp>
            <p:nvSpPr>
              <p:cNvPr id="38" name="Rectangle : coins arrondis 37">
                <a:extLst>
                  <a:ext uri="{FF2B5EF4-FFF2-40B4-BE49-F238E27FC236}">
                    <a16:creationId xmlns:a16="http://schemas.microsoft.com/office/drawing/2014/main" id="{B548F3C2-AEE6-A718-267A-26A66F5FF6DC}"/>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rPr>
                  <a:t>Retour</a:t>
                </a:r>
              </a:p>
            </p:txBody>
          </p:sp>
          <p:pic>
            <p:nvPicPr>
              <p:cNvPr id="44" name="Graphique 43" descr="Retour avec un remplissage uni">
                <a:extLst>
                  <a:ext uri="{FF2B5EF4-FFF2-40B4-BE49-F238E27FC236}">
                    <a16:creationId xmlns:a16="http://schemas.microsoft.com/office/drawing/2014/main" id="{BB61B480-9DC7-68BF-4373-21E14FC8A28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9060" y="1578917"/>
                <a:ext cx="229645" cy="229645"/>
              </a:xfrm>
              <a:prstGeom prst="rect">
                <a:avLst/>
              </a:prstGeom>
            </p:spPr>
          </p:pic>
        </p:grpSp>
        <p:pic>
          <p:nvPicPr>
            <p:cNvPr id="46" name="Graphique 45" descr="Loupe avec un remplissage uni">
              <a:extLst>
                <a:ext uri="{FF2B5EF4-FFF2-40B4-BE49-F238E27FC236}">
                  <a16:creationId xmlns:a16="http://schemas.microsoft.com/office/drawing/2014/main" id="{1A9B6383-F658-0F01-483C-352365FA6EF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840854" y="3741065"/>
              <a:ext cx="432000" cy="432000"/>
            </a:xfrm>
            <a:prstGeom prst="rect">
              <a:avLst/>
            </a:prstGeom>
          </p:spPr>
        </p:pic>
      </p:grpSp>
      <p:cxnSp>
        <p:nvCxnSpPr>
          <p:cNvPr id="25" name="Straight Connector 23">
            <a:extLst>
              <a:ext uri="{FF2B5EF4-FFF2-40B4-BE49-F238E27FC236}">
                <a16:creationId xmlns:a16="http://schemas.microsoft.com/office/drawing/2014/main" id="{A49D3B01-3C6A-B2C8-1750-306D3E1668F2}"/>
              </a:ext>
            </a:extLst>
          </p:cNvPr>
          <p:cNvCxnSpPr>
            <a:cxnSpLocks/>
          </p:cNvCxnSpPr>
          <p:nvPr/>
        </p:nvCxnSpPr>
        <p:spPr>
          <a:xfrm>
            <a:off x="2458489" y="3851909"/>
            <a:ext cx="0" cy="1005312"/>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1" name="Oval 36">
            <a:extLst>
              <a:ext uri="{FF2B5EF4-FFF2-40B4-BE49-F238E27FC236}">
                <a16:creationId xmlns:a16="http://schemas.microsoft.com/office/drawing/2014/main" id="{90ECBA2B-CB11-1AC5-7143-C71F1863B558}"/>
              </a:ext>
            </a:extLst>
          </p:cNvPr>
          <p:cNvSpPr/>
          <p:nvPr/>
        </p:nvSpPr>
        <p:spPr>
          <a:xfrm>
            <a:off x="1832488" y="5769899"/>
            <a:ext cx="417450" cy="417448"/>
          </a:xfrm>
          <a:prstGeom prst="ellipse">
            <a:avLst/>
          </a:prstGeom>
          <a:solidFill>
            <a:schemeClr val="accent1">
              <a:lumMod val="10000"/>
              <a:lumOff val="90000"/>
            </a:schemeClr>
          </a:solidFill>
          <a:ln w="6350">
            <a:noFill/>
          </a:ln>
        </p:spPr>
        <p:txBody>
          <a:bodyPr rtlCol="0" anchor="t" anchorCtr="0">
            <a:noAutofit/>
          </a:bodyPr>
          <a:lstStyle/>
          <a:p>
            <a:pPr marL="179388" indent="-179388" algn="l">
              <a:lnSpc>
                <a:spcPct val="90000"/>
              </a:lnSpc>
              <a:spcBef>
                <a:spcPts val="800"/>
              </a:spcBef>
              <a:buClr>
                <a:schemeClr val="tx2"/>
              </a:buClr>
              <a:buSzPct val="90000"/>
              <a:buFont typeface="Arial Black" panose="020B0A04020102020204" pitchFamily="34" charset="0"/>
              <a:buChar char="&gt;"/>
            </a:pPr>
            <a:endParaRPr lang="en-GB" sz="1200"/>
          </a:p>
        </p:txBody>
      </p:sp>
      <p:pic>
        <p:nvPicPr>
          <p:cNvPr id="30" name="Graphique 14">
            <a:extLst>
              <a:ext uri="{FF2B5EF4-FFF2-40B4-BE49-F238E27FC236}">
                <a16:creationId xmlns:a16="http://schemas.microsoft.com/office/drawing/2014/main" id="{A3DC9E2F-C9A7-DCAE-9809-7637570EC11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893969" y="5504528"/>
            <a:ext cx="380800" cy="612000"/>
          </a:xfrm>
          <a:prstGeom prst="rect">
            <a:avLst/>
          </a:prstGeom>
        </p:spPr>
      </p:pic>
      <p:sp>
        <p:nvSpPr>
          <p:cNvPr id="52" name="Rectangle: Single Corner Rounded 21">
            <a:extLst>
              <a:ext uri="{FF2B5EF4-FFF2-40B4-BE49-F238E27FC236}">
                <a16:creationId xmlns:a16="http://schemas.microsoft.com/office/drawing/2014/main" id="{6E055CF0-FAC2-D398-9C79-76DC258F0548}"/>
              </a:ext>
            </a:extLst>
          </p:cNvPr>
          <p:cNvSpPr/>
          <p:nvPr/>
        </p:nvSpPr>
        <p:spPr>
          <a:xfrm>
            <a:off x="2458489" y="5528487"/>
            <a:ext cx="7380000" cy="475605"/>
          </a:xfrm>
          <a:prstGeom prst="round1Rect">
            <a:avLst>
              <a:gd name="adj" fmla="val 50000"/>
            </a:avLst>
          </a:prstGeom>
          <a:solidFill>
            <a:schemeClr val="accent1">
              <a:lumMod val="10000"/>
              <a:lumOff val="90000"/>
            </a:schemeClr>
          </a:solidFill>
          <a:ln w="19050">
            <a:noFill/>
          </a:ln>
        </p:spPr>
        <p:txBody>
          <a:bodyPr lIns="180000" rtlCol="0" anchor="ctr" anchorCtr="0">
            <a:noAutofit/>
          </a:bodyPr>
          <a:lstStyle/>
          <a:p>
            <a:pPr defTabSz="914355">
              <a:lnSpc>
                <a:spcPct val="105000"/>
              </a:lnSpc>
              <a:spcAft>
                <a:spcPts val="600"/>
              </a:spcAft>
              <a:defRPr/>
            </a:pPr>
            <a:r>
              <a:rPr lang="fr-FR" sz="1400" b="1">
                <a:solidFill>
                  <a:srgbClr val="000000">
                    <a:lumMod val="75000"/>
                    <a:lumOff val="25000"/>
                  </a:srgbClr>
                </a:solidFill>
                <a:latin typeface="Avenir LT Std 45 Book"/>
              </a:rPr>
              <a:t>Parcourez le kit librement en ne prenant que ce dont vous avez besoin.</a:t>
            </a:r>
            <a:endParaRPr lang="fr-FR" sz="1400">
              <a:solidFill>
                <a:srgbClr val="000000">
                  <a:lumMod val="75000"/>
                  <a:lumOff val="25000"/>
                </a:srgbClr>
              </a:solidFill>
              <a:latin typeface="Avenir LT Std 45 Book"/>
            </a:endParaRPr>
          </a:p>
        </p:txBody>
      </p:sp>
      <p:cxnSp>
        <p:nvCxnSpPr>
          <p:cNvPr id="53" name="Straight Connector 23">
            <a:extLst>
              <a:ext uri="{FF2B5EF4-FFF2-40B4-BE49-F238E27FC236}">
                <a16:creationId xmlns:a16="http://schemas.microsoft.com/office/drawing/2014/main" id="{755F2584-41E6-D0C1-C04D-6C19B8754C1D}"/>
              </a:ext>
            </a:extLst>
          </p:cNvPr>
          <p:cNvCxnSpPr>
            <a:cxnSpLocks/>
          </p:cNvCxnSpPr>
          <p:nvPr/>
        </p:nvCxnSpPr>
        <p:spPr>
          <a:xfrm>
            <a:off x="2458489" y="5528489"/>
            <a:ext cx="0" cy="475605"/>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0" name="Bulle narrative : rectangle à coins arrondis 19">
            <a:extLst>
              <a:ext uri="{FF2B5EF4-FFF2-40B4-BE49-F238E27FC236}">
                <a16:creationId xmlns:a16="http://schemas.microsoft.com/office/drawing/2014/main" id="{92EB9985-E9B9-47B2-C54F-1120173198D3}"/>
              </a:ext>
            </a:extLst>
          </p:cNvPr>
          <p:cNvSpPr/>
          <p:nvPr/>
        </p:nvSpPr>
        <p:spPr>
          <a:xfrm>
            <a:off x="8800703" y="4505482"/>
            <a:ext cx="2943061" cy="475606"/>
          </a:xfrm>
          <a:prstGeom prst="wedgeRoundRectCallout">
            <a:avLst>
              <a:gd name="adj1" fmla="val -74841"/>
              <a:gd name="adj2" fmla="val -45134"/>
              <a:gd name="adj3" fmla="val 16667"/>
            </a:avLst>
          </a:prstGeom>
          <a:solidFill>
            <a:schemeClr val="accent6">
              <a:lumMod val="60000"/>
              <a:lumOff val="40000"/>
            </a:schemeClr>
          </a:solidFill>
          <a:ln w="19050">
            <a:noFill/>
          </a:ln>
        </p:spPr>
        <p:txBody>
          <a:bodyPr lIns="36000" tIns="0" rIns="0" bIns="0" rtlCol="0" anchor="ctr" anchorCtr="0">
            <a:noAutofit/>
          </a:bodyPr>
          <a:lstStyle/>
          <a:p>
            <a:pPr marL="171450" indent="-171450" defTabSz="914355">
              <a:lnSpc>
                <a:spcPct val="105000"/>
              </a:lnSpc>
              <a:spcAft>
                <a:spcPts val="300"/>
              </a:spcAft>
              <a:buFont typeface="Arial" panose="020B0604020202020204" pitchFamily="34" charset="0"/>
              <a:buChar char="•"/>
            </a:pPr>
            <a:r>
              <a:rPr lang="fr-FR" sz="1100" b="1">
                <a:solidFill>
                  <a:srgbClr val="000000">
                    <a:lumMod val="75000"/>
                    <a:lumOff val="25000"/>
                  </a:srgbClr>
                </a:solidFill>
                <a:latin typeface="Avenir LT Std 45 Book"/>
              </a:rPr>
              <a:t>Ctrl + clic </a:t>
            </a:r>
            <a:r>
              <a:rPr lang="fr-FR" sz="1100">
                <a:solidFill>
                  <a:srgbClr val="000000">
                    <a:lumMod val="75000"/>
                    <a:lumOff val="25000"/>
                  </a:srgbClr>
                </a:solidFill>
                <a:latin typeface="Avenir LT Std 45 Book"/>
              </a:rPr>
              <a:t>sur les icônes en </a:t>
            </a:r>
            <a:r>
              <a:rPr lang="fr-FR" sz="1100" b="1">
                <a:solidFill>
                  <a:srgbClr val="000000">
                    <a:lumMod val="75000"/>
                    <a:lumOff val="25000"/>
                  </a:srgbClr>
                </a:solidFill>
                <a:latin typeface="Avenir LT Std 45 Book"/>
              </a:rPr>
              <a:t>mode Normal</a:t>
            </a:r>
          </a:p>
          <a:p>
            <a:pPr marL="171450" indent="-171450" defTabSz="914355">
              <a:lnSpc>
                <a:spcPct val="105000"/>
              </a:lnSpc>
              <a:spcAft>
                <a:spcPts val="300"/>
              </a:spcAft>
              <a:buFont typeface="Arial" panose="020B0604020202020204" pitchFamily="34" charset="0"/>
              <a:buChar char="•"/>
            </a:pPr>
            <a:r>
              <a:rPr lang="fr-FR" sz="1100" b="1">
                <a:solidFill>
                  <a:srgbClr val="000000">
                    <a:lumMod val="75000"/>
                    <a:lumOff val="25000"/>
                  </a:srgbClr>
                </a:solidFill>
                <a:latin typeface="Avenir LT Std 45 Book"/>
              </a:rPr>
              <a:t>Clic </a:t>
            </a:r>
            <a:r>
              <a:rPr lang="fr-FR" sz="1100">
                <a:solidFill>
                  <a:srgbClr val="000000">
                    <a:lumMod val="75000"/>
                    <a:lumOff val="25000"/>
                  </a:srgbClr>
                </a:solidFill>
                <a:latin typeface="Avenir LT Std 45 Book"/>
              </a:rPr>
              <a:t>sur les icônes en </a:t>
            </a:r>
            <a:r>
              <a:rPr lang="fr-FR" sz="1100" b="1">
                <a:solidFill>
                  <a:srgbClr val="000000">
                    <a:lumMod val="75000"/>
                    <a:lumOff val="25000"/>
                  </a:srgbClr>
                </a:solidFill>
                <a:latin typeface="Avenir LT Std 45 Book"/>
              </a:rPr>
              <a:t>mode Diaporama </a:t>
            </a:r>
          </a:p>
        </p:txBody>
      </p:sp>
      <p:sp>
        <p:nvSpPr>
          <p:cNvPr id="3" name="Rectangle 2">
            <a:extLst>
              <a:ext uri="{FF2B5EF4-FFF2-40B4-BE49-F238E27FC236}">
                <a16:creationId xmlns:a16="http://schemas.microsoft.com/office/drawing/2014/main" id="{27138442-F037-D5D1-4AFF-C82AA601C671}"/>
              </a:ext>
            </a:extLst>
          </p:cNvPr>
          <p:cNvSpPr/>
          <p:nvPr>
            <p:custDataLst>
              <p:tags r:id="rId1"/>
            </p:custDataLst>
          </p:nvPr>
        </p:nvSpPr>
        <p:spPr>
          <a:xfrm>
            <a:off x="9182100" y="0"/>
            <a:ext cx="3009900" cy="371475"/>
          </a:xfrm>
          <a:prstGeom prst="rect">
            <a:avLst/>
          </a:prstGeom>
          <a:solidFill>
            <a:srgbClr val="FFFF8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rmAutofit/>
          </a:bodyPr>
          <a:lstStyle/>
          <a:p>
            <a:r>
              <a:rPr lang="fr-FR" sz="1400">
                <a:solidFill>
                  <a:schemeClr val="dk1"/>
                </a:solidFill>
              </a:rPr>
              <a:t>A requestionner avec la version IA</a:t>
            </a:r>
          </a:p>
        </p:txBody>
      </p:sp>
    </p:spTree>
    <p:extLst>
      <p:ext uri="{BB962C8B-B14F-4D97-AF65-F5344CB8AC3E}">
        <p14:creationId xmlns:p14="http://schemas.microsoft.com/office/powerpoint/2010/main" val="29731257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8B2A0-C196-1CB1-A904-595A97948157}"/>
            </a:ext>
          </a:extLst>
        </p:cNvPr>
        <p:cNvGrpSpPr/>
        <p:nvPr/>
      </p:nvGrpSpPr>
      <p:grpSpPr>
        <a:xfrm>
          <a:off x="0" y="0"/>
          <a:ext cx="0" cy="0"/>
          <a:chOff x="0" y="0"/>
          <a:chExt cx="0" cy="0"/>
        </a:xfrm>
      </p:grpSpPr>
      <p:sp>
        <p:nvSpPr>
          <p:cNvPr id="51" name="Rectangle 50">
            <a:hlinkClick r:id="rId3" action="ppaction://hlinksldjump"/>
            <a:extLst>
              <a:ext uri="{FF2B5EF4-FFF2-40B4-BE49-F238E27FC236}">
                <a16:creationId xmlns:a16="http://schemas.microsoft.com/office/drawing/2014/main" id="{CAFD9FC0-E65E-170D-004C-802152C396FF}"/>
              </a:ext>
            </a:extLst>
          </p:cNvPr>
          <p:cNvSpPr/>
          <p:nvPr/>
        </p:nvSpPr>
        <p:spPr>
          <a:xfrm>
            <a:off x="6450267" y="1395096"/>
            <a:ext cx="4768645" cy="4320000"/>
          </a:xfrm>
          <a:prstGeom prst="rect">
            <a:avLst/>
          </a:prstGeom>
          <a:noFill/>
          <a:ln w="28575">
            <a:solidFill>
              <a:srgbClr val="326B9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 name="Rectangle 53">
            <a:hlinkClick r:id="rId4" action="ppaction://hlinksldjump"/>
            <a:extLst>
              <a:ext uri="{FF2B5EF4-FFF2-40B4-BE49-F238E27FC236}">
                <a16:creationId xmlns:a16="http://schemas.microsoft.com/office/drawing/2014/main" id="{38D7BF8E-BC4E-1CB9-B91C-9F447A7CFEEB}"/>
              </a:ext>
            </a:extLst>
          </p:cNvPr>
          <p:cNvSpPr/>
          <p:nvPr/>
        </p:nvSpPr>
        <p:spPr>
          <a:xfrm>
            <a:off x="905066" y="1395096"/>
            <a:ext cx="4768645" cy="4320000"/>
          </a:xfrm>
          <a:prstGeom prst="rect">
            <a:avLst/>
          </a:prstGeom>
          <a:noFill/>
          <a:ln w="28575">
            <a:solidFill>
              <a:srgbClr val="00B3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Titre 1">
            <a:extLst>
              <a:ext uri="{FF2B5EF4-FFF2-40B4-BE49-F238E27FC236}">
                <a16:creationId xmlns:a16="http://schemas.microsoft.com/office/drawing/2014/main" id="{BCE957AE-0310-CFB5-3C2A-F6EAB5B81132}"/>
              </a:ext>
            </a:extLst>
          </p:cNvPr>
          <p:cNvSpPr txBox="1">
            <a:spLocks/>
          </p:cNvSpPr>
          <p:nvPr/>
        </p:nvSpPr>
        <p:spPr bwMode="gray">
          <a:xfrm>
            <a:off x="905066" y="400122"/>
            <a:ext cx="9538816" cy="620713"/>
          </a:xfrm>
          <a:prstGeom prst="rect">
            <a:avLst/>
          </a:prstGeom>
        </p:spPr>
        <p:txBody>
          <a:bodyPr vert="horz" wrap="square" lIns="0" tIns="0" rIns="0" bIns="0" numCol="1" anchor="t" anchorCtr="0" compatLnSpc="1">
            <a:prstTxWarp prst="textNoShape">
              <a:avLst/>
            </a:prstTxWarp>
            <a:normAutofit/>
          </a:bodyPr>
          <a:lstStyle>
            <a:lvl1pPr algn="l" rtl="0" eaLnBrk="0" fontAlgn="base" hangingPunct="0">
              <a:lnSpc>
                <a:spcPct val="90000"/>
              </a:lnSpc>
              <a:spcBef>
                <a:spcPct val="0"/>
              </a:spcBef>
              <a:spcAft>
                <a:spcPct val="0"/>
              </a:spcAft>
              <a:defRPr sz="3200" kern="1200" cap="all">
                <a:solidFill>
                  <a:schemeClr val="accent1"/>
                </a:solidFill>
                <a:latin typeface="+mj-lt"/>
                <a:ea typeface="ＭＳ Ｐゴシック" charset="-128"/>
                <a:cs typeface="+mj-cs"/>
              </a:defRPr>
            </a:lvl1pPr>
            <a:lvl2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2pPr>
            <a:lvl3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3pPr>
            <a:lvl4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4pPr>
            <a:lvl5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5pPr>
            <a:lvl6pPr marL="454358" algn="l" rtl="0" fontAlgn="base">
              <a:lnSpc>
                <a:spcPct val="90000"/>
              </a:lnSpc>
              <a:spcBef>
                <a:spcPct val="0"/>
              </a:spcBef>
              <a:spcAft>
                <a:spcPct val="0"/>
              </a:spcAft>
              <a:defRPr sz="3200">
                <a:solidFill>
                  <a:schemeClr val="accent1"/>
                </a:solidFill>
                <a:latin typeface="Avenir LT Std 65 Medium" charset="0"/>
                <a:ea typeface="ＭＳ Ｐゴシック" charset="-128"/>
              </a:defRPr>
            </a:lvl6pPr>
            <a:lvl7pPr marL="908712" algn="l" rtl="0" fontAlgn="base">
              <a:lnSpc>
                <a:spcPct val="90000"/>
              </a:lnSpc>
              <a:spcBef>
                <a:spcPct val="0"/>
              </a:spcBef>
              <a:spcAft>
                <a:spcPct val="0"/>
              </a:spcAft>
              <a:defRPr sz="3200">
                <a:solidFill>
                  <a:schemeClr val="accent1"/>
                </a:solidFill>
                <a:latin typeface="Avenir LT Std 65 Medium" charset="0"/>
                <a:ea typeface="ＭＳ Ｐゴシック" charset="-128"/>
              </a:defRPr>
            </a:lvl7pPr>
            <a:lvl8pPr marL="1363055" algn="l" rtl="0" fontAlgn="base">
              <a:lnSpc>
                <a:spcPct val="90000"/>
              </a:lnSpc>
              <a:spcBef>
                <a:spcPct val="0"/>
              </a:spcBef>
              <a:spcAft>
                <a:spcPct val="0"/>
              </a:spcAft>
              <a:defRPr sz="3200">
                <a:solidFill>
                  <a:schemeClr val="accent1"/>
                </a:solidFill>
                <a:latin typeface="Avenir LT Std 65 Medium" charset="0"/>
                <a:ea typeface="ＭＳ Ｐゴシック" charset="-128"/>
              </a:defRPr>
            </a:lvl8pPr>
            <a:lvl9pPr marL="1817417" algn="l" rtl="0" fontAlgn="base">
              <a:lnSpc>
                <a:spcPct val="90000"/>
              </a:lnSpc>
              <a:spcBef>
                <a:spcPct val="0"/>
              </a:spcBef>
              <a:spcAft>
                <a:spcPct val="0"/>
              </a:spcAft>
              <a:defRPr sz="3200">
                <a:solidFill>
                  <a:schemeClr val="accent1"/>
                </a:solidFill>
                <a:latin typeface="Avenir LT Std 65 Medium" charset="0"/>
                <a:ea typeface="ＭＳ Ｐゴシック" charset="-128"/>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fr-FR" sz="2400" b="1" i="0" u="none" strike="noStrike" kern="1200" cap="all" spc="0" normalizeH="0" baseline="0" noProof="0">
                <a:ln>
                  <a:noFill/>
                </a:ln>
                <a:solidFill>
                  <a:srgbClr val="009AA6"/>
                </a:solidFill>
                <a:effectLst/>
                <a:uLnTx/>
                <a:uFillTx/>
                <a:latin typeface="Avenir LT Std 65 Medium" panose="020B0803020203020204" pitchFamily="34" charset="0"/>
                <a:ea typeface="ＭＳ Ｐゴシック" charset="-128"/>
                <a:cs typeface="+mj-cs"/>
              </a:rPr>
              <a:t>Bienvenue, quel est votre Besoin ?</a:t>
            </a:r>
          </a:p>
        </p:txBody>
      </p:sp>
      <p:grpSp>
        <p:nvGrpSpPr>
          <p:cNvPr id="17" name="Groupe 16">
            <a:extLst>
              <a:ext uri="{FF2B5EF4-FFF2-40B4-BE49-F238E27FC236}">
                <a16:creationId xmlns:a16="http://schemas.microsoft.com/office/drawing/2014/main" id="{A1F74A6E-8279-9EB4-B2A5-B3FDD1E76B51}"/>
              </a:ext>
            </a:extLst>
          </p:cNvPr>
          <p:cNvGrpSpPr/>
          <p:nvPr/>
        </p:nvGrpSpPr>
        <p:grpSpPr>
          <a:xfrm>
            <a:off x="7803749" y="1607371"/>
            <a:ext cx="2160000" cy="3071505"/>
            <a:chOff x="6964028" y="5761065"/>
            <a:chExt cx="755346" cy="1074096"/>
          </a:xfrm>
        </p:grpSpPr>
        <p:sp>
          <p:nvSpPr>
            <p:cNvPr id="18" name="Forme libre : forme 17">
              <a:extLst>
                <a:ext uri="{FF2B5EF4-FFF2-40B4-BE49-F238E27FC236}">
                  <a16:creationId xmlns:a16="http://schemas.microsoft.com/office/drawing/2014/main" id="{EA7C23BF-0780-09BB-959C-3366EA220F52}"/>
                </a:ext>
              </a:extLst>
            </p:cNvPr>
            <p:cNvSpPr/>
            <p:nvPr/>
          </p:nvSpPr>
          <p:spPr>
            <a:xfrm>
              <a:off x="6979414" y="6722405"/>
              <a:ext cx="35048" cy="57572"/>
            </a:xfrm>
            <a:custGeom>
              <a:avLst/>
              <a:gdLst>
                <a:gd name="csX0" fmla="*/ 631 w 35048"/>
                <a:gd name="csY0" fmla="*/ 57548 h 57572"/>
                <a:gd name="csX1" fmla="*/ -216 w 35048"/>
                <a:gd name="csY1" fmla="*/ 57301 h 57572"/>
                <a:gd name="csX2" fmla="*/ 34241 w 35048"/>
                <a:gd name="csY2" fmla="*/ -25 h 57572"/>
                <a:gd name="csX3" fmla="*/ 34833 w 35048"/>
                <a:gd name="csY3" fmla="*/ 629 h 57572"/>
                <a:gd name="csX4" fmla="*/ 631 w 35048"/>
                <a:gd name="csY4" fmla="*/ 57548 h 57572"/>
              </a:gdLst>
              <a:ahLst/>
              <a:cxnLst>
                <a:cxn ang="0">
                  <a:pos x="csX0" y="csY0"/>
                </a:cxn>
                <a:cxn ang="0">
                  <a:pos x="csX1" y="csY1"/>
                </a:cxn>
                <a:cxn ang="0">
                  <a:pos x="csX2" y="csY2"/>
                </a:cxn>
                <a:cxn ang="0">
                  <a:pos x="csX3" y="csY3"/>
                </a:cxn>
                <a:cxn ang="0">
                  <a:pos x="csX4" y="csY4"/>
                </a:cxn>
              </a:cxnLst>
              <a:rect l="l" t="t" r="r" b="b"/>
              <a:pathLst>
                <a:path w="35048" h="57572">
                  <a:moveTo>
                    <a:pt x="631" y="57548"/>
                  </a:moveTo>
                  <a:lnTo>
                    <a:pt x="-216" y="57301"/>
                  </a:lnTo>
                  <a:cubicBezTo>
                    <a:pt x="6352" y="35637"/>
                    <a:pt x="18191" y="15940"/>
                    <a:pt x="34241" y="-25"/>
                  </a:cubicBezTo>
                  <a:lnTo>
                    <a:pt x="34833" y="629"/>
                  </a:lnTo>
                  <a:cubicBezTo>
                    <a:pt x="18902" y="16483"/>
                    <a:pt x="7151" y="36039"/>
                    <a:pt x="631" y="57548"/>
                  </a:cubicBezTo>
                  <a:close/>
                </a:path>
              </a:pathLst>
            </a:custGeom>
            <a:solidFill>
              <a:srgbClr val="FFFFFF"/>
            </a:solidFill>
            <a:ln w="1478" cap="flat">
              <a:noFill/>
              <a:prstDash val="solid"/>
              <a:miter/>
            </a:ln>
          </p:spPr>
          <p:txBody>
            <a:bodyPr/>
            <a:lstStyle/>
            <a:p>
              <a:endParaRPr lang="fr-FR"/>
            </a:p>
          </p:txBody>
        </p:sp>
        <p:grpSp>
          <p:nvGrpSpPr>
            <p:cNvPr id="19" name="Graphique 2">
              <a:extLst>
                <a:ext uri="{FF2B5EF4-FFF2-40B4-BE49-F238E27FC236}">
                  <a16:creationId xmlns:a16="http://schemas.microsoft.com/office/drawing/2014/main" id="{952B830F-34BE-13EB-AB07-8A4D6C5DC9A0}"/>
                </a:ext>
              </a:extLst>
            </p:cNvPr>
            <p:cNvGrpSpPr/>
            <p:nvPr/>
          </p:nvGrpSpPr>
          <p:grpSpPr>
            <a:xfrm>
              <a:off x="7427517" y="6083736"/>
              <a:ext cx="291857" cy="297460"/>
              <a:chOff x="7427517" y="6083736"/>
              <a:chExt cx="291857" cy="297460"/>
            </a:xfrm>
          </p:grpSpPr>
          <p:sp>
            <p:nvSpPr>
              <p:cNvPr id="41" name="Forme libre : forme 40">
                <a:extLst>
                  <a:ext uri="{FF2B5EF4-FFF2-40B4-BE49-F238E27FC236}">
                    <a16:creationId xmlns:a16="http://schemas.microsoft.com/office/drawing/2014/main" id="{3C566EE8-ECA5-DDDA-7F97-FD36AD940C09}"/>
                  </a:ext>
                </a:extLst>
              </p:cNvPr>
              <p:cNvSpPr/>
              <p:nvPr/>
            </p:nvSpPr>
            <p:spPr>
              <a:xfrm>
                <a:off x="7427517" y="6083736"/>
                <a:ext cx="291857" cy="297460"/>
              </a:xfrm>
              <a:custGeom>
                <a:avLst/>
                <a:gdLst>
                  <a:gd name="csX0" fmla="*/ 132764 w 291857"/>
                  <a:gd name="csY0" fmla="*/ 296116 h 297460"/>
                  <a:gd name="csX1" fmla="*/ 288789 w 291857"/>
                  <a:gd name="csY1" fmla="*/ 186765 h 297460"/>
                  <a:gd name="csX2" fmla="*/ 290426 w 291857"/>
                  <a:gd name="csY2" fmla="*/ 177444 h 297460"/>
                  <a:gd name="csX3" fmla="*/ 167965 w 291857"/>
                  <a:gd name="csY3" fmla="*/ 2712 h 297460"/>
                  <a:gd name="csX4" fmla="*/ 158644 w 291857"/>
                  <a:gd name="csY4" fmla="*/ 1074 h 297460"/>
                  <a:gd name="csX5" fmla="*/ 2626 w 291857"/>
                  <a:gd name="csY5" fmla="*/ 110432 h 297460"/>
                  <a:gd name="csX6" fmla="*/ 988 w 291857"/>
                  <a:gd name="csY6" fmla="*/ 119753 h 297460"/>
                  <a:gd name="csX7" fmla="*/ 123447 w 291857"/>
                  <a:gd name="csY7" fmla="*/ 294485 h 297460"/>
                  <a:gd name="csX8" fmla="*/ 132764 w 291857"/>
                  <a:gd name="csY8" fmla="*/ 296115 h 2974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91857" h="297460">
                    <a:moveTo>
                      <a:pt x="132764" y="296116"/>
                    </a:moveTo>
                    <a:lnTo>
                      <a:pt x="288789" y="186765"/>
                    </a:lnTo>
                    <a:cubicBezTo>
                      <a:pt x="291810" y="184641"/>
                      <a:pt x="292543" y="180471"/>
                      <a:pt x="290426" y="177444"/>
                    </a:cubicBezTo>
                    <a:lnTo>
                      <a:pt x="167965" y="2712"/>
                    </a:lnTo>
                    <a:cubicBezTo>
                      <a:pt x="165840" y="-310"/>
                      <a:pt x="161671" y="-1042"/>
                      <a:pt x="158644" y="1074"/>
                    </a:cubicBezTo>
                    <a:lnTo>
                      <a:pt x="2626" y="110432"/>
                    </a:lnTo>
                    <a:cubicBezTo>
                      <a:pt x="-396" y="112556"/>
                      <a:pt x="-1128" y="116726"/>
                      <a:pt x="988" y="119753"/>
                    </a:cubicBezTo>
                    <a:lnTo>
                      <a:pt x="123447" y="294485"/>
                    </a:lnTo>
                    <a:cubicBezTo>
                      <a:pt x="125574" y="297502"/>
                      <a:pt x="129739" y="298230"/>
                      <a:pt x="132764" y="296115"/>
                    </a:cubicBezTo>
                    <a:close/>
                  </a:path>
                </a:pathLst>
              </a:custGeom>
              <a:solidFill>
                <a:srgbClr val="C3E9FF"/>
              </a:solidFill>
              <a:ln w="1478" cap="flat">
                <a:noFill/>
                <a:prstDash val="solid"/>
                <a:miter/>
              </a:ln>
            </p:spPr>
            <p:txBody>
              <a:bodyPr/>
              <a:lstStyle/>
              <a:p>
                <a:endParaRPr lang="fr-FR"/>
              </a:p>
            </p:txBody>
          </p:sp>
          <p:sp>
            <p:nvSpPr>
              <p:cNvPr id="42" name="Forme libre : forme 41">
                <a:extLst>
                  <a:ext uri="{FF2B5EF4-FFF2-40B4-BE49-F238E27FC236}">
                    <a16:creationId xmlns:a16="http://schemas.microsoft.com/office/drawing/2014/main" id="{721DA89C-C0ED-2A7F-6954-D38A43913830}"/>
                  </a:ext>
                </a:extLst>
              </p:cNvPr>
              <p:cNvSpPr/>
              <p:nvPr/>
            </p:nvSpPr>
            <p:spPr>
              <a:xfrm>
                <a:off x="7509917" y="6179258"/>
                <a:ext cx="111246" cy="83859"/>
              </a:xfrm>
              <a:custGeom>
                <a:avLst/>
                <a:gdLst>
                  <a:gd name="csX0" fmla="*/ 15279 w 111246"/>
                  <a:gd name="csY0" fmla="*/ 81954 h 83859"/>
                  <a:gd name="csX1" fmla="*/ 106832 w 111246"/>
                  <a:gd name="csY1" fmla="*/ 17788 h 83859"/>
                  <a:gd name="csX2" fmla="*/ 109245 w 111246"/>
                  <a:gd name="csY2" fmla="*/ 4074 h 83859"/>
                  <a:gd name="csX3" fmla="*/ 95531 w 111246"/>
                  <a:gd name="csY3" fmla="*/ 1661 h 83859"/>
                  <a:gd name="csX4" fmla="*/ 3978 w 111246"/>
                  <a:gd name="csY4" fmla="*/ 65827 h 83859"/>
                  <a:gd name="csX5" fmla="*/ 1565 w 111246"/>
                  <a:gd name="csY5" fmla="*/ 79541 h 83859"/>
                  <a:gd name="csX6" fmla="*/ 15279 w 111246"/>
                  <a:gd name="csY6" fmla="*/ 81954 h 8385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1246" h="83859">
                    <a:moveTo>
                      <a:pt x="15279" y="81954"/>
                    </a:moveTo>
                    <a:lnTo>
                      <a:pt x="106832" y="17788"/>
                    </a:lnTo>
                    <a:cubicBezTo>
                      <a:pt x="111285" y="14667"/>
                      <a:pt x="112365" y="8528"/>
                      <a:pt x="109245" y="4074"/>
                    </a:cubicBezTo>
                    <a:cubicBezTo>
                      <a:pt x="106124" y="-379"/>
                      <a:pt x="99984" y="-1459"/>
                      <a:pt x="95531" y="1661"/>
                    </a:cubicBezTo>
                    <a:lnTo>
                      <a:pt x="3978" y="65827"/>
                    </a:lnTo>
                    <a:cubicBezTo>
                      <a:pt x="-475" y="68947"/>
                      <a:pt x="-1556" y="75087"/>
                      <a:pt x="1565" y="79541"/>
                    </a:cubicBezTo>
                    <a:cubicBezTo>
                      <a:pt x="4686" y="83994"/>
                      <a:pt x="10825" y="85074"/>
                      <a:pt x="15279" y="81954"/>
                    </a:cubicBezTo>
                    <a:close/>
                  </a:path>
                </a:pathLst>
              </a:custGeom>
              <a:solidFill>
                <a:srgbClr val="FFFFFF"/>
              </a:solidFill>
              <a:ln w="1478" cap="flat">
                <a:noFill/>
                <a:prstDash val="solid"/>
                <a:miter/>
              </a:ln>
            </p:spPr>
            <p:txBody>
              <a:bodyPr/>
              <a:lstStyle/>
              <a:p>
                <a:endParaRPr lang="fr-FR"/>
              </a:p>
            </p:txBody>
          </p:sp>
          <p:sp>
            <p:nvSpPr>
              <p:cNvPr id="43" name="Forme libre : forme 42">
                <a:extLst>
                  <a:ext uri="{FF2B5EF4-FFF2-40B4-BE49-F238E27FC236}">
                    <a16:creationId xmlns:a16="http://schemas.microsoft.com/office/drawing/2014/main" id="{BF43115D-E5FB-1F76-0468-4C49C31944E1}"/>
                  </a:ext>
                </a:extLst>
              </p:cNvPr>
              <p:cNvSpPr/>
              <p:nvPr/>
            </p:nvSpPr>
            <p:spPr>
              <a:xfrm>
                <a:off x="7530929" y="6209238"/>
                <a:ext cx="111246" cy="83859"/>
              </a:xfrm>
              <a:custGeom>
                <a:avLst/>
                <a:gdLst>
                  <a:gd name="csX0" fmla="*/ 15304 w 111246"/>
                  <a:gd name="csY0" fmla="*/ 81958 h 83859"/>
                  <a:gd name="csX1" fmla="*/ 106857 w 111246"/>
                  <a:gd name="csY1" fmla="*/ 17792 h 83859"/>
                  <a:gd name="csX2" fmla="*/ 109270 w 111246"/>
                  <a:gd name="csY2" fmla="*/ 4078 h 83859"/>
                  <a:gd name="csX3" fmla="*/ 95557 w 111246"/>
                  <a:gd name="csY3" fmla="*/ 1665 h 83859"/>
                  <a:gd name="csX4" fmla="*/ 4004 w 111246"/>
                  <a:gd name="csY4" fmla="*/ 65831 h 83859"/>
                  <a:gd name="csX5" fmla="*/ 1590 w 111246"/>
                  <a:gd name="csY5" fmla="*/ 79545 h 83859"/>
                  <a:gd name="csX6" fmla="*/ 15304 w 111246"/>
                  <a:gd name="csY6" fmla="*/ 81958 h 8385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1246" h="83859">
                    <a:moveTo>
                      <a:pt x="15304" y="81958"/>
                    </a:moveTo>
                    <a:lnTo>
                      <a:pt x="106857" y="17792"/>
                    </a:lnTo>
                    <a:cubicBezTo>
                      <a:pt x="111311" y="14672"/>
                      <a:pt x="112391" y="8532"/>
                      <a:pt x="109270" y="4078"/>
                    </a:cubicBezTo>
                    <a:cubicBezTo>
                      <a:pt x="106150" y="-375"/>
                      <a:pt x="100010" y="-1455"/>
                      <a:pt x="95557" y="1665"/>
                    </a:cubicBezTo>
                    <a:lnTo>
                      <a:pt x="4004" y="65831"/>
                    </a:lnTo>
                    <a:cubicBezTo>
                      <a:pt x="-450" y="68951"/>
                      <a:pt x="-1530" y="75091"/>
                      <a:pt x="1590" y="79545"/>
                    </a:cubicBezTo>
                    <a:cubicBezTo>
                      <a:pt x="4711" y="83998"/>
                      <a:pt x="10851" y="85078"/>
                      <a:pt x="15304" y="81958"/>
                    </a:cubicBezTo>
                    <a:close/>
                  </a:path>
                </a:pathLst>
              </a:custGeom>
              <a:solidFill>
                <a:srgbClr val="FFFFFF"/>
              </a:solidFill>
              <a:ln w="1478" cap="flat">
                <a:noFill/>
                <a:prstDash val="solid"/>
                <a:miter/>
              </a:ln>
            </p:spPr>
            <p:txBody>
              <a:bodyPr/>
              <a:lstStyle/>
              <a:p>
                <a:endParaRPr lang="fr-FR"/>
              </a:p>
            </p:txBody>
          </p:sp>
          <p:sp>
            <p:nvSpPr>
              <p:cNvPr id="45" name="Forme libre : forme 44">
                <a:extLst>
                  <a:ext uri="{FF2B5EF4-FFF2-40B4-BE49-F238E27FC236}">
                    <a16:creationId xmlns:a16="http://schemas.microsoft.com/office/drawing/2014/main" id="{E4C56C36-2EB6-416E-0B1E-45B40CDCA1BA}"/>
                  </a:ext>
                </a:extLst>
              </p:cNvPr>
              <p:cNvSpPr/>
              <p:nvPr/>
            </p:nvSpPr>
            <p:spPr>
              <a:xfrm>
                <a:off x="7552162" y="6239540"/>
                <a:ext cx="111251" cy="83862"/>
              </a:xfrm>
              <a:custGeom>
                <a:avLst/>
                <a:gdLst>
                  <a:gd name="csX0" fmla="*/ 15334 w 111251"/>
                  <a:gd name="csY0" fmla="*/ 81962 h 83862"/>
                  <a:gd name="csX1" fmla="*/ 106887 w 111251"/>
                  <a:gd name="csY1" fmla="*/ 17796 h 83862"/>
                  <a:gd name="csX2" fmla="*/ 109300 w 111251"/>
                  <a:gd name="csY2" fmla="*/ 4083 h 83862"/>
                  <a:gd name="csX3" fmla="*/ 95587 w 111251"/>
                  <a:gd name="csY3" fmla="*/ 1669 h 83862"/>
                  <a:gd name="csX4" fmla="*/ 4029 w 111251"/>
                  <a:gd name="csY4" fmla="*/ 65838 h 83862"/>
                  <a:gd name="csX5" fmla="*/ 1616 w 111251"/>
                  <a:gd name="csY5" fmla="*/ 79552 h 83862"/>
                  <a:gd name="csX6" fmla="*/ 15330 w 111251"/>
                  <a:gd name="csY6" fmla="*/ 81965 h 8386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1251" h="83862">
                    <a:moveTo>
                      <a:pt x="15334" y="81962"/>
                    </a:moveTo>
                    <a:lnTo>
                      <a:pt x="106887" y="17796"/>
                    </a:lnTo>
                    <a:cubicBezTo>
                      <a:pt x="111341" y="14676"/>
                      <a:pt x="112421" y="8536"/>
                      <a:pt x="109300" y="4083"/>
                    </a:cubicBezTo>
                    <a:cubicBezTo>
                      <a:pt x="106180" y="-371"/>
                      <a:pt x="100040" y="-1451"/>
                      <a:pt x="95587" y="1669"/>
                    </a:cubicBezTo>
                    <a:lnTo>
                      <a:pt x="4029" y="65838"/>
                    </a:lnTo>
                    <a:cubicBezTo>
                      <a:pt x="-424" y="68959"/>
                      <a:pt x="-1504" y="75098"/>
                      <a:pt x="1616" y="79552"/>
                    </a:cubicBezTo>
                    <a:cubicBezTo>
                      <a:pt x="4737" y="84005"/>
                      <a:pt x="10877" y="85086"/>
                      <a:pt x="15330" y="81965"/>
                    </a:cubicBezTo>
                    <a:close/>
                  </a:path>
                </a:pathLst>
              </a:custGeom>
              <a:solidFill>
                <a:srgbClr val="FFFFFF"/>
              </a:solidFill>
              <a:ln w="1478" cap="flat">
                <a:noFill/>
                <a:prstDash val="solid"/>
                <a:miter/>
              </a:ln>
            </p:spPr>
            <p:txBody>
              <a:bodyPr/>
              <a:lstStyle/>
              <a:p>
                <a:endParaRPr lang="fr-FR"/>
              </a:p>
            </p:txBody>
          </p:sp>
          <p:sp>
            <p:nvSpPr>
              <p:cNvPr id="47" name="Forme libre : forme 46">
                <a:extLst>
                  <a:ext uri="{FF2B5EF4-FFF2-40B4-BE49-F238E27FC236}">
                    <a16:creationId xmlns:a16="http://schemas.microsoft.com/office/drawing/2014/main" id="{A2AB3552-8108-AEEF-A7B3-C8329E721121}"/>
                  </a:ext>
                </a:extLst>
              </p:cNvPr>
              <p:cNvSpPr/>
              <p:nvPr/>
            </p:nvSpPr>
            <p:spPr>
              <a:xfrm>
                <a:off x="7510174" y="6159260"/>
                <a:ext cx="55154" cy="44549"/>
              </a:xfrm>
              <a:custGeom>
                <a:avLst/>
                <a:gdLst>
                  <a:gd name="csX0" fmla="*/ 15249 w 55154"/>
                  <a:gd name="csY0" fmla="*/ 42641 h 44549"/>
                  <a:gd name="csX1" fmla="*/ 50710 w 55154"/>
                  <a:gd name="csY1" fmla="*/ 17785 h 44549"/>
                  <a:gd name="csX2" fmla="*/ 53123 w 55154"/>
                  <a:gd name="csY2" fmla="*/ 4072 h 44549"/>
                  <a:gd name="csX3" fmla="*/ 39409 w 55154"/>
                  <a:gd name="csY3" fmla="*/ 1658 h 44549"/>
                  <a:gd name="csX4" fmla="*/ 3948 w 55154"/>
                  <a:gd name="csY4" fmla="*/ 26515 h 44549"/>
                  <a:gd name="csX5" fmla="*/ 1535 w 55154"/>
                  <a:gd name="csY5" fmla="*/ 40228 h 44549"/>
                  <a:gd name="csX6" fmla="*/ 15249 w 55154"/>
                  <a:gd name="csY6" fmla="*/ 42641 h 4454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5154" h="44549">
                    <a:moveTo>
                      <a:pt x="15249" y="42641"/>
                    </a:moveTo>
                    <a:lnTo>
                      <a:pt x="50710" y="17785"/>
                    </a:lnTo>
                    <a:cubicBezTo>
                      <a:pt x="55163" y="14665"/>
                      <a:pt x="56244" y="8525"/>
                      <a:pt x="53123" y="4072"/>
                    </a:cubicBezTo>
                    <a:cubicBezTo>
                      <a:pt x="50002" y="-382"/>
                      <a:pt x="43863" y="-1462"/>
                      <a:pt x="39409" y="1658"/>
                    </a:cubicBezTo>
                    <a:lnTo>
                      <a:pt x="3948" y="26515"/>
                    </a:lnTo>
                    <a:cubicBezTo>
                      <a:pt x="-505" y="29635"/>
                      <a:pt x="-1586" y="35775"/>
                      <a:pt x="1535" y="40228"/>
                    </a:cubicBezTo>
                    <a:cubicBezTo>
                      <a:pt x="4656" y="44682"/>
                      <a:pt x="10795" y="45762"/>
                      <a:pt x="15249" y="42641"/>
                    </a:cubicBezTo>
                    <a:close/>
                  </a:path>
                </a:pathLst>
              </a:custGeom>
              <a:solidFill>
                <a:srgbClr val="FFFFFF"/>
              </a:solidFill>
              <a:ln w="1478" cap="flat">
                <a:noFill/>
                <a:prstDash val="solid"/>
                <a:miter/>
              </a:ln>
            </p:spPr>
            <p:txBody>
              <a:bodyPr/>
              <a:lstStyle/>
              <a:p>
                <a:endParaRPr lang="fr-FR"/>
              </a:p>
            </p:txBody>
          </p:sp>
        </p:grpSp>
        <p:grpSp>
          <p:nvGrpSpPr>
            <p:cNvPr id="20" name="Graphique 2">
              <a:extLst>
                <a:ext uri="{FF2B5EF4-FFF2-40B4-BE49-F238E27FC236}">
                  <a16:creationId xmlns:a16="http://schemas.microsoft.com/office/drawing/2014/main" id="{B87ED455-ADD8-466C-A60A-07900C5E33D4}"/>
                </a:ext>
              </a:extLst>
            </p:cNvPr>
            <p:cNvGrpSpPr/>
            <p:nvPr/>
          </p:nvGrpSpPr>
          <p:grpSpPr>
            <a:xfrm>
              <a:off x="6964028" y="5761065"/>
              <a:ext cx="519007" cy="1074096"/>
              <a:chOff x="6964028" y="5761065"/>
              <a:chExt cx="519007" cy="1074096"/>
            </a:xfrm>
          </p:grpSpPr>
          <p:sp>
            <p:nvSpPr>
              <p:cNvPr id="22" name="Forme libre : forme 21">
                <a:extLst>
                  <a:ext uri="{FF2B5EF4-FFF2-40B4-BE49-F238E27FC236}">
                    <a16:creationId xmlns:a16="http://schemas.microsoft.com/office/drawing/2014/main" id="{2DE8622B-8BC7-7B07-893D-332F1B552DE7}"/>
                  </a:ext>
                </a:extLst>
              </p:cNvPr>
              <p:cNvSpPr/>
              <p:nvPr/>
            </p:nvSpPr>
            <p:spPr>
              <a:xfrm>
                <a:off x="7192852" y="5785469"/>
                <a:ext cx="113185" cy="139560"/>
              </a:xfrm>
              <a:custGeom>
                <a:avLst/>
                <a:gdLst>
                  <a:gd name="csX0" fmla="*/ 10532 w 113185"/>
                  <a:gd name="csY0" fmla="*/ 131370 h 139560"/>
                  <a:gd name="csX1" fmla="*/ 24934 w 113185"/>
                  <a:gd name="csY1" fmla="*/ 103349 h 139560"/>
                  <a:gd name="csX2" fmla="*/ 10093 w 113185"/>
                  <a:gd name="csY2" fmla="*/ 24710 h 139560"/>
                  <a:gd name="csX3" fmla="*/ 88732 w 113185"/>
                  <a:gd name="csY3" fmla="*/ 9870 h 139560"/>
                  <a:gd name="csX4" fmla="*/ 103572 w 113185"/>
                  <a:gd name="csY4" fmla="*/ 88509 h 139560"/>
                  <a:gd name="csX5" fmla="*/ 67926 w 113185"/>
                  <a:gd name="csY5" fmla="*/ 112099 h 139560"/>
                  <a:gd name="csX6" fmla="*/ 60314 w 113185"/>
                  <a:gd name="csY6" fmla="*/ 139577 h 13956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3185" h="139560">
                    <a:moveTo>
                      <a:pt x="10532" y="131370"/>
                    </a:moveTo>
                    <a:lnTo>
                      <a:pt x="24934" y="103349"/>
                    </a:lnTo>
                    <a:cubicBezTo>
                      <a:pt x="-880" y="85732"/>
                      <a:pt x="-7524" y="50524"/>
                      <a:pt x="10093" y="24710"/>
                    </a:cubicBezTo>
                    <a:cubicBezTo>
                      <a:pt x="27711" y="-1103"/>
                      <a:pt x="62918" y="-7748"/>
                      <a:pt x="88732" y="9870"/>
                    </a:cubicBezTo>
                    <a:cubicBezTo>
                      <a:pt x="114546" y="27487"/>
                      <a:pt x="121190" y="62695"/>
                      <a:pt x="103572" y="88509"/>
                    </a:cubicBezTo>
                    <a:cubicBezTo>
                      <a:pt x="95231" y="100730"/>
                      <a:pt x="82435" y="109198"/>
                      <a:pt x="67926" y="112099"/>
                    </a:cubicBezTo>
                    <a:lnTo>
                      <a:pt x="60314" y="139577"/>
                    </a:lnTo>
                    <a:close/>
                  </a:path>
                </a:pathLst>
              </a:custGeom>
              <a:solidFill>
                <a:srgbClr val="ED9DA0"/>
              </a:solidFill>
              <a:ln w="1478" cap="flat">
                <a:noFill/>
                <a:prstDash val="solid"/>
                <a:miter/>
              </a:ln>
            </p:spPr>
            <p:txBody>
              <a:bodyPr/>
              <a:lstStyle/>
              <a:p>
                <a:endParaRPr lang="fr-FR"/>
              </a:p>
            </p:txBody>
          </p:sp>
          <p:sp>
            <p:nvSpPr>
              <p:cNvPr id="28" name="Rectangle 27">
                <a:extLst>
                  <a:ext uri="{FF2B5EF4-FFF2-40B4-BE49-F238E27FC236}">
                    <a16:creationId xmlns:a16="http://schemas.microsoft.com/office/drawing/2014/main" id="{BC72C96D-D81B-55B2-70D0-4F3253253B6F}"/>
                  </a:ext>
                </a:extLst>
              </p:cNvPr>
              <p:cNvSpPr/>
              <p:nvPr/>
            </p:nvSpPr>
            <p:spPr>
              <a:xfrm rot="2219754">
                <a:off x="6996784" y="6718510"/>
                <a:ext cx="35610" cy="37373"/>
              </a:xfrm>
              <a:prstGeom prst="rect">
                <a:avLst/>
              </a:prstGeom>
              <a:solidFill>
                <a:srgbClr val="ED9DA0"/>
              </a:solidFill>
              <a:ln w="1479" cap="flat">
                <a:noFill/>
                <a:prstDash val="solid"/>
                <a:miter/>
              </a:ln>
            </p:spPr>
            <p:txBody>
              <a:bodyPr/>
              <a:lstStyle/>
              <a:p>
                <a:endParaRPr lang="fr-FR"/>
              </a:p>
            </p:txBody>
          </p:sp>
          <p:sp>
            <p:nvSpPr>
              <p:cNvPr id="29" name="Rectangle 28">
                <a:extLst>
                  <a:ext uri="{FF2B5EF4-FFF2-40B4-BE49-F238E27FC236}">
                    <a16:creationId xmlns:a16="http://schemas.microsoft.com/office/drawing/2014/main" id="{D24E1396-3706-FD5C-D278-E35B1C9AB346}"/>
                  </a:ext>
                </a:extLst>
              </p:cNvPr>
              <p:cNvSpPr/>
              <p:nvPr/>
            </p:nvSpPr>
            <p:spPr>
              <a:xfrm>
                <a:off x="7246398" y="6760555"/>
                <a:ext cx="37223" cy="39066"/>
              </a:xfrm>
              <a:prstGeom prst="rect">
                <a:avLst/>
              </a:prstGeom>
              <a:solidFill>
                <a:srgbClr val="ED9DA0"/>
              </a:solidFill>
              <a:ln w="1478" cap="flat">
                <a:noFill/>
                <a:prstDash val="solid"/>
                <a:miter/>
              </a:ln>
            </p:spPr>
            <p:txBody>
              <a:bodyPr/>
              <a:lstStyle/>
              <a:p>
                <a:endParaRPr lang="fr-FR"/>
              </a:p>
            </p:txBody>
          </p:sp>
          <p:sp>
            <p:nvSpPr>
              <p:cNvPr id="30" name="Forme libre : forme 29">
                <a:extLst>
                  <a:ext uri="{FF2B5EF4-FFF2-40B4-BE49-F238E27FC236}">
                    <a16:creationId xmlns:a16="http://schemas.microsoft.com/office/drawing/2014/main" id="{024F19CD-9BDD-4440-F08C-A9558A3513AE}"/>
                  </a:ext>
                </a:extLst>
              </p:cNvPr>
              <p:cNvSpPr/>
              <p:nvPr/>
            </p:nvSpPr>
            <p:spPr>
              <a:xfrm>
                <a:off x="7233111" y="6768809"/>
                <a:ext cx="144162" cy="66352"/>
              </a:xfrm>
              <a:custGeom>
                <a:avLst/>
                <a:gdLst>
                  <a:gd name="csX0" fmla="*/ 19822 w 144162"/>
                  <a:gd name="csY0" fmla="*/ 66454 h 66352"/>
                  <a:gd name="csX1" fmla="*/ 102869 w 144162"/>
                  <a:gd name="csY1" fmla="*/ 66454 h 66352"/>
                  <a:gd name="csX2" fmla="*/ 123504 w 144162"/>
                  <a:gd name="csY2" fmla="*/ 61753 h 66352"/>
                  <a:gd name="csX3" fmla="*/ 138814 w 144162"/>
                  <a:gd name="csY3" fmla="*/ 54395 h 66352"/>
                  <a:gd name="csX4" fmla="*/ 143119 w 144162"/>
                  <a:gd name="csY4" fmla="*/ 42127 h 66352"/>
                  <a:gd name="csX5" fmla="*/ 137283 w 144162"/>
                  <a:gd name="csY5" fmla="*/ 37248 h 66352"/>
                  <a:gd name="csX6" fmla="*/ 105700 w 144162"/>
                  <a:gd name="csY6" fmla="*/ 28508 h 66352"/>
                  <a:gd name="csX7" fmla="*/ 51658 w 144162"/>
                  <a:gd name="csY7" fmla="*/ 101 h 66352"/>
                  <a:gd name="csX8" fmla="*/ 51617 w 144162"/>
                  <a:gd name="csY8" fmla="*/ 305 h 66352"/>
                  <a:gd name="csX9" fmla="*/ 48846 w 144162"/>
                  <a:gd name="csY9" fmla="*/ 13621 h 66352"/>
                  <a:gd name="csX10" fmla="*/ 31927 w 144162"/>
                  <a:gd name="csY10" fmla="*/ 22316 h 66352"/>
                  <a:gd name="csX11" fmla="*/ 15357 w 144162"/>
                  <a:gd name="csY11" fmla="*/ 9740 h 66352"/>
                  <a:gd name="csX12" fmla="*/ 15308 w 144162"/>
                  <a:gd name="csY12" fmla="*/ 9652 h 66352"/>
                  <a:gd name="csX13" fmla="*/ 15206 w 144162"/>
                  <a:gd name="csY13" fmla="*/ 9663 h 66352"/>
                  <a:gd name="csX14" fmla="*/ 10101 w 144162"/>
                  <a:gd name="csY14" fmla="*/ 12448 h 66352"/>
                  <a:gd name="csX15" fmla="*/ 9446 w 144162"/>
                  <a:gd name="csY15" fmla="*/ 21905 h 66352"/>
                  <a:gd name="csX16" fmla="*/ 5428 w 144162"/>
                  <a:gd name="csY16" fmla="*/ 40559 h 66352"/>
                  <a:gd name="csX17" fmla="*/ -115 w 144162"/>
                  <a:gd name="csY17" fmla="*/ 52423 h 66352"/>
                  <a:gd name="csX18" fmla="*/ 5243 w 144162"/>
                  <a:gd name="csY18" fmla="*/ 61401 h 66352"/>
                  <a:gd name="csX19" fmla="*/ 19818 w 144162"/>
                  <a:gd name="csY19" fmla="*/ 66448 h 663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44162" h="66352">
                    <a:moveTo>
                      <a:pt x="19822" y="66454"/>
                    </a:moveTo>
                    <a:lnTo>
                      <a:pt x="102869" y="66454"/>
                    </a:lnTo>
                    <a:cubicBezTo>
                      <a:pt x="110012" y="66445"/>
                      <a:pt x="117062" y="64839"/>
                      <a:pt x="123504" y="61753"/>
                    </a:cubicBezTo>
                    <a:lnTo>
                      <a:pt x="138814" y="54395"/>
                    </a:lnTo>
                    <a:cubicBezTo>
                      <a:pt x="143391" y="52196"/>
                      <a:pt x="145318" y="46703"/>
                      <a:pt x="143119" y="42127"/>
                    </a:cubicBezTo>
                    <a:cubicBezTo>
                      <a:pt x="141969" y="39734"/>
                      <a:pt x="139841" y="37955"/>
                      <a:pt x="137283" y="37248"/>
                    </a:cubicBezTo>
                    <a:lnTo>
                      <a:pt x="105700" y="28508"/>
                    </a:lnTo>
                    <a:lnTo>
                      <a:pt x="51658" y="101"/>
                    </a:lnTo>
                    <a:lnTo>
                      <a:pt x="51617" y="305"/>
                    </a:lnTo>
                    <a:cubicBezTo>
                      <a:pt x="50606" y="5423"/>
                      <a:pt x="49041" y="13154"/>
                      <a:pt x="48846" y="13621"/>
                    </a:cubicBezTo>
                    <a:cubicBezTo>
                      <a:pt x="43304" y="19970"/>
                      <a:pt x="37612" y="22895"/>
                      <a:pt x="31927" y="22316"/>
                    </a:cubicBezTo>
                    <a:cubicBezTo>
                      <a:pt x="22015" y="21310"/>
                      <a:pt x="15419" y="9860"/>
                      <a:pt x="15357" y="9740"/>
                    </a:cubicBezTo>
                    <a:lnTo>
                      <a:pt x="15308" y="9652"/>
                    </a:lnTo>
                    <a:lnTo>
                      <a:pt x="15206" y="9663"/>
                    </a:lnTo>
                    <a:cubicBezTo>
                      <a:pt x="13164" y="9748"/>
                      <a:pt x="11278" y="10777"/>
                      <a:pt x="10101" y="12448"/>
                    </a:cubicBezTo>
                    <a:cubicBezTo>
                      <a:pt x="7838" y="15860"/>
                      <a:pt x="9214" y="21112"/>
                      <a:pt x="9446" y="21905"/>
                    </a:cubicBezTo>
                    <a:cubicBezTo>
                      <a:pt x="6736" y="24555"/>
                      <a:pt x="5516" y="39363"/>
                      <a:pt x="5428" y="40559"/>
                    </a:cubicBezTo>
                    <a:cubicBezTo>
                      <a:pt x="1510" y="44710"/>
                      <a:pt x="-351" y="48696"/>
                      <a:pt x="-115" y="52423"/>
                    </a:cubicBezTo>
                    <a:cubicBezTo>
                      <a:pt x="308" y="56043"/>
                      <a:pt x="2258" y="59310"/>
                      <a:pt x="5243" y="61401"/>
                    </a:cubicBezTo>
                    <a:cubicBezTo>
                      <a:pt x="9383" y="64697"/>
                      <a:pt x="14526" y="66477"/>
                      <a:pt x="19818" y="66448"/>
                    </a:cubicBezTo>
                    <a:close/>
                  </a:path>
                </a:pathLst>
              </a:custGeom>
              <a:solidFill>
                <a:srgbClr val="090814"/>
              </a:solidFill>
              <a:ln w="1478" cap="flat">
                <a:noFill/>
                <a:prstDash val="solid"/>
                <a:miter/>
              </a:ln>
            </p:spPr>
            <p:txBody>
              <a:bodyPr/>
              <a:lstStyle/>
              <a:p>
                <a:endParaRPr lang="fr-FR"/>
              </a:p>
            </p:txBody>
          </p:sp>
          <p:sp>
            <p:nvSpPr>
              <p:cNvPr id="32" name="Forme libre : forme 31">
                <a:extLst>
                  <a:ext uri="{FF2B5EF4-FFF2-40B4-BE49-F238E27FC236}">
                    <a16:creationId xmlns:a16="http://schemas.microsoft.com/office/drawing/2014/main" id="{97C231A7-E246-F1F7-DF27-B41FCFF9FD53}"/>
                  </a:ext>
                </a:extLst>
              </p:cNvPr>
              <p:cNvSpPr/>
              <p:nvPr/>
            </p:nvSpPr>
            <p:spPr>
              <a:xfrm>
                <a:off x="7110616" y="6020093"/>
                <a:ext cx="46507" cy="221522"/>
              </a:xfrm>
              <a:custGeom>
                <a:avLst/>
                <a:gdLst>
                  <a:gd name="csX0" fmla="*/ 19041 w 46507"/>
                  <a:gd name="csY0" fmla="*/ 2464 h 221522"/>
                  <a:gd name="csX1" fmla="*/ 2368 w 46507"/>
                  <a:gd name="csY1" fmla="*/ 20890 h 221522"/>
                  <a:gd name="csX2" fmla="*/ -264 w 46507"/>
                  <a:gd name="csY2" fmla="*/ 123996 h 221522"/>
                  <a:gd name="csX3" fmla="*/ 29131 w 46507"/>
                  <a:gd name="csY3" fmla="*/ 221397 h 221522"/>
                  <a:gd name="csX4" fmla="*/ 46244 w 46507"/>
                  <a:gd name="csY4" fmla="*/ 189808 h 221522"/>
                  <a:gd name="csX5" fmla="*/ 39223 w 46507"/>
                  <a:gd name="csY5" fmla="*/ 121364 h 221522"/>
                </a:gdLst>
                <a:ahLst/>
                <a:cxnLst>
                  <a:cxn ang="0">
                    <a:pos x="csX0" y="csY0"/>
                  </a:cxn>
                  <a:cxn ang="0">
                    <a:pos x="csX1" y="csY1"/>
                  </a:cxn>
                  <a:cxn ang="0">
                    <a:pos x="csX2" y="csY2"/>
                  </a:cxn>
                  <a:cxn ang="0">
                    <a:pos x="csX3" y="csY3"/>
                  </a:cxn>
                  <a:cxn ang="0">
                    <a:pos x="csX4" y="csY4"/>
                  </a:cxn>
                  <a:cxn ang="0">
                    <a:pos x="csX5" y="csY5"/>
                  </a:cxn>
                </a:cxnLst>
                <a:rect l="l" t="t" r="r" b="b"/>
                <a:pathLst>
                  <a:path w="46507" h="221522">
                    <a:moveTo>
                      <a:pt x="19041" y="2464"/>
                    </a:moveTo>
                    <a:cubicBezTo>
                      <a:pt x="19041" y="2464"/>
                      <a:pt x="2368" y="-10310"/>
                      <a:pt x="2368" y="20890"/>
                    </a:cubicBezTo>
                    <a:lnTo>
                      <a:pt x="-264" y="123996"/>
                    </a:lnTo>
                    <a:lnTo>
                      <a:pt x="29131" y="221397"/>
                    </a:lnTo>
                    <a:lnTo>
                      <a:pt x="46244" y="189808"/>
                    </a:lnTo>
                    <a:lnTo>
                      <a:pt x="39223" y="121364"/>
                    </a:lnTo>
                    <a:close/>
                  </a:path>
                </a:pathLst>
              </a:custGeom>
              <a:solidFill>
                <a:srgbClr val="D6D6E3"/>
              </a:solidFill>
              <a:ln w="1478" cap="flat">
                <a:noFill/>
                <a:prstDash val="solid"/>
                <a:miter/>
              </a:ln>
            </p:spPr>
            <p:txBody>
              <a:bodyPr/>
              <a:lstStyle/>
              <a:p>
                <a:endParaRPr lang="fr-FR"/>
              </a:p>
            </p:txBody>
          </p:sp>
          <p:sp>
            <p:nvSpPr>
              <p:cNvPr id="33" name="Forme libre : forme 32">
                <a:extLst>
                  <a:ext uri="{FF2B5EF4-FFF2-40B4-BE49-F238E27FC236}">
                    <a16:creationId xmlns:a16="http://schemas.microsoft.com/office/drawing/2014/main" id="{5A6E1E0D-C137-0D81-7B9F-572DAA86E30E}"/>
                  </a:ext>
                </a:extLst>
              </p:cNvPr>
              <p:cNvSpPr/>
              <p:nvPr/>
            </p:nvSpPr>
            <p:spPr>
              <a:xfrm>
                <a:off x="7003445" y="6268950"/>
                <a:ext cx="312067" cy="500384"/>
              </a:xfrm>
              <a:custGeom>
                <a:avLst/>
                <a:gdLst>
                  <a:gd name="csX0" fmla="*/ 304540 w 312067"/>
                  <a:gd name="csY0" fmla="*/ 35651 h 500384"/>
                  <a:gd name="csX1" fmla="*/ 299388 w 312067"/>
                  <a:gd name="csY1" fmla="*/ 207073 h 500384"/>
                  <a:gd name="csX2" fmla="*/ 286183 w 312067"/>
                  <a:gd name="csY2" fmla="*/ 494701 h 500384"/>
                  <a:gd name="csX3" fmla="*/ 236236 w 312067"/>
                  <a:gd name="csY3" fmla="*/ 500293 h 500384"/>
                  <a:gd name="csX4" fmla="*/ 218832 w 312067"/>
                  <a:gd name="csY4" fmla="*/ 279894 h 500384"/>
                  <a:gd name="csX5" fmla="*/ 202077 w 312067"/>
                  <a:gd name="csY5" fmla="*/ 170337 h 500384"/>
                  <a:gd name="csX6" fmla="*/ 167277 w 312067"/>
                  <a:gd name="csY6" fmla="*/ 270233 h 500384"/>
                  <a:gd name="csX7" fmla="*/ 52566 w 312067"/>
                  <a:gd name="csY7" fmla="*/ 481604 h 500384"/>
                  <a:gd name="csX8" fmla="*/ -278 w 312067"/>
                  <a:gd name="csY8" fmla="*/ 440361 h 500384"/>
                  <a:gd name="csX9" fmla="*/ 101543 w 312067"/>
                  <a:gd name="csY9" fmla="*/ 247028 h 500384"/>
                  <a:gd name="csX10" fmla="*/ 123240 w 312067"/>
                  <a:gd name="csY10" fmla="*/ -92 h 5003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12067" h="500384">
                    <a:moveTo>
                      <a:pt x="304540" y="35651"/>
                    </a:moveTo>
                    <a:cubicBezTo>
                      <a:pt x="304540" y="35651"/>
                      <a:pt x="323877" y="129798"/>
                      <a:pt x="299388" y="207073"/>
                    </a:cubicBezTo>
                    <a:lnTo>
                      <a:pt x="286183" y="494701"/>
                    </a:lnTo>
                    <a:lnTo>
                      <a:pt x="236236" y="500293"/>
                    </a:lnTo>
                    <a:lnTo>
                      <a:pt x="218832" y="279894"/>
                    </a:lnTo>
                    <a:lnTo>
                      <a:pt x="202077" y="170337"/>
                    </a:lnTo>
                    <a:lnTo>
                      <a:pt x="167277" y="270233"/>
                    </a:lnTo>
                    <a:lnTo>
                      <a:pt x="52566" y="481604"/>
                    </a:lnTo>
                    <a:lnTo>
                      <a:pt x="-278" y="440361"/>
                    </a:lnTo>
                    <a:cubicBezTo>
                      <a:pt x="-278" y="440361"/>
                      <a:pt x="58282" y="280572"/>
                      <a:pt x="101543" y="247028"/>
                    </a:cubicBezTo>
                    <a:lnTo>
                      <a:pt x="123240" y="-92"/>
                    </a:lnTo>
                    <a:close/>
                  </a:path>
                </a:pathLst>
              </a:custGeom>
              <a:solidFill>
                <a:srgbClr val="090814"/>
              </a:solidFill>
              <a:ln w="1478" cap="flat">
                <a:noFill/>
                <a:prstDash val="solid"/>
                <a:miter/>
              </a:ln>
            </p:spPr>
            <p:txBody>
              <a:bodyPr/>
              <a:lstStyle/>
              <a:p>
                <a:endParaRPr lang="fr-FR"/>
              </a:p>
            </p:txBody>
          </p:sp>
          <p:sp>
            <p:nvSpPr>
              <p:cNvPr id="34" name="Forme libre : forme 33">
                <a:extLst>
                  <a:ext uri="{FF2B5EF4-FFF2-40B4-BE49-F238E27FC236}">
                    <a16:creationId xmlns:a16="http://schemas.microsoft.com/office/drawing/2014/main" id="{18A4013F-C733-AEC6-21F6-7CF534D9B17C}"/>
                  </a:ext>
                </a:extLst>
              </p:cNvPr>
              <p:cNvSpPr/>
              <p:nvPr/>
            </p:nvSpPr>
            <p:spPr>
              <a:xfrm>
                <a:off x="7189096" y="5761065"/>
                <a:ext cx="126021" cy="133881"/>
              </a:xfrm>
              <a:custGeom>
                <a:avLst/>
                <a:gdLst>
                  <a:gd name="csX0" fmla="*/ 56094 w 126021"/>
                  <a:gd name="csY0" fmla="*/ 92842 h 133881"/>
                  <a:gd name="csX1" fmla="*/ 70366 w 126021"/>
                  <a:gd name="csY1" fmla="*/ 80369 h 133881"/>
                  <a:gd name="csX2" fmla="*/ 80444 w 126021"/>
                  <a:gd name="csY2" fmla="*/ 63022 h 133881"/>
                  <a:gd name="csX3" fmla="*/ 108023 w 126021"/>
                  <a:gd name="csY3" fmla="*/ 62420 h 133881"/>
                  <a:gd name="csX4" fmla="*/ 125722 w 126021"/>
                  <a:gd name="csY4" fmla="*/ 39091 h 133881"/>
                  <a:gd name="csX5" fmla="*/ 117943 w 126021"/>
                  <a:gd name="csY5" fmla="*/ 8698 h 133881"/>
                  <a:gd name="csX6" fmla="*/ 116506 w 126021"/>
                  <a:gd name="csY6" fmla="*/ 20774 h 133881"/>
                  <a:gd name="csX7" fmla="*/ 106041 w 126021"/>
                  <a:gd name="csY7" fmla="*/ -158 h 133881"/>
                  <a:gd name="csX8" fmla="*/ 107894 w 126021"/>
                  <a:gd name="csY8" fmla="*/ 17562 h 133881"/>
                  <a:gd name="csX9" fmla="*/ 86328 w 126021"/>
                  <a:gd name="csY9" fmla="*/ 1993 h 133881"/>
                  <a:gd name="csX10" fmla="*/ 86257 w 126021"/>
                  <a:gd name="csY10" fmla="*/ 2005 h 133881"/>
                  <a:gd name="csX11" fmla="*/ 86553 w 126021"/>
                  <a:gd name="csY11" fmla="*/ 12563 h 133881"/>
                  <a:gd name="csX12" fmla="*/ 50361 w 126021"/>
                  <a:gd name="csY12" fmla="*/ 10787 h 133881"/>
                  <a:gd name="csX13" fmla="*/ 17038 w 126021"/>
                  <a:gd name="csY13" fmla="*/ 23626 h 133881"/>
                  <a:gd name="csX14" fmla="*/ 59 w 126021"/>
                  <a:gd name="csY14" fmla="*/ 73083 h 133881"/>
                  <a:gd name="csX15" fmla="*/ 16925 w 126021"/>
                  <a:gd name="csY15" fmla="*/ 124396 h 133881"/>
                  <a:gd name="csX16" fmla="*/ 26098 w 126021"/>
                  <a:gd name="csY16" fmla="*/ 133680 h 133881"/>
                  <a:gd name="csX17" fmla="*/ 35146 w 126021"/>
                  <a:gd name="csY17" fmla="*/ 126860 h 133881"/>
                  <a:gd name="csX18" fmla="*/ 35036 w 126021"/>
                  <a:gd name="csY18" fmla="*/ 114718 h 133881"/>
                  <a:gd name="csX19" fmla="*/ 33525 w 126021"/>
                  <a:gd name="csY19" fmla="*/ 96345 h 133881"/>
                  <a:gd name="csX20" fmla="*/ 45116 w 126021"/>
                  <a:gd name="csY20" fmla="*/ 83494 h 133881"/>
                  <a:gd name="csX21" fmla="*/ 54585 w 126021"/>
                  <a:gd name="csY21" fmla="*/ 95196 h 1338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126021" h="133881">
                    <a:moveTo>
                      <a:pt x="56094" y="92842"/>
                    </a:moveTo>
                    <a:cubicBezTo>
                      <a:pt x="62878" y="93729"/>
                      <a:pt x="67992" y="86776"/>
                      <a:pt x="70366" y="80369"/>
                    </a:cubicBezTo>
                    <a:cubicBezTo>
                      <a:pt x="72739" y="73963"/>
                      <a:pt x="74547" y="66487"/>
                      <a:pt x="80444" y="63022"/>
                    </a:cubicBezTo>
                    <a:cubicBezTo>
                      <a:pt x="88502" y="58287"/>
                      <a:pt x="98808" y="63982"/>
                      <a:pt x="108023" y="62420"/>
                    </a:cubicBezTo>
                    <a:cubicBezTo>
                      <a:pt x="118427" y="60656"/>
                      <a:pt x="125185" y="49629"/>
                      <a:pt x="125722" y="39091"/>
                    </a:cubicBezTo>
                    <a:cubicBezTo>
                      <a:pt x="126259" y="28552"/>
                      <a:pt x="122059" y="18414"/>
                      <a:pt x="117943" y="8698"/>
                    </a:cubicBezTo>
                    <a:lnTo>
                      <a:pt x="116506" y="20774"/>
                    </a:lnTo>
                    <a:cubicBezTo>
                      <a:pt x="116897" y="12451"/>
                      <a:pt x="112933" y="4524"/>
                      <a:pt x="106041" y="-158"/>
                    </a:cubicBezTo>
                    <a:lnTo>
                      <a:pt x="107894" y="17562"/>
                    </a:lnTo>
                    <a:cubicBezTo>
                      <a:pt x="106238" y="7308"/>
                      <a:pt x="96583" y="337"/>
                      <a:pt x="86328" y="1993"/>
                    </a:cubicBezTo>
                    <a:cubicBezTo>
                      <a:pt x="86305" y="1997"/>
                      <a:pt x="86281" y="2001"/>
                      <a:pt x="86257" y="2005"/>
                    </a:cubicBezTo>
                    <a:lnTo>
                      <a:pt x="86553" y="12563"/>
                    </a:lnTo>
                    <a:cubicBezTo>
                      <a:pt x="74536" y="11133"/>
                      <a:pt x="62415" y="9703"/>
                      <a:pt x="50361" y="10787"/>
                    </a:cubicBezTo>
                    <a:cubicBezTo>
                      <a:pt x="38307" y="11872"/>
                      <a:pt x="26172" y="15689"/>
                      <a:pt x="17038" y="23626"/>
                    </a:cubicBezTo>
                    <a:cubicBezTo>
                      <a:pt x="3373" y="35500"/>
                      <a:pt x="-1616" y="55052"/>
                      <a:pt x="59" y="73083"/>
                    </a:cubicBezTo>
                    <a:cubicBezTo>
                      <a:pt x="1733" y="91114"/>
                      <a:pt x="9174" y="108039"/>
                      <a:pt x="16925" y="124396"/>
                    </a:cubicBezTo>
                    <a:cubicBezTo>
                      <a:pt x="18875" y="128512"/>
                      <a:pt x="21574" y="133156"/>
                      <a:pt x="26098" y="133680"/>
                    </a:cubicBezTo>
                    <a:cubicBezTo>
                      <a:pt x="30162" y="134152"/>
                      <a:pt x="33883" y="130753"/>
                      <a:pt x="35146" y="126860"/>
                    </a:cubicBezTo>
                    <a:cubicBezTo>
                      <a:pt x="36120" y="122867"/>
                      <a:pt x="36082" y="118693"/>
                      <a:pt x="35036" y="114718"/>
                    </a:cubicBezTo>
                    <a:cubicBezTo>
                      <a:pt x="33889" y="108643"/>
                      <a:pt x="32451" y="102438"/>
                      <a:pt x="33525" y="96345"/>
                    </a:cubicBezTo>
                    <a:cubicBezTo>
                      <a:pt x="34600" y="90253"/>
                      <a:pt x="38980" y="84241"/>
                      <a:pt x="45116" y="83494"/>
                    </a:cubicBezTo>
                    <a:cubicBezTo>
                      <a:pt x="51252" y="82747"/>
                      <a:pt x="57532" y="89763"/>
                      <a:pt x="54585" y="95196"/>
                    </a:cubicBezTo>
                    <a:close/>
                  </a:path>
                </a:pathLst>
              </a:custGeom>
              <a:solidFill>
                <a:srgbClr val="090814"/>
              </a:solidFill>
              <a:ln w="1478" cap="flat">
                <a:noFill/>
                <a:prstDash val="solid"/>
                <a:miter/>
              </a:ln>
            </p:spPr>
            <p:txBody>
              <a:bodyPr/>
              <a:lstStyle/>
              <a:p>
                <a:endParaRPr lang="fr-FR"/>
              </a:p>
            </p:txBody>
          </p:sp>
          <p:sp>
            <p:nvSpPr>
              <p:cNvPr id="35" name="Forme libre : forme 34">
                <a:extLst>
                  <a:ext uri="{FF2B5EF4-FFF2-40B4-BE49-F238E27FC236}">
                    <a16:creationId xmlns:a16="http://schemas.microsoft.com/office/drawing/2014/main" id="{7E214BD3-2B3F-70BE-7D34-DEFC74EE4123}"/>
                  </a:ext>
                </a:extLst>
              </p:cNvPr>
              <p:cNvSpPr/>
              <p:nvPr/>
            </p:nvSpPr>
            <p:spPr>
              <a:xfrm>
                <a:off x="7122903" y="6258791"/>
                <a:ext cx="188864" cy="71077"/>
              </a:xfrm>
              <a:custGeom>
                <a:avLst/>
                <a:gdLst>
                  <a:gd name="csX0" fmla="*/ 188730 w 188864"/>
                  <a:gd name="csY0" fmla="*/ 71143 h 71077"/>
                  <a:gd name="csX1" fmla="*/ -135 w 188864"/>
                  <a:gd name="csY1" fmla="*/ 58958 h 71077"/>
                  <a:gd name="csX2" fmla="*/ 14082 w 188864"/>
                  <a:gd name="csY2" fmla="*/ 65 h 71077"/>
                  <a:gd name="csX3" fmla="*/ 186698 w 188864"/>
                  <a:gd name="csY3" fmla="*/ 38652 h 71077"/>
                </a:gdLst>
                <a:ahLst/>
                <a:cxnLst>
                  <a:cxn ang="0">
                    <a:pos x="csX0" y="csY0"/>
                  </a:cxn>
                  <a:cxn ang="0">
                    <a:pos x="csX1" y="csY1"/>
                  </a:cxn>
                  <a:cxn ang="0">
                    <a:pos x="csX2" y="csY2"/>
                  </a:cxn>
                  <a:cxn ang="0">
                    <a:pos x="csX3" y="csY3"/>
                  </a:cxn>
                </a:cxnLst>
                <a:rect l="l" t="t" r="r" b="b"/>
                <a:pathLst>
                  <a:path w="188864" h="71077">
                    <a:moveTo>
                      <a:pt x="188730" y="71143"/>
                    </a:moveTo>
                    <a:lnTo>
                      <a:pt x="-135" y="58958"/>
                    </a:lnTo>
                    <a:lnTo>
                      <a:pt x="14082" y="65"/>
                    </a:lnTo>
                    <a:lnTo>
                      <a:pt x="186698" y="38652"/>
                    </a:lnTo>
                    <a:close/>
                  </a:path>
                </a:pathLst>
              </a:custGeom>
              <a:solidFill>
                <a:srgbClr val="E6E6E6"/>
              </a:solidFill>
              <a:ln w="1478" cap="flat">
                <a:noFill/>
                <a:prstDash val="solid"/>
                <a:miter/>
              </a:ln>
            </p:spPr>
            <p:txBody>
              <a:bodyPr/>
              <a:lstStyle/>
              <a:p>
                <a:endParaRPr lang="fr-FR"/>
              </a:p>
            </p:txBody>
          </p:sp>
          <p:sp>
            <p:nvSpPr>
              <p:cNvPr id="36" name="Forme libre : forme 35">
                <a:extLst>
                  <a:ext uri="{FF2B5EF4-FFF2-40B4-BE49-F238E27FC236}">
                    <a16:creationId xmlns:a16="http://schemas.microsoft.com/office/drawing/2014/main" id="{F4DD7C6F-BEF9-06D1-7FAF-35D5AC736064}"/>
                  </a:ext>
                </a:extLst>
              </p:cNvPr>
              <p:cNvSpPr/>
              <p:nvPr/>
            </p:nvSpPr>
            <p:spPr>
              <a:xfrm>
                <a:off x="7095270" y="5900934"/>
                <a:ext cx="267792" cy="416149"/>
              </a:xfrm>
              <a:custGeom>
                <a:avLst/>
                <a:gdLst>
                  <a:gd name="csX0" fmla="*/ 112923 w 267792"/>
                  <a:gd name="csY0" fmla="*/ 411403 h 416149"/>
                  <a:gd name="csX1" fmla="*/ 82462 w 267792"/>
                  <a:gd name="csY1" fmla="*/ 410748 h 416149"/>
                  <a:gd name="csX2" fmla="*/ 72493 w 267792"/>
                  <a:gd name="csY2" fmla="*/ 388398 h 416149"/>
                  <a:gd name="csX3" fmla="*/ 60198 w 267792"/>
                  <a:gd name="csY3" fmla="*/ 410277 h 416149"/>
                  <a:gd name="csX4" fmla="*/ 30445 w 267792"/>
                  <a:gd name="csY4" fmla="*/ 409644 h 416149"/>
                  <a:gd name="csX5" fmla="*/ 174 w 267792"/>
                  <a:gd name="csY5" fmla="*/ 392091 h 416149"/>
                  <a:gd name="csX6" fmla="*/ 30004 w 267792"/>
                  <a:gd name="csY6" fmla="*/ 300834 h 416149"/>
                  <a:gd name="csX7" fmla="*/ 39660 w 267792"/>
                  <a:gd name="csY7" fmla="*/ 217478 h 416149"/>
                  <a:gd name="csX8" fmla="*/ 24734 w 267792"/>
                  <a:gd name="csY8" fmla="*/ 138954 h 416149"/>
                  <a:gd name="csX9" fmla="*/ 78263 w 267792"/>
                  <a:gd name="csY9" fmla="*/ 27950 h 416149"/>
                  <a:gd name="csX10" fmla="*/ 100200 w 267792"/>
                  <a:gd name="csY10" fmla="*/ 16541 h 416149"/>
                  <a:gd name="csX11" fmla="*/ 112044 w 267792"/>
                  <a:gd name="csY11" fmla="*/ 95 h 416149"/>
                  <a:gd name="csX12" fmla="*/ 160743 w 267792"/>
                  <a:gd name="csY12" fmla="*/ 22246 h 416149"/>
                  <a:gd name="csX13" fmla="*/ 163258 w 267792"/>
                  <a:gd name="csY13" fmla="*/ 37657 h 416149"/>
                  <a:gd name="csX14" fmla="*/ 174758 w 267792"/>
                  <a:gd name="csY14" fmla="*/ 108412 h 416149"/>
                  <a:gd name="csX15" fmla="*/ 229160 w 267792"/>
                  <a:gd name="csY15" fmla="*/ 194640 h 416149"/>
                  <a:gd name="csX16" fmla="*/ 262842 w 267792"/>
                  <a:gd name="csY16" fmla="*/ 220040 h 416149"/>
                  <a:gd name="csX17" fmla="*/ 267668 w 267792"/>
                  <a:gd name="csY17" fmla="*/ 232108 h 416149"/>
                  <a:gd name="csX18" fmla="*/ 262737 w 267792"/>
                  <a:gd name="csY18" fmla="*/ 253009 h 416149"/>
                  <a:gd name="csX19" fmla="*/ 259297 w 267792"/>
                  <a:gd name="csY19" fmla="*/ 258818 h 416149"/>
                  <a:gd name="csX20" fmla="*/ 257138 w 267792"/>
                  <a:gd name="csY20" fmla="*/ 260346 h 416149"/>
                  <a:gd name="csX21" fmla="*/ 257138 w 267792"/>
                  <a:gd name="csY21" fmla="*/ 260346 h 416149"/>
                  <a:gd name="csX22" fmla="*/ 247943 w 267792"/>
                  <a:gd name="csY22" fmla="*/ 261076 h 416149"/>
                  <a:gd name="csX23" fmla="*/ 204257 w 267792"/>
                  <a:gd name="csY23" fmla="*/ 252388 h 416149"/>
                  <a:gd name="csX24" fmla="*/ 197757 w 267792"/>
                  <a:gd name="csY24" fmla="*/ 249862 h 416149"/>
                  <a:gd name="csX25" fmla="*/ 224809 w 267792"/>
                  <a:gd name="csY25" fmla="*/ 416244 h 4161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267792" h="416149">
                    <a:moveTo>
                      <a:pt x="112923" y="411403"/>
                    </a:moveTo>
                    <a:lnTo>
                      <a:pt x="82462" y="410748"/>
                    </a:lnTo>
                    <a:lnTo>
                      <a:pt x="72493" y="388398"/>
                    </a:lnTo>
                    <a:lnTo>
                      <a:pt x="60198" y="410277"/>
                    </a:lnTo>
                    <a:lnTo>
                      <a:pt x="30445" y="409644"/>
                    </a:lnTo>
                    <a:lnTo>
                      <a:pt x="174" y="392091"/>
                    </a:lnTo>
                    <a:lnTo>
                      <a:pt x="30004" y="300834"/>
                    </a:lnTo>
                    <a:lnTo>
                      <a:pt x="39660" y="217478"/>
                    </a:lnTo>
                    <a:lnTo>
                      <a:pt x="24734" y="138954"/>
                    </a:lnTo>
                    <a:cubicBezTo>
                      <a:pt x="24734" y="138954"/>
                      <a:pt x="5965" y="66836"/>
                      <a:pt x="78263" y="27950"/>
                    </a:cubicBezTo>
                    <a:lnTo>
                      <a:pt x="100200" y="16541"/>
                    </a:lnTo>
                    <a:lnTo>
                      <a:pt x="112044" y="95"/>
                    </a:lnTo>
                    <a:cubicBezTo>
                      <a:pt x="112044" y="95"/>
                      <a:pt x="125287" y="4595"/>
                      <a:pt x="160743" y="22246"/>
                    </a:cubicBezTo>
                    <a:lnTo>
                      <a:pt x="163258" y="37657"/>
                    </a:lnTo>
                    <a:lnTo>
                      <a:pt x="174758" y="108412"/>
                    </a:lnTo>
                    <a:lnTo>
                      <a:pt x="229160" y="194640"/>
                    </a:lnTo>
                    <a:lnTo>
                      <a:pt x="262842" y="220040"/>
                    </a:lnTo>
                    <a:cubicBezTo>
                      <a:pt x="266825" y="222650"/>
                      <a:pt x="268753" y="227471"/>
                      <a:pt x="267668" y="232108"/>
                    </a:cubicBezTo>
                    <a:lnTo>
                      <a:pt x="262737" y="253009"/>
                    </a:lnTo>
                    <a:cubicBezTo>
                      <a:pt x="262206" y="255250"/>
                      <a:pt x="261006" y="257276"/>
                      <a:pt x="259297" y="258818"/>
                    </a:cubicBezTo>
                    <a:cubicBezTo>
                      <a:pt x="258641" y="259411"/>
                      <a:pt x="257916" y="259924"/>
                      <a:pt x="257138" y="260346"/>
                    </a:cubicBezTo>
                    <a:lnTo>
                      <a:pt x="257138" y="260346"/>
                    </a:lnTo>
                    <a:cubicBezTo>
                      <a:pt x="254316" y="261885"/>
                      <a:pt x="250972" y="262151"/>
                      <a:pt x="247943" y="261076"/>
                    </a:cubicBezTo>
                    <a:lnTo>
                      <a:pt x="204257" y="252388"/>
                    </a:lnTo>
                    <a:cubicBezTo>
                      <a:pt x="202060" y="251609"/>
                      <a:pt x="199894" y="250767"/>
                      <a:pt x="197757" y="249862"/>
                    </a:cubicBezTo>
                    <a:lnTo>
                      <a:pt x="224809" y="416244"/>
                    </a:lnTo>
                    <a:close/>
                  </a:path>
                </a:pathLst>
              </a:custGeom>
              <a:solidFill>
                <a:srgbClr val="D6D6E3"/>
              </a:solidFill>
              <a:ln w="1478" cap="flat">
                <a:noFill/>
                <a:prstDash val="solid"/>
                <a:miter/>
              </a:ln>
            </p:spPr>
            <p:txBody>
              <a:bodyPr/>
              <a:lstStyle/>
              <a:p>
                <a:endParaRPr lang="fr-FR"/>
              </a:p>
            </p:txBody>
          </p:sp>
          <p:sp>
            <p:nvSpPr>
              <p:cNvPr id="39" name="Forme libre : forme 38">
                <a:extLst>
                  <a:ext uri="{FF2B5EF4-FFF2-40B4-BE49-F238E27FC236}">
                    <a16:creationId xmlns:a16="http://schemas.microsoft.com/office/drawing/2014/main" id="{7AF7E1DC-9015-ED93-4ED6-8AE75A369CE4}"/>
                  </a:ext>
                </a:extLst>
              </p:cNvPr>
              <p:cNvSpPr/>
              <p:nvPr/>
            </p:nvSpPr>
            <p:spPr>
              <a:xfrm>
                <a:off x="7343369" y="6123907"/>
                <a:ext cx="139666" cy="76950"/>
              </a:xfrm>
              <a:custGeom>
                <a:avLst/>
                <a:gdLst>
                  <a:gd name="csX0" fmla="*/ 124657 w 139666"/>
                  <a:gd name="csY0" fmla="*/ 76239 h 76950"/>
                  <a:gd name="csX1" fmla="*/ 101154 w 139666"/>
                  <a:gd name="csY1" fmla="*/ 62258 h 76950"/>
                  <a:gd name="csX2" fmla="*/ 100609 w 139666"/>
                  <a:gd name="csY2" fmla="*/ 58890 h 76950"/>
                  <a:gd name="csX3" fmla="*/ 760 w 139666"/>
                  <a:gd name="csY3" fmla="*/ 34123 h 76950"/>
                  <a:gd name="csX4" fmla="*/ 17021 w 139666"/>
                  <a:gd name="csY4" fmla="*/ -112 h 76950"/>
                  <a:gd name="csX5" fmla="*/ 119872 w 139666"/>
                  <a:gd name="csY5" fmla="*/ 37912 h 76950"/>
                  <a:gd name="csX6" fmla="*/ 139447 w 139666"/>
                  <a:gd name="csY6" fmla="*/ 57221 h 76950"/>
                  <a:gd name="csX7" fmla="*/ 124657 w 139666"/>
                  <a:gd name="csY7" fmla="*/ 76232 h 769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39666" h="76950">
                    <a:moveTo>
                      <a:pt x="124657" y="76239"/>
                    </a:moveTo>
                    <a:cubicBezTo>
                      <a:pt x="114306" y="78869"/>
                      <a:pt x="103783" y="72609"/>
                      <a:pt x="101154" y="62258"/>
                    </a:cubicBezTo>
                    <a:cubicBezTo>
                      <a:pt x="100873" y="61154"/>
                      <a:pt x="100691" y="60027"/>
                      <a:pt x="100609" y="58890"/>
                    </a:cubicBezTo>
                    <a:cubicBezTo>
                      <a:pt x="100609" y="58890"/>
                      <a:pt x="6586" y="50071"/>
                      <a:pt x="760" y="34123"/>
                    </a:cubicBezTo>
                    <a:cubicBezTo>
                      <a:pt x="-5066" y="18175"/>
                      <a:pt x="17021" y="-112"/>
                      <a:pt x="17021" y="-112"/>
                    </a:cubicBezTo>
                    <a:lnTo>
                      <a:pt x="119872" y="37912"/>
                    </a:lnTo>
                    <a:cubicBezTo>
                      <a:pt x="130610" y="37839"/>
                      <a:pt x="139374" y="46484"/>
                      <a:pt x="139447" y="57221"/>
                    </a:cubicBezTo>
                    <a:cubicBezTo>
                      <a:pt x="139508" y="66217"/>
                      <a:pt x="133391" y="74080"/>
                      <a:pt x="124657" y="76232"/>
                    </a:cubicBezTo>
                    <a:close/>
                  </a:path>
                </a:pathLst>
              </a:custGeom>
              <a:solidFill>
                <a:srgbClr val="ED9DA0"/>
              </a:solidFill>
              <a:ln w="1478" cap="flat">
                <a:noFill/>
                <a:prstDash val="solid"/>
                <a:miter/>
              </a:ln>
            </p:spPr>
            <p:txBody>
              <a:bodyPr/>
              <a:lstStyle/>
              <a:p>
                <a:endParaRPr lang="fr-FR"/>
              </a:p>
            </p:txBody>
          </p:sp>
          <p:sp>
            <p:nvSpPr>
              <p:cNvPr id="40" name="Forme libre : forme 39">
                <a:extLst>
                  <a:ext uri="{FF2B5EF4-FFF2-40B4-BE49-F238E27FC236}">
                    <a16:creationId xmlns:a16="http://schemas.microsoft.com/office/drawing/2014/main" id="{BD94A924-CD3C-C12E-AA78-83664BC05D0B}"/>
                  </a:ext>
                </a:extLst>
              </p:cNvPr>
              <p:cNvSpPr/>
              <p:nvPr/>
            </p:nvSpPr>
            <p:spPr>
              <a:xfrm>
                <a:off x="6964028" y="6726147"/>
                <a:ext cx="117210" cy="106608"/>
              </a:xfrm>
              <a:custGeom>
                <a:avLst/>
                <a:gdLst>
                  <a:gd name="csX0" fmla="*/ 8923 w 117210"/>
                  <a:gd name="csY0" fmla="*/ 47800 h 106608"/>
                  <a:gd name="csX1" fmla="*/ 72372 w 117210"/>
                  <a:gd name="csY1" fmla="*/ 95608 h 106608"/>
                  <a:gd name="csX2" fmla="*/ 90835 w 117210"/>
                  <a:gd name="csY2" fmla="*/ 103893 h 106608"/>
                  <a:gd name="csX3" fmla="*/ 106771 w 117210"/>
                  <a:gd name="csY3" fmla="*/ 107080 h 106608"/>
                  <a:gd name="csX4" fmla="*/ 117122 w 117210"/>
                  <a:gd name="csY4" fmla="*/ 100177 h 106608"/>
                  <a:gd name="csX5" fmla="*/ 115474 w 117210"/>
                  <a:gd name="csY5" fmla="*/ 93097 h 106608"/>
                  <a:gd name="csX6" fmla="*/ 96379 w 117210"/>
                  <a:gd name="csY6" fmla="*/ 68241 h 106608"/>
                  <a:gd name="csX7" fmla="*/ 71439 w 117210"/>
                  <a:gd name="csY7" fmla="*/ 15432 h 106608"/>
                  <a:gd name="csX8" fmla="*/ 71291 w 117210"/>
                  <a:gd name="csY8" fmla="*/ 15565 h 106608"/>
                  <a:gd name="csX9" fmla="*/ 61504 w 117210"/>
                  <a:gd name="csY9" fmla="*/ 24147 h 106608"/>
                  <a:gd name="csX10" fmla="*/ 43572 w 117210"/>
                  <a:gd name="csY10" fmla="*/ 21050 h 106608"/>
                  <a:gd name="csX11" fmla="*/ 38145 w 117210"/>
                  <a:gd name="csY11" fmla="*/ 1905 h 106608"/>
                  <a:gd name="csX12" fmla="*/ 38160 w 117210"/>
                  <a:gd name="csY12" fmla="*/ 1810 h 106608"/>
                  <a:gd name="csX13" fmla="*/ 38080 w 117210"/>
                  <a:gd name="csY13" fmla="*/ 1760 h 106608"/>
                  <a:gd name="csX14" fmla="*/ 32574 w 117210"/>
                  <a:gd name="csY14" fmla="*/ 946 h 106608"/>
                  <a:gd name="csX15" fmla="*/ 26628 w 117210"/>
                  <a:gd name="csY15" fmla="*/ 7795 h 106608"/>
                  <a:gd name="csX16" fmla="*/ 12823 w 117210"/>
                  <a:gd name="csY16" fmla="*/ 19729 h 106608"/>
                  <a:gd name="csX17" fmla="*/ 1756 w 117210"/>
                  <a:gd name="csY17" fmla="*/ 25610 h 106608"/>
                  <a:gd name="csX18" fmla="*/ 679 w 117210"/>
                  <a:gd name="csY18" fmla="*/ 35557 h 106608"/>
                  <a:gd name="csX19" fmla="*/ 8902 w 117210"/>
                  <a:gd name="csY19" fmla="*/ 47801 h 1066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17210" h="106608">
                    <a:moveTo>
                      <a:pt x="8923" y="47800"/>
                    </a:moveTo>
                    <a:lnTo>
                      <a:pt x="72372" y="95608"/>
                    </a:lnTo>
                    <a:cubicBezTo>
                      <a:pt x="77833" y="99710"/>
                      <a:pt x="84141" y="102540"/>
                      <a:pt x="90835" y="103893"/>
                    </a:cubicBezTo>
                    <a:lnTo>
                      <a:pt x="106771" y="107080"/>
                    </a:lnTo>
                    <a:cubicBezTo>
                      <a:pt x="111536" y="108032"/>
                      <a:pt x="116170" y="104942"/>
                      <a:pt x="117122" y="100177"/>
                    </a:cubicBezTo>
                    <a:cubicBezTo>
                      <a:pt x="117619" y="97690"/>
                      <a:pt x="117018" y="95109"/>
                      <a:pt x="115474" y="93097"/>
                    </a:cubicBezTo>
                    <a:lnTo>
                      <a:pt x="96379" y="68241"/>
                    </a:lnTo>
                    <a:lnTo>
                      <a:pt x="71439" y="15432"/>
                    </a:lnTo>
                    <a:lnTo>
                      <a:pt x="71291" y="15565"/>
                    </a:lnTo>
                    <a:cubicBezTo>
                      <a:pt x="67573" y="18894"/>
                      <a:pt x="61931" y="23900"/>
                      <a:pt x="61504" y="24147"/>
                    </a:cubicBezTo>
                    <a:cubicBezTo>
                      <a:pt x="53618" y="25807"/>
                      <a:pt x="47584" y="24765"/>
                      <a:pt x="43572" y="21050"/>
                    </a:cubicBezTo>
                    <a:cubicBezTo>
                      <a:pt x="36582" y="14580"/>
                      <a:pt x="38130" y="2032"/>
                      <a:pt x="38145" y="1905"/>
                    </a:cubicBezTo>
                    <a:lnTo>
                      <a:pt x="38160" y="1810"/>
                    </a:lnTo>
                    <a:lnTo>
                      <a:pt x="38080" y="1760"/>
                    </a:lnTo>
                    <a:cubicBezTo>
                      <a:pt x="36471" y="649"/>
                      <a:pt x="34436" y="348"/>
                      <a:pt x="32574" y="946"/>
                    </a:cubicBezTo>
                    <a:cubicBezTo>
                      <a:pt x="28876" y="2250"/>
                      <a:pt x="26914" y="7057"/>
                      <a:pt x="26628" y="7795"/>
                    </a:cubicBezTo>
                    <a:cubicBezTo>
                      <a:pt x="23030" y="8260"/>
                      <a:pt x="13579" y="18869"/>
                      <a:pt x="12823" y="19729"/>
                    </a:cubicBezTo>
                    <a:cubicBezTo>
                      <a:pt x="7436" y="20651"/>
                      <a:pt x="3716" y="22630"/>
                      <a:pt x="1756" y="25610"/>
                    </a:cubicBezTo>
                    <a:cubicBezTo>
                      <a:pt x="-6" y="28620"/>
                      <a:pt x="-398" y="32239"/>
                      <a:pt x="679" y="35557"/>
                    </a:cubicBezTo>
                    <a:cubicBezTo>
                      <a:pt x="1944" y="40456"/>
                      <a:pt x="4845" y="44777"/>
                      <a:pt x="8902" y="47801"/>
                    </a:cubicBezTo>
                    <a:close/>
                  </a:path>
                </a:pathLst>
              </a:custGeom>
              <a:solidFill>
                <a:srgbClr val="090814"/>
              </a:solidFill>
              <a:ln w="1478" cap="flat">
                <a:noFill/>
                <a:prstDash val="solid"/>
                <a:miter/>
              </a:ln>
            </p:spPr>
            <p:txBody>
              <a:bodyPr/>
              <a:lstStyle/>
              <a:p>
                <a:endParaRPr lang="fr-FR"/>
              </a:p>
            </p:txBody>
          </p:sp>
        </p:grpSp>
      </p:grpSp>
      <p:sp>
        <p:nvSpPr>
          <p:cNvPr id="49" name="Rectangle 48">
            <a:extLst>
              <a:ext uri="{FF2B5EF4-FFF2-40B4-BE49-F238E27FC236}">
                <a16:creationId xmlns:a16="http://schemas.microsoft.com/office/drawing/2014/main" id="{BDC0C0A9-7F59-CBA5-9968-ED5F0706E2DB}"/>
              </a:ext>
            </a:extLst>
          </p:cNvPr>
          <p:cNvSpPr/>
          <p:nvPr/>
        </p:nvSpPr>
        <p:spPr>
          <a:xfrm>
            <a:off x="6499427" y="4882109"/>
            <a:ext cx="4768645" cy="62071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600"/>
              </a:spcBef>
            </a:pPr>
            <a:r>
              <a:rPr lang="fr-FR" sz="1400" b="1" i="1">
                <a:solidFill>
                  <a:srgbClr val="306A92"/>
                </a:solidFill>
                <a:latin typeface="Avenir LT Std 65 Medium" panose="020B0803020203020204" pitchFamily="34" charset="0"/>
              </a:rPr>
              <a:t>J’ai besoin de prévenir et d’accompagner les situations de RPS pour mon collectif</a:t>
            </a:r>
          </a:p>
        </p:txBody>
      </p:sp>
      <p:grpSp>
        <p:nvGrpSpPr>
          <p:cNvPr id="53" name="Groupe 52">
            <a:extLst>
              <a:ext uri="{FF2B5EF4-FFF2-40B4-BE49-F238E27FC236}">
                <a16:creationId xmlns:a16="http://schemas.microsoft.com/office/drawing/2014/main" id="{2B703F5E-9684-D983-DEDC-6DEAAD24ECF7}"/>
              </a:ext>
            </a:extLst>
          </p:cNvPr>
          <p:cNvGrpSpPr/>
          <p:nvPr/>
        </p:nvGrpSpPr>
        <p:grpSpPr>
          <a:xfrm>
            <a:off x="905066" y="1614273"/>
            <a:ext cx="4768645" cy="3881647"/>
            <a:chOff x="1121376" y="1635044"/>
            <a:chExt cx="4768645" cy="3881647"/>
          </a:xfrm>
        </p:grpSpPr>
        <p:pic>
          <p:nvPicPr>
            <p:cNvPr id="55" name="Graphique 54">
              <a:extLst>
                <a:ext uri="{FF2B5EF4-FFF2-40B4-BE49-F238E27FC236}">
                  <a16:creationId xmlns:a16="http://schemas.microsoft.com/office/drawing/2014/main" id="{879D07AC-5BD3-824E-56A4-0C546CBA37E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975698" y="1635044"/>
              <a:ext cx="3060000" cy="2983739"/>
            </a:xfrm>
            <a:prstGeom prst="rect">
              <a:avLst/>
            </a:prstGeom>
          </p:spPr>
        </p:pic>
        <p:sp>
          <p:nvSpPr>
            <p:cNvPr id="56" name="Rectangle 55">
              <a:extLst>
                <a:ext uri="{FF2B5EF4-FFF2-40B4-BE49-F238E27FC236}">
                  <a16:creationId xmlns:a16="http://schemas.microsoft.com/office/drawing/2014/main" id="{71223C55-D518-E038-51A4-4BDFE02187B7}"/>
                </a:ext>
              </a:extLst>
            </p:cNvPr>
            <p:cNvSpPr/>
            <p:nvPr/>
          </p:nvSpPr>
          <p:spPr>
            <a:xfrm>
              <a:off x="1121376" y="4895978"/>
              <a:ext cx="4768645" cy="62071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600"/>
                </a:spcBef>
              </a:pPr>
              <a:r>
                <a:rPr lang="fr-FR" sz="1400" b="1" i="1">
                  <a:solidFill>
                    <a:srgbClr val="00B388"/>
                  </a:solidFill>
                  <a:latin typeface="Avenir LT Std 65 Medium" panose="020B0803020203020204" pitchFamily="34" charset="0"/>
                </a:rPr>
                <a:t>J’ai besoin d’intégrer les facteurs humains en amont et pendant le projet</a:t>
              </a:r>
            </a:p>
          </p:txBody>
        </p:sp>
      </p:grpSp>
      <p:grpSp>
        <p:nvGrpSpPr>
          <p:cNvPr id="57" name="Groupe 56">
            <a:extLst>
              <a:ext uri="{FF2B5EF4-FFF2-40B4-BE49-F238E27FC236}">
                <a16:creationId xmlns:a16="http://schemas.microsoft.com/office/drawing/2014/main" id="{DE6503DE-76F9-C1EB-E5A7-DF9926574106}"/>
              </a:ext>
            </a:extLst>
          </p:cNvPr>
          <p:cNvGrpSpPr/>
          <p:nvPr/>
        </p:nvGrpSpPr>
        <p:grpSpPr>
          <a:xfrm>
            <a:off x="5375960" y="5557115"/>
            <a:ext cx="644662" cy="432000"/>
            <a:chOff x="4881260" y="5996412"/>
            <a:chExt cx="644662" cy="432000"/>
          </a:xfrm>
        </p:grpSpPr>
        <p:sp>
          <p:nvSpPr>
            <p:cNvPr id="58" name="Rectangle 57">
              <a:extLst>
                <a:ext uri="{FF2B5EF4-FFF2-40B4-BE49-F238E27FC236}">
                  <a16:creationId xmlns:a16="http://schemas.microsoft.com/office/drawing/2014/main" id="{0F521D7D-8C89-5485-5F47-4B82491A1A7E}"/>
                </a:ext>
              </a:extLst>
            </p:cNvPr>
            <p:cNvSpPr>
              <a:spLocks noChangeAspect="1"/>
            </p:cNvSpPr>
            <p:nvPr/>
          </p:nvSpPr>
          <p:spPr>
            <a:xfrm rot="18711776">
              <a:off x="4987591" y="5890081"/>
              <a:ext cx="432000" cy="6446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 name="Forme libre : forme 58">
              <a:hlinkClick r:id="rId4" action="ppaction://hlinksldjump"/>
              <a:extLst>
                <a:ext uri="{FF2B5EF4-FFF2-40B4-BE49-F238E27FC236}">
                  <a16:creationId xmlns:a16="http://schemas.microsoft.com/office/drawing/2014/main" id="{448C6698-838B-3787-1D38-FF99A199BDB7}"/>
                </a:ext>
              </a:extLst>
            </p:cNvPr>
            <p:cNvSpPr>
              <a:spLocks noChangeAspect="1"/>
            </p:cNvSpPr>
            <p:nvPr/>
          </p:nvSpPr>
          <p:spPr>
            <a:xfrm rot="18678108">
              <a:off x="5023591" y="5943803"/>
              <a:ext cx="360000" cy="537218"/>
            </a:xfrm>
            <a:custGeom>
              <a:avLst/>
              <a:gdLst>
                <a:gd name="csX0" fmla="*/ 238034 w 599990"/>
                <a:gd name="csY0" fmla="*/ -952 h 895350"/>
                <a:gd name="csX1" fmla="*/ 218984 w 599990"/>
                <a:gd name="csY1" fmla="*/ 18098 h 895350"/>
                <a:gd name="csX2" fmla="*/ 218984 w 599990"/>
                <a:gd name="csY2" fmla="*/ 132398 h 895350"/>
                <a:gd name="csX3" fmla="*/ 238034 w 599990"/>
                <a:gd name="csY3" fmla="*/ 151448 h 895350"/>
                <a:gd name="csX4" fmla="*/ 257084 w 599990"/>
                <a:gd name="csY4" fmla="*/ 132398 h 895350"/>
                <a:gd name="csX5" fmla="*/ 257084 w 599990"/>
                <a:gd name="csY5" fmla="*/ 18098 h 895350"/>
                <a:gd name="csX6" fmla="*/ 238034 w 599990"/>
                <a:gd name="csY6" fmla="*/ -952 h 895350"/>
                <a:gd name="csX7" fmla="*/ 458300 w 599990"/>
                <a:gd name="csY7" fmla="*/ 122873 h 895350"/>
                <a:gd name="csX8" fmla="*/ 447584 w 599990"/>
                <a:gd name="csY8" fmla="*/ 125551 h 895350"/>
                <a:gd name="csX9" fmla="*/ 348465 w 599990"/>
                <a:gd name="csY9" fmla="*/ 182701 h 895350"/>
                <a:gd name="csX10" fmla="*/ 341619 w 599990"/>
                <a:gd name="csY10" fmla="*/ 208598 h 895350"/>
                <a:gd name="csX11" fmla="*/ 367515 w 599990"/>
                <a:gd name="csY11" fmla="*/ 215444 h 895350"/>
                <a:gd name="csX12" fmla="*/ 466634 w 599990"/>
                <a:gd name="csY12" fmla="*/ 158294 h 895350"/>
                <a:gd name="csX13" fmla="*/ 473481 w 599990"/>
                <a:gd name="csY13" fmla="*/ 132398 h 895350"/>
                <a:gd name="csX14" fmla="*/ 458300 w 599990"/>
                <a:gd name="csY14" fmla="*/ 122873 h 895350"/>
                <a:gd name="csX15" fmla="*/ 16875 w 599990"/>
                <a:gd name="csY15" fmla="*/ 123168 h 895350"/>
                <a:gd name="csX16" fmla="*/ 2588 w 599990"/>
                <a:gd name="csY16" fmla="*/ 132396 h 895350"/>
                <a:gd name="csX17" fmla="*/ 9434 w 599990"/>
                <a:gd name="csY17" fmla="*/ 158293 h 895350"/>
                <a:gd name="csX18" fmla="*/ 108553 w 599990"/>
                <a:gd name="csY18" fmla="*/ 215443 h 895350"/>
                <a:gd name="csX19" fmla="*/ 134450 w 599990"/>
                <a:gd name="csY19" fmla="*/ 208596 h 895350"/>
                <a:gd name="csX20" fmla="*/ 127603 w 599990"/>
                <a:gd name="csY20" fmla="*/ 182699 h 895350"/>
                <a:gd name="csX21" fmla="*/ 28484 w 599990"/>
                <a:gd name="csY21" fmla="*/ 125549 h 895350"/>
                <a:gd name="csX22" fmla="*/ 16875 w 599990"/>
                <a:gd name="csY22" fmla="*/ 123168 h 895350"/>
                <a:gd name="csX23" fmla="*/ 238034 w 599990"/>
                <a:gd name="csY23" fmla="*/ 189548 h 895350"/>
                <a:gd name="csX24" fmla="*/ 161834 w 599990"/>
                <a:gd name="csY24" fmla="*/ 265748 h 895350"/>
                <a:gd name="csX25" fmla="*/ 161834 w 599990"/>
                <a:gd name="csY25" fmla="*/ 508932 h 895350"/>
                <a:gd name="csX26" fmla="*/ 102303 w 599990"/>
                <a:gd name="csY26" fmla="*/ 449104 h 895350"/>
                <a:gd name="csX27" fmla="*/ 11815 w 599990"/>
                <a:gd name="csY27" fmla="*/ 501788 h 895350"/>
                <a:gd name="csX28" fmla="*/ 20150 w 599990"/>
                <a:gd name="csY28" fmla="*/ 567869 h 895350"/>
                <a:gd name="csX29" fmla="*/ 204697 w 599990"/>
                <a:gd name="csY29" fmla="*/ 887849 h 895350"/>
                <a:gd name="csX30" fmla="*/ 218984 w 599990"/>
                <a:gd name="csY30" fmla="*/ 894398 h 895350"/>
                <a:gd name="csX31" fmla="*/ 476159 w 599990"/>
                <a:gd name="csY31" fmla="*/ 894398 h 895350"/>
                <a:gd name="csX32" fmla="*/ 487470 w 599990"/>
                <a:gd name="csY32" fmla="*/ 890529 h 895350"/>
                <a:gd name="csX33" fmla="*/ 555336 w 599990"/>
                <a:gd name="csY33" fmla="*/ 794385 h 895350"/>
                <a:gd name="csX34" fmla="*/ 594925 w 599990"/>
                <a:gd name="csY34" fmla="*/ 658654 h 895350"/>
                <a:gd name="csX35" fmla="*/ 591947 w 599990"/>
                <a:gd name="csY35" fmla="*/ 529471 h 895350"/>
                <a:gd name="csX36" fmla="*/ 516343 w 599990"/>
                <a:gd name="csY36" fmla="*/ 456248 h 895350"/>
                <a:gd name="csX37" fmla="*/ 488959 w 599990"/>
                <a:gd name="csY37" fmla="*/ 458926 h 895350"/>
                <a:gd name="csX38" fmla="*/ 468718 w 599990"/>
                <a:gd name="csY38" fmla="*/ 431245 h 895350"/>
                <a:gd name="csX39" fmla="*/ 428237 w 599990"/>
                <a:gd name="csY39" fmla="*/ 418148 h 895350"/>
                <a:gd name="csX40" fmla="*/ 397578 w 599990"/>
                <a:gd name="csY40" fmla="*/ 428863 h 895350"/>
                <a:gd name="csX41" fmla="*/ 383886 w 599990"/>
                <a:gd name="csY41" fmla="*/ 412195 h 895350"/>
                <a:gd name="csX42" fmla="*/ 342809 w 599990"/>
                <a:gd name="csY42" fmla="*/ 399098 h 895350"/>
                <a:gd name="csX43" fmla="*/ 314234 w 599990"/>
                <a:gd name="csY43" fmla="*/ 405646 h 895350"/>
                <a:gd name="csX44" fmla="*/ 314234 w 599990"/>
                <a:gd name="csY44" fmla="*/ 265748 h 895350"/>
                <a:gd name="csX45" fmla="*/ 238034 w 599990"/>
                <a:gd name="csY45" fmla="*/ 189548 h 895350"/>
                <a:gd name="csX46" fmla="*/ 238034 w 599990"/>
                <a:gd name="csY46" fmla="*/ 227648 h 895350"/>
                <a:gd name="csX47" fmla="*/ 276134 w 599990"/>
                <a:gd name="csY47" fmla="*/ 265748 h 895350"/>
                <a:gd name="csX48" fmla="*/ 276134 w 599990"/>
                <a:gd name="csY48" fmla="*/ 446723 h 895350"/>
                <a:gd name="csX49" fmla="*/ 291017 w 599990"/>
                <a:gd name="csY49" fmla="*/ 465476 h 895350"/>
                <a:gd name="csX50" fmla="*/ 312448 w 599990"/>
                <a:gd name="csY50" fmla="*/ 455057 h 895350"/>
                <a:gd name="csX51" fmla="*/ 342809 w 599990"/>
                <a:gd name="csY51" fmla="*/ 437198 h 895350"/>
                <a:gd name="csX52" fmla="*/ 361562 w 599990"/>
                <a:gd name="csY52" fmla="*/ 443151 h 895350"/>
                <a:gd name="csX53" fmla="*/ 371384 w 599990"/>
                <a:gd name="csY53" fmla="*/ 465773 h 895350"/>
                <a:gd name="csX54" fmla="*/ 385969 w 599990"/>
                <a:gd name="csY54" fmla="*/ 484227 h 895350"/>
                <a:gd name="csX55" fmla="*/ 407400 w 599990"/>
                <a:gd name="csY55" fmla="*/ 474404 h 895350"/>
                <a:gd name="csX56" fmla="*/ 428831 w 599990"/>
                <a:gd name="csY56" fmla="*/ 456248 h 895350"/>
                <a:gd name="csX57" fmla="*/ 446691 w 599990"/>
                <a:gd name="csY57" fmla="*/ 462201 h 895350"/>
                <a:gd name="csX58" fmla="*/ 457109 w 599990"/>
                <a:gd name="csY58" fmla="*/ 484823 h 895350"/>
                <a:gd name="csX59" fmla="*/ 468420 w 599990"/>
                <a:gd name="csY59" fmla="*/ 502385 h 895350"/>
                <a:gd name="csX60" fmla="*/ 489256 w 599990"/>
                <a:gd name="csY60" fmla="*/ 498813 h 895350"/>
                <a:gd name="csX61" fmla="*/ 512771 w 599990"/>
                <a:gd name="csY61" fmla="*/ 494348 h 895350"/>
                <a:gd name="csX62" fmla="*/ 555336 w 599990"/>
                <a:gd name="csY62" fmla="*/ 539888 h 895350"/>
                <a:gd name="csX63" fmla="*/ 557122 w 599990"/>
                <a:gd name="csY63" fmla="*/ 652701 h 895350"/>
                <a:gd name="csX64" fmla="*/ 520510 w 599990"/>
                <a:gd name="csY64" fmla="*/ 778907 h 895350"/>
                <a:gd name="csX65" fmla="*/ 468420 w 599990"/>
                <a:gd name="csY65" fmla="*/ 856298 h 895350"/>
                <a:gd name="csX66" fmla="*/ 228212 w 599990"/>
                <a:gd name="csY66" fmla="*/ 856298 h 895350"/>
                <a:gd name="csX67" fmla="*/ 55869 w 599990"/>
                <a:gd name="csY67" fmla="*/ 554176 h 895350"/>
                <a:gd name="csX68" fmla="*/ 48428 w 599990"/>
                <a:gd name="csY68" fmla="*/ 511910 h 895350"/>
                <a:gd name="csX69" fmla="*/ 92183 w 599990"/>
                <a:gd name="csY69" fmla="*/ 485716 h 895350"/>
                <a:gd name="csX70" fmla="*/ 126115 w 599990"/>
                <a:gd name="csY70" fmla="*/ 522327 h 895350"/>
                <a:gd name="csX71" fmla="*/ 163918 w 599990"/>
                <a:gd name="csY71" fmla="*/ 598229 h 895350"/>
                <a:gd name="csX72" fmla="*/ 185350 w 599990"/>
                <a:gd name="csY72" fmla="*/ 608052 h 895350"/>
                <a:gd name="csX73" fmla="*/ 199934 w 599990"/>
                <a:gd name="csY73" fmla="*/ 589598 h 895350"/>
                <a:gd name="csX74" fmla="*/ 199934 w 599990"/>
                <a:gd name="csY74" fmla="*/ 265748 h 895350"/>
                <a:gd name="csX75" fmla="*/ 238034 w 599990"/>
                <a:gd name="csY75" fmla="*/ 227648 h 895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599990" h="895350">
                  <a:moveTo>
                    <a:pt x="238034" y="-952"/>
                  </a:moveTo>
                  <a:cubicBezTo>
                    <a:pt x="227513" y="-952"/>
                    <a:pt x="218984" y="7576"/>
                    <a:pt x="218984" y="18098"/>
                  </a:cubicBezTo>
                  <a:lnTo>
                    <a:pt x="218984" y="132398"/>
                  </a:lnTo>
                  <a:cubicBezTo>
                    <a:pt x="218984" y="142919"/>
                    <a:pt x="227513" y="151448"/>
                    <a:pt x="238034" y="151448"/>
                  </a:cubicBezTo>
                  <a:cubicBezTo>
                    <a:pt x="248556" y="151448"/>
                    <a:pt x="257084" y="142919"/>
                    <a:pt x="257084" y="132398"/>
                  </a:cubicBezTo>
                  <a:lnTo>
                    <a:pt x="257084" y="18098"/>
                  </a:lnTo>
                  <a:cubicBezTo>
                    <a:pt x="257084" y="7576"/>
                    <a:pt x="248556" y="-952"/>
                    <a:pt x="238034" y="-952"/>
                  </a:cubicBezTo>
                  <a:close/>
                  <a:moveTo>
                    <a:pt x="458300" y="122873"/>
                  </a:moveTo>
                  <a:cubicBezTo>
                    <a:pt x="454885" y="122777"/>
                    <a:pt x="451301" y="123711"/>
                    <a:pt x="447584" y="125551"/>
                  </a:cubicBezTo>
                  <a:lnTo>
                    <a:pt x="348465" y="182701"/>
                  </a:lnTo>
                  <a:cubicBezTo>
                    <a:pt x="339354" y="187963"/>
                    <a:pt x="336358" y="199486"/>
                    <a:pt x="341619" y="208598"/>
                  </a:cubicBezTo>
                  <a:cubicBezTo>
                    <a:pt x="346879" y="217709"/>
                    <a:pt x="358403" y="220704"/>
                    <a:pt x="367515" y="215444"/>
                  </a:cubicBezTo>
                  <a:lnTo>
                    <a:pt x="466634" y="158294"/>
                  </a:lnTo>
                  <a:cubicBezTo>
                    <a:pt x="475747" y="153032"/>
                    <a:pt x="478741" y="141509"/>
                    <a:pt x="473481" y="132398"/>
                  </a:cubicBezTo>
                  <a:cubicBezTo>
                    <a:pt x="469177" y="125970"/>
                    <a:pt x="463991" y="123010"/>
                    <a:pt x="458300" y="122873"/>
                  </a:cubicBezTo>
                  <a:close/>
                  <a:moveTo>
                    <a:pt x="16875" y="123168"/>
                  </a:moveTo>
                  <a:cubicBezTo>
                    <a:pt x="10985" y="123778"/>
                    <a:pt x="6126" y="127277"/>
                    <a:pt x="2588" y="132396"/>
                  </a:cubicBezTo>
                  <a:cubicBezTo>
                    <a:pt x="-2672" y="141508"/>
                    <a:pt x="322" y="153030"/>
                    <a:pt x="9434" y="158293"/>
                  </a:cubicBezTo>
                  <a:lnTo>
                    <a:pt x="108553" y="215443"/>
                  </a:lnTo>
                  <a:cubicBezTo>
                    <a:pt x="117665" y="220702"/>
                    <a:pt x="129189" y="217708"/>
                    <a:pt x="134450" y="208596"/>
                  </a:cubicBezTo>
                  <a:cubicBezTo>
                    <a:pt x="139710" y="199484"/>
                    <a:pt x="136716" y="187961"/>
                    <a:pt x="127603" y="182699"/>
                  </a:cubicBezTo>
                  <a:lnTo>
                    <a:pt x="28484" y="125549"/>
                  </a:lnTo>
                  <a:cubicBezTo>
                    <a:pt x="24376" y="123399"/>
                    <a:pt x="20410" y="122805"/>
                    <a:pt x="16875" y="123168"/>
                  </a:cubicBezTo>
                  <a:close/>
                  <a:moveTo>
                    <a:pt x="238034" y="189548"/>
                  </a:moveTo>
                  <a:cubicBezTo>
                    <a:pt x="196149" y="189548"/>
                    <a:pt x="161834" y="223862"/>
                    <a:pt x="161834" y="265748"/>
                  </a:cubicBezTo>
                  <a:lnTo>
                    <a:pt x="161834" y="508932"/>
                  </a:lnTo>
                  <a:cubicBezTo>
                    <a:pt x="150037" y="483432"/>
                    <a:pt x="128865" y="455869"/>
                    <a:pt x="102303" y="449104"/>
                  </a:cubicBezTo>
                  <a:cubicBezTo>
                    <a:pt x="66164" y="439292"/>
                    <a:pt x="21897" y="468203"/>
                    <a:pt x="11815" y="501788"/>
                  </a:cubicBezTo>
                  <a:cubicBezTo>
                    <a:pt x="6677" y="520510"/>
                    <a:pt x="10027" y="541814"/>
                    <a:pt x="20150" y="567869"/>
                  </a:cubicBezTo>
                  <a:cubicBezTo>
                    <a:pt x="69636" y="686864"/>
                    <a:pt x="130566" y="801107"/>
                    <a:pt x="204697" y="887849"/>
                  </a:cubicBezTo>
                  <a:cubicBezTo>
                    <a:pt x="208241" y="891925"/>
                    <a:pt x="213584" y="894373"/>
                    <a:pt x="218984" y="894398"/>
                  </a:cubicBezTo>
                  <a:lnTo>
                    <a:pt x="476159" y="894398"/>
                  </a:lnTo>
                  <a:cubicBezTo>
                    <a:pt x="480212" y="894398"/>
                    <a:pt x="484240" y="892978"/>
                    <a:pt x="487470" y="890529"/>
                  </a:cubicBezTo>
                  <a:cubicBezTo>
                    <a:pt x="514890" y="870215"/>
                    <a:pt x="536990" y="835614"/>
                    <a:pt x="555336" y="794385"/>
                  </a:cubicBezTo>
                  <a:cubicBezTo>
                    <a:pt x="573682" y="753156"/>
                    <a:pt x="587726" y="705329"/>
                    <a:pt x="594925" y="658654"/>
                  </a:cubicBezTo>
                  <a:cubicBezTo>
                    <a:pt x="602125" y="611979"/>
                    <a:pt x="602095" y="568272"/>
                    <a:pt x="591947" y="529471"/>
                  </a:cubicBezTo>
                  <a:cubicBezTo>
                    <a:pt x="582153" y="492024"/>
                    <a:pt x="555734" y="460859"/>
                    <a:pt x="516343" y="456248"/>
                  </a:cubicBezTo>
                  <a:cubicBezTo>
                    <a:pt x="507058" y="456248"/>
                    <a:pt x="497252" y="457019"/>
                    <a:pt x="488959" y="458926"/>
                  </a:cubicBezTo>
                  <a:cubicBezTo>
                    <a:pt x="484073" y="447244"/>
                    <a:pt x="477224" y="437281"/>
                    <a:pt x="468718" y="431245"/>
                  </a:cubicBezTo>
                  <a:cubicBezTo>
                    <a:pt x="454475" y="421138"/>
                    <a:pt x="439978" y="417954"/>
                    <a:pt x="428237" y="418148"/>
                  </a:cubicBezTo>
                  <a:cubicBezTo>
                    <a:pt x="416965" y="418338"/>
                    <a:pt x="406686" y="422440"/>
                    <a:pt x="397578" y="428863"/>
                  </a:cubicBezTo>
                  <a:cubicBezTo>
                    <a:pt x="393479" y="422609"/>
                    <a:pt x="389265" y="416101"/>
                    <a:pt x="383886" y="412195"/>
                  </a:cubicBezTo>
                  <a:cubicBezTo>
                    <a:pt x="369764" y="401939"/>
                    <a:pt x="354740" y="399098"/>
                    <a:pt x="342809" y="399098"/>
                  </a:cubicBezTo>
                  <a:cubicBezTo>
                    <a:pt x="332940" y="399098"/>
                    <a:pt x="323389" y="401834"/>
                    <a:pt x="314234" y="405646"/>
                  </a:cubicBezTo>
                  <a:lnTo>
                    <a:pt x="314234" y="265748"/>
                  </a:lnTo>
                  <a:cubicBezTo>
                    <a:pt x="313425" y="214762"/>
                    <a:pt x="273214" y="189449"/>
                    <a:pt x="238034" y="189548"/>
                  </a:cubicBezTo>
                  <a:close/>
                  <a:moveTo>
                    <a:pt x="238034" y="227648"/>
                  </a:moveTo>
                  <a:cubicBezTo>
                    <a:pt x="259471" y="227648"/>
                    <a:pt x="276134" y="244311"/>
                    <a:pt x="276134" y="265748"/>
                  </a:cubicBezTo>
                  <a:lnTo>
                    <a:pt x="276134" y="446723"/>
                  </a:lnTo>
                  <a:cubicBezTo>
                    <a:pt x="276010" y="455357"/>
                    <a:pt x="282601" y="463544"/>
                    <a:pt x="291017" y="465476"/>
                  </a:cubicBezTo>
                  <a:cubicBezTo>
                    <a:pt x="299433" y="467407"/>
                    <a:pt x="308796" y="462882"/>
                    <a:pt x="312448" y="455057"/>
                  </a:cubicBezTo>
                  <a:cubicBezTo>
                    <a:pt x="316656" y="446309"/>
                    <a:pt x="332510" y="437198"/>
                    <a:pt x="342809" y="437198"/>
                  </a:cubicBezTo>
                  <a:cubicBezTo>
                    <a:pt x="347433" y="437198"/>
                    <a:pt x="356011" y="439119"/>
                    <a:pt x="361562" y="443151"/>
                  </a:cubicBezTo>
                  <a:cubicBezTo>
                    <a:pt x="367114" y="447183"/>
                    <a:pt x="371384" y="451901"/>
                    <a:pt x="371384" y="465773"/>
                  </a:cubicBezTo>
                  <a:cubicBezTo>
                    <a:pt x="371384" y="474241"/>
                    <a:pt x="377734" y="482254"/>
                    <a:pt x="385969" y="484227"/>
                  </a:cubicBezTo>
                  <a:cubicBezTo>
                    <a:pt x="394205" y="486201"/>
                    <a:pt x="403545" y="481946"/>
                    <a:pt x="407400" y="474404"/>
                  </a:cubicBezTo>
                  <a:cubicBezTo>
                    <a:pt x="415146" y="458912"/>
                    <a:pt x="419296" y="456408"/>
                    <a:pt x="428831" y="456248"/>
                  </a:cubicBezTo>
                  <a:cubicBezTo>
                    <a:pt x="431471" y="456152"/>
                    <a:pt x="440717" y="457962"/>
                    <a:pt x="446691" y="462201"/>
                  </a:cubicBezTo>
                  <a:cubicBezTo>
                    <a:pt x="452665" y="466441"/>
                    <a:pt x="457109" y="471314"/>
                    <a:pt x="457109" y="484823"/>
                  </a:cubicBezTo>
                  <a:cubicBezTo>
                    <a:pt x="457014" y="492242"/>
                    <a:pt x="461617" y="499424"/>
                    <a:pt x="468420" y="502385"/>
                  </a:cubicBezTo>
                  <a:cubicBezTo>
                    <a:pt x="475224" y="505345"/>
                    <a:pt x="483868" y="503913"/>
                    <a:pt x="489256" y="498813"/>
                  </a:cubicBezTo>
                  <a:cubicBezTo>
                    <a:pt x="496480" y="495252"/>
                    <a:pt x="503565" y="494172"/>
                    <a:pt x="512771" y="494348"/>
                  </a:cubicBezTo>
                  <a:cubicBezTo>
                    <a:pt x="535484" y="497237"/>
                    <a:pt x="547274" y="511470"/>
                    <a:pt x="555336" y="539888"/>
                  </a:cubicBezTo>
                  <a:cubicBezTo>
                    <a:pt x="563473" y="568569"/>
                    <a:pt x="563776" y="609564"/>
                    <a:pt x="557122" y="652701"/>
                  </a:cubicBezTo>
                  <a:cubicBezTo>
                    <a:pt x="550468" y="695838"/>
                    <a:pt x="537317" y="741136"/>
                    <a:pt x="520510" y="778907"/>
                  </a:cubicBezTo>
                  <a:cubicBezTo>
                    <a:pt x="504748" y="814332"/>
                    <a:pt x="485443" y="841996"/>
                    <a:pt x="468420" y="856298"/>
                  </a:cubicBezTo>
                  <a:lnTo>
                    <a:pt x="228212" y="856298"/>
                  </a:lnTo>
                  <a:cubicBezTo>
                    <a:pt x="161346" y="777416"/>
                    <a:pt x="97491" y="656289"/>
                    <a:pt x="55869" y="554176"/>
                  </a:cubicBezTo>
                  <a:cubicBezTo>
                    <a:pt x="47204" y="531874"/>
                    <a:pt x="46423" y="519068"/>
                    <a:pt x="48428" y="511910"/>
                  </a:cubicBezTo>
                  <a:cubicBezTo>
                    <a:pt x="55487" y="493484"/>
                    <a:pt x="75240" y="483081"/>
                    <a:pt x="92183" y="485716"/>
                  </a:cubicBezTo>
                  <a:cubicBezTo>
                    <a:pt x="112437" y="493344"/>
                    <a:pt x="117455" y="506859"/>
                    <a:pt x="126115" y="522327"/>
                  </a:cubicBezTo>
                  <a:lnTo>
                    <a:pt x="163918" y="598229"/>
                  </a:lnTo>
                  <a:cubicBezTo>
                    <a:pt x="167773" y="605771"/>
                    <a:pt x="177113" y="610026"/>
                    <a:pt x="185350" y="608052"/>
                  </a:cubicBezTo>
                  <a:cubicBezTo>
                    <a:pt x="193586" y="606079"/>
                    <a:pt x="199917" y="598066"/>
                    <a:pt x="199934" y="589598"/>
                  </a:cubicBezTo>
                  <a:lnTo>
                    <a:pt x="199934" y="265748"/>
                  </a:lnTo>
                  <a:cubicBezTo>
                    <a:pt x="199934" y="244311"/>
                    <a:pt x="216597" y="227648"/>
                    <a:pt x="238034" y="227648"/>
                  </a:cubicBezTo>
                  <a:close/>
                </a:path>
              </a:pathLst>
            </a:custGeom>
            <a:solidFill>
              <a:srgbClr val="00B388"/>
            </a:solidFill>
            <a:ln w="9525" cap="flat">
              <a:solidFill>
                <a:srgbClr val="00B388"/>
              </a:solidFill>
              <a:prstDash val="solid"/>
              <a:miter/>
            </a:ln>
          </p:spPr>
          <p:txBody>
            <a:bodyPr/>
            <a:lstStyle/>
            <a:p>
              <a:endParaRPr lang="fr-FR"/>
            </a:p>
          </p:txBody>
        </p:sp>
      </p:grpSp>
      <p:grpSp>
        <p:nvGrpSpPr>
          <p:cNvPr id="60" name="Groupe 59">
            <a:extLst>
              <a:ext uri="{FF2B5EF4-FFF2-40B4-BE49-F238E27FC236}">
                <a16:creationId xmlns:a16="http://schemas.microsoft.com/office/drawing/2014/main" id="{ED07FBD2-1B98-BDB7-92CA-5336948ED5EF}"/>
              </a:ext>
            </a:extLst>
          </p:cNvPr>
          <p:cNvGrpSpPr/>
          <p:nvPr/>
        </p:nvGrpSpPr>
        <p:grpSpPr>
          <a:xfrm>
            <a:off x="10964603" y="5557115"/>
            <a:ext cx="644662" cy="432000"/>
            <a:chOff x="4881260" y="5996412"/>
            <a:chExt cx="644662" cy="432000"/>
          </a:xfrm>
        </p:grpSpPr>
        <p:sp>
          <p:nvSpPr>
            <p:cNvPr id="61" name="Rectangle 60">
              <a:extLst>
                <a:ext uri="{FF2B5EF4-FFF2-40B4-BE49-F238E27FC236}">
                  <a16:creationId xmlns:a16="http://schemas.microsoft.com/office/drawing/2014/main" id="{FE58F227-4135-A34A-D601-845EF1A37727}"/>
                </a:ext>
              </a:extLst>
            </p:cNvPr>
            <p:cNvSpPr>
              <a:spLocks noChangeAspect="1"/>
            </p:cNvSpPr>
            <p:nvPr/>
          </p:nvSpPr>
          <p:spPr>
            <a:xfrm rot="18711776">
              <a:off x="4987591" y="5890081"/>
              <a:ext cx="432000" cy="6446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 name="Forme libre : forme 61">
              <a:hlinkClick r:id="rId3" action="ppaction://hlinksldjump"/>
              <a:extLst>
                <a:ext uri="{FF2B5EF4-FFF2-40B4-BE49-F238E27FC236}">
                  <a16:creationId xmlns:a16="http://schemas.microsoft.com/office/drawing/2014/main" id="{AA4D9258-3CE5-685E-AB24-7B5C1A80053C}"/>
                </a:ext>
              </a:extLst>
            </p:cNvPr>
            <p:cNvSpPr>
              <a:spLocks noChangeAspect="1"/>
            </p:cNvSpPr>
            <p:nvPr/>
          </p:nvSpPr>
          <p:spPr>
            <a:xfrm rot="18678108">
              <a:off x="5023591" y="5943803"/>
              <a:ext cx="360000" cy="537218"/>
            </a:xfrm>
            <a:custGeom>
              <a:avLst/>
              <a:gdLst>
                <a:gd name="csX0" fmla="*/ 238034 w 599990"/>
                <a:gd name="csY0" fmla="*/ -952 h 895350"/>
                <a:gd name="csX1" fmla="*/ 218984 w 599990"/>
                <a:gd name="csY1" fmla="*/ 18098 h 895350"/>
                <a:gd name="csX2" fmla="*/ 218984 w 599990"/>
                <a:gd name="csY2" fmla="*/ 132398 h 895350"/>
                <a:gd name="csX3" fmla="*/ 238034 w 599990"/>
                <a:gd name="csY3" fmla="*/ 151448 h 895350"/>
                <a:gd name="csX4" fmla="*/ 257084 w 599990"/>
                <a:gd name="csY4" fmla="*/ 132398 h 895350"/>
                <a:gd name="csX5" fmla="*/ 257084 w 599990"/>
                <a:gd name="csY5" fmla="*/ 18098 h 895350"/>
                <a:gd name="csX6" fmla="*/ 238034 w 599990"/>
                <a:gd name="csY6" fmla="*/ -952 h 895350"/>
                <a:gd name="csX7" fmla="*/ 458300 w 599990"/>
                <a:gd name="csY7" fmla="*/ 122873 h 895350"/>
                <a:gd name="csX8" fmla="*/ 447584 w 599990"/>
                <a:gd name="csY8" fmla="*/ 125551 h 895350"/>
                <a:gd name="csX9" fmla="*/ 348465 w 599990"/>
                <a:gd name="csY9" fmla="*/ 182701 h 895350"/>
                <a:gd name="csX10" fmla="*/ 341619 w 599990"/>
                <a:gd name="csY10" fmla="*/ 208598 h 895350"/>
                <a:gd name="csX11" fmla="*/ 367515 w 599990"/>
                <a:gd name="csY11" fmla="*/ 215444 h 895350"/>
                <a:gd name="csX12" fmla="*/ 466634 w 599990"/>
                <a:gd name="csY12" fmla="*/ 158294 h 895350"/>
                <a:gd name="csX13" fmla="*/ 473481 w 599990"/>
                <a:gd name="csY13" fmla="*/ 132398 h 895350"/>
                <a:gd name="csX14" fmla="*/ 458300 w 599990"/>
                <a:gd name="csY14" fmla="*/ 122873 h 895350"/>
                <a:gd name="csX15" fmla="*/ 16875 w 599990"/>
                <a:gd name="csY15" fmla="*/ 123168 h 895350"/>
                <a:gd name="csX16" fmla="*/ 2588 w 599990"/>
                <a:gd name="csY16" fmla="*/ 132396 h 895350"/>
                <a:gd name="csX17" fmla="*/ 9434 w 599990"/>
                <a:gd name="csY17" fmla="*/ 158293 h 895350"/>
                <a:gd name="csX18" fmla="*/ 108553 w 599990"/>
                <a:gd name="csY18" fmla="*/ 215443 h 895350"/>
                <a:gd name="csX19" fmla="*/ 134450 w 599990"/>
                <a:gd name="csY19" fmla="*/ 208596 h 895350"/>
                <a:gd name="csX20" fmla="*/ 127603 w 599990"/>
                <a:gd name="csY20" fmla="*/ 182699 h 895350"/>
                <a:gd name="csX21" fmla="*/ 28484 w 599990"/>
                <a:gd name="csY21" fmla="*/ 125549 h 895350"/>
                <a:gd name="csX22" fmla="*/ 16875 w 599990"/>
                <a:gd name="csY22" fmla="*/ 123168 h 895350"/>
                <a:gd name="csX23" fmla="*/ 238034 w 599990"/>
                <a:gd name="csY23" fmla="*/ 189548 h 895350"/>
                <a:gd name="csX24" fmla="*/ 161834 w 599990"/>
                <a:gd name="csY24" fmla="*/ 265748 h 895350"/>
                <a:gd name="csX25" fmla="*/ 161834 w 599990"/>
                <a:gd name="csY25" fmla="*/ 508932 h 895350"/>
                <a:gd name="csX26" fmla="*/ 102303 w 599990"/>
                <a:gd name="csY26" fmla="*/ 449104 h 895350"/>
                <a:gd name="csX27" fmla="*/ 11815 w 599990"/>
                <a:gd name="csY27" fmla="*/ 501788 h 895350"/>
                <a:gd name="csX28" fmla="*/ 20150 w 599990"/>
                <a:gd name="csY28" fmla="*/ 567869 h 895350"/>
                <a:gd name="csX29" fmla="*/ 204697 w 599990"/>
                <a:gd name="csY29" fmla="*/ 887849 h 895350"/>
                <a:gd name="csX30" fmla="*/ 218984 w 599990"/>
                <a:gd name="csY30" fmla="*/ 894398 h 895350"/>
                <a:gd name="csX31" fmla="*/ 476159 w 599990"/>
                <a:gd name="csY31" fmla="*/ 894398 h 895350"/>
                <a:gd name="csX32" fmla="*/ 487470 w 599990"/>
                <a:gd name="csY32" fmla="*/ 890529 h 895350"/>
                <a:gd name="csX33" fmla="*/ 555336 w 599990"/>
                <a:gd name="csY33" fmla="*/ 794385 h 895350"/>
                <a:gd name="csX34" fmla="*/ 594925 w 599990"/>
                <a:gd name="csY34" fmla="*/ 658654 h 895350"/>
                <a:gd name="csX35" fmla="*/ 591947 w 599990"/>
                <a:gd name="csY35" fmla="*/ 529471 h 895350"/>
                <a:gd name="csX36" fmla="*/ 516343 w 599990"/>
                <a:gd name="csY36" fmla="*/ 456248 h 895350"/>
                <a:gd name="csX37" fmla="*/ 488959 w 599990"/>
                <a:gd name="csY37" fmla="*/ 458926 h 895350"/>
                <a:gd name="csX38" fmla="*/ 468718 w 599990"/>
                <a:gd name="csY38" fmla="*/ 431245 h 895350"/>
                <a:gd name="csX39" fmla="*/ 428237 w 599990"/>
                <a:gd name="csY39" fmla="*/ 418148 h 895350"/>
                <a:gd name="csX40" fmla="*/ 397578 w 599990"/>
                <a:gd name="csY40" fmla="*/ 428863 h 895350"/>
                <a:gd name="csX41" fmla="*/ 383886 w 599990"/>
                <a:gd name="csY41" fmla="*/ 412195 h 895350"/>
                <a:gd name="csX42" fmla="*/ 342809 w 599990"/>
                <a:gd name="csY42" fmla="*/ 399098 h 895350"/>
                <a:gd name="csX43" fmla="*/ 314234 w 599990"/>
                <a:gd name="csY43" fmla="*/ 405646 h 895350"/>
                <a:gd name="csX44" fmla="*/ 314234 w 599990"/>
                <a:gd name="csY44" fmla="*/ 265748 h 895350"/>
                <a:gd name="csX45" fmla="*/ 238034 w 599990"/>
                <a:gd name="csY45" fmla="*/ 189548 h 895350"/>
                <a:gd name="csX46" fmla="*/ 238034 w 599990"/>
                <a:gd name="csY46" fmla="*/ 227648 h 895350"/>
                <a:gd name="csX47" fmla="*/ 276134 w 599990"/>
                <a:gd name="csY47" fmla="*/ 265748 h 895350"/>
                <a:gd name="csX48" fmla="*/ 276134 w 599990"/>
                <a:gd name="csY48" fmla="*/ 446723 h 895350"/>
                <a:gd name="csX49" fmla="*/ 291017 w 599990"/>
                <a:gd name="csY49" fmla="*/ 465476 h 895350"/>
                <a:gd name="csX50" fmla="*/ 312448 w 599990"/>
                <a:gd name="csY50" fmla="*/ 455057 h 895350"/>
                <a:gd name="csX51" fmla="*/ 342809 w 599990"/>
                <a:gd name="csY51" fmla="*/ 437198 h 895350"/>
                <a:gd name="csX52" fmla="*/ 361562 w 599990"/>
                <a:gd name="csY52" fmla="*/ 443151 h 895350"/>
                <a:gd name="csX53" fmla="*/ 371384 w 599990"/>
                <a:gd name="csY53" fmla="*/ 465773 h 895350"/>
                <a:gd name="csX54" fmla="*/ 385969 w 599990"/>
                <a:gd name="csY54" fmla="*/ 484227 h 895350"/>
                <a:gd name="csX55" fmla="*/ 407400 w 599990"/>
                <a:gd name="csY55" fmla="*/ 474404 h 895350"/>
                <a:gd name="csX56" fmla="*/ 428831 w 599990"/>
                <a:gd name="csY56" fmla="*/ 456248 h 895350"/>
                <a:gd name="csX57" fmla="*/ 446691 w 599990"/>
                <a:gd name="csY57" fmla="*/ 462201 h 895350"/>
                <a:gd name="csX58" fmla="*/ 457109 w 599990"/>
                <a:gd name="csY58" fmla="*/ 484823 h 895350"/>
                <a:gd name="csX59" fmla="*/ 468420 w 599990"/>
                <a:gd name="csY59" fmla="*/ 502385 h 895350"/>
                <a:gd name="csX60" fmla="*/ 489256 w 599990"/>
                <a:gd name="csY60" fmla="*/ 498813 h 895350"/>
                <a:gd name="csX61" fmla="*/ 512771 w 599990"/>
                <a:gd name="csY61" fmla="*/ 494348 h 895350"/>
                <a:gd name="csX62" fmla="*/ 555336 w 599990"/>
                <a:gd name="csY62" fmla="*/ 539888 h 895350"/>
                <a:gd name="csX63" fmla="*/ 557122 w 599990"/>
                <a:gd name="csY63" fmla="*/ 652701 h 895350"/>
                <a:gd name="csX64" fmla="*/ 520510 w 599990"/>
                <a:gd name="csY64" fmla="*/ 778907 h 895350"/>
                <a:gd name="csX65" fmla="*/ 468420 w 599990"/>
                <a:gd name="csY65" fmla="*/ 856298 h 895350"/>
                <a:gd name="csX66" fmla="*/ 228212 w 599990"/>
                <a:gd name="csY66" fmla="*/ 856298 h 895350"/>
                <a:gd name="csX67" fmla="*/ 55869 w 599990"/>
                <a:gd name="csY67" fmla="*/ 554176 h 895350"/>
                <a:gd name="csX68" fmla="*/ 48428 w 599990"/>
                <a:gd name="csY68" fmla="*/ 511910 h 895350"/>
                <a:gd name="csX69" fmla="*/ 92183 w 599990"/>
                <a:gd name="csY69" fmla="*/ 485716 h 895350"/>
                <a:gd name="csX70" fmla="*/ 126115 w 599990"/>
                <a:gd name="csY70" fmla="*/ 522327 h 895350"/>
                <a:gd name="csX71" fmla="*/ 163918 w 599990"/>
                <a:gd name="csY71" fmla="*/ 598229 h 895350"/>
                <a:gd name="csX72" fmla="*/ 185350 w 599990"/>
                <a:gd name="csY72" fmla="*/ 608052 h 895350"/>
                <a:gd name="csX73" fmla="*/ 199934 w 599990"/>
                <a:gd name="csY73" fmla="*/ 589598 h 895350"/>
                <a:gd name="csX74" fmla="*/ 199934 w 599990"/>
                <a:gd name="csY74" fmla="*/ 265748 h 895350"/>
                <a:gd name="csX75" fmla="*/ 238034 w 599990"/>
                <a:gd name="csY75" fmla="*/ 227648 h 895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599990" h="895350">
                  <a:moveTo>
                    <a:pt x="238034" y="-952"/>
                  </a:moveTo>
                  <a:cubicBezTo>
                    <a:pt x="227513" y="-952"/>
                    <a:pt x="218984" y="7576"/>
                    <a:pt x="218984" y="18098"/>
                  </a:cubicBezTo>
                  <a:lnTo>
                    <a:pt x="218984" y="132398"/>
                  </a:lnTo>
                  <a:cubicBezTo>
                    <a:pt x="218984" y="142919"/>
                    <a:pt x="227513" y="151448"/>
                    <a:pt x="238034" y="151448"/>
                  </a:cubicBezTo>
                  <a:cubicBezTo>
                    <a:pt x="248556" y="151448"/>
                    <a:pt x="257084" y="142919"/>
                    <a:pt x="257084" y="132398"/>
                  </a:cubicBezTo>
                  <a:lnTo>
                    <a:pt x="257084" y="18098"/>
                  </a:lnTo>
                  <a:cubicBezTo>
                    <a:pt x="257084" y="7576"/>
                    <a:pt x="248556" y="-952"/>
                    <a:pt x="238034" y="-952"/>
                  </a:cubicBezTo>
                  <a:close/>
                  <a:moveTo>
                    <a:pt x="458300" y="122873"/>
                  </a:moveTo>
                  <a:cubicBezTo>
                    <a:pt x="454885" y="122777"/>
                    <a:pt x="451301" y="123711"/>
                    <a:pt x="447584" y="125551"/>
                  </a:cubicBezTo>
                  <a:lnTo>
                    <a:pt x="348465" y="182701"/>
                  </a:lnTo>
                  <a:cubicBezTo>
                    <a:pt x="339354" y="187963"/>
                    <a:pt x="336358" y="199486"/>
                    <a:pt x="341619" y="208598"/>
                  </a:cubicBezTo>
                  <a:cubicBezTo>
                    <a:pt x="346879" y="217709"/>
                    <a:pt x="358403" y="220704"/>
                    <a:pt x="367515" y="215444"/>
                  </a:cubicBezTo>
                  <a:lnTo>
                    <a:pt x="466634" y="158294"/>
                  </a:lnTo>
                  <a:cubicBezTo>
                    <a:pt x="475747" y="153032"/>
                    <a:pt x="478741" y="141509"/>
                    <a:pt x="473481" y="132398"/>
                  </a:cubicBezTo>
                  <a:cubicBezTo>
                    <a:pt x="469177" y="125970"/>
                    <a:pt x="463991" y="123010"/>
                    <a:pt x="458300" y="122873"/>
                  </a:cubicBezTo>
                  <a:close/>
                  <a:moveTo>
                    <a:pt x="16875" y="123168"/>
                  </a:moveTo>
                  <a:cubicBezTo>
                    <a:pt x="10985" y="123778"/>
                    <a:pt x="6126" y="127277"/>
                    <a:pt x="2588" y="132396"/>
                  </a:cubicBezTo>
                  <a:cubicBezTo>
                    <a:pt x="-2672" y="141508"/>
                    <a:pt x="322" y="153030"/>
                    <a:pt x="9434" y="158293"/>
                  </a:cubicBezTo>
                  <a:lnTo>
                    <a:pt x="108553" y="215443"/>
                  </a:lnTo>
                  <a:cubicBezTo>
                    <a:pt x="117665" y="220702"/>
                    <a:pt x="129189" y="217708"/>
                    <a:pt x="134450" y="208596"/>
                  </a:cubicBezTo>
                  <a:cubicBezTo>
                    <a:pt x="139710" y="199484"/>
                    <a:pt x="136716" y="187961"/>
                    <a:pt x="127603" y="182699"/>
                  </a:cubicBezTo>
                  <a:lnTo>
                    <a:pt x="28484" y="125549"/>
                  </a:lnTo>
                  <a:cubicBezTo>
                    <a:pt x="24376" y="123399"/>
                    <a:pt x="20410" y="122805"/>
                    <a:pt x="16875" y="123168"/>
                  </a:cubicBezTo>
                  <a:close/>
                  <a:moveTo>
                    <a:pt x="238034" y="189548"/>
                  </a:moveTo>
                  <a:cubicBezTo>
                    <a:pt x="196149" y="189548"/>
                    <a:pt x="161834" y="223862"/>
                    <a:pt x="161834" y="265748"/>
                  </a:cubicBezTo>
                  <a:lnTo>
                    <a:pt x="161834" y="508932"/>
                  </a:lnTo>
                  <a:cubicBezTo>
                    <a:pt x="150037" y="483432"/>
                    <a:pt x="128865" y="455869"/>
                    <a:pt x="102303" y="449104"/>
                  </a:cubicBezTo>
                  <a:cubicBezTo>
                    <a:pt x="66164" y="439292"/>
                    <a:pt x="21897" y="468203"/>
                    <a:pt x="11815" y="501788"/>
                  </a:cubicBezTo>
                  <a:cubicBezTo>
                    <a:pt x="6677" y="520510"/>
                    <a:pt x="10027" y="541814"/>
                    <a:pt x="20150" y="567869"/>
                  </a:cubicBezTo>
                  <a:cubicBezTo>
                    <a:pt x="69636" y="686864"/>
                    <a:pt x="130566" y="801107"/>
                    <a:pt x="204697" y="887849"/>
                  </a:cubicBezTo>
                  <a:cubicBezTo>
                    <a:pt x="208241" y="891925"/>
                    <a:pt x="213584" y="894373"/>
                    <a:pt x="218984" y="894398"/>
                  </a:cubicBezTo>
                  <a:lnTo>
                    <a:pt x="476159" y="894398"/>
                  </a:lnTo>
                  <a:cubicBezTo>
                    <a:pt x="480212" y="894398"/>
                    <a:pt x="484240" y="892978"/>
                    <a:pt x="487470" y="890529"/>
                  </a:cubicBezTo>
                  <a:cubicBezTo>
                    <a:pt x="514890" y="870215"/>
                    <a:pt x="536990" y="835614"/>
                    <a:pt x="555336" y="794385"/>
                  </a:cubicBezTo>
                  <a:cubicBezTo>
                    <a:pt x="573682" y="753156"/>
                    <a:pt x="587726" y="705329"/>
                    <a:pt x="594925" y="658654"/>
                  </a:cubicBezTo>
                  <a:cubicBezTo>
                    <a:pt x="602125" y="611979"/>
                    <a:pt x="602095" y="568272"/>
                    <a:pt x="591947" y="529471"/>
                  </a:cubicBezTo>
                  <a:cubicBezTo>
                    <a:pt x="582153" y="492024"/>
                    <a:pt x="555734" y="460859"/>
                    <a:pt x="516343" y="456248"/>
                  </a:cubicBezTo>
                  <a:cubicBezTo>
                    <a:pt x="507058" y="456248"/>
                    <a:pt x="497252" y="457019"/>
                    <a:pt x="488959" y="458926"/>
                  </a:cubicBezTo>
                  <a:cubicBezTo>
                    <a:pt x="484073" y="447244"/>
                    <a:pt x="477224" y="437281"/>
                    <a:pt x="468718" y="431245"/>
                  </a:cubicBezTo>
                  <a:cubicBezTo>
                    <a:pt x="454475" y="421138"/>
                    <a:pt x="439978" y="417954"/>
                    <a:pt x="428237" y="418148"/>
                  </a:cubicBezTo>
                  <a:cubicBezTo>
                    <a:pt x="416965" y="418338"/>
                    <a:pt x="406686" y="422440"/>
                    <a:pt x="397578" y="428863"/>
                  </a:cubicBezTo>
                  <a:cubicBezTo>
                    <a:pt x="393479" y="422609"/>
                    <a:pt x="389265" y="416101"/>
                    <a:pt x="383886" y="412195"/>
                  </a:cubicBezTo>
                  <a:cubicBezTo>
                    <a:pt x="369764" y="401939"/>
                    <a:pt x="354740" y="399098"/>
                    <a:pt x="342809" y="399098"/>
                  </a:cubicBezTo>
                  <a:cubicBezTo>
                    <a:pt x="332940" y="399098"/>
                    <a:pt x="323389" y="401834"/>
                    <a:pt x="314234" y="405646"/>
                  </a:cubicBezTo>
                  <a:lnTo>
                    <a:pt x="314234" y="265748"/>
                  </a:lnTo>
                  <a:cubicBezTo>
                    <a:pt x="313425" y="214762"/>
                    <a:pt x="273214" y="189449"/>
                    <a:pt x="238034" y="189548"/>
                  </a:cubicBezTo>
                  <a:close/>
                  <a:moveTo>
                    <a:pt x="238034" y="227648"/>
                  </a:moveTo>
                  <a:cubicBezTo>
                    <a:pt x="259471" y="227648"/>
                    <a:pt x="276134" y="244311"/>
                    <a:pt x="276134" y="265748"/>
                  </a:cubicBezTo>
                  <a:lnTo>
                    <a:pt x="276134" y="446723"/>
                  </a:lnTo>
                  <a:cubicBezTo>
                    <a:pt x="276010" y="455357"/>
                    <a:pt x="282601" y="463544"/>
                    <a:pt x="291017" y="465476"/>
                  </a:cubicBezTo>
                  <a:cubicBezTo>
                    <a:pt x="299433" y="467407"/>
                    <a:pt x="308796" y="462882"/>
                    <a:pt x="312448" y="455057"/>
                  </a:cubicBezTo>
                  <a:cubicBezTo>
                    <a:pt x="316656" y="446309"/>
                    <a:pt x="332510" y="437198"/>
                    <a:pt x="342809" y="437198"/>
                  </a:cubicBezTo>
                  <a:cubicBezTo>
                    <a:pt x="347433" y="437198"/>
                    <a:pt x="356011" y="439119"/>
                    <a:pt x="361562" y="443151"/>
                  </a:cubicBezTo>
                  <a:cubicBezTo>
                    <a:pt x="367114" y="447183"/>
                    <a:pt x="371384" y="451901"/>
                    <a:pt x="371384" y="465773"/>
                  </a:cubicBezTo>
                  <a:cubicBezTo>
                    <a:pt x="371384" y="474241"/>
                    <a:pt x="377734" y="482254"/>
                    <a:pt x="385969" y="484227"/>
                  </a:cubicBezTo>
                  <a:cubicBezTo>
                    <a:pt x="394205" y="486201"/>
                    <a:pt x="403545" y="481946"/>
                    <a:pt x="407400" y="474404"/>
                  </a:cubicBezTo>
                  <a:cubicBezTo>
                    <a:pt x="415146" y="458912"/>
                    <a:pt x="419296" y="456408"/>
                    <a:pt x="428831" y="456248"/>
                  </a:cubicBezTo>
                  <a:cubicBezTo>
                    <a:pt x="431471" y="456152"/>
                    <a:pt x="440717" y="457962"/>
                    <a:pt x="446691" y="462201"/>
                  </a:cubicBezTo>
                  <a:cubicBezTo>
                    <a:pt x="452665" y="466441"/>
                    <a:pt x="457109" y="471314"/>
                    <a:pt x="457109" y="484823"/>
                  </a:cubicBezTo>
                  <a:cubicBezTo>
                    <a:pt x="457014" y="492242"/>
                    <a:pt x="461617" y="499424"/>
                    <a:pt x="468420" y="502385"/>
                  </a:cubicBezTo>
                  <a:cubicBezTo>
                    <a:pt x="475224" y="505345"/>
                    <a:pt x="483868" y="503913"/>
                    <a:pt x="489256" y="498813"/>
                  </a:cubicBezTo>
                  <a:cubicBezTo>
                    <a:pt x="496480" y="495252"/>
                    <a:pt x="503565" y="494172"/>
                    <a:pt x="512771" y="494348"/>
                  </a:cubicBezTo>
                  <a:cubicBezTo>
                    <a:pt x="535484" y="497237"/>
                    <a:pt x="547274" y="511470"/>
                    <a:pt x="555336" y="539888"/>
                  </a:cubicBezTo>
                  <a:cubicBezTo>
                    <a:pt x="563473" y="568569"/>
                    <a:pt x="563776" y="609564"/>
                    <a:pt x="557122" y="652701"/>
                  </a:cubicBezTo>
                  <a:cubicBezTo>
                    <a:pt x="550468" y="695838"/>
                    <a:pt x="537317" y="741136"/>
                    <a:pt x="520510" y="778907"/>
                  </a:cubicBezTo>
                  <a:cubicBezTo>
                    <a:pt x="504748" y="814332"/>
                    <a:pt x="485443" y="841996"/>
                    <a:pt x="468420" y="856298"/>
                  </a:cubicBezTo>
                  <a:lnTo>
                    <a:pt x="228212" y="856298"/>
                  </a:lnTo>
                  <a:cubicBezTo>
                    <a:pt x="161346" y="777416"/>
                    <a:pt x="97491" y="656289"/>
                    <a:pt x="55869" y="554176"/>
                  </a:cubicBezTo>
                  <a:cubicBezTo>
                    <a:pt x="47204" y="531874"/>
                    <a:pt x="46423" y="519068"/>
                    <a:pt x="48428" y="511910"/>
                  </a:cubicBezTo>
                  <a:cubicBezTo>
                    <a:pt x="55487" y="493484"/>
                    <a:pt x="75240" y="483081"/>
                    <a:pt x="92183" y="485716"/>
                  </a:cubicBezTo>
                  <a:cubicBezTo>
                    <a:pt x="112437" y="493344"/>
                    <a:pt x="117455" y="506859"/>
                    <a:pt x="126115" y="522327"/>
                  </a:cubicBezTo>
                  <a:lnTo>
                    <a:pt x="163918" y="598229"/>
                  </a:lnTo>
                  <a:cubicBezTo>
                    <a:pt x="167773" y="605771"/>
                    <a:pt x="177113" y="610026"/>
                    <a:pt x="185350" y="608052"/>
                  </a:cubicBezTo>
                  <a:cubicBezTo>
                    <a:pt x="193586" y="606079"/>
                    <a:pt x="199917" y="598066"/>
                    <a:pt x="199934" y="589598"/>
                  </a:cubicBezTo>
                  <a:lnTo>
                    <a:pt x="199934" y="265748"/>
                  </a:lnTo>
                  <a:cubicBezTo>
                    <a:pt x="199934" y="244311"/>
                    <a:pt x="216597" y="227648"/>
                    <a:pt x="238034" y="227648"/>
                  </a:cubicBezTo>
                  <a:close/>
                </a:path>
              </a:pathLst>
            </a:custGeom>
            <a:solidFill>
              <a:srgbClr val="306A92"/>
            </a:solidFill>
            <a:ln w="9525" cap="flat">
              <a:solidFill>
                <a:srgbClr val="306A92"/>
              </a:solidFill>
              <a:prstDash val="solid"/>
              <a:miter/>
            </a:ln>
          </p:spPr>
          <p:txBody>
            <a:bodyPr/>
            <a:lstStyle/>
            <a:p>
              <a:endParaRPr lang="fr-FR"/>
            </a:p>
          </p:txBody>
        </p:sp>
      </p:grpSp>
      <p:sp>
        <p:nvSpPr>
          <p:cNvPr id="65" name="Rectangle : coins arrondis 64">
            <a:extLst>
              <a:ext uri="{FF2B5EF4-FFF2-40B4-BE49-F238E27FC236}">
                <a16:creationId xmlns:a16="http://schemas.microsoft.com/office/drawing/2014/main" id="{3D7B1B9D-8920-E9B4-2B59-F0C56A46E9E4}"/>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DC582A"/>
                </a:solidFill>
              </a:rPr>
              <a:t>PROTOTYPE</a:t>
            </a:r>
          </a:p>
        </p:txBody>
      </p:sp>
    </p:spTree>
    <p:extLst>
      <p:ext uri="{BB962C8B-B14F-4D97-AF65-F5344CB8AC3E}">
        <p14:creationId xmlns:p14="http://schemas.microsoft.com/office/powerpoint/2010/main" val="23170219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29C77-96DF-A517-EECF-55CA17288A49}"/>
            </a:ext>
          </a:extLst>
        </p:cNvPr>
        <p:cNvGrpSpPr/>
        <p:nvPr/>
      </p:nvGrpSpPr>
      <p:grpSpPr>
        <a:xfrm>
          <a:off x="0" y="0"/>
          <a:ext cx="0" cy="0"/>
          <a:chOff x="0" y="0"/>
          <a:chExt cx="0" cy="0"/>
        </a:xfrm>
      </p:grpSpPr>
      <p:grpSp>
        <p:nvGrpSpPr>
          <p:cNvPr id="2" name="Groupe 1">
            <a:extLst>
              <a:ext uri="{FF2B5EF4-FFF2-40B4-BE49-F238E27FC236}">
                <a16:creationId xmlns:a16="http://schemas.microsoft.com/office/drawing/2014/main" id="{32023236-A907-23C0-F0C3-33EB490B4655}"/>
              </a:ext>
            </a:extLst>
          </p:cNvPr>
          <p:cNvGrpSpPr>
            <a:grpSpLocks noChangeAspect="1"/>
          </p:cNvGrpSpPr>
          <p:nvPr/>
        </p:nvGrpSpPr>
        <p:grpSpPr>
          <a:xfrm>
            <a:off x="11001871" y="6336764"/>
            <a:ext cx="1082632" cy="444130"/>
            <a:chOff x="5810" y="1578917"/>
            <a:chExt cx="559801" cy="229645"/>
          </a:xfrm>
        </p:grpSpPr>
        <p:sp>
          <p:nvSpPr>
            <p:cNvPr id="5" name="Rectangle : coins arrondis 4">
              <a:hlinkClick r:id="rId4" action="ppaction://hlinksldjump"/>
              <a:extLst>
                <a:ext uri="{FF2B5EF4-FFF2-40B4-BE49-F238E27FC236}">
                  <a16:creationId xmlns:a16="http://schemas.microsoft.com/office/drawing/2014/main" id="{AA0F333C-FAEF-432B-5171-F6FF631FA7E2}"/>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hlinkClick r:id="rId4"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ndParaRPr>
            </a:p>
          </p:txBody>
        </p:sp>
        <p:pic>
          <p:nvPicPr>
            <p:cNvPr id="8" name="Graphique 7" descr="Retour avec un remplissage uni">
              <a:hlinkClick r:id="rId4" action="ppaction://hlinksldjump"/>
              <a:extLst>
                <a:ext uri="{FF2B5EF4-FFF2-40B4-BE49-F238E27FC236}">
                  <a16:creationId xmlns:a16="http://schemas.microsoft.com/office/drawing/2014/main" id="{E6565A00-6C57-B8A6-4483-A4466E57E60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9060" y="1578917"/>
              <a:ext cx="229645" cy="229645"/>
            </a:xfrm>
            <a:prstGeom prst="rect">
              <a:avLst/>
            </a:prstGeom>
          </p:spPr>
        </p:pic>
      </p:grpSp>
      <p:pic>
        <p:nvPicPr>
          <p:cNvPr id="35" name="Graphique 34">
            <a:extLst>
              <a:ext uri="{FF2B5EF4-FFF2-40B4-BE49-F238E27FC236}">
                <a16:creationId xmlns:a16="http://schemas.microsoft.com/office/drawing/2014/main" id="{CD7FC203-CAB0-1318-4DBA-D8A64330FF4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flipH="1">
            <a:off x="8700940" y="1333859"/>
            <a:ext cx="2664000" cy="2416329"/>
          </a:xfrm>
          <a:prstGeom prst="rect">
            <a:avLst/>
          </a:prstGeom>
        </p:spPr>
      </p:pic>
      <p:grpSp>
        <p:nvGrpSpPr>
          <p:cNvPr id="157" name="Groupe 156">
            <a:extLst>
              <a:ext uri="{FF2B5EF4-FFF2-40B4-BE49-F238E27FC236}">
                <a16:creationId xmlns:a16="http://schemas.microsoft.com/office/drawing/2014/main" id="{F2D1C194-7C4D-7A21-5419-F4C9F18E4BD9}"/>
              </a:ext>
            </a:extLst>
          </p:cNvPr>
          <p:cNvGrpSpPr>
            <a:grpSpLocks noChangeAspect="1"/>
          </p:cNvGrpSpPr>
          <p:nvPr/>
        </p:nvGrpSpPr>
        <p:grpSpPr>
          <a:xfrm>
            <a:off x="5100277" y="1300426"/>
            <a:ext cx="1764000" cy="2437738"/>
            <a:chOff x="3841123" y="2548418"/>
            <a:chExt cx="1265821" cy="1749283"/>
          </a:xfrm>
        </p:grpSpPr>
        <p:sp>
          <p:nvSpPr>
            <p:cNvPr id="108" name="Forme libre : forme 107">
              <a:extLst>
                <a:ext uri="{FF2B5EF4-FFF2-40B4-BE49-F238E27FC236}">
                  <a16:creationId xmlns:a16="http://schemas.microsoft.com/office/drawing/2014/main" id="{EF909E28-4B53-991A-8098-AB595A31A60A}"/>
                </a:ext>
              </a:extLst>
            </p:cNvPr>
            <p:cNvSpPr/>
            <p:nvPr/>
          </p:nvSpPr>
          <p:spPr>
            <a:xfrm>
              <a:off x="3841123" y="2548418"/>
              <a:ext cx="1265821" cy="1749283"/>
            </a:xfrm>
            <a:custGeom>
              <a:avLst/>
              <a:gdLst>
                <a:gd name="csX0" fmla="*/ 1169567 w 1265821"/>
                <a:gd name="csY0" fmla="*/ 1749136 h 1749283"/>
                <a:gd name="csX1" fmla="*/ 95743 w 1265821"/>
                <a:gd name="csY1" fmla="*/ 1749136 h 1749283"/>
                <a:gd name="csX2" fmla="*/ -256 w 1265821"/>
                <a:gd name="csY2" fmla="*/ 1653137 h 1749283"/>
                <a:gd name="csX3" fmla="*/ -256 w 1265821"/>
                <a:gd name="csY3" fmla="*/ 95851 h 1749283"/>
                <a:gd name="csX4" fmla="*/ 95743 w 1265821"/>
                <a:gd name="csY4" fmla="*/ -148 h 1749283"/>
                <a:gd name="csX5" fmla="*/ 1169567 w 1265821"/>
                <a:gd name="csY5" fmla="*/ -148 h 1749283"/>
                <a:gd name="csX6" fmla="*/ 1265566 w 1265821"/>
                <a:gd name="csY6" fmla="*/ 95851 h 1749283"/>
                <a:gd name="csX7" fmla="*/ 1265566 w 1265821"/>
                <a:gd name="csY7" fmla="*/ 1653137 h 1749283"/>
                <a:gd name="csX8" fmla="*/ 1169567 w 1265821"/>
                <a:gd name="csY8" fmla="*/ 1749136 h 17492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265821" h="1749283">
                  <a:moveTo>
                    <a:pt x="1169567" y="1749136"/>
                  </a:moveTo>
                  <a:lnTo>
                    <a:pt x="95743" y="1749136"/>
                  </a:lnTo>
                  <a:cubicBezTo>
                    <a:pt x="42749" y="1749076"/>
                    <a:pt x="-196" y="1706131"/>
                    <a:pt x="-256" y="1653137"/>
                  </a:cubicBezTo>
                  <a:lnTo>
                    <a:pt x="-256" y="95851"/>
                  </a:lnTo>
                  <a:cubicBezTo>
                    <a:pt x="-196" y="42857"/>
                    <a:pt x="42749" y="-88"/>
                    <a:pt x="95743" y="-148"/>
                  </a:cubicBezTo>
                  <a:lnTo>
                    <a:pt x="1169567" y="-148"/>
                  </a:lnTo>
                  <a:cubicBezTo>
                    <a:pt x="1222561" y="-88"/>
                    <a:pt x="1265506" y="42857"/>
                    <a:pt x="1265566" y="95851"/>
                  </a:cubicBezTo>
                  <a:lnTo>
                    <a:pt x="1265566" y="1653137"/>
                  </a:lnTo>
                  <a:cubicBezTo>
                    <a:pt x="1265506" y="1706131"/>
                    <a:pt x="1222561" y="1749076"/>
                    <a:pt x="1169567" y="1749136"/>
                  </a:cubicBezTo>
                  <a:close/>
                </a:path>
              </a:pathLst>
            </a:custGeom>
            <a:solidFill>
              <a:srgbClr val="E4E4E4"/>
            </a:solidFill>
            <a:ln w="4424" cap="flat">
              <a:noFill/>
              <a:prstDash val="solid"/>
              <a:miter/>
            </a:ln>
          </p:spPr>
          <p:txBody>
            <a:bodyPr/>
            <a:lstStyle/>
            <a:p>
              <a:endParaRPr lang="fr-FR"/>
            </a:p>
          </p:txBody>
        </p:sp>
        <p:sp>
          <p:nvSpPr>
            <p:cNvPr id="109" name="Forme libre : forme 108">
              <a:extLst>
                <a:ext uri="{FF2B5EF4-FFF2-40B4-BE49-F238E27FC236}">
                  <a16:creationId xmlns:a16="http://schemas.microsoft.com/office/drawing/2014/main" id="{ABC92EBD-A99D-2488-32FC-A02338BAA248}"/>
                </a:ext>
              </a:extLst>
            </p:cNvPr>
            <p:cNvSpPr/>
            <p:nvPr/>
          </p:nvSpPr>
          <p:spPr>
            <a:xfrm>
              <a:off x="3905639" y="2609667"/>
              <a:ext cx="1136789" cy="1626784"/>
            </a:xfrm>
            <a:custGeom>
              <a:avLst/>
              <a:gdLst>
                <a:gd name="csX0" fmla="*/ 1106941 w 1136789"/>
                <a:gd name="csY0" fmla="*/ 1626637 h 1626784"/>
                <a:gd name="csX1" fmla="*/ 29337 w 1136789"/>
                <a:gd name="csY1" fmla="*/ 1626637 h 1626784"/>
                <a:gd name="csX2" fmla="*/ -256 w 1136789"/>
                <a:gd name="csY2" fmla="*/ 1597044 h 1626784"/>
                <a:gd name="csX3" fmla="*/ -256 w 1136789"/>
                <a:gd name="csY3" fmla="*/ 29445 h 1626784"/>
                <a:gd name="csX4" fmla="*/ 29337 w 1136789"/>
                <a:gd name="csY4" fmla="*/ -148 h 1626784"/>
                <a:gd name="csX5" fmla="*/ 1106941 w 1136789"/>
                <a:gd name="csY5" fmla="*/ -148 h 1626784"/>
                <a:gd name="csX6" fmla="*/ 1136534 w 1136789"/>
                <a:gd name="csY6" fmla="*/ 29445 h 1626784"/>
                <a:gd name="csX7" fmla="*/ 1136534 w 1136789"/>
                <a:gd name="csY7" fmla="*/ 1597044 h 1626784"/>
                <a:gd name="csX8" fmla="*/ 1106941 w 1136789"/>
                <a:gd name="csY8" fmla="*/ 1626637 h 16267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136789" h="1626784">
                  <a:moveTo>
                    <a:pt x="1106941" y="1626637"/>
                  </a:moveTo>
                  <a:lnTo>
                    <a:pt x="29337" y="1626637"/>
                  </a:lnTo>
                  <a:cubicBezTo>
                    <a:pt x="13001" y="1626618"/>
                    <a:pt x="-237" y="1613380"/>
                    <a:pt x="-256" y="1597044"/>
                  </a:cubicBezTo>
                  <a:lnTo>
                    <a:pt x="-256" y="29445"/>
                  </a:lnTo>
                  <a:cubicBezTo>
                    <a:pt x="-237" y="13109"/>
                    <a:pt x="13001" y="-129"/>
                    <a:pt x="29337" y="-148"/>
                  </a:cubicBezTo>
                  <a:lnTo>
                    <a:pt x="1106941" y="-148"/>
                  </a:lnTo>
                  <a:cubicBezTo>
                    <a:pt x="1123277" y="-129"/>
                    <a:pt x="1136515" y="13109"/>
                    <a:pt x="1136534" y="29445"/>
                  </a:cubicBezTo>
                  <a:lnTo>
                    <a:pt x="1136534" y="1597044"/>
                  </a:lnTo>
                  <a:cubicBezTo>
                    <a:pt x="1136515" y="1613380"/>
                    <a:pt x="1123277" y="1626618"/>
                    <a:pt x="1106941" y="1626637"/>
                  </a:cubicBezTo>
                  <a:close/>
                </a:path>
              </a:pathLst>
            </a:custGeom>
            <a:solidFill>
              <a:srgbClr val="FFFFFF"/>
            </a:solidFill>
            <a:ln w="4424" cap="flat">
              <a:noFill/>
              <a:prstDash val="solid"/>
              <a:miter/>
            </a:ln>
          </p:spPr>
          <p:txBody>
            <a:bodyPr/>
            <a:lstStyle/>
            <a:p>
              <a:endParaRPr lang="fr-FR"/>
            </a:p>
          </p:txBody>
        </p:sp>
        <p:sp>
          <p:nvSpPr>
            <p:cNvPr id="110" name="Ellipse 109">
              <a:extLst>
                <a:ext uri="{FF2B5EF4-FFF2-40B4-BE49-F238E27FC236}">
                  <a16:creationId xmlns:a16="http://schemas.microsoft.com/office/drawing/2014/main" id="{2FC77C45-AC29-3CF8-B6D5-3F0B42BF7321}"/>
                </a:ext>
              </a:extLst>
            </p:cNvPr>
            <p:cNvSpPr/>
            <p:nvPr/>
          </p:nvSpPr>
          <p:spPr>
            <a:xfrm>
              <a:off x="4461783" y="2569651"/>
              <a:ext cx="16333" cy="16333"/>
            </a:xfrm>
            <a:prstGeom prst="ellipse">
              <a:avLst/>
            </a:prstGeom>
            <a:solidFill>
              <a:srgbClr val="FFFFFF"/>
            </a:solidFill>
            <a:ln w="4424" cap="flat">
              <a:noFill/>
              <a:prstDash val="solid"/>
              <a:miter/>
            </a:ln>
          </p:spPr>
          <p:txBody>
            <a:bodyPr/>
            <a:lstStyle/>
            <a:p>
              <a:endParaRPr lang="fr-FR"/>
            </a:p>
          </p:txBody>
        </p:sp>
        <p:sp>
          <p:nvSpPr>
            <p:cNvPr id="111" name="Rectangle 110">
              <a:extLst>
                <a:ext uri="{FF2B5EF4-FFF2-40B4-BE49-F238E27FC236}">
                  <a16:creationId xmlns:a16="http://schemas.microsoft.com/office/drawing/2014/main" id="{A441FE96-32F7-AD0D-E752-E37A37F5D088}"/>
                </a:ext>
              </a:extLst>
            </p:cNvPr>
            <p:cNvSpPr/>
            <p:nvPr/>
          </p:nvSpPr>
          <p:spPr>
            <a:xfrm>
              <a:off x="4230986" y="3438905"/>
              <a:ext cx="711817" cy="26449"/>
            </a:xfrm>
            <a:prstGeom prst="rect">
              <a:avLst/>
            </a:prstGeom>
            <a:solidFill>
              <a:srgbClr val="E4E4E4"/>
            </a:solidFill>
            <a:ln w="4424" cap="flat">
              <a:noFill/>
              <a:prstDash val="solid"/>
              <a:miter/>
            </a:ln>
          </p:spPr>
          <p:txBody>
            <a:bodyPr/>
            <a:lstStyle/>
            <a:p>
              <a:endParaRPr lang="fr-FR"/>
            </a:p>
          </p:txBody>
        </p:sp>
        <p:sp>
          <p:nvSpPr>
            <p:cNvPr id="112" name="Rectangle 111">
              <a:extLst>
                <a:ext uri="{FF2B5EF4-FFF2-40B4-BE49-F238E27FC236}">
                  <a16:creationId xmlns:a16="http://schemas.microsoft.com/office/drawing/2014/main" id="{7D272051-5291-902C-22FB-2580C3096626}"/>
                </a:ext>
              </a:extLst>
            </p:cNvPr>
            <p:cNvSpPr/>
            <p:nvPr/>
          </p:nvSpPr>
          <p:spPr>
            <a:xfrm>
              <a:off x="4230986" y="3522662"/>
              <a:ext cx="711817" cy="26449"/>
            </a:xfrm>
            <a:prstGeom prst="rect">
              <a:avLst/>
            </a:prstGeom>
            <a:solidFill>
              <a:srgbClr val="E4E4E4"/>
            </a:solidFill>
            <a:ln w="4424" cap="flat">
              <a:noFill/>
              <a:prstDash val="solid"/>
              <a:miter/>
            </a:ln>
          </p:spPr>
          <p:txBody>
            <a:bodyPr/>
            <a:lstStyle/>
            <a:p>
              <a:endParaRPr lang="fr-FR"/>
            </a:p>
          </p:txBody>
        </p:sp>
        <p:sp>
          <p:nvSpPr>
            <p:cNvPr id="113" name="Rectangle 112">
              <a:extLst>
                <a:ext uri="{FF2B5EF4-FFF2-40B4-BE49-F238E27FC236}">
                  <a16:creationId xmlns:a16="http://schemas.microsoft.com/office/drawing/2014/main" id="{2449C593-A722-0518-7107-921C15DAB332}"/>
                </a:ext>
              </a:extLst>
            </p:cNvPr>
            <p:cNvSpPr/>
            <p:nvPr/>
          </p:nvSpPr>
          <p:spPr>
            <a:xfrm>
              <a:off x="4230986" y="3606420"/>
              <a:ext cx="711817" cy="26449"/>
            </a:xfrm>
            <a:prstGeom prst="rect">
              <a:avLst/>
            </a:prstGeom>
            <a:solidFill>
              <a:srgbClr val="E4E4E4"/>
            </a:solidFill>
            <a:ln w="4424" cap="flat">
              <a:noFill/>
              <a:prstDash val="solid"/>
              <a:miter/>
            </a:ln>
          </p:spPr>
          <p:txBody>
            <a:bodyPr/>
            <a:lstStyle/>
            <a:p>
              <a:endParaRPr lang="fr-FR"/>
            </a:p>
          </p:txBody>
        </p:sp>
        <p:sp>
          <p:nvSpPr>
            <p:cNvPr id="114" name="Rectangle 113">
              <a:extLst>
                <a:ext uri="{FF2B5EF4-FFF2-40B4-BE49-F238E27FC236}">
                  <a16:creationId xmlns:a16="http://schemas.microsoft.com/office/drawing/2014/main" id="{74B94763-E747-9043-8EC2-AFC1960066CD}"/>
                </a:ext>
              </a:extLst>
            </p:cNvPr>
            <p:cNvSpPr/>
            <p:nvPr/>
          </p:nvSpPr>
          <p:spPr>
            <a:xfrm>
              <a:off x="4005263" y="3455251"/>
              <a:ext cx="161272" cy="161272"/>
            </a:xfrm>
            <a:prstGeom prst="rect">
              <a:avLst/>
            </a:prstGeom>
            <a:solidFill>
              <a:srgbClr val="E4E4E4"/>
            </a:solidFill>
            <a:ln w="4424" cap="flat">
              <a:noFill/>
              <a:prstDash val="solid"/>
              <a:miter/>
            </a:ln>
          </p:spPr>
          <p:txBody>
            <a:bodyPr/>
            <a:lstStyle/>
            <a:p>
              <a:endParaRPr lang="fr-FR"/>
            </a:p>
          </p:txBody>
        </p:sp>
        <p:sp>
          <p:nvSpPr>
            <p:cNvPr id="115" name="Rectangle 114">
              <a:extLst>
                <a:ext uri="{FF2B5EF4-FFF2-40B4-BE49-F238E27FC236}">
                  <a16:creationId xmlns:a16="http://schemas.microsoft.com/office/drawing/2014/main" id="{B5B8C177-B09A-D24E-4394-2E7EC1D7BBAA}"/>
                </a:ext>
              </a:extLst>
            </p:cNvPr>
            <p:cNvSpPr/>
            <p:nvPr/>
          </p:nvSpPr>
          <p:spPr>
            <a:xfrm>
              <a:off x="4230986" y="3789939"/>
              <a:ext cx="711817" cy="26449"/>
            </a:xfrm>
            <a:prstGeom prst="rect">
              <a:avLst/>
            </a:prstGeom>
            <a:solidFill>
              <a:srgbClr val="E4E4E4"/>
            </a:solidFill>
            <a:ln w="4424" cap="flat">
              <a:noFill/>
              <a:prstDash val="solid"/>
              <a:miter/>
            </a:ln>
          </p:spPr>
          <p:txBody>
            <a:bodyPr/>
            <a:lstStyle/>
            <a:p>
              <a:endParaRPr lang="fr-FR"/>
            </a:p>
          </p:txBody>
        </p:sp>
        <p:sp>
          <p:nvSpPr>
            <p:cNvPr id="116" name="Rectangle 115">
              <a:extLst>
                <a:ext uri="{FF2B5EF4-FFF2-40B4-BE49-F238E27FC236}">
                  <a16:creationId xmlns:a16="http://schemas.microsoft.com/office/drawing/2014/main" id="{DDB7812C-FEB7-DEA3-EE0C-F00445DF48F9}"/>
                </a:ext>
              </a:extLst>
            </p:cNvPr>
            <p:cNvSpPr/>
            <p:nvPr/>
          </p:nvSpPr>
          <p:spPr>
            <a:xfrm>
              <a:off x="4230986" y="3873697"/>
              <a:ext cx="711817" cy="26449"/>
            </a:xfrm>
            <a:prstGeom prst="rect">
              <a:avLst/>
            </a:prstGeom>
            <a:solidFill>
              <a:srgbClr val="E4E4E4"/>
            </a:solidFill>
            <a:ln w="4424" cap="flat">
              <a:noFill/>
              <a:prstDash val="solid"/>
              <a:miter/>
            </a:ln>
          </p:spPr>
          <p:txBody>
            <a:bodyPr/>
            <a:lstStyle/>
            <a:p>
              <a:endParaRPr lang="fr-FR"/>
            </a:p>
          </p:txBody>
        </p:sp>
        <p:sp>
          <p:nvSpPr>
            <p:cNvPr id="117" name="Rectangle 116">
              <a:extLst>
                <a:ext uri="{FF2B5EF4-FFF2-40B4-BE49-F238E27FC236}">
                  <a16:creationId xmlns:a16="http://schemas.microsoft.com/office/drawing/2014/main" id="{48A6D44A-0FB6-EF24-48BF-45C4C84F1F60}"/>
                </a:ext>
              </a:extLst>
            </p:cNvPr>
            <p:cNvSpPr/>
            <p:nvPr/>
          </p:nvSpPr>
          <p:spPr>
            <a:xfrm>
              <a:off x="4230986" y="3957455"/>
              <a:ext cx="711817" cy="26449"/>
            </a:xfrm>
            <a:prstGeom prst="rect">
              <a:avLst/>
            </a:prstGeom>
            <a:solidFill>
              <a:srgbClr val="E4E4E4"/>
            </a:solidFill>
            <a:ln w="4424" cap="flat">
              <a:noFill/>
              <a:prstDash val="solid"/>
              <a:miter/>
            </a:ln>
          </p:spPr>
          <p:txBody>
            <a:bodyPr/>
            <a:lstStyle/>
            <a:p>
              <a:endParaRPr lang="fr-FR"/>
            </a:p>
          </p:txBody>
        </p:sp>
        <p:sp>
          <p:nvSpPr>
            <p:cNvPr id="118" name="Rectangle 117">
              <a:extLst>
                <a:ext uri="{FF2B5EF4-FFF2-40B4-BE49-F238E27FC236}">
                  <a16:creationId xmlns:a16="http://schemas.microsoft.com/office/drawing/2014/main" id="{CA4D4503-AB6C-DF67-BB1D-F5E6F83848D6}"/>
                </a:ext>
              </a:extLst>
            </p:cNvPr>
            <p:cNvSpPr/>
            <p:nvPr/>
          </p:nvSpPr>
          <p:spPr>
            <a:xfrm>
              <a:off x="4005263" y="3806286"/>
              <a:ext cx="161272" cy="161272"/>
            </a:xfrm>
            <a:prstGeom prst="rect">
              <a:avLst/>
            </a:prstGeom>
            <a:solidFill>
              <a:srgbClr val="E4E4E4"/>
            </a:solidFill>
            <a:ln w="4424" cap="flat">
              <a:noFill/>
              <a:prstDash val="solid"/>
              <a:miter/>
            </a:ln>
          </p:spPr>
          <p:txBody>
            <a:bodyPr/>
            <a:lstStyle/>
            <a:p>
              <a:endParaRPr lang="fr-FR"/>
            </a:p>
          </p:txBody>
        </p:sp>
        <p:sp>
          <p:nvSpPr>
            <p:cNvPr id="119" name="Rectangle 118">
              <a:extLst>
                <a:ext uri="{FF2B5EF4-FFF2-40B4-BE49-F238E27FC236}">
                  <a16:creationId xmlns:a16="http://schemas.microsoft.com/office/drawing/2014/main" id="{CF5D3C19-25EC-46FF-7FC1-7B47A80FA5C3}"/>
                </a:ext>
              </a:extLst>
            </p:cNvPr>
            <p:cNvSpPr/>
            <p:nvPr/>
          </p:nvSpPr>
          <p:spPr>
            <a:xfrm rot="20331349">
              <a:off x="4359822" y="2877372"/>
              <a:ext cx="298965" cy="288613"/>
            </a:xfrm>
            <a:prstGeom prst="rect">
              <a:avLst/>
            </a:prstGeom>
            <a:solidFill>
              <a:srgbClr val="59B7A1"/>
            </a:solidFill>
            <a:ln w="4424" cap="flat">
              <a:noFill/>
              <a:prstDash val="solid"/>
              <a:miter/>
            </a:ln>
          </p:spPr>
          <p:txBody>
            <a:bodyPr/>
            <a:lstStyle/>
            <a:p>
              <a:endParaRPr lang="fr-FR"/>
            </a:p>
          </p:txBody>
        </p:sp>
        <p:sp>
          <p:nvSpPr>
            <p:cNvPr id="120" name="Forme libre : forme 119">
              <a:extLst>
                <a:ext uri="{FF2B5EF4-FFF2-40B4-BE49-F238E27FC236}">
                  <a16:creationId xmlns:a16="http://schemas.microsoft.com/office/drawing/2014/main" id="{57E7A74B-48C1-9263-4DA7-138F7863356D}"/>
                </a:ext>
              </a:extLst>
            </p:cNvPr>
            <p:cNvSpPr/>
            <p:nvPr/>
          </p:nvSpPr>
          <p:spPr>
            <a:xfrm>
              <a:off x="4241557" y="2792038"/>
              <a:ext cx="414565" cy="408333"/>
            </a:xfrm>
            <a:custGeom>
              <a:avLst/>
              <a:gdLst>
                <a:gd name="csX0" fmla="*/ 112529 w 414565"/>
                <a:gd name="csY0" fmla="*/ 408186 h 408333"/>
                <a:gd name="csX1" fmla="*/ -256 w 414565"/>
                <a:gd name="csY1" fmla="*/ 116569 h 408333"/>
                <a:gd name="csX2" fmla="*/ 301526 w 414565"/>
                <a:gd name="csY2" fmla="*/ -148 h 408333"/>
                <a:gd name="csX3" fmla="*/ 414310 w 414565"/>
                <a:gd name="csY3" fmla="*/ 291469 h 408333"/>
                <a:gd name="csX4" fmla="*/ 11209 w 414565"/>
                <a:gd name="csY4" fmla="*/ 121638 h 408333"/>
                <a:gd name="csX5" fmla="*/ 117599 w 414565"/>
                <a:gd name="csY5" fmla="*/ 396720 h 408333"/>
                <a:gd name="csX6" fmla="*/ 402844 w 414565"/>
                <a:gd name="csY6" fmla="*/ 286400 h 408333"/>
                <a:gd name="csX7" fmla="*/ 296456 w 414565"/>
                <a:gd name="csY7" fmla="*/ 11318 h 40833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14565" h="408333">
                  <a:moveTo>
                    <a:pt x="112529" y="408186"/>
                  </a:moveTo>
                  <a:lnTo>
                    <a:pt x="-256" y="116569"/>
                  </a:lnTo>
                  <a:lnTo>
                    <a:pt x="301526" y="-148"/>
                  </a:lnTo>
                  <a:lnTo>
                    <a:pt x="414310" y="291469"/>
                  </a:lnTo>
                  <a:close/>
                  <a:moveTo>
                    <a:pt x="11209" y="121638"/>
                  </a:moveTo>
                  <a:lnTo>
                    <a:pt x="117599" y="396720"/>
                  </a:lnTo>
                  <a:lnTo>
                    <a:pt x="402844" y="286400"/>
                  </a:lnTo>
                  <a:lnTo>
                    <a:pt x="296456" y="11318"/>
                  </a:lnTo>
                  <a:close/>
                </a:path>
              </a:pathLst>
            </a:custGeom>
            <a:solidFill>
              <a:srgbClr val="3F3D56"/>
            </a:solidFill>
            <a:ln w="4424" cap="flat">
              <a:noFill/>
              <a:prstDash val="solid"/>
              <a:miter/>
            </a:ln>
          </p:spPr>
          <p:txBody>
            <a:bodyPr/>
            <a:lstStyle/>
            <a:p>
              <a:endParaRPr lang="fr-FR"/>
            </a:p>
          </p:txBody>
        </p:sp>
      </p:grpSp>
      <p:grpSp>
        <p:nvGrpSpPr>
          <p:cNvPr id="101" name="Groupe 100">
            <a:extLst>
              <a:ext uri="{FF2B5EF4-FFF2-40B4-BE49-F238E27FC236}">
                <a16:creationId xmlns:a16="http://schemas.microsoft.com/office/drawing/2014/main" id="{ABACC557-7E7A-00D1-1482-0B2D894AA405}"/>
              </a:ext>
            </a:extLst>
          </p:cNvPr>
          <p:cNvGrpSpPr>
            <a:grpSpLocks noChangeAspect="1"/>
          </p:cNvGrpSpPr>
          <p:nvPr/>
        </p:nvGrpSpPr>
        <p:grpSpPr>
          <a:xfrm>
            <a:off x="221613" y="1536359"/>
            <a:ext cx="3419998" cy="1673720"/>
            <a:chOff x="197546" y="3705834"/>
            <a:chExt cx="2012315" cy="984823"/>
          </a:xfrm>
        </p:grpSpPr>
        <p:sp>
          <p:nvSpPr>
            <p:cNvPr id="62" name="Rectangle 61">
              <a:extLst>
                <a:ext uri="{FF2B5EF4-FFF2-40B4-BE49-F238E27FC236}">
                  <a16:creationId xmlns:a16="http://schemas.microsoft.com/office/drawing/2014/main" id="{5E978E07-6AB7-61D2-A10B-0B7B97054F9C}"/>
                </a:ext>
              </a:extLst>
            </p:cNvPr>
            <p:cNvSpPr/>
            <p:nvPr/>
          </p:nvSpPr>
          <p:spPr>
            <a:xfrm rot="10800000">
              <a:off x="1420651" y="4302019"/>
              <a:ext cx="710894" cy="30121"/>
            </a:xfrm>
            <a:prstGeom prst="rect">
              <a:avLst/>
            </a:prstGeom>
            <a:solidFill>
              <a:srgbClr val="59B7A1"/>
            </a:solidFill>
            <a:ln w="3810" cap="flat">
              <a:noFill/>
              <a:prstDash val="solid"/>
              <a:miter/>
            </a:ln>
          </p:spPr>
          <p:txBody>
            <a:bodyPr/>
            <a:lstStyle/>
            <a:p>
              <a:endParaRPr lang="fr-FR"/>
            </a:p>
          </p:txBody>
        </p:sp>
        <p:sp>
          <p:nvSpPr>
            <p:cNvPr id="63" name="Rectangle 62">
              <a:extLst>
                <a:ext uri="{FF2B5EF4-FFF2-40B4-BE49-F238E27FC236}">
                  <a16:creationId xmlns:a16="http://schemas.microsoft.com/office/drawing/2014/main" id="{F12986B9-8621-D5C0-BE0D-56BC51387915}"/>
                </a:ext>
              </a:extLst>
            </p:cNvPr>
            <p:cNvSpPr/>
            <p:nvPr/>
          </p:nvSpPr>
          <p:spPr>
            <a:xfrm rot="10800000">
              <a:off x="1384502" y="4271897"/>
              <a:ext cx="710894" cy="30121"/>
            </a:xfrm>
            <a:prstGeom prst="rect">
              <a:avLst/>
            </a:prstGeom>
            <a:solidFill>
              <a:srgbClr val="59B7A1"/>
            </a:solidFill>
            <a:ln w="3810" cap="flat">
              <a:noFill/>
              <a:prstDash val="solid"/>
              <a:miter/>
            </a:ln>
          </p:spPr>
          <p:txBody>
            <a:bodyPr/>
            <a:lstStyle/>
            <a:p>
              <a:endParaRPr lang="fr-FR"/>
            </a:p>
          </p:txBody>
        </p:sp>
        <p:sp>
          <p:nvSpPr>
            <p:cNvPr id="64" name="Rectangle 63">
              <a:extLst>
                <a:ext uri="{FF2B5EF4-FFF2-40B4-BE49-F238E27FC236}">
                  <a16:creationId xmlns:a16="http://schemas.microsoft.com/office/drawing/2014/main" id="{3C0B140C-8ACD-F6F3-0A17-EFC23A640776}"/>
                </a:ext>
              </a:extLst>
            </p:cNvPr>
            <p:cNvSpPr/>
            <p:nvPr/>
          </p:nvSpPr>
          <p:spPr>
            <a:xfrm rot="10800000">
              <a:off x="1426674" y="4241773"/>
              <a:ext cx="710894" cy="30121"/>
            </a:xfrm>
            <a:prstGeom prst="rect">
              <a:avLst/>
            </a:prstGeom>
            <a:solidFill>
              <a:srgbClr val="59B7A1"/>
            </a:solidFill>
            <a:ln w="3810" cap="flat">
              <a:noFill/>
              <a:prstDash val="solid"/>
              <a:miter/>
            </a:ln>
          </p:spPr>
          <p:txBody>
            <a:bodyPr/>
            <a:lstStyle/>
            <a:p>
              <a:endParaRPr lang="fr-FR"/>
            </a:p>
          </p:txBody>
        </p:sp>
        <p:sp>
          <p:nvSpPr>
            <p:cNvPr id="65" name="Rectangle 64">
              <a:extLst>
                <a:ext uri="{FF2B5EF4-FFF2-40B4-BE49-F238E27FC236}">
                  <a16:creationId xmlns:a16="http://schemas.microsoft.com/office/drawing/2014/main" id="{0016A96A-B1DA-B778-5D52-A3FD5C13EC4B}"/>
                </a:ext>
              </a:extLst>
            </p:cNvPr>
            <p:cNvSpPr/>
            <p:nvPr/>
          </p:nvSpPr>
          <p:spPr>
            <a:xfrm rot="10800000">
              <a:off x="1498967" y="4211651"/>
              <a:ext cx="710894" cy="30121"/>
            </a:xfrm>
            <a:prstGeom prst="rect">
              <a:avLst/>
            </a:prstGeom>
            <a:solidFill>
              <a:srgbClr val="59B7A1"/>
            </a:solidFill>
            <a:ln w="3810" cap="flat">
              <a:noFill/>
              <a:prstDash val="solid"/>
              <a:miter/>
            </a:ln>
          </p:spPr>
          <p:txBody>
            <a:bodyPr/>
            <a:lstStyle/>
            <a:p>
              <a:endParaRPr lang="fr-FR"/>
            </a:p>
          </p:txBody>
        </p:sp>
        <p:sp>
          <p:nvSpPr>
            <p:cNvPr id="66" name="Rectangle 65">
              <a:extLst>
                <a:ext uri="{FF2B5EF4-FFF2-40B4-BE49-F238E27FC236}">
                  <a16:creationId xmlns:a16="http://schemas.microsoft.com/office/drawing/2014/main" id="{0C019407-A1F3-FBE2-1850-53462B2245F0}"/>
                </a:ext>
              </a:extLst>
            </p:cNvPr>
            <p:cNvSpPr/>
            <p:nvPr/>
          </p:nvSpPr>
          <p:spPr>
            <a:xfrm rot="10800000">
              <a:off x="894105" y="4078536"/>
              <a:ext cx="24681" cy="175245"/>
            </a:xfrm>
            <a:prstGeom prst="rect">
              <a:avLst/>
            </a:prstGeom>
            <a:solidFill>
              <a:srgbClr val="3F3D56"/>
            </a:solidFill>
            <a:ln w="3810" cap="flat">
              <a:noFill/>
              <a:prstDash val="solid"/>
              <a:miter/>
            </a:ln>
          </p:spPr>
          <p:txBody>
            <a:bodyPr/>
            <a:lstStyle/>
            <a:p>
              <a:endParaRPr lang="fr-FR"/>
            </a:p>
          </p:txBody>
        </p:sp>
        <p:sp>
          <p:nvSpPr>
            <p:cNvPr id="67" name="Rectangle 66">
              <a:extLst>
                <a:ext uri="{FF2B5EF4-FFF2-40B4-BE49-F238E27FC236}">
                  <a16:creationId xmlns:a16="http://schemas.microsoft.com/office/drawing/2014/main" id="{54111288-D511-9ED2-C8A2-25E8E0D60B74}"/>
                </a:ext>
              </a:extLst>
            </p:cNvPr>
            <p:cNvSpPr/>
            <p:nvPr/>
          </p:nvSpPr>
          <p:spPr>
            <a:xfrm rot="14874480">
              <a:off x="1343015" y="3409516"/>
              <a:ext cx="24681" cy="985740"/>
            </a:xfrm>
            <a:prstGeom prst="rect">
              <a:avLst/>
            </a:prstGeom>
            <a:solidFill>
              <a:srgbClr val="3F3D56"/>
            </a:solidFill>
            <a:ln w="3810" cap="flat">
              <a:noFill/>
              <a:prstDash val="solid"/>
              <a:miter/>
            </a:ln>
          </p:spPr>
          <p:txBody>
            <a:bodyPr/>
            <a:lstStyle/>
            <a:p>
              <a:endParaRPr lang="fr-FR"/>
            </a:p>
          </p:txBody>
        </p:sp>
        <p:sp>
          <p:nvSpPr>
            <p:cNvPr id="68" name="Rectangle 67">
              <a:extLst>
                <a:ext uri="{FF2B5EF4-FFF2-40B4-BE49-F238E27FC236}">
                  <a16:creationId xmlns:a16="http://schemas.microsoft.com/office/drawing/2014/main" id="{C42247E4-197D-1FEC-6326-F549F3F11CBE}"/>
                </a:ext>
              </a:extLst>
            </p:cNvPr>
            <p:cNvSpPr/>
            <p:nvPr/>
          </p:nvSpPr>
          <p:spPr>
            <a:xfrm rot="10800000">
              <a:off x="437479" y="4431492"/>
              <a:ext cx="214737" cy="83920"/>
            </a:xfrm>
            <a:prstGeom prst="rect">
              <a:avLst/>
            </a:prstGeom>
            <a:solidFill>
              <a:srgbClr val="3F3D56"/>
            </a:solidFill>
            <a:ln w="3810" cap="flat">
              <a:noFill/>
              <a:prstDash val="solid"/>
              <a:miter/>
            </a:ln>
          </p:spPr>
          <p:txBody>
            <a:bodyPr/>
            <a:lstStyle/>
            <a:p>
              <a:endParaRPr lang="fr-FR"/>
            </a:p>
          </p:txBody>
        </p:sp>
        <p:sp>
          <p:nvSpPr>
            <p:cNvPr id="69" name="Rectangle 68">
              <a:extLst>
                <a:ext uri="{FF2B5EF4-FFF2-40B4-BE49-F238E27FC236}">
                  <a16:creationId xmlns:a16="http://schemas.microsoft.com/office/drawing/2014/main" id="{B29FA753-9948-F31E-D994-10F0714708F0}"/>
                </a:ext>
              </a:extLst>
            </p:cNvPr>
            <p:cNvSpPr/>
            <p:nvPr/>
          </p:nvSpPr>
          <p:spPr>
            <a:xfrm rot="10800000">
              <a:off x="457225" y="4505541"/>
              <a:ext cx="1058869" cy="93791"/>
            </a:xfrm>
            <a:prstGeom prst="rect">
              <a:avLst/>
            </a:prstGeom>
            <a:solidFill>
              <a:srgbClr val="3F3D56"/>
            </a:solidFill>
            <a:ln w="3810" cap="flat">
              <a:noFill/>
              <a:prstDash val="solid"/>
              <a:miter/>
            </a:ln>
          </p:spPr>
          <p:txBody>
            <a:bodyPr/>
            <a:lstStyle/>
            <a:p>
              <a:endParaRPr lang="fr-FR"/>
            </a:p>
          </p:txBody>
        </p:sp>
        <p:sp>
          <p:nvSpPr>
            <p:cNvPr id="70" name="Forme libre : forme 69">
              <a:extLst>
                <a:ext uri="{FF2B5EF4-FFF2-40B4-BE49-F238E27FC236}">
                  <a16:creationId xmlns:a16="http://schemas.microsoft.com/office/drawing/2014/main" id="{46B66476-7EE5-1434-7108-D305BF8EC9DC}"/>
                </a:ext>
              </a:extLst>
            </p:cNvPr>
            <p:cNvSpPr/>
            <p:nvPr/>
          </p:nvSpPr>
          <p:spPr>
            <a:xfrm>
              <a:off x="631234" y="4232798"/>
              <a:ext cx="254222" cy="319636"/>
            </a:xfrm>
            <a:custGeom>
              <a:avLst/>
              <a:gdLst>
                <a:gd name="csX0" fmla="*/ -20 w 254222"/>
                <a:gd name="csY0" fmla="*/ 319402 h 319636"/>
                <a:gd name="csX1" fmla="*/ 254202 w 254222"/>
                <a:gd name="csY1" fmla="*/ 319402 h 319636"/>
                <a:gd name="csX2" fmla="*/ 254202 w 254222"/>
                <a:gd name="csY2" fmla="*/ -234 h 319636"/>
                <a:gd name="csX3" fmla="*/ 64146 w 254222"/>
                <a:gd name="csY3" fmla="*/ -234 h 319636"/>
                <a:gd name="csX4" fmla="*/ -20 w 254222"/>
                <a:gd name="csY4" fmla="*/ 160975 h 319636"/>
              </a:gdLst>
              <a:ahLst/>
              <a:cxnLst>
                <a:cxn ang="0">
                  <a:pos x="csX0" y="csY0"/>
                </a:cxn>
                <a:cxn ang="0">
                  <a:pos x="csX1" y="csY1"/>
                </a:cxn>
                <a:cxn ang="0">
                  <a:pos x="csX2" y="csY2"/>
                </a:cxn>
                <a:cxn ang="0">
                  <a:pos x="csX3" y="csY3"/>
                </a:cxn>
                <a:cxn ang="0">
                  <a:pos x="csX4" y="csY4"/>
                </a:cxn>
              </a:cxnLst>
              <a:rect l="l" t="t" r="r" b="b"/>
              <a:pathLst>
                <a:path w="254222" h="319636">
                  <a:moveTo>
                    <a:pt x="-20" y="319402"/>
                  </a:moveTo>
                  <a:lnTo>
                    <a:pt x="254202" y="319402"/>
                  </a:lnTo>
                  <a:lnTo>
                    <a:pt x="254202" y="-234"/>
                  </a:lnTo>
                  <a:lnTo>
                    <a:pt x="64146" y="-234"/>
                  </a:lnTo>
                  <a:lnTo>
                    <a:pt x="-20" y="160975"/>
                  </a:lnTo>
                  <a:close/>
                </a:path>
              </a:pathLst>
            </a:custGeom>
            <a:solidFill>
              <a:srgbClr val="E2E2E2"/>
            </a:solidFill>
            <a:ln w="3810" cap="flat">
              <a:noFill/>
              <a:prstDash val="solid"/>
              <a:miter/>
            </a:ln>
          </p:spPr>
          <p:txBody>
            <a:bodyPr/>
            <a:lstStyle/>
            <a:p>
              <a:endParaRPr lang="fr-FR"/>
            </a:p>
          </p:txBody>
        </p:sp>
        <p:sp>
          <p:nvSpPr>
            <p:cNvPr id="71" name="Rectangle 70">
              <a:extLst>
                <a:ext uri="{FF2B5EF4-FFF2-40B4-BE49-F238E27FC236}">
                  <a16:creationId xmlns:a16="http://schemas.microsoft.com/office/drawing/2014/main" id="{A9A97541-5CFA-52EB-49A7-0BE99F4890B7}"/>
                </a:ext>
              </a:extLst>
            </p:cNvPr>
            <p:cNvSpPr/>
            <p:nvPr/>
          </p:nvSpPr>
          <p:spPr>
            <a:xfrm rot="10800000">
              <a:off x="737373" y="4252548"/>
              <a:ext cx="108601" cy="108601"/>
            </a:xfrm>
            <a:prstGeom prst="rect">
              <a:avLst/>
            </a:prstGeom>
            <a:solidFill>
              <a:srgbClr val="FFFFFF"/>
            </a:solidFill>
            <a:ln w="3810" cap="flat">
              <a:noFill/>
              <a:prstDash val="solid"/>
              <a:miter/>
            </a:ln>
          </p:spPr>
          <p:txBody>
            <a:bodyPr/>
            <a:lstStyle/>
            <a:p>
              <a:endParaRPr lang="fr-FR"/>
            </a:p>
          </p:txBody>
        </p:sp>
        <p:sp>
          <p:nvSpPr>
            <p:cNvPr id="72" name="Forme libre : forme 71">
              <a:extLst>
                <a:ext uri="{FF2B5EF4-FFF2-40B4-BE49-F238E27FC236}">
                  <a16:creationId xmlns:a16="http://schemas.microsoft.com/office/drawing/2014/main" id="{5D5F9755-9880-A27A-F598-2B197C98014F}"/>
                </a:ext>
              </a:extLst>
            </p:cNvPr>
            <p:cNvSpPr/>
            <p:nvPr/>
          </p:nvSpPr>
          <p:spPr>
            <a:xfrm>
              <a:off x="655915" y="4253781"/>
              <a:ext cx="69113" cy="108597"/>
            </a:xfrm>
            <a:custGeom>
              <a:avLst/>
              <a:gdLst>
                <a:gd name="csX0" fmla="*/ -18 w 69113"/>
                <a:gd name="csY0" fmla="*/ 108366 h 108597"/>
                <a:gd name="csX1" fmla="*/ 69096 w 69113"/>
                <a:gd name="csY1" fmla="*/ 108366 h 108597"/>
                <a:gd name="csX2" fmla="*/ 69096 w 69113"/>
                <a:gd name="csY2" fmla="*/ -232 h 108597"/>
                <a:gd name="csX3" fmla="*/ 39475 w 69113"/>
                <a:gd name="csY3" fmla="*/ -232 h 108597"/>
              </a:gdLst>
              <a:ahLst/>
              <a:cxnLst>
                <a:cxn ang="0">
                  <a:pos x="csX0" y="csY0"/>
                </a:cxn>
                <a:cxn ang="0">
                  <a:pos x="csX1" y="csY1"/>
                </a:cxn>
                <a:cxn ang="0">
                  <a:pos x="csX2" y="csY2"/>
                </a:cxn>
                <a:cxn ang="0">
                  <a:pos x="csX3" y="csY3"/>
                </a:cxn>
              </a:cxnLst>
              <a:rect l="l" t="t" r="r" b="b"/>
              <a:pathLst>
                <a:path w="69113" h="108597">
                  <a:moveTo>
                    <a:pt x="-18" y="108366"/>
                  </a:moveTo>
                  <a:lnTo>
                    <a:pt x="69096" y="108366"/>
                  </a:lnTo>
                  <a:lnTo>
                    <a:pt x="69096" y="-232"/>
                  </a:lnTo>
                  <a:lnTo>
                    <a:pt x="39475" y="-232"/>
                  </a:lnTo>
                  <a:close/>
                </a:path>
              </a:pathLst>
            </a:custGeom>
            <a:solidFill>
              <a:srgbClr val="FFFFFF"/>
            </a:solidFill>
            <a:ln w="3810" cap="flat">
              <a:noFill/>
              <a:prstDash val="solid"/>
              <a:miter/>
            </a:ln>
          </p:spPr>
          <p:txBody>
            <a:bodyPr/>
            <a:lstStyle/>
            <a:p>
              <a:endParaRPr lang="fr-FR"/>
            </a:p>
          </p:txBody>
        </p:sp>
        <p:sp>
          <p:nvSpPr>
            <p:cNvPr id="73" name="Rectangle 72">
              <a:extLst>
                <a:ext uri="{FF2B5EF4-FFF2-40B4-BE49-F238E27FC236}">
                  <a16:creationId xmlns:a16="http://schemas.microsoft.com/office/drawing/2014/main" id="{A4478089-AB30-1D6C-00E1-43E164BCE84E}"/>
                </a:ext>
              </a:extLst>
            </p:cNvPr>
            <p:cNvSpPr/>
            <p:nvPr/>
          </p:nvSpPr>
          <p:spPr>
            <a:xfrm rot="10800000">
              <a:off x="816354" y="4422854"/>
              <a:ext cx="24681" cy="46897"/>
            </a:xfrm>
            <a:prstGeom prst="rect">
              <a:avLst/>
            </a:prstGeom>
            <a:solidFill>
              <a:srgbClr val="3F3D56"/>
            </a:solidFill>
            <a:ln w="3810" cap="flat">
              <a:noFill/>
              <a:prstDash val="solid"/>
              <a:miter/>
            </a:ln>
          </p:spPr>
          <p:txBody>
            <a:bodyPr/>
            <a:lstStyle/>
            <a:p>
              <a:endParaRPr lang="fr-FR"/>
            </a:p>
          </p:txBody>
        </p:sp>
        <p:sp>
          <p:nvSpPr>
            <p:cNvPr id="75" name="Forme libre : forme 74">
              <a:extLst>
                <a:ext uri="{FF2B5EF4-FFF2-40B4-BE49-F238E27FC236}">
                  <a16:creationId xmlns:a16="http://schemas.microsoft.com/office/drawing/2014/main" id="{07D5663C-8D53-A329-3EC6-9A83518EDF9E}"/>
                </a:ext>
              </a:extLst>
            </p:cNvPr>
            <p:cNvSpPr/>
            <p:nvPr/>
          </p:nvSpPr>
          <p:spPr>
            <a:xfrm rot="10800000">
              <a:off x="679364" y="4322891"/>
              <a:ext cx="24681" cy="46897"/>
            </a:xfrm>
            <a:custGeom>
              <a:avLst/>
              <a:gdLst>
                <a:gd name="csX0" fmla="*/ 126 w 24681"/>
                <a:gd name="csY0" fmla="*/ 173 h 46897"/>
                <a:gd name="csX1" fmla="*/ 1359 w 24681"/>
                <a:gd name="csY1" fmla="*/ 173 h 46897"/>
                <a:gd name="csX2" fmla="*/ 24808 w 24681"/>
                <a:gd name="csY2" fmla="*/ 23622 h 46897"/>
                <a:gd name="csX3" fmla="*/ 24808 w 24681"/>
                <a:gd name="csY3" fmla="*/ 23622 h 46897"/>
                <a:gd name="csX4" fmla="*/ 1359 w 24681"/>
                <a:gd name="csY4" fmla="*/ 47071 h 46897"/>
                <a:gd name="csX5" fmla="*/ 126 w 24681"/>
                <a:gd name="csY5" fmla="*/ 47071 h 46897"/>
                <a:gd name="csX6" fmla="*/ 126 w 24681"/>
                <a:gd name="csY6" fmla="*/ 173 h 4689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4681" h="46897">
                  <a:moveTo>
                    <a:pt x="126" y="173"/>
                  </a:moveTo>
                  <a:lnTo>
                    <a:pt x="1359" y="173"/>
                  </a:lnTo>
                  <a:cubicBezTo>
                    <a:pt x="14310" y="173"/>
                    <a:pt x="24808" y="10672"/>
                    <a:pt x="24808" y="23622"/>
                  </a:cubicBezTo>
                  <a:lnTo>
                    <a:pt x="24808" y="23622"/>
                  </a:lnTo>
                  <a:cubicBezTo>
                    <a:pt x="24808" y="36572"/>
                    <a:pt x="14310" y="47071"/>
                    <a:pt x="1359" y="47071"/>
                  </a:cubicBezTo>
                  <a:lnTo>
                    <a:pt x="126" y="47071"/>
                  </a:lnTo>
                  <a:lnTo>
                    <a:pt x="126" y="173"/>
                  </a:lnTo>
                  <a:close/>
                </a:path>
              </a:pathLst>
            </a:custGeom>
            <a:solidFill>
              <a:srgbClr val="3F3D56"/>
            </a:solidFill>
            <a:ln w="3810" cap="flat">
              <a:noFill/>
              <a:prstDash val="solid"/>
              <a:miter/>
            </a:ln>
          </p:spPr>
          <p:txBody>
            <a:bodyPr/>
            <a:lstStyle/>
            <a:p>
              <a:endParaRPr lang="fr-FR"/>
            </a:p>
          </p:txBody>
        </p:sp>
        <p:sp>
          <p:nvSpPr>
            <p:cNvPr id="76" name="Forme libre : forme 75">
              <a:extLst>
                <a:ext uri="{FF2B5EF4-FFF2-40B4-BE49-F238E27FC236}">
                  <a16:creationId xmlns:a16="http://schemas.microsoft.com/office/drawing/2014/main" id="{EDCFECC9-8C80-6352-B2D5-B66332836900}"/>
                </a:ext>
              </a:extLst>
            </p:cNvPr>
            <p:cNvSpPr/>
            <p:nvPr/>
          </p:nvSpPr>
          <p:spPr>
            <a:xfrm rot="10800000">
              <a:off x="1597545" y="4505537"/>
              <a:ext cx="24681" cy="46897"/>
            </a:xfrm>
            <a:custGeom>
              <a:avLst/>
              <a:gdLst>
                <a:gd name="csX0" fmla="*/ 367 w 24681"/>
                <a:gd name="csY0" fmla="*/ 221 h 46897"/>
                <a:gd name="csX1" fmla="*/ 1600 w 24681"/>
                <a:gd name="csY1" fmla="*/ 221 h 46897"/>
                <a:gd name="csX2" fmla="*/ 25048 w 24681"/>
                <a:gd name="csY2" fmla="*/ 23670 h 46897"/>
                <a:gd name="csX3" fmla="*/ 25048 w 24681"/>
                <a:gd name="csY3" fmla="*/ 23670 h 46897"/>
                <a:gd name="csX4" fmla="*/ 1600 w 24681"/>
                <a:gd name="csY4" fmla="*/ 47119 h 46897"/>
                <a:gd name="csX5" fmla="*/ 367 w 24681"/>
                <a:gd name="csY5" fmla="*/ 47119 h 46897"/>
                <a:gd name="csX6" fmla="*/ 367 w 24681"/>
                <a:gd name="csY6" fmla="*/ 221 h 4689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4681" h="46897">
                  <a:moveTo>
                    <a:pt x="367" y="221"/>
                  </a:moveTo>
                  <a:lnTo>
                    <a:pt x="1600" y="221"/>
                  </a:lnTo>
                  <a:cubicBezTo>
                    <a:pt x="14550" y="221"/>
                    <a:pt x="25048" y="10719"/>
                    <a:pt x="25048" y="23670"/>
                  </a:cubicBezTo>
                  <a:lnTo>
                    <a:pt x="25048" y="23670"/>
                  </a:lnTo>
                  <a:cubicBezTo>
                    <a:pt x="25048" y="36620"/>
                    <a:pt x="14550" y="47119"/>
                    <a:pt x="1600" y="47119"/>
                  </a:cubicBezTo>
                  <a:lnTo>
                    <a:pt x="367" y="47119"/>
                  </a:lnTo>
                  <a:lnTo>
                    <a:pt x="367" y="221"/>
                  </a:lnTo>
                  <a:close/>
                </a:path>
              </a:pathLst>
            </a:custGeom>
            <a:solidFill>
              <a:srgbClr val="3F3D56"/>
            </a:solidFill>
            <a:ln w="3810" cap="flat">
              <a:noFill/>
              <a:prstDash val="solid"/>
              <a:miter/>
            </a:ln>
          </p:spPr>
          <p:txBody>
            <a:bodyPr/>
            <a:lstStyle/>
            <a:p>
              <a:endParaRPr lang="fr-FR"/>
            </a:p>
          </p:txBody>
        </p:sp>
        <p:sp>
          <p:nvSpPr>
            <p:cNvPr id="77" name="Forme libre : forme 76">
              <a:extLst>
                <a:ext uri="{FF2B5EF4-FFF2-40B4-BE49-F238E27FC236}">
                  <a16:creationId xmlns:a16="http://schemas.microsoft.com/office/drawing/2014/main" id="{03687B63-A33A-2721-F482-AB7457BF6C1F}"/>
                </a:ext>
              </a:extLst>
            </p:cNvPr>
            <p:cNvSpPr/>
            <p:nvPr/>
          </p:nvSpPr>
          <p:spPr>
            <a:xfrm>
              <a:off x="389349" y="4378739"/>
              <a:ext cx="265333" cy="173714"/>
            </a:xfrm>
            <a:custGeom>
              <a:avLst/>
              <a:gdLst>
                <a:gd name="csX0" fmla="*/ 142959 w 265333"/>
                <a:gd name="csY0" fmla="*/ 126026 h 173714"/>
                <a:gd name="csX1" fmla="*/ 48038 w 265333"/>
                <a:gd name="csY1" fmla="*/ 173275 h 173714"/>
                <a:gd name="csX2" fmla="*/ -199 w 265333"/>
                <a:gd name="csY2" fmla="*/ 173275 h 173714"/>
                <a:gd name="csX3" fmla="*/ 46698 w 265333"/>
                <a:gd name="csY3" fmla="*/ 42640 h 173714"/>
                <a:gd name="csX4" fmla="*/ 265135 w 265333"/>
                <a:gd name="csY4" fmla="*/ -440 h 173714"/>
                <a:gd name="csX5" fmla="*/ 258962 w 265333"/>
                <a:gd name="csY5" fmla="*/ 173275 h 173714"/>
                <a:gd name="csX6" fmla="*/ 237876 w 265333"/>
                <a:gd name="csY6" fmla="*/ 173275 h 173714"/>
                <a:gd name="csX7" fmla="*/ 142959 w 265333"/>
                <a:gd name="csY7" fmla="*/ 126026 h 1737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65333" h="173714">
                  <a:moveTo>
                    <a:pt x="142959" y="126026"/>
                  </a:moveTo>
                  <a:cubicBezTo>
                    <a:pt x="105775" y="126502"/>
                    <a:pt x="70834" y="143894"/>
                    <a:pt x="48038" y="173275"/>
                  </a:cubicBezTo>
                  <a:lnTo>
                    <a:pt x="-199" y="173275"/>
                  </a:lnTo>
                  <a:lnTo>
                    <a:pt x="46698" y="42640"/>
                  </a:lnTo>
                  <a:lnTo>
                    <a:pt x="265135" y="-440"/>
                  </a:lnTo>
                  <a:lnTo>
                    <a:pt x="258962" y="173275"/>
                  </a:lnTo>
                  <a:lnTo>
                    <a:pt x="237876" y="173275"/>
                  </a:lnTo>
                  <a:cubicBezTo>
                    <a:pt x="215081" y="143895"/>
                    <a:pt x="180142" y="126503"/>
                    <a:pt x="142959" y="126026"/>
                  </a:cubicBezTo>
                  <a:close/>
                </a:path>
              </a:pathLst>
            </a:custGeom>
            <a:solidFill>
              <a:srgbClr val="E2E2E2"/>
            </a:solidFill>
            <a:ln w="3810" cap="flat">
              <a:noFill/>
              <a:prstDash val="solid"/>
              <a:miter/>
            </a:ln>
          </p:spPr>
          <p:txBody>
            <a:bodyPr/>
            <a:lstStyle/>
            <a:p>
              <a:endParaRPr lang="fr-FR"/>
            </a:p>
          </p:txBody>
        </p:sp>
        <p:sp>
          <p:nvSpPr>
            <p:cNvPr id="78" name="Ellipse 77">
              <a:extLst>
                <a:ext uri="{FF2B5EF4-FFF2-40B4-BE49-F238E27FC236}">
                  <a16:creationId xmlns:a16="http://schemas.microsoft.com/office/drawing/2014/main" id="{A0F202B6-B923-3877-8167-8B94E2E2A202}"/>
                </a:ext>
              </a:extLst>
            </p:cNvPr>
            <p:cNvSpPr/>
            <p:nvPr/>
          </p:nvSpPr>
          <p:spPr>
            <a:xfrm>
              <a:off x="422668" y="4475920"/>
              <a:ext cx="214737" cy="214737"/>
            </a:xfrm>
            <a:prstGeom prst="ellipse">
              <a:avLst/>
            </a:prstGeom>
            <a:solidFill>
              <a:srgbClr val="3F3D56"/>
            </a:solidFill>
            <a:ln w="3810" cap="flat">
              <a:noFill/>
              <a:prstDash val="solid"/>
              <a:miter/>
            </a:ln>
          </p:spPr>
          <p:txBody>
            <a:bodyPr/>
            <a:lstStyle/>
            <a:p>
              <a:endParaRPr lang="fr-FR"/>
            </a:p>
          </p:txBody>
        </p:sp>
        <p:sp>
          <p:nvSpPr>
            <p:cNvPr id="79" name="Ellipse 78">
              <a:extLst>
                <a:ext uri="{FF2B5EF4-FFF2-40B4-BE49-F238E27FC236}">
                  <a16:creationId xmlns:a16="http://schemas.microsoft.com/office/drawing/2014/main" id="{FEBF4687-1D39-CDC7-835F-2EC356D23B64}"/>
                </a:ext>
              </a:extLst>
            </p:cNvPr>
            <p:cNvSpPr/>
            <p:nvPr/>
          </p:nvSpPr>
          <p:spPr>
            <a:xfrm>
              <a:off x="473528" y="4526780"/>
              <a:ext cx="113018" cy="113018"/>
            </a:xfrm>
            <a:prstGeom prst="ellipse">
              <a:avLst/>
            </a:prstGeom>
            <a:solidFill>
              <a:srgbClr val="E2E2E2"/>
            </a:solidFill>
            <a:ln w="3810" cap="flat">
              <a:noFill/>
              <a:prstDash val="solid"/>
              <a:miter/>
            </a:ln>
          </p:spPr>
          <p:txBody>
            <a:bodyPr/>
            <a:lstStyle/>
            <a:p>
              <a:endParaRPr lang="fr-FR"/>
            </a:p>
          </p:txBody>
        </p:sp>
        <p:sp>
          <p:nvSpPr>
            <p:cNvPr id="80" name="Ellipse 79">
              <a:extLst>
                <a:ext uri="{FF2B5EF4-FFF2-40B4-BE49-F238E27FC236}">
                  <a16:creationId xmlns:a16="http://schemas.microsoft.com/office/drawing/2014/main" id="{1DBBB490-FEB9-D1E6-58F7-A5B18E4E5216}"/>
                </a:ext>
              </a:extLst>
            </p:cNvPr>
            <p:cNvSpPr/>
            <p:nvPr/>
          </p:nvSpPr>
          <p:spPr>
            <a:xfrm>
              <a:off x="1406260" y="4501839"/>
              <a:ext cx="187582" cy="187582"/>
            </a:xfrm>
            <a:prstGeom prst="ellipse">
              <a:avLst/>
            </a:prstGeom>
            <a:solidFill>
              <a:srgbClr val="3F3D56"/>
            </a:solidFill>
            <a:ln w="3810" cap="flat">
              <a:noFill/>
              <a:prstDash val="solid"/>
              <a:miter/>
            </a:ln>
          </p:spPr>
          <p:txBody>
            <a:bodyPr/>
            <a:lstStyle/>
            <a:p>
              <a:endParaRPr lang="fr-FR"/>
            </a:p>
          </p:txBody>
        </p:sp>
        <p:sp>
          <p:nvSpPr>
            <p:cNvPr id="81" name="Ellipse 80">
              <a:extLst>
                <a:ext uri="{FF2B5EF4-FFF2-40B4-BE49-F238E27FC236}">
                  <a16:creationId xmlns:a16="http://schemas.microsoft.com/office/drawing/2014/main" id="{1F5009F4-E2C7-C294-4171-2C6035257D19}"/>
                </a:ext>
              </a:extLst>
            </p:cNvPr>
            <p:cNvSpPr/>
            <p:nvPr/>
          </p:nvSpPr>
          <p:spPr>
            <a:xfrm>
              <a:off x="1450684" y="4546266"/>
              <a:ext cx="98726" cy="98726"/>
            </a:xfrm>
            <a:prstGeom prst="ellipse">
              <a:avLst/>
            </a:prstGeom>
            <a:solidFill>
              <a:srgbClr val="E2E2E2"/>
            </a:solidFill>
            <a:ln w="3810" cap="flat">
              <a:noFill/>
              <a:prstDash val="solid"/>
              <a:miter/>
            </a:ln>
          </p:spPr>
          <p:txBody>
            <a:bodyPr/>
            <a:lstStyle/>
            <a:p>
              <a:endParaRPr lang="fr-FR"/>
            </a:p>
          </p:txBody>
        </p:sp>
        <p:sp>
          <p:nvSpPr>
            <p:cNvPr id="82" name="Rectangle 81">
              <a:extLst>
                <a:ext uri="{FF2B5EF4-FFF2-40B4-BE49-F238E27FC236}">
                  <a16:creationId xmlns:a16="http://schemas.microsoft.com/office/drawing/2014/main" id="{AC6E83B4-37FE-3BDF-060E-9A6A174BAD99}"/>
                </a:ext>
              </a:extLst>
            </p:cNvPr>
            <p:cNvSpPr/>
            <p:nvPr/>
          </p:nvSpPr>
          <p:spPr>
            <a:xfrm rot="10800000">
              <a:off x="878058" y="4188374"/>
              <a:ext cx="51833" cy="373935"/>
            </a:xfrm>
            <a:prstGeom prst="rect">
              <a:avLst/>
            </a:prstGeom>
            <a:solidFill>
              <a:srgbClr val="3F3D56"/>
            </a:solidFill>
            <a:ln w="3810" cap="flat">
              <a:noFill/>
              <a:prstDash val="solid"/>
              <a:miter/>
            </a:ln>
          </p:spPr>
          <p:txBody>
            <a:bodyPr/>
            <a:lstStyle/>
            <a:p>
              <a:endParaRPr lang="fr-FR"/>
            </a:p>
          </p:txBody>
        </p:sp>
        <p:sp>
          <p:nvSpPr>
            <p:cNvPr id="83" name="Rectangle 82">
              <a:extLst>
                <a:ext uri="{FF2B5EF4-FFF2-40B4-BE49-F238E27FC236}">
                  <a16:creationId xmlns:a16="http://schemas.microsoft.com/office/drawing/2014/main" id="{2FD1FF03-BC14-46A7-6883-7C2E70B7A767}"/>
                </a:ext>
              </a:extLst>
            </p:cNvPr>
            <p:cNvSpPr/>
            <p:nvPr/>
          </p:nvSpPr>
          <p:spPr>
            <a:xfrm rot="10800000">
              <a:off x="878058" y="4494433"/>
              <a:ext cx="745405" cy="22215"/>
            </a:xfrm>
            <a:prstGeom prst="rect">
              <a:avLst/>
            </a:prstGeom>
            <a:solidFill>
              <a:srgbClr val="3F3D56"/>
            </a:solidFill>
            <a:ln w="3810" cap="flat">
              <a:noFill/>
              <a:prstDash val="solid"/>
              <a:miter/>
            </a:ln>
          </p:spPr>
          <p:txBody>
            <a:bodyPr/>
            <a:lstStyle/>
            <a:p>
              <a:endParaRPr lang="fr-FR"/>
            </a:p>
          </p:txBody>
        </p:sp>
        <p:sp>
          <p:nvSpPr>
            <p:cNvPr id="84" name="Rectangle 83">
              <a:extLst>
                <a:ext uri="{FF2B5EF4-FFF2-40B4-BE49-F238E27FC236}">
                  <a16:creationId xmlns:a16="http://schemas.microsoft.com/office/drawing/2014/main" id="{8A02950A-6D5C-FE95-EC65-63EC4337B0BB}"/>
                </a:ext>
              </a:extLst>
            </p:cNvPr>
            <p:cNvSpPr/>
            <p:nvPr/>
          </p:nvSpPr>
          <p:spPr>
            <a:xfrm rot="10800000">
              <a:off x="689243" y="4367319"/>
              <a:ext cx="24681" cy="9871"/>
            </a:xfrm>
            <a:prstGeom prst="rect">
              <a:avLst/>
            </a:prstGeom>
            <a:solidFill>
              <a:srgbClr val="3F3D56"/>
            </a:solidFill>
            <a:ln w="3810" cap="flat">
              <a:noFill/>
              <a:prstDash val="solid"/>
              <a:miter/>
            </a:ln>
          </p:spPr>
          <p:txBody>
            <a:bodyPr/>
            <a:lstStyle/>
            <a:p>
              <a:endParaRPr lang="fr-FR"/>
            </a:p>
          </p:txBody>
        </p:sp>
        <p:sp>
          <p:nvSpPr>
            <p:cNvPr id="85" name="Forme libre : forme 84">
              <a:extLst>
                <a:ext uri="{FF2B5EF4-FFF2-40B4-BE49-F238E27FC236}">
                  <a16:creationId xmlns:a16="http://schemas.microsoft.com/office/drawing/2014/main" id="{4888DBDC-5831-B2CC-0621-16ED4132F20F}"/>
                </a:ext>
              </a:extLst>
            </p:cNvPr>
            <p:cNvSpPr/>
            <p:nvPr/>
          </p:nvSpPr>
          <p:spPr>
            <a:xfrm>
              <a:off x="1779557" y="4005945"/>
              <a:ext cx="75780" cy="326839"/>
            </a:xfrm>
            <a:custGeom>
              <a:avLst/>
              <a:gdLst>
                <a:gd name="csX0" fmla="*/ 573 w 75780"/>
                <a:gd name="csY0" fmla="*/ 325547 h 326839"/>
                <a:gd name="csX1" fmla="*/ -53 w 75780"/>
                <a:gd name="csY1" fmla="*/ 323638 h 326839"/>
                <a:gd name="csX2" fmla="*/ 33988 w 75780"/>
                <a:gd name="csY2" fmla="*/ 1734 h 326839"/>
                <a:gd name="csX3" fmla="*/ 36431 w 75780"/>
                <a:gd name="csY3" fmla="*/ -476 h 326839"/>
                <a:gd name="csX4" fmla="*/ 36431 w 75780"/>
                <a:gd name="csY4" fmla="*/ -476 h 326839"/>
                <a:gd name="csX5" fmla="*/ 38882 w 75780"/>
                <a:gd name="csY5" fmla="*/ 1712 h 326839"/>
                <a:gd name="csX6" fmla="*/ 75698 w 75780"/>
                <a:gd name="csY6" fmla="*/ 322948 h 326839"/>
                <a:gd name="csX7" fmla="*/ 73523 w 75780"/>
                <a:gd name="csY7" fmla="*/ 325680 h 326839"/>
                <a:gd name="csX8" fmla="*/ 73267 w 75780"/>
                <a:gd name="csY8" fmla="*/ 325696 h 326839"/>
                <a:gd name="csX9" fmla="*/ 2409 w 75780"/>
                <a:gd name="csY9" fmla="*/ 326364 h 326839"/>
                <a:gd name="csX10" fmla="*/ 2386 w 75780"/>
                <a:gd name="csY10" fmla="*/ 326364 h 326839"/>
                <a:gd name="csX11" fmla="*/ 573 w 75780"/>
                <a:gd name="csY11" fmla="*/ 325547 h 326839"/>
                <a:gd name="csX12" fmla="*/ 36538 w 75780"/>
                <a:gd name="csY12" fmla="*/ 24523 h 326839"/>
                <a:gd name="csX13" fmla="*/ 5146 w 75780"/>
                <a:gd name="csY13" fmla="*/ 321394 h 326839"/>
                <a:gd name="csX14" fmla="*/ 70492 w 75780"/>
                <a:gd name="csY14" fmla="*/ 320779 h 3268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75780" h="326839">
                  <a:moveTo>
                    <a:pt x="573" y="325547"/>
                  </a:moveTo>
                  <a:cubicBezTo>
                    <a:pt x="103" y="325028"/>
                    <a:pt x="-124" y="324334"/>
                    <a:pt x="-53" y="323638"/>
                  </a:cubicBezTo>
                  <a:lnTo>
                    <a:pt x="33988" y="1734"/>
                  </a:lnTo>
                  <a:cubicBezTo>
                    <a:pt x="34121" y="483"/>
                    <a:pt x="35173" y="-469"/>
                    <a:pt x="36431" y="-476"/>
                  </a:cubicBezTo>
                  <a:lnTo>
                    <a:pt x="36431" y="-476"/>
                  </a:lnTo>
                  <a:cubicBezTo>
                    <a:pt x="37685" y="-474"/>
                    <a:pt x="38739" y="466"/>
                    <a:pt x="38882" y="1712"/>
                  </a:cubicBezTo>
                  <a:lnTo>
                    <a:pt x="75698" y="322948"/>
                  </a:lnTo>
                  <a:cubicBezTo>
                    <a:pt x="75852" y="324303"/>
                    <a:pt x="74878" y="325526"/>
                    <a:pt x="73523" y="325680"/>
                  </a:cubicBezTo>
                  <a:cubicBezTo>
                    <a:pt x="73438" y="325690"/>
                    <a:pt x="73353" y="325695"/>
                    <a:pt x="73267" y="325696"/>
                  </a:cubicBezTo>
                  <a:lnTo>
                    <a:pt x="2409" y="326364"/>
                  </a:lnTo>
                  <a:lnTo>
                    <a:pt x="2386" y="326364"/>
                  </a:lnTo>
                  <a:cubicBezTo>
                    <a:pt x="1694" y="326358"/>
                    <a:pt x="1036" y="326062"/>
                    <a:pt x="573" y="325547"/>
                  </a:cubicBezTo>
                  <a:close/>
                  <a:moveTo>
                    <a:pt x="36538" y="24523"/>
                  </a:moveTo>
                  <a:lnTo>
                    <a:pt x="5146" y="321394"/>
                  </a:lnTo>
                  <a:lnTo>
                    <a:pt x="70492" y="320779"/>
                  </a:lnTo>
                  <a:close/>
                </a:path>
              </a:pathLst>
            </a:custGeom>
            <a:solidFill>
              <a:srgbClr val="3F3D56"/>
            </a:solidFill>
            <a:ln w="3810" cap="flat">
              <a:noFill/>
              <a:prstDash val="solid"/>
              <a:miter/>
            </a:ln>
          </p:spPr>
          <p:txBody>
            <a:bodyPr/>
            <a:lstStyle/>
            <a:p>
              <a:endParaRPr lang="fr-FR"/>
            </a:p>
          </p:txBody>
        </p:sp>
        <p:sp>
          <p:nvSpPr>
            <p:cNvPr id="86" name="Forme libre : forme 85">
              <a:extLst>
                <a:ext uri="{FF2B5EF4-FFF2-40B4-BE49-F238E27FC236}">
                  <a16:creationId xmlns:a16="http://schemas.microsoft.com/office/drawing/2014/main" id="{7F71C885-D0E6-44DA-1756-8148B5753D6A}"/>
                </a:ext>
              </a:extLst>
            </p:cNvPr>
            <p:cNvSpPr/>
            <p:nvPr/>
          </p:nvSpPr>
          <p:spPr>
            <a:xfrm rot="1244229">
              <a:off x="427600" y="4426571"/>
              <a:ext cx="24676" cy="46886"/>
            </a:xfrm>
            <a:custGeom>
              <a:avLst/>
              <a:gdLst>
                <a:gd name="csX0" fmla="*/ 60 w 24676"/>
                <a:gd name="csY0" fmla="*/ 200 h 46886"/>
                <a:gd name="csX1" fmla="*/ 1293 w 24676"/>
                <a:gd name="csY1" fmla="*/ 200 h 46886"/>
                <a:gd name="csX2" fmla="*/ 24736 w 24676"/>
                <a:gd name="csY2" fmla="*/ 23644 h 46886"/>
                <a:gd name="csX3" fmla="*/ 24736 w 24676"/>
                <a:gd name="csY3" fmla="*/ 23644 h 46886"/>
                <a:gd name="csX4" fmla="*/ 1293 w 24676"/>
                <a:gd name="csY4" fmla="*/ 47087 h 46886"/>
                <a:gd name="csX5" fmla="*/ 60 w 24676"/>
                <a:gd name="csY5" fmla="*/ 47087 h 46886"/>
                <a:gd name="csX6" fmla="*/ 60 w 24676"/>
                <a:gd name="csY6" fmla="*/ 200 h 4688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4676" h="46886">
                  <a:moveTo>
                    <a:pt x="60" y="200"/>
                  </a:moveTo>
                  <a:lnTo>
                    <a:pt x="1293" y="200"/>
                  </a:lnTo>
                  <a:cubicBezTo>
                    <a:pt x="14240" y="200"/>
                    <a:pt x="24736" y="10696"/>
                    <a:pt x="24736" y="23644"/>
                  </a:cubicBezTo>
                  <a:lnTo>
                    <a:pt x="24736" y="23644"/>
                  </a:lnTo>
                  <a:cubicBezTo>
                    <a:pt x="24736" y="36591"/>
                    <a:pt x="14240" y="47087"/>
                    <a:pt x="1293" y="47087"/>
                  </a:cubicBezTo>
                  <a:lnTo>
                    <a:pt x="60" y="47087"/>
                  </a:lnTo>
                  <a:lnTo>
                    <a:pt x="60" y="200"/>
                  </a:lnTo>
                  <a:close/>
                </a:path>
              </a:pathLst>
            </a:custGeom>
            <a:solidFill>
              <a:srgbClr val="3F3D56"/>
            </a:solidFill>
            <a:ln w="3809" cap="flat">
              <a:noFill/>
              <a:prstDash val="solid"/>
              <a:miter/>
            </a:ln>
          </p:spPr>
          <p:txBody>
            <a:bodyPr/>
            <a:lstStyle/>
            <a:p>
              <a:endParaRPr lang="fr-FR"/>
            </a:p>
          </p:txBody>
        </p:sp>
        <p:sp>
          <p:nvSpPr>
            <p:cNvPr id="87" name="Rectangle 86">
              <a:extLst>
                <a:ext uri="{FF2B5EF4-FFF2-40B4-BE49-F238E27FC236}">
                  <a16:creationId xmlns:a16="http://schemas.microsoft.com/office/drawing/2014/main" id="{C442CD05-6D99-26BF-DE30-8085A1342279}"/>
                </a:ext>
              </a:extLst>
            </p:cNvPr>
            <p:cNvSpPr/>
            <p:nvPr/>
          </p:nvSpPr>
          <p:spPr>
            <a:xfrm rot="10800000">
              <a:off x="1804877" y="3705834"/>
              <a:ext cx="24681" cy="360361"/>
            </a:xfrm>
            <a:prstGeom prst="rect">
              <a:avLst/>
            </a:prstGeom>
            <a:solidFill>
              <a:srgbClr val="3F3D56"/>
            </a:solidFill>
            <a:ln w="3810" cap="flat">
              <a:noFill/>
              <a:prstDash val="solid"/>
              <a:miter/>
            </a:ln>
          </p:spPr>
          <p:txBody>
            <a:bodyPr/>
            <a:lstStyle/>
            <a:p>
              <a:endParaRPr lang="fr-FR"/>
            </a:p>
          </p:txBody>
        </p:sp>
        <p:sp>
          <p:nvSpPr>
            <p:cNvPr id="88" name="Ellipse 87">
              <a:extLst>
                <a:ext uri="{FF2B5EF4-FFF2-40B4-BE49-F238E27FC236}">
                  <a16:creationId xmlns:a16="http://schemas.microsoft.com/office/drawing/2014/main" id="{73A593B0-BD25-A8A2-F444-00606AEEFEE8}"/>
                </a:ext>
              </a:extLst>
            </p:cNvPr>
            <p:cNvSpPr/>
            <p:nvPr/>
          </p:nvSpPr>
          <p:spPr>
            <a:xfrm>
              <a:off x="871890" y="4048919"/>
              <a:ext cx="69113" cy="69113"/>
            </a:xfrm>
            <a:prstGeom prst="ellipse">
              <a:avLst/>
            </a:prstGeom>
            <a:solidFill>
              <a:srgbClr val="3F3D56"/>
            </a:solidFill>
            <a:ln w="3810" cap="flat">
              <a:noFill/>
              <a:prstDash val="solid"/>
              <a:miter/>
            </a:ln>
          </p:spPr>
          <p:txBody>
            <a:bodyPr/>
            <a:lstStyle/>
            <a:p>
              <a:endParaRPr lang="fr-FR"/>
            </a:p>
          </p:txBody>
        </p:sp>
        <p:sp>
          <p:nvSpPr>
            <p:cNvPr id="89" name="Rectangle 88">
              <a:extLst>
                <a:ext uri="{FF2B5EF4-FFF2-40B4-BE49-F238E27FC236}">
                  <a16:creationId xmlns:a16="http://schemas.microsoft.com/office/drawing/2014/main" id="{67CD02C7-CF02-785C-1110-10685D5CD8AE}"/>
                </a:ext>
              </a:extLst>
            </p:cNvPr>
            <p:cNvSpPr/>
            <p:nvPr/>
          </p:nvSpPr>
          <p:spPr>
            <a:xfrm rot="10800000">
              <a:off x="956760" y="4464683"/>
              <a:ext cx="710894" cy="30121"/>
            </a:xfrm>
            <a:prstGeom prst="rect">
              <a:avLst/>
            </a:prstGeom>
            <a:solidFill>
              <a:srgbClr val="59B7A1"/>
            </a:solidFill>
            <a:ln w="3810" cap="flat">
              <a:noFill/>
              <a:prstDash val="solid"/>
              <a:miter/>
            </a:ln>
          </p:spPr>
          <p:txBody>
            <a:bodyPr/>
            <a:lstStyle/>
            <a:p>
              <a:endParaRPr lang="fr-FR"/>
            </a:p>
          </p:txBody>
        </p:sp>
        <p:sp>
          <p:nvSpPr>
            <p:cNvPr id="90" name="Rectangle 89">
              <a:extLst>
                <a:ext uri="{FF2B5EF4-FFF2-40B4-BE49-F238E27FC236}">
                  <a16:creationId xmlns:a16="http://schemas.microsoft.com/office/drawing/2014/main" id="{F4499B7C-7A58-C184-CCD5-C59E00EA8CD2}"/>
                </a:ext>
              </a:extLst>
            </p:cNvPr>
            <p:cNvSpPr/>
            <p:nvPr/>
          </p:nvSpPr>
          <p:spPr>
            <a:xfrm rot="10800000">
              <a:off x="998932" y="4434558"/>
              <a:ext cx="710894" cy="30121"/>
            </a:xfrm>
            <a:prstGeom prst="rect">
              <a:avLst/>
            </a:prstGeom>
            <a:solidFill>
              <a:srgbClr val="59B7A1"/>
            </a:solidFill>
            <a:ln w="3810" cap="flat">
              <a:noFill/>
              <a:prstDash val="solid"/>
              <a:miter/>
            </a:ln>
          </p:spPr>
          <p:txBody>
            <a:bodyPr/>
            <a:lstStyle/>
            <a:p>
              <a:endParaRPr lang="fr-FR"/>
            </a:p>
          </p:txBody>
        </p:sp>
        <p:sp>
          <p:nvSpPr>
            <p:cNvPr id="91" name="Rectangle 90">
              <a:extLst>
                <a:ext uri="{FF2B5EF4-FFF2-40B4-BE49-F238E27FC236}">
                  <a16:creationId xmlns:a16="http://schemas.microsoft.com/office/drawing/2014/main" id="{26980169-7B3E-9DE3-13AF-8182D916872B}"/>
                </a:ext>
              </a:extLst>
            </p:cNvPr>
            <p:cNvSpPr/>
            <p:nvPr/>
          </p:nvSpPr>
          <p:spPr>
            <a:xfrm rot="10800000">
              <a:off x="968807" y="4410460"/>
              <a:ext cx="710894" cy="30121"/>
            </a:xfrm>
            <a:prstGeom prst="rect">
              <a:avLst/>
            </a:prstGeom>
            <a:solidFill>
              <a:srgbClr val="59B7A1"/>
            </a:solidFill>
            <a:ln w="3810" cap="flat">
              <a:noFill/>
              <a:prstDash val="solid"/>
              <a:miter/>
            </a:ln>
          </p:spPr>
          <p:txBody>
            <a:bodyPr/>
            <a:lstStyle/>
            <a:p>
              <a:endParaRPr lang="fr-FR"/>
            </a:p>
          </p:txBody>
        </p:sp>
        <p:sp>
          <p:nvSpPr>
            <p:cNvPr id="92" name="Rectangle 91">
              <a:extLst>
                <a:ext uri="{FF2B5EF4-FFF2-40B4-BE49-F238E27FC236}">
                  <a16:creationId xmlns:a16="http://schemas.microsoft.com/office/drawing/2014/main" id="{7D545F95-BFAD-78E7-D179-E8D3FAEE4F40}"/>
                </a:ext>
              </a:extLst>
            </p:cNvPr>
            <p:cNvSpPr/>
            <p:nvPr/>
          </p:nvSpPr>
          <p:spPr>
            <a:xfrm rot="10800000">
              <a:off x="1010983" y="4380339"/>
              <a:ext cx="710894" cy="30121"/>
            </a:xfrm>
            <a:prstGeom prst="rect">
              <a:avLst/>
            </a:prstGeom>
            <a:solidFill>
              <a:srgbClr val="59B7A1"/>
            </a:solidFill>
            <a:ln w="3810" cap="flat">
              <a:noFill/>
              <a:prstDash val="solid"/>
              <a:miter/>
            </a:ln>
          </p:spPr>
          <p:txBody>
            <a:bodyPr/>
            <a:lstStyle/>
            <a:p>
              <a:endParaRPr lang="fr-FR"/>
            </a:p>
          </p:txBody>
        </p:sp>
        <p:grpSp>
          <p:nvGrpSpPr>
            <p:cNvPr id="93" name="Graphique 44">
              <a:extLst>
                <a:ext uri="{FF2B5EF4-FFF2-40B4-BE49-F238E27FC236}">
                  <a16:creationId xmlns:a16="http://schemas.microsoft.com/office/drawing/2014/main" id="{CBF188D4-02EE-4168-8960-C147EC8F68F2}"/>
                </a:ext>
              </a:extLst>
            </p:cNvPr>
            <p:cNvGrpSpPr/>
            <p:nvPr/>
          </p:nvGrpSpPr>
          <p:grpSpPr>
            <a:xfrm>
              <a:off x="197546" y="4552430"/>
              <a:ext cx="126030" cy="136964"/>
              <a:chOff x="197546" y="4552430"/>
              <a:chExt cx="126030" cy="136964"/>
            </a:xfrm>
          </p:grpSpPr>
          <p:sp>
            <p:nvSpPr>
              <p:cNvPr id="94" name="Forme libre : forme 93">
                <a:extLst>
                  <a:ext uri="{FF2B5EF4-FFF2-40B4-BE49-F238E27FC236}">
                    <a16:creationId xmlns:a16="http://schemas.microsoft.com/office/drawing/2014/main" id="{85CD3C4D-D89E-CA40-CE56-CF8B6740DDE6}"/>
                  </a:ext>
                </a:extLst>
              </p:cNvPr>
              <p:cNvSpPr/>
              <p:nvPr/>
            </p:nvSpPr>
            <p:spPr>
              <a:xfrm>
                <a:off x="197546" y="4552430"/>
                <a:ext cx="126030" cy="136964"/>
              </a:xfrm>
              <a:custGeom>
                <a:avLst/>
                <a:gdLst>
                  <a:gd name="csX0" fmla="*/ 117564 w 126030"/>
                  <a:gd name="csY0" fmla="*/ 120135 h 136964"/>
                  <a:gd name="csX1" fmla="*/ 114319 w 126030"/>
                  <a:gd name="csY1" fmla="*/ 120135 h 136964"/>
                  <a:gd name="csX2" fmla="*/ 100196 w 126030"/>
                  <a:gd name="csY2" fmla="*/ 82547 h 136964"/>
                  <a:gd name="csX3" fmla="*/ 91538 w 126030"/>
                  <a:gd name="csY3" fmla="*/ 61450 h 136964"/>
                  <a:gd name="csX4" fmla="*/ 85729 w 126030"/>
                  <a:gd name="csY4" fmla="*/ 47327 h 136964"/>
                  <a:gd name="csX5" fmla="*/ 77071 w 126030"/>
                  <a:gd name="csY5" fmla="*/ 26229 h 136964"/>
                  <a:gd name="csX6" fmla="*/ 67647 w 126030"/>
                  <a:gd name="csY6" fmla="*/ 3380 h 136964"/>
                  <a:gd name="csX7" fmla="*/ 61656 w 126030"/>
                  <a:gd name="csY7" fmla="*/ -276 h 136964"/>
                  <a:gd name="csX8" fmla="*/ 58001 w 126030"/>
                  <a:gd name="csY8" fmla="*/ 3380 h 136964"/>
                  <a:gd name="csX9" fmla="*/ 48576 w 126030"/>
                  <a:gd name="csY9" fmla="*/ 26229 h 136964"/>
                  <a:gd name="csX10" fmla="*/ 39919 w 126030"/>
                  <a:gd name="csY10" fmla="*/ 47300 h 136964"/>
                  <a:gd name="csX11" fmla="*/ 34056 w 126030"/>
                  <a:gd name="csY11" fmla="*/ 61423 h 136964"/>
                  <a:gd name="csX12" fmla="*/ 25399 w 126030"/>
                  <a:gd name="csY12" fmla="*/ 82521 h 136964"/>
                  <a:gd name="csX13" fmla="*/ 11329 w 126030"/>
                  <a:gd name="csY13" fmla="*/ 120108 h 136964"/>
                  <a:gd name="csX14" fmla="*/ 7973 w 126030"/>
                  <a:gd name="csY14" fmla="*/ 120108 h 136964"/>
                  <a:gd name="csX15" fmla="*/ -247 w 126030"/>
                  <a:gd name="csY15" fmla="*/ 128328 h 136964"/>
                  <a:gd name="csX16" fmla="*/ 7973 w 126030"/>
                  <a:gd name="csY16" fmla="*/ 136548 h 136964"/>
                  <a:gd name="csX17" fmla="*/ 117564 w 126030"/>
                  <a:gd name="csY17" fmla="*/ 136548 h 136964"/>
                  <a:gd name="csX18" fmla="*/ 125784 w 126030"/>
                  <a:gd name="csY18" fmla="*/ 128328 h 136964"/>
                  <a:gd name="csX19" fmla="*/ 117564 w 126030"/>
                  <a:gd name="csY19" fmla="*/ 120108 h 1369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26030" h="136964">
                    <a:moveTo>
                      <a:pt x="117564" y="120135"/>
                    </a:moveTo>
                    <a:lnTo>
                      <a:pt x="114319" y="120135"/>
                    </a:lnTo>
                    <a:cubicBezTo>
                      <a:pt x="114617" y="119432"/>
                      <a:pt x="100196" y="82547"/>
                      <a:pt x="100196" y="82547"/>
                    </a:cubicBezTo>
                    <a:lnTo>
                      <a:pt x="91538" y="61450"/>
                    </a:lnTo>
                    <a:lnTo>
                      <a:pt x="85729" y="47327"/>
                    </a:lnTo>
                    <a:lnTo>
                      <a:pt x="77071" y="26229"/>
                    </a:lnTo>
                    <a:lnTo>
                      <a:pt x="67647" y="3380"/>
                    </a:lnTo>
                    <a:cubicBezTo>
                      <a:pt x="67002" y="716"/>
                      <a:pt x="64320" y="-920"/>
                      <a:pt x="61656" y="-276"/>
                    </a:cubicBezTo>
                    <a:cubicBezTo>
                      <a:pt x="59849" y="162"/>
                      <a:pt x="58438" y="1573"/>
                      <a:pt x="58001" y="3380"/>
                    </a:cubicBezTo>
                    <a:lnTo>
                      <a:pt x="48576" y="26229"/>
                    </a:lnTo>
                    <a:lnTo>
                      <a:pt x="39919" y="47300"/>
                    </a:lnTo>
                    <a:lnTo>
                      <a:pt x="34056" y="61423"/>
                    </a:lnTo>
                    <a:lnTo>
                      <a:pt x="25399" y="82521"/>
                    </a:lnTo>
                    <a:cubicBezTo>
                      <a:pt x="25399" y="82521"/>
                      <a:pt x="11031" y="119410"/>
                      <a:pt x="11329" y="120108"/>
                    </a:cubicBezTo>
                    <a:lnTo>
                      <a:pt x="7973" y="120108"/>
                    </a:lnTo>
                    <a:cubicBezTo>
                      <a:pt x="3433" y="120108"/>
                      <a:pt x="-247" y="123788"/>
                      <a:pt x="-247" y="128328"/>
                    </a:cubicBezTo>
                    <a:cubicBezTo>
                      <a:pt x="-247" y="132868"/>
                      <a:pt x="3433" y="136548"/>
                      <a:pt x="7973" y="136548"/>
                    </a:cubicBezTo>
                    <a:lnTo>
                      <a:pt x="117564" y="136548"/>
                    </a:lnTo>
                    <a:cubicBezTo>
                      <a:pt x="122104" y="136548"/>
                      <a:pt x="125784" y="132868"/>
                      <a:pt x="125784" y="128328"/>
                    </a:cubicBezTo>
                    <a:cubicBezTo>
                      <a:pt x="125784" y="123788"/>
                      <a:pt x="122104" y="120108"/>
                      <a:pt x="117564" y="120108"/>
                    </a:cubicBezTo>
                    <a:close/>
                  </a:path>
                </a:pathLst>
              </a:custGeom>
              <a:solidFill>
                <a:srgbClr val="FF6584"/>
              </a:solidFill>
              <a:ln w="3810" cap="flat">
                <a:noFill/>
                <a:prstDash val="solid"/>
                <a:miter/>
              </a:ln>
            </p:spPr>
            <p:txBody>
              <a:bodyPr/>
              <a:lstStyle/>
              <a:p>
                <a:endParaRPr lang="fr-FR"/>
              </a:p>
            </p:txBody>
          </p:sp>
          <p:sp>
            <p:nvSpPr>
              <p:cNvPr id="95" name="Forme libre : forme 94">
                <a:extLst>
                  <a:ext uri="{FF2B5EF4-FFF2-40B4-BE49-F238E27FC236}">
                    <a16:creationId xmlns:a16="http://schemas.microsoft.com/office/drawing/2014/main" id="{3152025B-58F7-6396-0CF7-730887F49F10}"/>
                  </a:ext>
                </a:extLst>
              </p:cNvPr>
              <p:cNvSpPr/>
              <p:nvPr/>
            </p:nvSpPr>
            <p:spPr>
              <a:xfrm>
                <a:off x="237705" y="4579083"/>
                <a:ext cx="45805" cy="21097"/>
              </a:xfrm>
              <a:custGeom>
                <a:avLst/>
                <a:gdLst>
                  <a:gd name="csX0" fmla="*/ 45638 w 45805"/>
                  <a:gd name="csY0" fmla="*/ 20908 h 21097"/>
                  <a:gd name="csX1" fmla="*/ -168 w 45805"/>
                  <a:gd name="csY1" fmla="*/ 20908 h 21097"/>
                  <a:gd name="csX2" fmla="*/ 8490 w 45805"/>
                  <a:gd name="csY2" fmla="*/ -190 h 21097"/>
                  <a:gd name="csX3" fmla="*/ 36981 w 45805"/>
                  <a:gd name="csY3" fmla="*/ -190 h 21097"/>
                </a:gdLst>
                <a:ahLst/>
                <a:cxnLst>
                  <a:cxn ang="0">
                    <a:pos x="csX0" y="csY0"/>
                  </a:cxn>
                  <a:cxn ang="0">
                    <a:pos x="csX1" y="csY1"/>
                  </a:cxn>
                  <a:cxn ang="0">
                    <a:pos x="csX2" y="csY2"/>
                  </a:cxn>
                  <a:cxn ang="0">
                    <a:pos x="csX3" y="csY3"/>
                  </a:cxn>
                </a:cxnLst>
                <a:rect l="l" t="t" r="r" b="b"/>
                <a:pathLst>
                  <a:path w="45805" h="21097">
                    <a:moveTo>
                      <a:pt x="45638" y="20908"/>
                    </a:moveTo>
                    <a:lnTo>
                      <a:pt x="-168" y="20908"/>
                    </a:lnTo>
                    <a:lnTo>
                      <a:pt x="8490" y="-190"/>
                    </a:lnTo>
                    <a:lnTo>
                      <a:pt x="36981" y="-190"/>
                    </a:lnTo>
                    <a:close/>
                  </a:path>
                </a:pathLst>
              </a:custGeom>
              <a:solidFill>
                <a:srgbClr val="F2F2F2"/>
              </a:solidFill>
              <a:ln w="3810" cap="flat">
                <a:noFill/>
                <a:prstDash val="solid"/>
                <a:miter/>
              </a:ln>
            </p:spPr>
            <p:txBody>
              <a:bodyPr/>
              <a:lstStyle/>
              <a:p>
                <a:endParaRPr lang="fr-FR"/>
              </a:p>
            </p:txBody>
          </p:sp>
          <p:sp>
            <p:nvSpPr>
              <p:cNvPr id="96" name="Forme libre : forme 95">
                <a:extLst>
                  <a:ext uri="{FF2B5EF4-FFF2-40B4-BE49-F238E27FC236}">
                    <a16:creationId xmlns:a16="http://schemas.microsoft.com/office/drawing/2014/main" id="{02B40E7A-4908-77A5-90CB-FE3077FE8971}"/>
                  </a:ext>
                </a:extLst>
              </p:cNvPr>
              <p:cNvSpPr/>
              <p:nvPr/>
            </p:nvSpPr>
            <p:spPr>
              <a:xfrm>
                <a:off x="223180" y="4614299"/>
                <a:ext cx="74789" cy="21097"/>
              </a:xfrm>
              <a:custGeom>
                <a:avLst/>
                <a:gdLst>
                  <a:gd name="csX0" fmla="*/ 74621 w 74789"/>
                  <a:gd name="csY0" fmla="*/ 20910 h 21097"/>
                  <a:gd name="csX1" fmla="*/ -169 w 74789"/>
                  <a:gd name="csY1" fmla="*/ 20910 h 21097"/>
                  <a:gd name="csX2" fmla="*/ 8488 w 74789"/>
                  <a:gd name="csY2" fmla="*/ -187 h 21097"/>
                  <a:gd name="csX3" fmla="*/ 65963 w 74789"/>
                  <a:gd name="csY3" fmla="*/ -187 h 21097"/>
                </a:gdLst>
                <a:ahLst/>
                <a:cxnLst>
                  <a:cxn ang="0">
                    <a:pos x="csX0" y="csY0"/>
                  </a:cxn>
                  <a:cxn ang="0">
                    <a:pos x="csX1" y="csY1"/>
                  </a:cxn>
                  <a:cxn ang="0">
                    <a:pos x="csX2" y="csY2"/>
                  </a:cxn>
                  <a:cxn ang="0">
                    <a:pos x="csX3" y="csY3"/>
                  </a:cxn>
                </a:cxnLst>
                <a:rect l="l" t="t" r="r" b="b"/>
                <a:pathLst>
                  <a:path w="74789" h="21097">
                    <a:moveTo>
                      <a:pt x="74621" y="20910"/>
                    </a:moveTo>
                    <a:lnTo>
                      <a:pt x="-169" y="20910"/>
                    </a:lnTo>
                    <a:lnTo>
                      <a:pt x="8488" y="-187"/>
                    </a:lnTo>
                    <a:lnTo>
                      <a:pt x="65963" y="-187"/>
                    </a:lnTo>
                    <a:close/>
                  </a:path>
                </a:pathLst>
              </a:custGeom>
              <a:solidFill>
                <a:srgbClr val="F2F2F2"/>
              </a:solidFill>
              <a:ln w="3810" cap="flat">
                <a:noFill/>
                <a:prstDash val="solid"/>
                <a:miter/>
              </a:ln>
            </p:spPr>
            <p:txBody>
              <a:bodyPr/>
              <a:lstStyle/>
              <a:p>
                <a:endParaRPr lang="fr-FR"/>
              </a:p>
            </p:txBody>
          </p:sp>
        </p:grpSp>
        <p:grpSp>
          <p:nvGrpSpPr>
            <p:cNvPr id="97" name="Graphique 44">
              <a:extLst>
                <a:ext uri="{FF2B5EF4-FFF2-40B4-BE49-F238E27FC236}">
                  <a16:creationId xmlns:a16="http://schemas.microsoft.com/office/drawing/2014/main" id="{478B1C0E-6899-3023-82C3-EFADF6142C63}"/>
                </a:ext>
              </a:extLst>
            </p:cNvPr>
            <p:cNvGrpSpPr/>
            <p:nvPr/>
          </p:nvGrpSpPr>
          <p:grpSpPr>
            <a:xfrm>
              <a:off x="1678848" y="4552430"/>
              <a:ext cx="126030" cy="136964"/>
              <a:chOff x="1678848" y="4552430"/>
              <a:chExt cx="126030" cy="136964"/>
            </a:xfrm>
          </p:grpSpPr>
          <p:sp>
            <p:nvSpPr>
              <p:cNvPr id="98" name="Forme libre : forme 97">
                <a:extLst>
                  <a:ext uri="{FF2B5EF4-FFF2-40B4-BE49-F238E27FC236}">
                    <a16:creationId xmlns:a16="http://schemas.microsoft.com/office/drawing/2014/main" id="{72FB5687-8C37-8FA9-59B8-8915DF0D6290}"/>
                  </a:ext>
                </a:extLst>
              </p:cNvPr>
              <p:cNvSpPr/>
              <p:nvPr/>
            </p:nvSpPr>
            <p:spPr>
              <a:xfrm>
                <a:off x="1678848" y="4552430"/>
                <a:ext cx="126030" cy="136964"/>
              </a:xfrm>
              <a:custGeom>
                <a:avLst/>
                <a:gdLst>
                  <a:gd name="csX0" fmla="*/ 117952 w 126030"/>
                  <a:gd name="csY0" fmla="*/ 120135 h 136964"/>
                  <a:gd name="csX1" fmla="*/ 114707 w 126030"/>
                  <a:gd name="csY1" fmla="*/ 120135 h 136964"/>
                  <a:gd name="csX2" fmla="*/ 100584 w 126030"/>
                  <a:gd name="csY2" fmla="*/ 82547 h 136964"/>
                  <a:gd name="csX3" fmla="*/ 91926 w 126030"/>
                  <a:gd name="csY3" fmla="*/ 61450 h 136964"/>
                  <a:gd name="csX4" fmla="*/ 86117 w 126030"/>
                  <a:gd name="csY4" fmla="*/ 47327 h 136964"/>
                  <a:gd name="csX5" fmla="*/ 77460 w 126030"/>
                  <a:gd name="csY5" fmla="*/ 26229 h 136964"/>
                  <a:gd name="csX6" fmla="*/ 68035 w 126030"/>
                  <a:gd name="csY6" fmla="*/ 3380 h 136964"/>
                  <a:gd name="csX7" fmla="*/ 62044 w 126030"/>
                  <a:gd name="csY7" fmla="*/ -276 h 136964"/>
                  <a:gd name="csX8" fmla="*/ 58389 w 126030"/>
                  <a:gd name="csY8" fmla="*/ 3380 h 136964"/>
                  <a:gd name="csX9" fmla="*/ 48964 w 126030"/>
                  <a:gd name="csY9" fmla="*/ 26229 h 136964"/>
                  <a:gd name="csX10" fmla="*/ 40307 w 126030"/>
                  <a:gd name="csY10" fmla="*/ 47300 h 136964"/>
                  <a:gd name="csX11" fmla="*/ 34444 w 126030"/>
                  <a:gd name="csY11" fmla="*/ 61423 h 136964"/>
                  <a:gd name="csX12" fmla="*/ 25787 w 126030"/>
                  <a:gd name="csY12" fmla="*/ 82521 h 136964"/>
                  <a:gd name="csX13" fmla="*/ 11717 w 126030"/>
                  <a:gd name="csY13" fmla="*/ 120108 h 136964"/>
                  <a:gd name="csX14" fmla="*/ 8361 w 126030"/>
                  <a:gd name="csY14" fmla="*/ 120108 h 136964"/>
                  <a:gd name="csX15" fmla="*/ 141 w 126030"/>
                  <a:gd name="csY15" fmla="*/ 128328 h 136964"/>
                  <a:gd name="csX16" fmla="*/ 8361 w 126030"/>
                  <a:gd name="csY16" fmla="*/ 136548 h 136964"/>
                  <a:gd name="csX17" fmla="*/ 117952 w 126030"/>
                  <a:gd name="csY17" fmla="*/ 136548 h 136964"/>
                  <a:gd name="csX18" fmla="*/ 126172 w 126030"/>
                  <a:gd name="csY18" fmla="*/ 128328 h 136964"/>
                  <a:gd name="csX19" fmla="*/ 117952 w 126030"/>
                  <a:gd name="csY19" fmla="*/ 120108 h 1369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26030" h="136964">
                    <a:moveTo>
                      <a:pt x="117952" y="120135"/>
                    </a:moveTo>
                    <a:lnTo>
                      <a:pt x="114707" y="120135"/>
                    </a:lnTo>
                    <a:cubicBezTo>
                      <a:pt x="115005" y="119432"/>
                      <a:pt x="100584" y="82547"/>
                      <a:pt x="100584" y="82547"/>
                    </a:cubicBezTo>
                    <a:lnTo>
                      <a:pt x="91926" y="61450"/>
                    </a:lnTo>
                    <a:lnTo>
                      <a:pt x="86117" y="47327"/>
                    </a:lnTo>
                    <a:lnTo>
                      <a:pt x="77460" y="26229"/>
                    </a:lnTo>
                    <a:lnTo>
                      <a:pt x="68035" y="3380"/>
                    </a:lnTo>
                    <a:cubicBezTo>
                      <a:pt x="67390" y="716"/>
                      <a:pt x="64708" y="-920"/>
                      <a:pt x="62044" y="-276"/>
                    </a:cubicBezTo>
                    <a:cubicBezTo>
                      <a:pt x="60237" y="162"/>
                      <a:pt x="58826" y="1573"/>
                      <a:pt x="58389" y="3380"/>
                    </a:cubicBezTo>
                    <a:lnTo>
                      <a:pt x="48964" y="26229"/>
                    </a:lnTo>
                    <a:lnTo>
                      <a:pt x="40307" y="47300"/>
                    </a:lnTo>
                    <a:lnTo>
                      <a:pt x="34444" y="61423"/>
                    </a:lnTo>
                    <a:lnTo>
                      <a:pt x="25787" y="82521"/>
                    </a:lnTo>
                    <a:cubicBezTo>
                      <a:pt x="25787" y="82521"/>
                      <a:pt x="11419" y="119410"/>
                      <a:pt x="11717" y="120108"/>
                    </a:cubicBezTo>
                    <a:lnTo>
                      <a:pt x="8361" y="120108"/>
                    </a:lnTo>
                    <a:cubicBezTo>
                      <a:pt x="3821" y="120108"/>
                      <a:pt x="141" y="123788"/>
                      <a:pt x="141" y="128328"/>
                    </a:cubicBezTo>
                    <a:cubicBezTo>
                      <a:pt x="141" y="132868"/>
                      <a:pt x="3821" y="136548"/>
                      <a:pt x="8361" y="136548"/>
                    </a:cubicBezTo>
                    <a:lnTo>
                      <a:pt x="117952" y="136548"/>
                    </a:lnTo>
                    <a:cubicBezTo>
                      <a:pt x="122492" y="136548"/>
                      <a:pt x="126172" y="132868"/>
                      <a:pt x="126172" y="128328"/>
                    </a:cubicBezTo>
                    <a:cubicBezTo>
                      <a:pt x="126172" y="123788"/>
                      <a:pt x="122492" y="120108"/>
                      <a:pt x="117952" y="120108"/>
                    </a:cubicBezTo>
                    <a:close/>
                  </a:path>
                </a:pathLst>
              </a:custGeom>
              <a:solidFill>
                <a:srgbClr val="FF6584"/>
              </a:solidFill>
              <a:ln w="3810" cap="flat">
                <a:noFill/>
                <a:prstDash val="solid"/>
                <a:miter/>
              </a:ln>
            </p:spPr>
            <p:txBody>
              <a:bodyPr/>
              <a:lstStyle/>
              <a:p>
                <a:endParaRPr lang="fr-FR"/>
              </a:p>
            </p:txBody>
          </p:sp>
          <p:sp>
            <p:nvSpPr>
              <p:cNvPr id="99" name="Forme libre : forme 98">
                <a:extLst>
                  <a:ext uri="{FF2B5EF4-FFF2-40B4-BE49-F238E27FC236}">
                    <a16:creationId xmlns:a16="http://schemas.microsoft.com/office/drawing/2014/main" id="{B8BF1E03-C8A3-6F08-2EB1-BB41A68202B3}"/>
                  </a:ext>
                </a:extLst>
              </p:cNvPr>
              <p:cNvSpPr/>
              <p:nvPr/>
            </p:nvSpPr>
            <p:spPr>
              <a:xfrm>
                <a:off x="1719007" y="4579083"/>
                <a:ext cx="45805" cy="21097"/>
              </a:xfrm>
              <a:custGeom>
                <a:avLst/>
                <a:gdLst>
                  <a:gd name="csX0" fmla="*/ 46026 w 45805"/>
                  <a:gd name="csY0" fmla="*/ 20908 h 21097"/>
                  <a:gd name="csX1" fmla="*/ 220 w 45805"/>
                  <a:gd name="csY1" fmla="*/ 20908 h 21097"/>
                  <a:gd name="csX2" fmla="*/ 8878 w 45805"/>
                  <a:gd name="csY2" fmla="*/ -190 h 21097"/>
                  <a:gd name="csX3" fmla="*/ 37369 w 45805"/>
                  <a:gd name="csY3" fmla="*/ -190 h 21097"/>
                </a:gdLst>
                <a:ahLst/>
                <a:cxnLst>
                  <a:cxn ang="0">
                    <a:pos x="csX0" y="csY0"/>
                  </a:cxn>
                  <a:cxn ang="0">
                    <a:pos x="csX1" y="csY1"/>
                  </a:cxn>
                  <a:cxn ang="0">
                    <a:pos x="csX2" y="csY2"/>
                  </a:cxn>
                  <a:cxn ang="0">
                    <a:pos x="csX3" y="csY3"/>
                  </a:cxn>
                </a:cxnLst>
                <a:rect l="l" t="t" r="r" b="b"/>
                <a:pathLst>
                  <a:path w="45805" h="21097">
                    <a:moveTo>
                      <a:pt x="46026" y="20908"/>
                    </a:moveTo>
                    <a:lnTo>
                      <a:pt x="220" y="20908"/>
                    </a:lnTo>
                    <a:lnTo>
                      <a:pt x="8878" y="-190"/>
                    </a:lnTo>
                    <a:lnTo>
                      <a:pt x="37369" y="-190"/>
                    </a:lnTo>
                    <a:close/>
                  </a:path>
                </a:pathLst>
              </a:custGeom>
              <a:solidFill>
                <a:srgbClr val="F2F2F2"/>
              </a:solidFill>
              <a:ln w="3810" cap="flat">
                <a:noFill/>
                <a:prstDash val="solid"/>
                <a:miter/>
              </a:ln>
            </p:spPr>
            <p:txBody>
              <a:bodyPr/>
              <a:lstStyle/>
              <a:p>
                <a:endParaRPr lang="fr-FR"/>
              </a:p>
            </p:txBody>
          </p:sp>
          <p:sp>
            <p:nvSpPr>
              <p:cNvPr id="100" name="Forme libre : forme 99">
                <a:extLst>
                  <a:ext uri="{FF2B5EF4-FFF2-40B4-BE49-F238E27FC236}">
                    <a16:creationId xmlns:a16="http://schemas.microsoft.com/office/drawing/2014/main" id="{AC580DAA-922A-646B-8190-A7828B7ED009}"/>
                  </a:ext>
                </a:extLst>
              </p:cNvPr>
              <p:cNvSpPr/>
              <p:nvPr/>
            </p:nvSpPr>
            <p:spPr>
              <a:xfrm>
                <a:off x="1704482" y="4614299"/>
                <a:ext cx="74789" cy="21097"/>
              </a:xfrm>
              <a:custGeom>
                <a:avLst/>
                <a:gdLst>
                  <a:gd name="csX0" fmla="*/ 75009 w 74789"/>
                  <a:gd name="csY0" fmla="*/ 20910 h 21097"/>
                  <a:gd name="csX1" fmla="*/ 219 w 74789"/>
                  <a:gd name="csY1" fmla="*/ 20910 h 21097"/>
                  <a:gd name="csX2" fmla="*/ 8877 w 74789"/>
                  <a:gd name="csY2" fmla="*/ -187 h 21097"/>
                  <a:gd name="csX3" fmla="*/ 66351 w 74789"/>
                  <a:gd name="csY3" fmla="*/ -187 h 21097"/>
                </a:gdLst>
                <a:ahLst/>
                <a:cxnLst>
                  <a:cxn ang="0">
                    <a:pos x="csX0" y="csY0"/>
                  </a:cxn>
                  <a:cxn ang="0">
                    <a:pos x="csX1" y="csY1"/>
                  </a:cxn>
                  <a:cxn ang="0">
                    <a:pos x="csX2" y="csY2"/>
                  </a:cxn>
                  <a:cxn ang="0">
                    <a:pos x="csX3" y="csY3"/>
                  </a:cxn>
                </a:cxnLst>
                <a:rect l="l" t="t" r="r" b="b"/>
                <a:pathLst>
                  <a:path w="74789" h="21097">
                    <a:moveTo>
                      <a:pt x="75009" y="20910"/>
                    </a:moveTo>
                    <a:lnTo>
                      <a:pt x="219" y="20910"/>
                    </a:lnTo>
                    <a:lnTo>
                      <a:pt x="8877" y="-187"/>
                    </a:lnTo>
                    <a:lnTo>
                      <a:pt x="66351" y="-187"/>
                    </a:lnTo>
                    <a:close/>
                  </a:path>
                </a:pathLst>
              </a:custGeom>
              <a:solidFill>
                <a:srgbClr val="F2F2F2"/>
              </a:solidFill>
              <a:ln w="3810" cap="flat">
                <a:noFill/>
                <a:prstDash val="solid"/>
                <a:miter/>
              </a:ln>
            </p:spPr>
            <p:txBody>
              <a:bodyPr/>
              <a:lstStyle/>
              <a:p>
                <a:endParaRPr lang="fr-FR"/>
              </a:p>
            </p:txBody>
          </p:sp>
        </p:grpSp>
      </p:grpSp>
      <p:sp>
        <p:nvSpPr>
          <p:cNvPr id="158" name="Rectangle 157">
            <a:hlinkClick r:id="rId7" action="ppaction://hlinksldjump"/>
            <a:extLst>
              <a:ext uri="{FF2B5EF4-FFF2-40B4-BE49-F238E27FC236}">
                <a16:creationId xmlns:a16="http://schemas.microsoft.com/office/drawing/2014/main" id="{880522C6-4B07-D432-E295-189382604322}"/>
              </a:ext>
            </a:extLst>
          </p:cNvPr>
          <p:cNvSpPr/>
          <p:nvPr/>
        </p:nvSpPr>
        <p:spPr>
          <a:xfrm>
            <a:off x="131615" y="1117549"/>
            <a:ext cx="3600000" cy="4320000"/>
          </a:xfrm>
          <a:prstGeom prst="rect">
            <a:avLst/>
          </a:prstGeom>
          <a:noFill/>
          <a:ln w="28575">
            <a:solidFill>
              <a:srgbClr val="00B3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9" name="Rectangle 158">
            <a:extLst>
              <a:ext uri="{FF2B5EF4-FFF2-40B4-BE49-F238E27FC236}">
                <a16:creationId xmlns:a16="http://schemas.microsoft.com/office/drawing/2014/main" id="{2F2BDC16-5CDE-E8BE-CDE5-01172CD0BF75}"/>
              </a:ext>
            </a:extLst>
          </p:cNvPr>
          <p:cNvSpPr/>
          <p:nvPr/>
        </p:nvSpPr>
        <p:spPr>
          <a:xfrm>
            <a:off x="4182277" y="1117549"/>
            <a:ext cx="3600000" cy="4320000"/>
          </a:xfrm>
          <a:prstGeom prst="rect">
            <a:avLst/>
          </a:prstGeom>
          <a:noFill/>
          <a:ln w="28575">
            <a:solidFill>
              <a:srgbClr val="00B3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0" name="Rectangle 159">
            <a:hlinkClick r:id="rId7" action="ppaction://hlinksldjump"/>
            <a:extLst>
              <a:ext uri="{FF2B5EF4-FFF2-40B4-BE49-F238E27FC236}">
                <a16:creationId xmlns:a16="http://schemas.microsoft.com/office/drawing/2014/main" id="{FDCA580F-4D95-F732-624F-B50FBCAE0023}"/>
              </a:ext>
            </a:extLst>
          </p:cNvPr>
          <p:cNvSpPr/>
          <p:nvPr/>
        </p:nvSpPr>
        <p:spPr>
          <a:xfrm>
            <a:off x="8232940" y="1117549"/>
            <a:ext cx="3600000" cy="4320000"/>
          </a:xfrm>
          <a:prstGeom prst="rect">
            <a:avLst/>
          </a:prstGeom>
          <a:noFill/>
          <a:ln w="28575">
            <a:solidFill>
              <a:srgbClr val="00B3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1" name="Rectangle 160">
            <a:extLst>
              <a:ext uri="{FF2B5EF4-FFF2-40B4-BE49-F238E27FC236}">
                <a16:creationId xmlns:a16="http://schemas.microsoft.com/office/drawing/2014/main" id="{7E35D3A5-AAF0-F1A0-7E17-818F0E2C8CE6}"/>
              </a:ext>
            </a:extLst>
          </p:cNvPr>
          <p:cNvSpPr/>
          <p:nvPr/>
        </p:nvSpPr>
        <p:spPr>
          <a:xfrm>
            <a:off x="131615" y="4020102"/>
            <a:ext cx="3600000" cy="10012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600"/>
              </a:spcBef>
            </a:pPr>
            <a:r>
              <a:rPr lang="fr-FR" sz="1400" b="1">
                <a:solidFill>
                  <a:srgbClr val="00B388"/>
                </a:solidFill>
                <a:latin typeface="Avenir LT Std 65 Medium" panose="020B0803020203020204" pitchFamily="34" charset="0"/>
              </a:rPr>
              <a:t>J’ai un projet conséquent</a:t>
            </a:r>
          </a:p>
          <a:p>
            <a:pPr algn="ctr">
              <a:spcBef>
                <a:spcPts val="600"/>
              </a:spcBef>
            </a:pPr>
            <a:r>
              <a:rPr lang="fr-FR" sz="1200" i="1">
                <a:solidFill>
                  <a:srgbClr val="00B388"/>
                </a:solidFill>
                <a:latin typeface="Avenir LT Std 45 Book" panose="020B0502020203020204" pitchFamily="34" charset="0"/>
              </a:rPr>
              <a:t>Je veux parcourir les questions à se poser pour assurer un accompagnement humain du projet</a:t>
            </a:r>
            <a:endParaRPr lang="fr-FR" sz="1200" b="1">
              <a:solidFill>
                <a:srgbClr val="00B388"/>
              </a:solidFill>
              <a:latin typeface="Avenir LT Std 45 Book" panose="020B0502020203020204" pitchFamily="34" charset="0"/>
            </a:endParaRPr>
          </a:p>
        </p:txBody>
      </p:sp>
      <p:grpSp>
        <p:nvGrpSpPr>
          <p:cNvPr id="162" name="Groupe 161">
            <a:extLst>
              <a:ext uri="{FF2B5EF4-FFF2-40B4-BE49-F238E27FC236}">
                <a16:creationId xmlns:a16="http://schemas.microsoft.com/office/drawing/2014/main" id="{ABB571B2-55DA-2B2B-2A8E-D578192C793E}"/>
              </a:ext>
            </a:extLst>
          </p:cNvPr>
          <p:cNvGrpSpPr/>
          <p:nvPr/>
        </p:nvGrpSpPr>
        <p:grpSpPr>
          <a:xfrm>
            <a:off x="3409283" y="5236168"/>
            <a:ext cx="644662" cy="432000"/>
            <a:chOff x="4881260" y="5996412"/>
            <a:chExt cx="644662" cy="432000"/>
          </a:xfrm>
        </p:grpSpPr>
        <p:sp>
          <p:nvSpPr>
            <p:cNvPr id="163" name="Rectangle 162">
              <a:extLst>
                <a:ext uri="{FF2B5EF4-FFF2-40B4-BE49-F238E27FC236}">
                  <a16:creationId xmlns:a16="http://schemas.microsoft.com/office/drawing/2014/main" id="{8A0CEE5F-29BE-7AA4-ED6B-0C077BF162E5}"/>
                </a:ext>
              </a:extLst>
            </p:cNvPr>
            <p:cNvSpPr>
              <a:spLocks noChangeAspect="1"/>
            </p:cNvSpPr>
            <p:nvPr/>
          </p:nvSpPr>
          <p:spPr>
            <a:xfrm rot="18711776">
              <a:off x="4987591" y="5890081"/>
              <a:ext cx="432000" cy="6446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4" name="Forme libre : forme 163">
              <a:hlinkClick r:id="rId7" action="ppaction://hlinksldjump"/>
              <a:extLst>
                <a:ext uri="{FF2B5EF4-FFF2-40B4-BE49-F238E27FC236}">
                  <a16:creationId xmlns:a16="http://schemas.microsoft.com/office/drawing/2014/main" id="{D3DB8C46-E567-C968-8407-16D57571A9C8}"/>
                </a:ext>
              </a:extLst>
            </p:cNvPr>
            <p:cNvSpPr>
              <a:spLocks noChangeAspect="1"/>
            </p:cNvSpPr>
            <p:nvPr/>
          </p:nvSpPr>
          <p:spPr>
            <a:xfrm rot="18678108">
              <a:off x="5023591" y="5943803"/>
              <a:ext cx="360000" cy="537218"/>
            </a:xfrm>
            <a:custGeom>
              <a:avLst/>
              <a:gdLst>
                <a:gd name="csX0" fmla="*/ 238034 w 599990"/>
                <a:gd name="csY0" fmla="*/ -952 h 895350"/>
                <a:gd name="csX1" fmla="*/ 218984 w 599990"/>
                <a:gd name="csY1" fmla="*/ 18098 h 895350"/>
                <a:gd name="csX2" fmla="*/ 218984 w 599990"/>
                <a:gd name="csY2" fmla="*/ 132398 h 895350"/>
                <a:gd name="csX3" fmla="*/ 238034 w 599990"/>
                <a:gd name="csY3" fmla="*/ 151448 h 895350"/>
                <a:gd name="csX4" fmla="*/ 257084 w 599990"/>
                <a:gd name="csY4" fmla="*/ 132398 h 895350"/>
                <a:gd name="csX5" fmla="*/ 257084 w 599990"/>
                <a:gd name="csY5" fmla="*/ 18098 h 895350"/>
                <a:gd name="csX6" fmla="*/ 238034 w 599990"/>
                <a:gd name="csY6" fmla="*/ -952 h 895350"/>
                <a:gd name="csX7" fmla="*/ 458300 w 599990"/>
                <a:gd name="csY7" fmla="*/ 122873 h 895350"/>
                <a:gd name="csX8" fmla="*/ 447584 w 599990"/>
                <a:gd name="csY8" fmla="*/ 125551 h 895350"/>
                <a:gd name="csX9" fmla="*/ 348465 w 599990"/>
                <a:gd name="csY9" fmla="*/ 182701 h 895350"/>
                <a:gd name="csX10" fmla="*/ 341619 w 599990"/>
                <a:gd name="csY10" fmla="*/ 208598 h 895350"/>
                <a:gd name="csX11" fmla="*/ 367515 w 599990"/>
                <a:gd name="csY11" fmla="*/ 215444 h 895350"/>
                <a:gd name="csX12" fmla="*/ 466634 w 599990"/>
                <a:gd name="csY12" fmla="*/ 158294 h 895350"/>
                <a:gd name="csX13" fmla="*/ 473481 w 599990"/>
                <a:gd name="csY13" fmla="*/ 132398 h 895350"/>
                <a:gd name="csX14" fmla="*/ 458300 w 599990"/>
                <a:gd name="csY14" fmla="*/ 122873 h 895350"/>
                <a:gd name="csX15" fmla="*/ 16875 w 599990"/>
                <a:gd name="csY15" fmla="*/ 123168 h 895350"/>
                <a:gd name="csX16" fmla="*/ 2588 w 599990"/>
                <a:gd name="csY16" fmla="*/ 132396 h 895350"/>
                <a:gd name="csX17" fmla="*/ 9434 w 599990"/>
                <a:gd name="csY17" fmla="*/ 158293 h 895350"/>
                <a:gd name="csX18" fmla="*/ 108553 w 599990"/>
                <a:gd name="csY18" fmla="*/ 215443 h 895350"/>
                <a:gd name="csX19" fmla="*/ 134450 w 599990"/>
                <a:gd name="csY19" fmla="*/ 208596 h 895350"/>
                <a:gd name="csX20" fmla="*/ 127603 w 599990"/>
                <a:gd name="csY20" fmla="*/ 182699 h 895350"/>
                <a:gd name="csX21" fmla="*/ 28484 w 599990"/>
                <a:gd name="csY21" fmla="*/ 125549 h 895350"/>
                <a:gd name="csX22" fmla="*/ 16875 w 599990"/>
                <a:gd name="csY22" fmla="*/ 123168 h 895350"/>
                <a:gd name="csX23" fmla="*/ 238034 w 599990"/>
                <a:gd name="csY23" fmla="*/ 189548 h 895350"/>
                <a:gd name="csX24" fmla="*/ 161834 w 599990"/>
                <a:gd name="csY24" fmla="*/ 265748 h 895350"/>
                <a:gd name="csX25" fmla="*/ 161834 w 599990"/>
                <a:gd name="csY25" fmla="*/ 508932 h 895350"/>
                <a:gd name="csX26" fmla="*/ 102303 w 599990"/>
                <a:gd name="csY26" fmla="*/ 449104 h 895350"/>
                <a:gd name="csX27" fmla="*/ 11815 w 599990"/>
                <a:gd name="csY27" fmla="*/ 501788 h 895350"/>
                <a:gd name="csX28" fmla="*/ 20150 w 599990"/>
                <a:gd name="csY28" fmla="*/ 567869 h 895350"/>
                <a:gd name="csX29" fmla="*/ 204697 w 599990"/>
                <a:gd name="csY29" fmla="*/ 887849 h 895350"/>
                <a:gd name="csX30" fmla="*/ 218984 w 599990"/>
                <a:gd name="csY30" fmla="*/ 894398 h 895350"/>
                <a:gd name="csX31" fmla="*/ 476159 w 599990"/>
                <a:gd name="csY31" fmla="*/ 894398 h 895350"/>
                <a:gd name="csX32" fmla="*/ 487470 w 599990"/>
                <a:gd name="csY32" fmla="*/ 890529 h 895350"/>
                <a:gd name="csX33" fmla="*/ 555336 w 599990"/>
                <a:gd name="csY33" fmla="*/ 794385 h 895350"/>
                <a:gd name="csX34" fmla="*/ 594925 w 599990"/>
                <a:gd name="csY34" fmla="*/ 658654 h 895350"/>
                <a:gd name="csX35" fmla="*/ 591947 w 599990"/>
                <a:gd name="csY35" fmla="*/ 529471 h 895350"/>
                <a:gd name="csX36" fmla="*/ 516343 w 599990"/>
                <a:gd name="csY36" fmla="*/ 456248 h 895350"/>
                <a:gd name="csX37" fmla="*/ 488959 w 599990"/>
                <a:gd name="csY37" fmla="*/ 458926 h 895350"/>
                <a:gd name="csX38" fmla="*/ 468718 w 599990"/>
                <a:gd name="csY38" fmla="*/ 431245 h 895350"/>
                <a:gd name="csX39" fmla="*/ 428237 w 599990"/>
                <a:gd name="csY39" fmla="*/ 418148 h 895350"/>
                <a:gd name="csX40" fmla="*/ 397578 w 599990"/>
                <a:gd name="csY40" fmla="*/ 428863 h 895350"/>
                <a:gd name="csX41" fmla="*/ 383886 w 599990"/>
                <a:gd name="csY41" fmla="*/ 412195 h 895350"/>
                <a:gd name="csX42" fmla="*/ 342809 w 599990"/>
                <a:gd name="csY42" fmla="*/ 399098 h 895350"/>
                <a:gd name="csX43" fmla="*/ 314234 w 599990"/>
                <a:gd name="csY43" fmla="*/ 405646 h 895350"/>
                <a:gd name="csX44" fmla="*/ 314234 w 599990"/>
                <a:gd name="csY44" fmla="*/ 265748 h 895350"/>
                <a:gd name="csX45" fmla="*/ 238034 w 599990"/>
                <a:gd name="csY45" fmla="*/ 189548 h 895350"/>
                <a:gd name="csX46" fmla="*/ 238034 w 599990"/>
                <a:gd name="csY46" fmla="*/ 227648 h 895350"/>
                <a:gd name="csX47" fmla="*/ 276134 w 599990"/>
                <a:gd name="csY47" fmla="*/ 265748 h 895350"/>
                <a:gd name="csX48" fmla="*/ 276134 w 599990"/>
                <a:gd name="csY48" fmla="*/ 446723 h 895350"/>
                <a:gd name="csX49" fmla="*/ 291017 w 599990"/>
                <a:gd name="csY49" fmla="*/ 465476 h 895350"/>
                <a:gd name="csX50" fmla="*/ 312448 w 599990"/>
                <a:gd name="csY50" fmla="*/ 455057 h 895350"/>
                <a:gd name="csX51" fmla="*/ 342809 w 599990"/>
                <a:gd name="csY51" fmla="*/ 437198 h 895350"/>
                <a:gd name="csX52" fmla="*/ 361562 w 599990"/>
                <a:gd name="csY52" fmla="*/ 443151 h 895350"/>
                <a:gd name="csX53" fmla="*/ 371384 w 599990"/>
                <a:gd name="csY53" fmla="*/ 465773 h 895350"/>
                <a:gd name="csX54" fmla="*/ 385969 w 599990"/>
                <a:gd name="csY54" fmla="*/ 484227 h 895350"/>
                <a:gd name="csX55" fmla="*/ 407400 w 599990"/>
                <a:gd name="csY55" fmla="*/ 474404 h 895350"/>
                <a:gd name="csX56" fmla="*/ 428831 w 599990"/>
                <a:gd name="csY56" fmla="*/ 456248 h 895350"/>
                <a:gd name="csX57" fmla="*/ 446691 w 599990"/>
                <a:gd name="csY57" fmla="*/ 462201 h 895350"/>
                <a:gd name="csX58" fmla="*/ 457109 w 599990"/>
                <a:gd name="csY58" fmla="*/ 484823 h 895350"/>
                <a:gd name="csX59" fmla="*/ 468420 w 599990"/>
                <a:gd name="csY59" fmla="*/ 502385 h 895350"/>
                <a:gd name="csX60" fmla="*/ 489256 w 599990"/>
                <a:gd name="csY60" fmla="*/ 498813 h 895350"/>
                <a:gd name="csX61" fmla="*/ 512771 w 599990"/>
                <a:gd name="csY61" fmla="*/ 494348 h 895350"/>
                <a:gd name="csX62" fmla="*/ 555336 w 599990"/>
                <a:gd name="csY62" fmla="*/ 539888 h 895350"/>
                <a:gd name="csX63" fmla="*/ 557122 w 599990"/>
                <a:gd name="csY63" fmla="*/ 652701 h 895350"/>
                <a:gd name="csX64" fmla="*/ 520510 w 599990"/>
                <a:gd name="csY64" fmla="*/ 778907 h 895350"/>
                <a:gd name="csX65" fmla="*/ 468420 w 599990"/>
                <a:gd name="csY65" fmla="*/ 856298 h 895350"/>
                <a:gd name="csX66" fmla="*/ 228212 w 599990"/>
                <a:gd name="csY66" fmla="*/ 856298 h 895350"/>
                <a:gd name="csX67" fmla="*/ 55869 w 599990"/>
                <a:gd name="csY67" fmla="*/ 554176 h 895350"/>
                <a:gd name="csX68" fmla="*/ 48428 w 599990"/>
                <a:gd name="csY68" fmla="*/ 511910 h 895350"/>
                <a:gd name="csX69" fmla="*/ 92183 w 599990"/>
                <a:gd name="csY69" fmla="*/ 485716 h 895350"/>
                <a:gd name="csX70" fmla="*/ 126115 w 599990"/>
                <a:gd name="csY70" fmla="*/ 522327 h 895350"/>
                <a:gd name="csX71" fmla="*/ 163918 w 599990"/>
                <a:gd name="csY71" fmla="*/ 598229 h 895350"/>
                <a:gd name="csX72" fmla="*/ 185350 w 599990"/>
                <a:gd name="csY72" fmla="*/ 608052 h 895350"/>
                <a:gd name="csX73" fmla="*/ 199934 w 599990"/>
                <a:gd name="csY73" fmla="*/ 589598 h 895350"/>
                <a:gd name="csX74" fmla="*/ 199934 w 599990"/>
                <a:gd name="csY74" fmla="*/ 265748 h 895350"/>
                <a:gd name="csX75" fmla="*/ 238034 w 599990"/>
                <a:gd name="csY75" fmla="*/ 227648 h 895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599990" h="895350">
                  <a:moveTo>
                    <a:pt x="238034" y="-952"/>
                  </a:moveTo>
                  <a:cubicBezTo>
                    <a:pt x="227513" y="-952"/>
                    <a:pt x="218984" y="7576"/>
                    <a:pt x="218984" y="18098"/>
                  </a:cubicBezTo>
                  <a:lnTo>
                    <a:pt x="218984" y="132398"/>
                  </a:lnTo>
                  <a:cubicBezTo>
                    <a:pt x="218984" y="142919"/>
                    <a:pt x="227513" y="151448"/>
                    <a:pt x="238034" y="151448"/>
                  </a:cubicBezTo>
                  <a:cubicBezTo>
                    <a:pt x="248556" y="151448"/>
                    <a:pt x="257084" y="142919"/>
                    <a:pt x="257084" y="132398"/>
                  </a:cubicBezTo>
                  <a:lnTo>
                    <a:pt x="257084" y="18098"/>
                  </a:lnTo>
                  <a:cubicBezTo>
                    <a:pt x="257084" y="7576"/>
                    <a:pt x="248556" y="-952"/>
                    <a:pt x="238034" y="-952"/>
                  </a:cubicBezTo>
                  <a:close/>
                  <a:moveTo>
                    <a:pt x="458300" y="122873"/>
                  </a:moveTo>
                  <a:cubicBezTo>
                    <a:pt x="454885" y="122777"/>
                    <a:pt x="451301" y="123711"/>
                    <a:pt x="447584" y="125551"/>
                  </a:cubicBezTo>
                  <a:lnTo>
                    <a:pt x="348465" y="182701"/>
                  </a:lnTo>
                  <a:cubicBezTo>
                    <a:pt x="339354" y="187963"/>
                    <a:pt x="336358" y="199486"/>
                    <a:pt x="341619" y="208598"/>
                  </a:cubicBezTo>
                  <a:cubicBezTo>
                    <a:pt x="346879" y="217709"/>
                    <a:pt x="358403" y="220704"/>
                    <a:pt x="367515" y="215444"/>
                  </a:cubicBezTo>
                  <a:lnTo>
                    <a:pt x="466634" y="158294"/>
                  </a:lnTo>
                  <a:cubicBezTo>
                    <a:pt x="475747" y="153032"/>
                    <a:pt x="478741" y="141509"/>
                    <a:pt x="473481" y="132398"/>
                  </a:cubicBezTo>
                  <a:cubicBezTo>
                    <a:pt x="469177" y="125970"/>
                    <a:pt x="463991" y="123010"/>
                    <a:pt x="458300" y="122873"/>
                  </a:cubicBezTo>
                  <a:close/>
                  <a:moveTo>
                    <a:pt x="16875" y="123168"/>
                  </a:moveTo>
                  <a:cubicBezTo>
                    <a:pt x="10985" y="123778"/>
                    <a:pt x="6126" y="127277"/>
                    <a:pt x="2588" y="132396"/>
                  </a:cubicBezTo>
                  <a:cubicBezTo>
                    <a:pt x="-2672" y="141508"/>
                    <a:pt x="322" y="153030"/>
                    <a:pt x="9434" y="158293"/>
                  </a:cubicBezTo>
                  <a:lnTo>
                    <a:pt x="108553" y="215443"/>
                  </a:lnTo>
                  <a:cubicBezTo>
                    <a:pt x="117665" y="220702"/>
                    <a:pt x="129189" y="217708"/>
                    <a:pt x="134450" y="208596"/>
                  </a:cubicBezTo>
                  <a:cubicBezTo>
                    <a:pt x="139710" y="199484"/>
                    <a:pt x="136716" y="187961"/>
                    <a:pt x="127603" y="182699"/>
                  </a:cubicBezTo>
                  <a:lnTo>
                    <a:pt x="28484" y="125549"/>
                  </a:lnTo>
                  <a:cubicBezTo>
                    <a:pt x="24376" y="123399"/>
                    <a:pt x="20410" y="122805"/>
                    <a:pt x="16875" y="123168"/>
                  </a:cubicBezTo>
                  <a:close/>
                  <a:moveTo>
                    <a:pt x="238034" y="189548"/>
                  </a:moveTo>
                  <a:cubicBezTo>
                    <a:pt x="196149" y="189548"/>
                    <a:pt x="161834" y="223862"/>
                    <a:pt x="161834" y="265748"/>
                  </a:cubicBezTo>
                  <a:lnTo>
                    <a:pt x="161834" y="508932"/>
                  </a:lnTo>
                  <a:cubicBezTo>
                    <a:pt x="150037" y="483432"/>
                    <a:pt x="128865" y="455869"/>
                    <a:pt x="102303" y="449104"/>
                  </a:cubicBezTo>
                  <a:cubicBezTo>
                    <a:pt x="66164" y="439292"/>
                    <a:pt x="21897" y="468203"/>
                    <a:pt x="11815" y="501788"/>
                  </a:cubicBezTo>
                  <a:cubicBezTo>
                    <a:pt x="6677" y="520510"/>
                    <a:pt x="10027" y="541814"/>
                    <a:pt x="20150" y="567869"/>
                  </a:cubicBezTo>
                  <a:cubicBezTo>
                    <a:pt x="69636" y="686864"/>
                    <a:pt x="130566" y="801107"/>
                    <a:pt x="204697" y="887849"/>
                  </a:cubicBezTo>
                  <a:cubicBezTo>
                    <a:pt x="208241" y="891925"/>
                    <a:pt x="213584" y="894373"/>
                    <a:pt x="218984" y="894398"/>
                  </a:cubicBezTo>
                  <a:lnTo>
                    <a:pt x="476159" y="894398"/>
                  </a:lnTo>
                  <a:cubicBezTo>
                    <a:pt x="480212" y="894398"/>
                    <a:pt x="484240" y="892978"/>
                    <a:pt x="487470" y="890529"/>
                  </a:cubicBezTo>
                  <a:cubicBezTo>
                    <a:pt x="514890" y="870215"/>
                    <a:pt x="536990" y="835614"/>
                    <a:pt x="555336" y="794385"/>
                  </a:cubicBezTo>
                  <a:cubicBezTo>
                    <a:pt x="573682" y="753156"/>
                    <a:pt x="587726" y="705329"/>
                    <a:pt x="594925" y="658654"/>
                  </a:cubicBezTo>
                  <a:cubicBezTo>
                    <a:pt x="602125" y="611979"/>
                    <a:pt x="602095" y="568272"/>
                    <a:pt x="591947" y="529471"/>
                  </a:cubicBezTo>
                  <a:cubicBezTo>
                    <a:pt x="582153" y="492024"/>
                    <a:pt x="555734" y="460859"/>
                    <a:pt x="516343" y="456248"/>
                  </a:cubicBezTo>
                  <a:cubicBezTo>
                    <a:pt x="507058" y="456248"/>
                    <a:pt x="497252" y="457019"/>
                    <a:pt x="488959" y="458926"/>
                  </a:cubicBezTo>
                  <a:cubicBezTo>
                    <a:pt x="484073" y="447244"/>
                    <a:pt x="477224" y="437281"/>
                    <a:pt x="468718" y="431245"/>
                  </a:cubicBezTo>
                  <a:cubicBezTo>
                    <a:pt x="454475" y="421138"/>
                    <a:pt x="439978" y="417954"/>
                    <a:pt x="428237" y="418148"/>
                  </a:cubicBezTo>
                  <a:cubicBezTo>
                    <a:pt x="416965" y="418338"/>
                    <a:pt x="406686" y="422440"/>
                    <a:pt x="397578" y="428863"/>
                  </a:cubicBezTo>
                  <a:cubicBezTo>
                    <a:pt x="393479" y="422609"/>
                    <a:pt x="389265" y="416101"/>
                    <a:pt x="383886" y="412195"/>
                  </a:cubicBezTo>
                  <a:cubicBezTo>
                    <a:pt x="369764" y="401939"/>
                    <a:pt x="354740" y="399098"/>
                    <a:pt x="342809" y="399098"/>
                  </a:cubicBezTo>
                  <a:cubicBezTo>
                    <a:pt x="332940" y="399098"/>
                    <a:pt x="323389" y="401834"/>
                    <a:pt x="314234" y="405646"/>
                  </a:cubicBezTo>
                  <a:lnTo>
                    <a:pt x="314234" y="265748"/>
                  </a:lnTo>
                  <a:cubicBezTo>
                    <a:pt x="313425" y="214762"/>
                    <a:pt x="273214" y="189449"/>
                    <a:pt x="238034" y="189548"/>
                  </a:cubicBezTo>
                  <a:close/>
                  <a:moveTo>
                    <a:pt x="238034" y="227648"/>
                  </a:moveTo>
                  <a:cubicBezTo>
                    <a:pt x="259471" y="227648"/>
                    <a:pt x="276134" y="244311"/>
                    <a:pt x="276134" y="265748"/>
                  </a:cubicBezTo>
                  <a:lnTo>
                    <a:pt x="276134" y="446723"/>
                  </a:lnTo>
                  <a:cubicBezTo>
                    <a:pt x="276010" y="455357"/>
                    <a:pt x="282601" y="463544"/>
                    <a:pt x="291017" y="465476"/>
                  </a:cubicBezTo>
                  <a:cubicBezTo>
                    <a:pt x="299433" y="467407"/>
                    <a:pt x="308796" y="462882"/>
                    <a:pt x="312448" y="455057"/>
                  </a:cubicBezTo>
                  <a:cubicBezTo>
                    <a:pt x="316656" y="446309"/>
                    <a:pt x="332510" y="437198"/>
                    <a:pt x="342809" y="437198"/>
                  </a:cubicBezTo>
                  <a:cubicBezTo>
                    <a:pt x="347433" y="437198"/>
                    <a:pt x="356011" y="439119"/>
                    <a:pt x="361562" y="443151"/>
                  </a:cubicBezTo>
                  <a:cubicBezTo>
                    <a:pt x="367114" y="447183"/>
                    <a:pt x="371384" y="451901"/>
                    <a:pt x="371384" y="465773"/>
                  </a:cubicBezTo>
                  <a:cubicBezTo>
                    <a:pt x="371384" y="474241"/>
                    <a:pt x="377734" y="482254"/>
                    <a:pt x="385969" y="484227"/>
                  </a:cubicBezTo>
                  <a:cubicBezTo>
                    <a:pt x="394205" y="486201"/>
                    <a:pt x="403545" y="481946"/>
                    <a:pt x="407400" y="474404"/>
                  </a:cubicBezTo>
                  <a:cubicBezTo>
                    <a:pt x="415146" y="458912"/>
                    <a:pt x="419296" y="456408"/>
                    <a:pt x="428831" y="456248"/>
                  </a:cubicBezTo>
                  <a:cubicBezTo>
                    <a:pt x="431471" y="456152"/>
                    <a:pt x="440717" y="457962"/>
                    <a:pt x="446691" y="462201"/>
                  </a:cubicBezTo>
                  <a:cubicBezTo>
                    <a:pt x="452665" y="466441"/>
                    <a:pt x="457109" y="471314"/>
                    <a:pt x="457109" y="484823"/>
                  </a:cubicBezTo>
                  <a:cubicBezTo>
                    <a:pt x="457014" y="492242"/>
                    <a:pt x="461617" y="499424"/>
                    <a:pt x="468420" y="502385"/>
                  </a:cubicBezTo>
                  <a:cubicBezTo>
                    <a:pt x="475224" y="505345"/>
                    <a:pt x="483868" y="503913"/>
                    <a:pt x="489256" y="498813"/>
                  </a:cubicBezTo>
                  <a:cubicBezTo>
                    <a:pt x="496480" y="495252"/>
                    <a:pt x="503565" y="494172"/>
                    <a:pt x="512771" y="494348"/>
                  </a:cubicBezTo>
                  <a:cubicBezTo>
                    <a:pt x="535484" y="497237"/>
                    <a:pt x="547274" y="511470"/>
                    <a:pt x="555336" y="539888"/>
                  </a:cubicBezTo>
                  <a:cubicBezTo>
                    <a:pt x="563473" y="568569"/>
                    <a:pt x="563776" y="609564"/>
                    <a:pt x="557122" y="652701"/>
                  </a:cubicBezTo>
                  <a:cubicBezTo>
                    <a:pt x="550468" y="695838"/>
                    <a:pt x="537317" y="741136"/>
                    <a:pt x="520510" y="778907"/>
                  </a:cubicBezTo>
                  <a:cubicBezTo>
                    <a:pt x="504748" y="814332"/>
                    <a:pt x="485443" y="841996"/>
                    <a:pt x="468420" y="856298"/>
                  </a:cubicBezTo>
                  <a:lnTo>
                    <a:pt x="228212" y="856298"/>
                  </a:lnTo>
                  <a:cubicBezTo>
                    <a:pt x="161346" y="777416"/>
                    <a:pt x="97491" y="656289"/>
                    <a:pt x="55869" y="554176"/>
                  </a:cubicBezTo>
                  <a:cubicBezTo>
                    <a:pt x="47204" y="531874"/>
                    <a:pt x="46423" y="519068"/>
                    <a:pt x="48428" y="511910"/>
                  </a:cubicBezTo>
                  <a:cubicBezTo>
                    <a:pt x="55487" y="493484"/>
                    <a:pt x="75240" y="483081"/>
                    <a:pt x="92183" y="485716"/>
                  </a:cubicBezTo>
                  <a:cubicBezTo>
                    <a:pt x="112437" y="493344"/>
                    <a:pt x="117455" y="506859"/>
                    <a:pt x="126115" y="522327"/>
                  </a:cubicBezTo>
                  <a:lnTo>
                    <a:pt x="163918" y="598229"/>
                  </a:lnTo>
                  <a:cubicBezTo>
                    <a:pt x="167773" y="605771"/>
                    <a:pt x="177113" y="610026"/>
                    <a:pt x="185350" y="608052"/>
                  </a:cubicBezTo>
                  <a:cubicBezTo>
                    <a:pt x="193586" y="606079"/>
                    <a:pt x="199917" y="598066"/>
                    <a:pt x="199934" y="589598"/>
                  </a:cubicBezTo>
                  <a:lnTo>
                    <a:pt x="199934" y="265748"/>
                  </a:lnTo>
                  <a:cubicBezTo>
                    <a:pt x="199934" y="244311"/>
                    <a:pt x="216597" y="227648"/>
                    <a:pt x="238034" y="227648"/>
                  </a:cubicBezTo>
                  <a:close/>
                </a:path>
              </a:pathLst>
            </a:custGeom>
            <a:solidFill>
              <a:srgbClr val="00B388"/>
            </a:solidFill>
            <a:ln w="9525" cap="flat">
              <a:solidFill>
                <a:srgbClr val="00B388"/>
              </a:solidFill>
              <a:prstDash val="solid"/>
              <a:miter/>
            </a:ln>
          </p:spPr>
          <p:txBody>
            <a:bodyPr/>
            <a:lstStyle/>
            <a:p>
              <a:endParaRPr lang="fr-FR"/>
            </a:p>
          </p:txBody>
        </p:sp>
      </p:grpSp>
      <p:grpSp>
        <p:nvGrpSpPr>
          <p:cNvPr id="165" name="Groupe 164">
            <a:extLst>
              <a:ext uri="{FF2B5EF4-FFF2-40B4-BE49-F238E27FC236}">
                <a16:creationId xmlns:a16="http://schemas.microsoft.com/office/drawing/2014/main" id="{6DFA8E2F-7A16-ACED-E9F5-B32E5BB76343}"/>
              </a:ext>
            </a:extLst>
          </p:cNvPr>
          <p:cNvGrpSpPr/>
          <p:nvPr/>
        </p:nvGrpSpPr>
        <p:grpSpPr>
          <a:xfrm>
            <a:off x="7525986" y="5281369"/>
            <a:ext cx="644662" cy="432000"/>
            <a:chOff x="4881260" y="5996412"/>
            <a:chExt cx="644662" cy="432000"/>
          </a:xfrm>
        </p:grpSpPr>
        <p:sp>
          <p:nvSpPr>
            <p:cNvPr id="166" name="Rectangle 165">
              <a:extLst>
                <a:ext uri="{FF2B5EF4-FFF2-40B4-BE49-F238E27FC236}">
                  <a16:creationId xmlns:a16="http://schemas.microsoft.com/office/drawing/2014/main" id="{9A997F0D-48AC-664F-436A-B1BD04DF9F23}"/>
                </a:ext>
              </a:extLst>
            </p:cNvPr>
            <p:cNvSpPr>
              <a:spLocks noChangeAspect="1"/>
            </p:cNvSpPr>
            <p:nvPr/>
          </p:nvSpPr>
          <p:spPr>
            <a:xfrm rot="18711776">
              <a:off x="4987591" y="5890081"/>
              <a:ext cx="432000" cy="6446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7" name="Forme libre : forme 166">
              <a:extLst>
                <a:ext uri="{FF2B5EF4-FFF2-40B4-BE49-F238E27FC236}">
                  <a16:creationId xmlns:a16="http://schemas.microsoft.com/office/drawing/2014/main" id="{F46B47BB-00B0-6F4D-7759-9E8FDB255718}"/>
                </a:ext>
              </a:extLst>
            </p:cNvPr>
            <p:cNvSpPr>
              <a:spLocks noChangeAspect="1"/>
            </p:cNvSpPr>
            <p:nvPr/>
          </p:nvSpPr>
          <p:spPr>
            <a:xfrm rot="18678108">
              <a:off x="5023591" y="5943803"/>
              <a:ext cx="360000" cy="537218"/>
            </a:xfrm>
            <a:custGeom>
              <a:avLst/>
              <a:gdLst>
                <a:gd name="csX0" fmla="*/ 238034 w 599990"/>
                <a:gd name="csY0" fmla="*/ -952 h 895350"/>
                <a:gd name="csX1" fmla="*/ 218984 w 599990"/>
                <a:gd name="csY1" fmla="*/ 18098 h 895350"/>
                <a:gd name="csX2" fmla="*/ 218984 w 599990"/>
                <a:gd name="csY2" fmla="*/ 132398 h 895350"/>
                <a:gd name="csX3" fmla="*/ 238034 w 599990"/>
                <a:gd name="csY3" fmla="*/ 151448 h 895350"/>
                <a:gd name="csX4" fmla="*/ 257084 w 599990"/>
                <a:gd name="csY4" fmla="*/ 132398 h 895350"/>
                <a:gd name="csX5" fmla="*/ 257084 w 599990"/>
                <a:gd name="csY5" fmla="*/ 18098 h 895350"/>
                <a:gd name="csX6" fmla="*/ 238034 w 599990"/>
                <a:gd name="csY6" fmla="*/ -952 h 895350"/>
                <a:gd name="csX7" fmla="*/ 458300 w 599990"/>
                <a:gd name="csY7" fmla="*/ 122873 h 895350"/>
                <a:gd name="csX8" fmla="*/ 447584 w 599990"/>
                <a:gd name="csY8" fmla="*/ 125551 h 895350"/>
                <a:gd name="csX9" fmla="*/ 348465 w 599990"/>
                <a:gd name="csY9" fmla="*/ 182701 h 895350"/>
                <a:gd name="csX10" fmla="*/ 341619 w 599990"/>
                <a:gd name="csY10" fmla="*/ 208598 h 895350"/>
                <a:gd name="csX11" fmla="*/ 367515 w 599990"/>
                <a:gd name="csY11" fmla="*/ 215444 h 895350"/>
                <a:gd name="csX12" fmla="*/ 466634 w 599990"/>
                <a:gd name="csY12" fmla="*/ 158294 h 895350"/>
                <a:gd name="csX13" fmla="*/ 473481 w 599990"/>
                <a:gd name="csY13" fmla="*/ 132398 h 895350"/>
                <a:gd name="csX14" fmla="*/ 458300 w 599990"/>
                <a:gd name="csY14" fmla="*/ 122873 h 895350"/>
                <a:gd name="csX15" fmla="*/ 16875 w 599990"/>
                <a:gd name="csY15" fmla="*/ 123168 h 895350"/>
                <a:gd name="csX16" fmla="*/ 2588 w 599990"/>
                <a:gd name="csY16" fmla="*/ 132396 h 895350"/>
                <a:gd name="csX17" fmla="*/ 9434 w 599990"/>
                <a:gd name="csY17" fmla="*/ 158293 h 895350"/>
                <a:gd name="csX18" fmla="*/ 108553 w 599990"/>
                <a:gd name="csY18" fmla="*/ 215443 h 895350"/>
                <a:gd name="csX19" fmla="*/ 134450 w 599990"/>
                <a:gd name="csY19" fmla="*/ 208596 h 895350"/>
                <a:gd name="csX20" fmla="*/ 127603 w 599990"/>
                <a:gd name="csY20" fmla="*/ 182699 h 895350"/>
                <a:gd name="csX21" fmla="*/ 28484 w 599990"/>
                <a:gd name="csY21" fmla="*/ 125549 h 895350"/>
                <a:gd name="csX22" fmla="*/ 16875 w 599990"/>
                <a:gd name="csY22" fmla="*/ 123168 h 895350"/>
                <a:gd name="csX23" fmla="*/ 238034 w 599990"/>
                <a:gd name="csY23" fmla="*/ 189548 h 895350"/>
                <a:gd name="csX24" fmla="*/ 161834 w 599990"/>
                <a:gd name="csY24" fmla="*/ 265748 h 895350"/>
                <a:gd name="csX25" fmla="*/ 161834 w 599990"/>
                <a:gd name="csY25" fmla="*/ 508932 h 895350"/>
                <a:gd name="csX26" fmla="*/ 102303 w 599990"/>
                <a:gd name="csY26" fmla="*/ 449104 h 895350"/>
                <a:gd name="csX27" fmla="*/ 11815 w 599990"/>
                <a:gd name="csY27" fmla="*/ 501788 h 895350"/>
                <a:gd name="csX28" fmla="*/ 20150 w 599990"/>
                <a:gd name="csY28" fmla="*/ 567869 h 895350"/>
                <a:gd name="csX29" fmla="*/ 204697 w 599990"/>
                <a:gd name="csY29" fmla="*/ 887849 h 895350"/>
                <a:gd name="csX30" fmla="*/ 218984 w 599990"/>
                <a:gd name="csY30" fmla="*/ 894398 h 895350"/>
                <a:gd name="csX31" fmla="*/ 476159 w 599990"/>
                <a:gd name="csY31" fmla="*/ 894398 h 895350"/>
                <a:gd name="csX32" fmla="*/ 487470 w 599990"/>
                <a:gd name="csY32" fmla="*/ 890529 h 895350"/>
                <a:gd name="csX33" fmla="*/ 555336 w 599990"/>
                <a:gd name="csY33" fmla="*/ 794385 h 895350"/>
                <a:gd name="csX34" fmla="*/ 594925 w 599990"/>
                <a:gd name="csY34" fmla="*/ 658654 h 895350"/>
                <a:gd name="csX35" fmla="*/ 591947 w 599990"/>
                <a:gd name="csY35" fmla="*/ 529471 h 895350"/>
                <a:gd name="csX36" fmla="*/ 516343 w 599990"/>
                <a:gd name="csY36" fmla="*/ 456248 h 895350"/>
                <a:gd name="csX37" fmla="*/ 488959 w 599990"/>
                <a:gd name="csY37" fmla="*/ 458926 h 895350"/>
                <a:gd name="csX38" fmla="*/ 468718 w 599990"/>
                <a:gd name="csY38" fmla="*/ 431245 h 895350"/>
                <a:gd name="csX39" fmla="*/ 428237 w 599990"/>
                <a:gd name="csY39" fmla="*/ 418148 h 895350"/>
                <a:gd name="csX40" fmla="*/ 397578 w 599990"/>
                <a:gd name="csY40" fmla="*/ 428863 h 895350"/>
                <a:gd name="csX41" fmla="*/ 383886 w 599990"/>
                <a:gd name="csY41" fmla="*/ 412195 h 895350"/>
                <a:gd name="csX42" fmla="*/ 342809 w 599990"/>
                <a:gd name="csY42" fmla="*/ 399098 h 895350"/>
                <a:gd name="csX43" fmla="*/ 314234 w 599990"/>
                <a:gd name="csY43" fmla="*/ 405646 h 895350"/>
                <a:gd name="csX44" fmla="*/ 314234 w 599990"/>
                <a:gd name="csY44" fmla="*/ 265748 h 895350"/>
                <a:gd name="csX45" fmla="*/ 238034 w 599990"/>
                <a:gd name="csY45" fmla="*/ 189548 h 895350"/>
                <a:gd name="csX46" fmla="*/ 238034 w 599990"/>
                <a:gd name="csY46" fmla="*/ 227648 h 895350"/>
                <a:gd name="csX47" fmla="*/ 276134 w 599990"/>
                <a:gd name="csY47" fmla="*/ 265748 h 895350"/>
                <a:gd name="csX48" fmla="*/ 276134 w 599990"/>
                <a:gd name="csY48" fmla="*/ 446723 h 895350"/>
                <a:gd name="csX49" fmla="*/ 291017 w 599990"/>
                <a:gd name="csY49" fmla="*/ 465476 h 895350"/>
                <a:gd name="csX50" fmla="*/ 312448 w 599990"/>
                <a:gd name="csY50" fmla="*/ 455057 h 895350"/>
                <a:gd name="csX51" fmla="*/ 342809 w 599990"/>
                <a:gd name="csY51" fmla="*/ 437198 h 895350"/>
                <a:gd name="csX52" fmla="*/ 361562 w 599990"/>
                <a:gd name="csY52" fmla="*/ 443151 h 895350"/>
                <a:gd name="csX53" fmla="*/ 371384 w 599990"/>
                <a:gd name="csY53" fmla="*/ 465773 h 895350"/>
                <a:gd name="csX54" fmla="*/ 385969 w 599990"/>
                <a:gd name="csY54" fmla="*/ 484227 h 895350"/>
                <a:gd name="csX55" fmla="*/ 407400 w 599990"/>
                <a:gd name="csY55" fmla="*/ 474404 h 895350"/>
                <a:gd name="csX56" fmla="*/ 428831 w 599990"/>
                <a:gd name="csY56" fmla="*/ 456248 h 895350"/>
                <a:gd name="csX57" fmla="*/ 446691 w 599990"/>
                <a:gd name="csY57" fmla="*/ 462201 h 895350"/>
                <a:gd name="csX58" fmla="*/ 457109 w 599990"/>
                <a:gd name="csY58" fmla="*/ 484823 h 895350"/>
                <a:gd name="csX59" fmla="*/ 468420 w 599990"/>
                <a:gd name="csY59" fmla="*/ 502385 h 895350"/>
                <a:gd name="csX60" fmla="*/ 489256 w 599990"/>
                <a:gd name="csY60" fmla="*/ 498813 h 895350"/>
                <a:gd name="csX61" fmla="*/ 512771 w 599990"/>
                <a:gd name="csY61" fmla="*/ 494348 h 895350"/>
                <a:gd name="csX62" fmla="*/ 555336 w 599990"/>
                <a:gd name="csY62" fmla="*/ 539888 h 895350"/>
                <a:gd name="csX63" fmla="*/ 557122 w 599990"/>
                <a:gd name="csY63" fmla="*/ 652701 h 895350"/>
                <a:gd name="csX64" fmla="*/ 520510 w 599990"/>
                <a:gd name="csY64" fmla="*/ 778907 h 895350"/>
                <a:gd name="csX65" fmla="*/ 468420 w 599990"/>
                <a:gd name="csY65" fmla="*/ 856298 h 895350"/>
                <a:gd name="csX66" fmla="*/ 228212 w 599990"/>
                <a:gd name="csY66" fmla="*/ 856298 h 895350"/>
                <a:gd name="csX67" fmla="*/ 55869 w 599990"/>
                <a:gd name="csY67" fmla="*/ 554176 h 895350"/>
                <a:gd name="csX68" fmla="*/ 48428 w 599990"/>
                <a:gd name="csY68" fmla="*/ 511910 h 895350"/>
                <a:gd name="csX69" fmla="*/ 92183 w 599990"/>
                <a:gd name="csY69" fmla="*/ 485716 h 895350"/>
                <a:gd name="csX70" fmla="*/ 126115 w 599990"/>
                <a:gd name="csY70" fmla="*/ 522327 h 895350"/>
                <a:gd name="csX71" fmla="*/ 163918 w 599990"/>
                <a:gd name="csY71" fmla="*/ 598229 h 895350"/>
                <a:gd name="csX72" fmla="*/ 185350 w 599990"/>
                <a:gd name="csY72" fmla="*/ 608052 h 895350"/>
                <a:gd name="csX73" fmla="*/ 199934 w 599990"/>
                <a:gd name="csY73" fmla="*/ 589598 h 895350"/>
                <a:gd name="csX74" fmla="*/ 199934 w 599990"/>
                <a:gd name="csY74" fmla="*/ 265748 h 895350"/>
                <a:gd name="csX75" fmla="*/ 238034 w 599990"/>
                <a:gd name="csY75" fmla="*/ 227648 h 895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599990" h="895350">
                  <a:moveTo>
                    <a:pt x="238034" y="-952"/>
                  </a:moveTo>
                  <a:cubicBezTo>
                    <a:pt x="227513" y="-952"/>
                    <a:pt x="218984" y="7576"/>
                    <a:pt x="218984" y="18098"/>
                  </a:cubicBezTo>
                  <a:lnTo>
                    <a:pt x="218984" y="132398"/>
                  </a:lnTo>
                  <a:cubicBezTo>
                    <a:pt x="218984" y="142919"/>
                    <a:pt x="227513" y="151448"/>
                    <a:pt x="238034" y="151448"/>
                  </a:cubicBezTo>
                  <a:cubicBezTo>
                    <a:pt x="248556" y="151448"/>
                    <a:pt x="257084" y="142919"/>
                    <a:pt x="257084" y="132398"/>
                  </a:cubicBezTo>
                  <a:lnTo>
                    <a:pt x="257084" y="18098"/>
                  </a:lnTo>
                  <a:cubicBezTo>
                    <a:pt x="257084" y="7576"/>
                    <a:pt x="248556" y="-952"/>
                    <a:pt x="238034" y="-952"/>
                  </a:cubicBezTo>
                  <a:close/>
                  <a:moveTo>
                    <a:pt x="458300" y="122873"/>
                  </a:moveTo>
                  <a:cubicBezTo>
                    <a:pt x="454885" y="122777"/>
                    <a:pt x="451301" y="123711"/>
                    <a:pt x="447584" y="125551"/>
                  </a:cubicBezTo>
                  <a:lnTo>
                    <a:pt x="348465" y="182701"/>
                  </a:lnTo>
                  <a:cubicBezTo>
                    <a:pt x="339354" y="187963"/>
                    <a:pt x="336358" y="199486"/>
                    <a:pt x="341619" y="208598"/>
                  </a:cubicBezTo>
                  <a:cubicBezTo>
                    <a:pt x="346879" y="217709"/>
                    <a:pt x="358403" y="220704"/>
                    <a:pt x="367515" y="215444"/>
                  </a:cubicBezTo>
                  <a:lnTo>
                    <a:pt x="466634" y="158294"/>
                  </a:lnTo>
                  <a:cubicBezTo>
                    <a:pt x="475747" y="153032"/>
                    <a:pt x="478741" y="141509"/>
                    <a:pt x="473481" y="132398"/>
                  </a:cubicBezTo>
                  <a:cubicBezTo>
                    <a:pt x="469177" y="125970"/>
                    <a:pt x="463991" y="123010"/>
                    <a:pt x="458300" y="122873"/>
                  </a:cubicBezTo>
                  <a:close/>
                  <a:moveTo>
                    <a:pt x="16875" y="123168"/>
                  </a:moveTo>
                  <a:cubicBezTo>
                    <a:pt x="10985" y="123778"/>
                    <a:pt x="6126" y="127277"/>
                    <a:pt x="2588" y="132396"/>
                  </a:cubicBezTo>
                  <a:cubicBezTo>
                    <a:pt x="-2672" y="141508"/>
                    <a:pt x="322" y="153030"/>
                    <a:pt x="9434" y="158293"/>
                  </a:cubicBezTo>
                  <a:lnTo>
                    <a:pt x="108553" y="215443"/>
                  </a:lnTo>
                  <a:cubicBezTo>
                    <a:pt x="117665" y="220702"/>
                    <a:pt x="129189" y="217708"/>
                    <a:pt x="134450" y="208596"/>
                  </a:cubicBezTo>
                  <a:cubicBezTo>
                    <a:pt x="139710" y="199484"/>
                    <a:pt x="136716" y="187961"/>
                    <a:pt x="127603" y="182699"/>
                  </a:cubicBezTo>
                  <a:lnTo>
                    <a:pt x="28484" y="125549"/>
                  </a:lnTo>
                  <a:cubicBezTo>
                    <a:pt x="24376" y="123399"/>
                    <a:pt x="20410" y="122805"/>
                    <a:pt x="16875" y="123168"/>
                  </a:cubicBezTo>
                  <a:close/>
                  <a:moveTo>
                    <a:pt x="238034" y="189548"/>
                  </a:moveTo>
                  <a:cubicBezTo>
                    <a:pt x="196149" y="189548"/>
                    <a:pt x="161834" y="223862"/>
                    <a:pt x="161834" y="265748"/>
                  </a:cubicBezTo>
                  <a:lnTo>
                    <a:pt x="161834" y="508932"/>
                  </a:lnTo>
                  <a:cubicBezTo>
                    <a:pt x="150037" y="483432"/>
                    <a:pt x="128865" y="455869"/>
                    <a:pt x="102303" y="449104"/>
                  </a:cubicBezTo>
                  <a:cubicBezTo>
                    <a:pt x="66164" y="439292"/>
                    <a:pt x="21897" y="468203"/>
                    <a:pt x="11815" y="501788"/>
                  </a:cubicBezTo>
                  <a:cubicBezTo>
                    <a:pt x="6677" y="520510"/>
                    <a:pt x="10027" y="541814"/>
                    <a:pt x="20150" y="567869"/>
                  </a:cubicBezTo>
                  <a:cubicBezTo>
                    <a:pt x="69636" y="686864"/>
                    <a:pt x="130566" y="801107"/>
                    <a:pt x="204697" y="887849"/>
                  </a:cubicBezTo>
                  <a:cubicBezTo>
                    <a:pt x="208241" y="891925"/>
                    <a:pt x="213584" y="894373"/>
                    <a:pt x="218984" y="894398"/>
                  </a:cubicBezTo>
                  <a:lnTo>
                    <a:pt x="476159" y="894398"/>
                  </a:lnTo>
                  <a:cubicBezTo>
                    <a:pt x="480212" y="894398"/>
                    <a:pt x="484240" y="892978"/>
                    <a:pt x="487470" y="890529"/>
                  </a:cubicBezTo>
                  <a:cubicBezTo>
                    <a:pt x="514890" y="870215"/>
                    <a:pt x="536990" y="835614"/>
                    <a:pt x="555336" y="794385"/>
                  </a:cubicBezTo>
                  <a:cubicBezTo>
                    <a:pt x="573682" y="753156"/>
                    <a:pt x="587726" y="705329"/>
                    <a:pt x="594925" y="658654"/>
                  </a:cubicBezTo>
                  <a:cubicBezTo>
                    <a:pt x="602125" y="611979"/>
                    <a:pt x="602095" y="568272"/>
                    <a:pt x="591947" y="529471"/>
                  </a:cubicBezTo>
                  <a:cubicBezTo>
                    <a:pt x="582153" y="492024"/>
                    <a:pt x="555734" y="460859"/>
                    <a:pt x="516343" y="456248"/>
                  </a:cubicBezTo>
                  <a:cubicBezTo>
                    <a:pt x="507058" y="456248"/>
                    <a:pt x="497252" y="457019"/>
                    <a:pt x="488959" y="458926"/>
                  </a:cubicBezTo>
                  <a:cubicBezTo>
                    <a:pt x="484073" y="447244"/>
                    <a:pt x="477224" y="437281"/>
                    <a:pt x="468718" y="431245"/>
                  </a:cubicBezTo>
                  <a:cubicBezTo>
                    <a:pt x="454475" y="421138"/>
                    <a:pt x="439978" y="417954"/>
                    <a:pt x="428237" y="418148"/>
                  </a:cubicBezTo>
                  <a:cubicBezTo>
                    <a:pt x="416965" y="418338"/>
                    <a:pt x="406686" y="422440"/>
                    <a:pt x="397578" y="428863"/>
                  </a:cubicBezTo>
                  <a:cubicBezTo>
                    <a:pt x="393479" y="422609"/>
                    <a:pt x="389265" y="416101"/>
                    <a:pt x="383886" y="412195"/>
                  </a:cubicBezTo>
                  <a:cubicBezTo>
                    <a:pt x="369764" y="401939"/>
                    <a:pt x="354740" y="399098"/>
                    <a:pt x="342809" y="399098"/>
                  </a:cubicBezTo>
                  <a:cubicBezTo>
                    <a:pt x="332940" y="399098"/>
                    <a:pt x="323389" y="401834"/>
                    <a:pt x="314234" y="405646"/>
                  </a:cubicBezTo>
                  <a:lnTo>
                    <a:pt x="314234" y="265748"/>
                  </a:lnTo>
                  <a:cubicBezTo>
                    <a:pt x="313425" y="214762"/>
                    <a:pt x="273214" y="189449"/>
                    <a:pt x="238034" y="189548"/>
                  </a:cubicBezTo>
                  <a:close/>
                  <a:moveTo>
                    <a:pt x="238034" y="227648"/>
                  </a:moveTo>
                  <a:cubicBezTo>
                    <a:pt x="259471" y="227648"/>
                    <a:pt x="276134" y="244311"/>
                    <a:pt x="276134" y="265748"/>
                  </a:cubicBezTo>
                  <a:lnTo>
                    <a:pt x="276134" y="446723"/>
                  </a:lnTo>
                  <a:cubicBezTo>
                    <a:pt x="276010" y="455357"/>
                    <a:pt x="282601" y="463544"/>
                    <a:pt x="291017" y="465476"/>
                  </a:cubicBezTo>
                  <a:cubicBezTo>
                    <a:pt x="299433" y="467407"/>
                    <a:pt x="308796" y="462882"/>
                    <a:pt x="312448" y="455057"/>
                  </a:cubicBezTo>
                  <a:cubicBezTo>
                    <a:pt x="316656" y="446309"/>
                    <a:pt x="332510" y="437198"/>
                    <a:pt x="342809" y="437198"/>
                  </a:cubicBezTo>
                  <a:cubicBezTo>
                    <a:pt x="347433" y="437198"/>
                    <a:pt x="356011" y="439119"/>
                    <a:pt x="361562" y="443151"/>
                  </a:cubicBezTo>
                  <a:cubicBezTo>
                    <a:pt x="367114" y="447183"/>
                    <a:pt x="371384" y="451901"/>
                    <a:pt x="371384" y="465773"/>
                  </a:cubicBezTo>
                  <a:cubicBezTo>
                    <a:pt x="371384" y="474241"/>
                    <a:pt x="377734" y="482254"/>
                    <a:pt x="385969" y="484227"/>
                  </a:cubicBezTo>
                  <a:cubicBezTo>
                    <a:pt x="394205" y="486201"/>
                    <a:pt x="403545" y="481946"/>
                    <a:pt x="407400" y="474404"/>
                  </a:cubicBezTo>
                  <a:cubicBezTo>
                    <a:pt x="415146" y="458912"/>
                    <a:pt x="419296" y="456408"/>
                    <a:pt x="428831" y="456248"/>
                  </a:cubicBezTo>
                  <a:cubicBezTo>
                    <a:pt x="431471" y="456152"/>
                    <a:pt x="440717" y="457962"/>
                    <a:pt x="446691" y="462201"/>
                  </a:cubicBezTo>
                  <a:cubicBezTo>
                    <a:pt x="452665" y="466441"/>
                    <a:pt x="457109" y="471314"/>
                    <a:pt x="457109" y="484823"/>
                  </a:cubicBezTo>
                  <a:cubicBezTo>
                    <a:pt x="457014" y="492242"/>
                    <a:pt x="461617" y="499424"/>
                    <a:pt x="468420" y="502385"/>
                  </a:cubicBezTo>
                  <a:cubicBezTo>
                    <a:pt x="475224" y="505345"/>
                    <a:pt x="483868" y="503913"/>
                    <a:pt x="489256" y="498813"/>
                  </a:cubicBezTo>
                  <a:cubicBezTo>
                    <a:pt x="496480" y="495252"/>
                    <a:pt x="503565" y="494172"/>
                    <a:pt x="512771" y="494348"/>
                  </a:cubicBezTo>
                  <a:cubicBezTo>
                    <a:pt x="535484" y="497237"/>
                    <a:pt x="547274" y="511470"/>
                    <a:pt x="555336" y="539888"/>
                  </a:cubicBezTo>
                  <a:cubicBezTo>
                    <a:pt x="563473" y="568569"/>
                    <a:pt x="563776" y="609564"/>
                    <a:pt x="557122" y="652701"/>
                  </a:cubicBezTo>
                  <a:cubicBezTo>
                    <a:pt x="550468" y="695838"/>
                    <a:pt x="537317" y="741136"/>
                    <a:pt x="520510" y="778907"/>
                  </a:cubicBezTo>
                  <a:cubicBezTo>
                    <a:pt x="504748" y="814332"/>
                    <a:pt x="485443" y="841996"/>
                    <a:pt x="468420" y="856298"/>
                  </a:cubicBezTo>
                  <a:lnTo>
                    <a:pt x="228212" y="856298"/>
                  </a:lnTo>
                  <a:cubicBezTo>
                    <a:pt x="161346" y="777416"/>
                    <a:pt x="97491" y="656289"/>
                    <a:pt x="55869" y="554176"/>
                  </a:cubicBezTo>
                  <a:cubicBezTo>
                    <a:pt x="47204" y="531874"/>
                    <a:pt x="46423" y="519068"/>
                    <a:pt x="48428" y="511910"/>
                  </a:cubicBezTo>
                  <a:cubicBezTo>
                    <a:pt x="55487" y="493484"/>
                    <a:pt x="75240" y="483081"/>
                    <a:pt x="92183" y="485716"/>
                  </a:cubicBezTo>
                  <a:cubicBezTo>
                    <a:pt x="112437" y="493344"/>
                    <a:pt x="117455" y="506859"/>
                    <a:pt x="126115" y="522327"/>
                  </a:cubicBezTo>
                  <a:lnTo>
                    <a:pt x="163918" y="598229"/>
                  </a:lnTo>
                  <a:cubicBezTo>
                    <a:pt x="167773" y="605771"/>
                    <a:pt x="177113" y="610026"/>
                    <a:pt x="185350" y="608052"/>
                  </a:cubicBezTo>
                  <a:cubicBezTo>
                    <a:pt x="193586" y="606079"/>
                    <a:pt x="199917" y="598066"/>
                    <a:pt x="199934" y="589598"/>
                  </a:cubicBezTo>
                  <a:lnTo>
                    <a:pt x="199934" y="265748"/>
                  </a:lnTo>
                  <a:cubicBezTo>
                    <a:pt x="199934" y="244311"/>
                    <a:pt x="216597" y="227648"/>
                    <a:pt x="238034" y="227648"/>
                  </a:cubicBezTo>
                  <a:close/>
                </a:path>
              </a:pathLst>
            </a:custGeom>
            <a:solidFill>
              <a:srgbClr val="00B388"/>
            </a:solidFill>
            <a:ln w="9525" cap="flat">
              <a:solidFill>
                <a:srgbClr val="00B388"/>
              </a:solidFill>
              <a:prstDash val="solid"/>
              <a:miter/>
            </a:ln>
          </p:spPr>
          <p:txBody>
            <a:bodyPr/>
            <a:lstStyle/>
            <a:p>
              <a:endParaRPr lang="fr-FR"/>
            </a:p>
          </p:txBody>
        </p:sp>
      </p:grpSp>
      <p:grpSp>
        <p:nvGrpSpPr>
          <p:cNvPr id="168" name="Groupe 167">
            <a:extLst>
              <a:ext uri="{FF2B5EF4-FFF2-40B4-BE49-F238E27FC236}">
                <a16:creationId xmlns:a16="http://schemas.microsoft.com/office/drawing/2014/main" id="{CAC4F3BF-ED50-3EF3-97EF-5A25A8C3834B}"/>
              </a:ext>
            </a:extLst>
          </p:cNvPr>
          <p:cNvGrpSpPr/>
          <p:nvPr/>
        </p:nvGrpSpPr>
        <p:grpSpPr>
          <a:xfrm>
            <a:off x="11486404" y="5252767"/>
            <a:ext cx="644662" cy="432000"/>
            <a:chOff x="4881260" y="5996412"/>
            <a:chExt cx="644662" cy="432000"/>
          </a:xfrm>
        </p:grpSpPr>
        <p:sp>
          <p:nvSpPr>
            <p:cNvPr id="169" name="Rectangle 168">
              <a:extLst>
                <a:ext uri="{FF2B5EF4-FFF2-40B4-BE49-F238E27FC236}">
                  <a16:creationId xmlns:a16="http://schemas.microsoft.com/office/drawing/2014/main" id="{40E056DB-FDFC-993A-015A-9F7A9710B597}"/>
                </a:ext>
              </a:extLst>
            </p:cNvPr>
            <p:cNvSpPr>
              <a:spLocks noChangeAspect="1"/>
            </p:cNvSpPr>
            <p:nvPr/>
          </p:nvSpPr>
          <p:spPr>
            <a:xfrm rot="18711776">
              <a:off x="4987591" y="5890081"/>
              <a:ext cx="432000" cy="6446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0" name="Forme libre : forme 169">
              <a:hlinkClick r:id="rId7" action="ppaction://hlinksldjump"/>
              <a:extLst>
                <a:ext uri="{FF2B5EF4-FFF2-40B4-BE49-F238E27FC236}">
                  <a16:creationId xmlns:a16="http://schemas.microsoft.com/office/drawing/2014/main" id="{B80DC43D-DBF9-5F85-9F59-138D82D83B0B}"/>
                </a:ext>
              </a:extLst>
            </p:cNvPr>
            <p:cNvSpPr>
              <a:spLocks noChangeAspect="1"/>
            </p:cNvSpPr>
            <p:nvPr/>
          </p:nvSpPr>
          <p:spPr>
            <a:xfrm rot="18678108">
              <a:off x="5023591" y="5943803"/>
              <a:ext cx="360000" cy="537218"/>
            </a:xfrm>
            <a:custGeom>
              <a:avLst/>
              <a:gdLst>
                <a:gd name="csX0" fmla="*/ 238034 w 599990"/>
                <a:gd name="csY0" fmla="*/ -952 h 895350"/>
                <a:gd name="csX1" fmla="*/ 218984 w 599990"/>
                <a:gd name="csY1" fmla="*/ 18098 h 895350"/>
                <a:gd name="csX2" fmla="*/ 218984 w 599990"/>
                <a:gd name="csY2" fmla="*/ 132398 h 895350"/>
                <a:gd name="csX3" fmla="*/ 238034 w 599990"/>
                <a:gd name="csY3" fmla="*/ 151448 h 895350"/>
                <a:gd name="csX4" fmla="*/ 257084 w 599990"/>
                <a:gd name="csY4" fmla="*/ 132398 h 895350"/>
                <a:gd name="csX5" fmla="*/ 257084 w 599990"/>
                <a:gd name="csY5" fmla="*/ 18098 h 895350"/>
                <a:gd name="csX6" fmla="*/ 238034 w 599990"/>
                <a:gd name="csY6" fmla="*/ -952 h 895350"/>
                <a:gd name="csX7" fmla="*/ 458300 w 599990"/>
                <a:gd name="csY7" fmla="*/ 122873 h 895350"/>
                <a:gd name="csX8" fmla="*/ 447584 w 599990"/>
                <a:gd name="csY8" fmla="*/ 125551 h 895350"/>
                <a:gd name="csX9" fmla="*/ 348465 w 599990"/>
                <a:gd name="csY9" fmla="*/ 182701 h 895350"/>
                <a:gd name="csX10" fmla="*/ 341619 w 599990"/>
                <a:gd name="csY10" fmla="*/ 208598 h 895350"/>
                <a:gd name="csX11" fmla="*/ 367515 w 599990"/>
                <a:gd name="csY11" fmla="*/ 215444 h 895350"/>
                <a:gd name="csX12" fmla="*/ 466634 w 599990"/>
                <a:gd name="csY12" fmla="*/ 158294 h 895350"/>
                <a:gd name="csX13" fmla="*/ 473481 w 599990"/>
                <a:gd name="csY13" fmla="*/ 132398 h 895350"/>
                <a:gd name="csX14" fmla="*/ 458300 w 599990"/>
                <a:gd name="csY14" fmla="*/ 122873 h 895350"/>
                <a:gd name="csX15" fmla="*/ 16875 w 599990"/>
                <a:gd name="csY15" fmla="*/ 123168 h 895350"/>
                <a:gd name="csX16" fmla="*/ 2588 w 599990"/>
                <a:gd name="csY16" fmla="*/ 132396 h 895350"/>
                <a:gd name="csX17" fmla="*/ 9434 w 599990"/>
                <a:gd name="csY17" fmla="*/ 158293 h 895350"/>
                <a:gd name="csX18" fmla="*/ 108553 w 599990"/>
                <a:gd name="csY18" fmla="*/ 215443 h 895350"/>
                <a:gd name="csX19" fmla="*/ 134450 w 599990"/>
                <a:gd name="csY19" fmla="*/ 208596 h 895350"/>
                <a:gd name="csX20" fmla="*/ 127603 w 599990"/>
                <a:gd name="csY20" fmla="*/ 182699 h 895350"/>
                <a:gd name="csX21" fmla="*/ 28484 w 599990"/>
                <a:gd name="csY21" fmla="*/ 125549 h 895350"/>
                <a:gd name="csX22" fmla="*/ 16875 w 599990"/>
                <a:gd name="csY22" fmla="*/ 123168 h 895350"/>
                <a:gd name="csX23" fmla="*/ 238034 w 599990"/>
                <a:gd name="csY23" fmla="*/ 189548 h 895350"/>
                <a:gd name="csX24" fmla="*/ 161834 w 599990"/>
                <a:gd name="csY24" fmla="*/ 265748 h 895350"/>
                <a:gd name="csX25" fmla="*/ 161834 w 599990"/>
                <a:gd name="csY25" fmla="*/ 508932 h 895350"/>
                <a:gd name="csX26" fmla="*/ 102303 w 599990"/>
                <a:gd name="csY26" fmla="*/ 449104 h 895350"/>
                <a:gd name="csX27" fmla="*/ 11815 w 599990"/>
                <a:gd name="csY27" fmla="*/ 501788 h 895350"/>
                <a:gd name="csX28" fmla="*/ 20150 w 599990"/>
                <a:gd name="csY28" fmla="*/ 567869 h 895350"/>
                <a:gd name="csX29" fmla="*/ 204697 w 599990"/>
                <a:gd name="csY29" fmla="*/ 887849 h 895350"/>
                <a:gd name="csX30" fmla="*/ 218984 w 599990"/>
                <a:gd name="csY30" fmla="*/ 894398 h 895350"/>
                <a:gd name="csX31" fmla="*/ 476159 w 599990"/>
                <a:gd name="csY31" fmla="*/ 894398 h 895350"/>
                <a:gd name="csX32" fmla="*/ 487470 w 599990"/>
                <a:gd name="csY32" fmla="*/ 890529 h 895350"/>
                <a:gd name="csX33" fmla="*/ 555336 w 599990"/>
                <a:gd name="csY33" fmla="*/ 794385 h 895350"/>
                <a:gd name="csX34" fmla="*/ 594925 w 599990"/>
                <a:gd name="csY34" fmla="*/ 658654 h 895350"/>
                <a:gd name="csX35" fmla="*/ 591947 w 599990"/>
                <a:gd name="csY35" fmla="*/ 529471 h 895350"/>
                <a:gd name="csX36" fmla="*/ 516343 w 599990"/>
                <a:gd name="csY36" fmla="*/ 456248 h 895350"/>
                <a:gd name="csX37" fmla="*/ 488959 w 599990"/>
                <a:gd name="csY37" fmla="*/ 458926 h 895350"/>
                <a:gd name="csX38" fmla="*/ 468718 w 599990"/>
                <a:gd name="csY38" fmla="*/ 431245 h 895350"/>
                <a:gd name="csX39" fmla="*/ 428237 w 599990"/>
                <a:gd name="csY39" fmla="*/ 418148 h 895350"/>
                <a:gd name="csX40" fmla="*/ 397578 w 599990"/>
                <a:gd name="csY40" fmla="*/ 428863 h 895350"/>
                <a:gd name="csX41" fmla="*/ 383886 w 599990"/>
                <a:gd name="csY41" fmla="*/ 412195 h 895350"/>
                <a:gd name="csX42" fmla="*/ 342809 w 599990"/>
                <a:gd name="csY42" fmla="*/ 399098 h 895350"/>
                <a:gd name="csX43" fmla="*/ 314234 w 599990"/>
                <a:gd name="csY43" fmla="*/ 405646 h 895350"/>
                <a:gd name="csX44" fmla="*/ 314234 w 599990"/>
                <a:gd name="csY44" fmla="*/ 265748 h 895350"/>
                <a:gd name="csX45" fmla="*/ 238034 w 599990"/>
                <a:gd name="csY45" fmla="*/ 189548 h 895350"/>
                <a:gd name="csX46" fmla="*/ 238034 w 599990"/>
                <a:gd name="csY46" fmla="*/ 227648 h 895350"/>
                <a:gd name="csX47" fmla="*/ 276134 w 599990"/>
                <a:gd name="csY47" fmla="*/ 265748 h 895350"/>
                <a:gd name="csX48" fmla="*/ 276134 w 599990"/>
                <a:gd name="csY48" fmla="*/ 446723 h 895350"/>
                <a:gd name="csX49" fmla="*/ 291017 w 599990"/>
                <a:gd name="csY49" fmla="*/ 465476 h 895350"/>
                <a:gd name="csX50" fmla="*/ 312448 w 599990"/>
                <a:gd name="csY50" fmla="*/ 455057 h 895350"/>
                <a:gd name="csX51" fmla="*/ 342809 w 599990"/>
                <a:gd name="csY51" fmla="*/ 437198 h 895350"/>
                <a:gd name="csX52" fmla="*/ 361562 w 599990"/>
                <a:gd name="csY52" fmla="*/ 443151 h 895350"/>
                <a:gd name="csX53" fmla="*/ 371384 w 599990"/>
                <a:gd name="csY53" fmla="*/ 465773 h 895350"/>
                <a:gd name="csX54" fmla="*/ 385969 w 599990"/>
                <a:gd name="csY54" fmla="*/ 484227 h 895350"/>
                <a:gd name="csX55" fmla="*/ 407400 w 599990"/>
                <a:gd name="csY55" fmla="*/ 474404 h 895350"/>
                <a:gd name="csX56" fmla="*/ 428831 w 599990"/>
                <a:gd name="csY56" fmla="*/ 456248 h 895350"/>
                <a:gd name="csX57" fmla="*/ 446691 w 599990"/>
                <a:gd name="csY57" fmla="*/ 462201 h 895350"/>
                <a:gd name="csX58" fmla="*/ 457109 w 599990"/>
                <a:gd name="csY58" fmla="*/ 484823 h 895350"/>
                <a:gd name="csX59" fmla="*/ 468420 w 599990"/>
                <a:gd name="csY59" fmla="*/ 502385 h 895350"/>
                <a:gd name="csX60" fmla="*/ 489256 w 599990"/>
                <a:gd name="csY60" fmla="*/ 498813 h 895350"/>
                <a:gd name="csX61" fmla="*/ 512771 w 599990"/>
                <a:gd name="csY61" fmla="*/ 494348 h 895350"/>
                <a:gd name="csX62" fmla="*/ 555336 w 599990"/>
                <a:gd name="csY62" fmla="*/ 539888 h 895350"/>
                <a:gd name="csX63" fmla="*/ 557122 w 599990"/>
                <a:gd name="csY63" fmla="*/ 652701 h 895350"/>
                <a:gd name="csX64" fmla="*/ 520510 w 599990"/>
                <a:gd name="csY64" fmla="*/ 778907 h 895350"/>
                <a:gd name="csX65" fmla="*/ 468420 w 599990"/>
                <a:gd name="csY65" fmla="*/ 856298 h 895350"/>
                <a:gd name="csX66" fmla="*/ 228212 w 599990"/>
                <a:gd name="csY66" fmla="*/ 856298 h 895350"/>
                <a:gd name="csX67" fmla="*/ 55869 w 599990"/>
                <a:gd name="csY67" fmla="*/ 554176 h 895350"/>
                <a:gd name="csX68" fmla="*/ 48428 w 599990"/>
                <a:gd name="csY68" fmla="*/ 511910 h 895350"/>
                <a:gd name="csX69" fmla="*/ 92183 w 599990"/>
                <a:gd name="csY69" fmla="*/ 485716 h 895350"/>
                <a:gd name="csX70" fmla="*/ 126115 w 599990"/>
                <a:gd name="csY70" fmla="*/ 522327 h 895350"/>
                <a:gd name="csX71" fmla="*/ 163918 w 599990"/>
                <a:gd name="csY71" fmla="*/ 598229 h 895350"/>
                <a:gd name="csX72" fmla="*/ 185350 w 599990"/>
                <a:gd name="csY72" fmla="*/ 608052 h 895350"/>
                <a:gd name="csX73" fmla="*/ 199934 w 599990"/>
                <a:gd name="csY73" fmla="*/ 589598 h 895350"/>
                <a:gd name="csX74" fmla="*/ 199934 w 599990"/>
                <a:gd name="csY74" fmla="*/ 265748 h 895350"/>
                <a:gd name="csX75" fmla="*/ 238034 w 599990"/>
                <a:gd name="csY75" fmla="*/ 227648 h 895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599990" h="895350">
                  <a:moveTo>
                    <a:pt x="238034" y="-952"/>
                  </a:moveTo>
                  <a:cubicBezTo>
                    <a:pt x="227513" y="-952"/>
                    <a:pt x="218984" y="7576"/>
                    <a:pt x="218984" y="18098"/>
                  </a:cubicBezTo>
                  <a:lnTo>
                    <a:pt x="218984" y="132398"/>
                  </a:lnTo>
                  <a:cubicBezTo>
                    <a:pt x="218984" y="142919"/>
                    <a:pt x="227513" y="151448"/>
                    <a:pt x="238034" y="151448"/>
                  </a:cubicBezTo>
                  <a:cubicBezTo>
                    <a:pt x="248556" y="151448"/>
                    <a:pt x="257084" y="142919"/>
                    <a:pt x="257084" y="132398"/>
                  </a:cubicBezTo>
                  <a:lnTo>
                    <a:pt x="257084" y="18098"/>
                  </a:lnTo>
                  <a:cubicBezTo>
                    <a:pt x="257084" y="7576"/>
                    <a:pt x="248556" y="-952"/>
                    <a:pt x="238034" y="-952"/>
                  </a:cubicBezTo>
                  <a:close/>
                  <a:moveTo>
                    <a:pt x="458300" y="122873"/>
                  </a:moveTo>
                  <a:cubicBezTo>
                    <a:pt x="454885" y="122777"/>
                    <a:pt x="451301" y="123711"/>
                    <a:pt x="447584" y="125551"/>
                  </a:cubicBezTo>
                  <a:lnTo>
                    <a:pt x="348465" y="182701"/>
                  </a:lnTo>
                  <a:cubicBezTo>
                    <a:pt x="339354" y="187963"/>
                    <a:pt x="336358" y="199486"/>
                    <a:pt x="341619" y="208598"/>
                  </a:cubicBezTo>
                  <a:cubicBezTo>
                    <a:pt x="346879" y="217709"/>
                    <a:pt x="358403" y="220704"/>
                    <a:pt x="367515" y="215444"/>
                  </a:cubicBezTo>
                  <a:lnTo>
                    <a:pt x="466634" y="158294"/>
                  </a:lnTo>
                  <a:cubicBezTo>
                    <a:pt x="475747" y="153032"/>
                    <a:pt x="478741" y="141509"/>
                    <a:pt x="473481" y="132398"/>
                  </a:cubicBezTo>
                  <a:cubicBezTo>
                    <a:pt x="469177" y="125970"/>
                    <a:pt x="463991" y="123010"/>
                    <a:pt x="458300" y="122873"/>
                  </a:cubicBezTo>
                  <a:close/>
                  <a:moveTo>
                    <a:pt x="16875" y="123168"/>
                  </a:moveTo>
                  <a:cubicBezTo>
                    <a:pt x="10985" y="123778"/>
                    <a:pt x="6126" y="127277"/>
                    <a:pt x="2588" y="132396"/>
                  </a:cubicBezTo>
                  <a:cubicBezTo>
                    <a:pt x="-2672" y="141508"/>
                    <a:pt x="322" y="153030"/>
                    <a:pt x="9434" y="158293"/>
                  </a:cubicBezTo>
                  <a:lnTo>
                    <a:pt x="108553" y="215443"/>
                  </a:lnTo>
                  <a:cubicBezTo>
                    <a:pt x="117665" y="220702"/>
                    <a:pt x="129189" y="217708"/>
                    <a:pt x="134450" y="208596"/>
                  </a:cubicBezTo>
                  <a:cubicBezTo>
                    <a:pt x="139710" y="199484"/>
                    <a:pt x="136716" y="187961"/>
                    <a:pt x="127603" y="182699"/>
                  </a:cubicBezTo>
                  <a:lnTo>
                    <a:pt x="28484" y="125549"/>
                  </a:lnTo>
                  <a:cubicBezTo>
                    <a:pt x="24376" y="123399"/>
                    <a:pt x="20410" y="122805"/>
                    <a:pt x="16875" y="123168"/>
                  </a:cubicBezTo>
                  <a:close/>
                  <a:moveTo>
                    <a:pt x="238034" y="189548"/>
                  </a:moveTo>
                  <a:cubicBezTo>
                    <a:pt x="196149" y="189548"/>
                    <a:pt x="161834" y="223862"/>
                    <a:pt x="161834" y="265748"/>
                  </a:cubicBezTo>
                  <a:lnTo>
                    <a:pt x="161834" y="508932"/>
                  </a:lnTo>
                  <a:cubicBezTo>
                    <a:pt x="150037" y="483432"/>
                    <a:pt x="128865" y="455869"/>
                    <a:pt x="102303" y="449104"/>
                  </a:cubicBezTo>
                  <a:cubicBezTo>
                    <a:pt x="66164" y="439292"/>
                    <a:pt x="21897" y="468203"/>
                    <a:pt x="11815" y="501788"/>
                  </a:cubicBezTo>
                  <a:cubicBezTo>
                    <a:pt x="6677" y="520510"/>
                    <a:pt x="10027" y="541814"/>
                    <a:pt x="20150" y="567869"/>
                  </a:cubicBezTo>
                  <a:cubicBezTo>
                    <a:pt x="69636" y="686864"/>
                    <a:pt x="130566" y="801107"/>
                    <a:pt x="204697" y="887849"/>
                  </a:cubicBezTo>
                  <a:cubicBezTo>
                    <a:pt x="208241" y="891925"/>
                    <a:pt x="213584" y="894373"/>
                    <a:pt x="218984" y="894398"/>
                  </a:cubicBezTo>
                  <a:lnTo>
                    <a:pt x="476159" y="894398"/>
                  </a:lnTo>
                  <a:cubicBezTo>
                    <a:pt x="480212" y="894398"/>
                    <a:pt x="484240" y="892978"/>
                    <a:pt x="487470" y="890529"/>
                  </a:cubicBezTo>
                  <a:cubicBezTo>
                    <a:pt x="514890" y="870215"/>
                    <a:pt x="536990" y="835614"/>
                    <a:pt x="555336" y="794385"/>
                  </a:cubicBezTo>
                  <a:cubicBezTo>
                    <a:pt x="573682" y="753156"/>
                    <a:pt x="587726" y="705329"/>
                    <a:pt x="594925" y="658654"/>
                  </a:cubicBezTo>
                  <a:cubicBezTo>
                    <a:pt x="602125" y="611979"/>
                    <a:pt x="602095" y="568272"/>
                    <a:pt x="591947" y="529471"/>
                  </a:cubicBezTo>
                  <a:cubicBezTo>
                    <a:pt x="582153" y="492024"/>
                    <a:pt x="555734" y="460859"/>
                    <a:pt x="516343" y="456248"/>
                  </a:cubicBezTo>
                  <a:cubicBezTo>
                    <a:pt x="507058" y="456248"/>
                    <a:pt x="497252" y="457019"/>
                    <a:pt x="488959" y="458926"/>
                  </a:cubicBezTo>
                  <a:cubicBezTo>
                    <a:pt x="484073" y="447244"/>
                    <a:pt x="477224" y="437281"/>
                    <a:pt x="468718" y="431245"/>
                  </a:cubicBezTo>
                  <a:cubicBezTo>
                    <a:pt x="454475" y="421138"/>
                    <a:pt x="439978" y="417954"/>
                    <a:pt x="428237" y="418148"/>
                  </a:cubicBezTo>
                  <a:cubicBezTo>
                    <a:pt x="416965" y="418338"/>
                    <a:pt x="406686" y="422440"/>
                    <a:pt x="397578" y="428863"/>
                  </a:cubicBezTo>
                  <a:cubicBezTo>
                    <a:pt x="393479" y="422609"/>
                    <a:pt x="389265" y="416101"/>
                    <a:pt x="383886" y="412195"/>
                  </a:cubicBezTo>
                  <a:cubicBezTo>
                    <a:pt x="369764" y="401939"/>
                    <a:pt x="354740" y="399098"/>
                    <a:pt x="342809" y="399098"/>
                  </a:cubicBezTo>
                  <a:cubicBezTo>
                    <a:pt x="332940" y="399098"/>
                    <a:pt x="323389" y="401834"/>
                    <a:pt x="314234" y="405646"/>
                  </a:cubicBezTo>
                  <a:lnTo>
                    <a:pt x="314234" y="265748"/>
                  </a:lnTo>
                  <a:cubicBezTo>
                    <a:pt x="313425" y="214762"/>
                    <a:pt x="273214" y="189449"/>
                    <a:pt x="238034" y="189548"/>
                  </a:cubicBezTo>
                  <a:close/>
                  <a:moveTo>
                    <a:pt x="238034" y="227648"/>
                  </a:moveTo>
                  <a:cubicBezTo>
                    <a:pt x="259471" y="227648"/>
                    <a:pt x="276134" y="244311"/>
                    <a:pt x="276134" y="265748"/>
                  </a:cubicBezTo>
                  <a:lnTo>
                    <a:pt x="276134" y="446723"/>
                  </a:lnTo>
                  <a:cubicBezTo>
                    <a:pt x="276010" y="455357"/>
                    <a:pt x="282601" y="463544"/>
                    <a:pt x="291017" y="465476"/>
                  </a:cubicBezTo>
                  <a:cubicBezTo>
                    <a:pt x="299433" y="467407"/>
                    <a:pt x="308796" y="462882"/>
                    <a:pt x="312448" y="455057"/>
                  </a:cubicBezTo>
                  <a:cubicBezTo>
                    <a:pt x="316656" y="446309"/>
                    <a:pt x="332510" y="437198"/>
                    <a:pt x="342809" y="437198"/>
                  </a:cubicBezTo>
                  <a:cubicBezTo>
                    <a:pt x="347433" y="437198"/>
                    <a:pt x="356011" y="439119"/>
                    <a:pt x="361562" y="443151"/>
                  </a:cubicBezTo>
                  <a:cubicBezTo>
                    <a:pt x="367114" y="447183"/>
                    <a:pt x="371384" y="451901"/>
                    <a:pt x="371384" y="465773"/>
                  </a:cubicBezTo>
                  <a:cubicBezTo>
                    <a:pt x="371384" y="474241"/>
                    <a:pt x="377734" y="482254"/>
                    <a:pt x="385969" y="484227"/>
                  </a:cubicBezTo>
                  <a:cubicBezTo>
                    <a:pt x="394205" y="486201"/>
                    <a:pt x="403545" y="481946"/>
                    <a:pt x="407400" y="474404"/>
                  </a:cubicBezTo>
                  <a:cubicBezTo>
                    <a:pt x="415146" y="458912"/>
                    <a:pt x="419296" y="456408"/>
                    <a:pt x="428831" y="456248"/>
                  </a:cubicBezTo>
                  <a:cubicBezTo>
                    <a:pt x="431471" y="456152"/>
                    <a:pt x="440717" y="457962"/>
                    <a:pt x="446691" y="462201"/>
                  </a:cubicBezTo>
                  <a:cubicBezTo>
                    <a:pt x="452665" y="466441"/>
                    <a:pt x="457109" y="471314"/>
                    <a:pt x="457109" y="484823"/>
                  </a:cubicBezTo>
                  <a:cubicBezTo>
                    <a:pt x="457014" y="492242"/>
                    <a:pt x="461617" y="499424"/>
                    <a:pt x="468420" y="502385"/>
                  </a:cubicBezTo>
                  <a:cubicBezTo>
                    <a:pt x="475224" y="505345"/>
                    <a:pt x="483868" y="503913"/>
                    <a:pt x="489256" y="498813"/>
                  </a:cubicBezTo>
                  <a:cubicBezTo>
                    <a:pt x="496480" y="495252"/>
                    <a:pt x="503565" y="494172"/>
                    <a:pt x="512771" y="494348"/>
                  </a:cubicBezTo>
                  <a:cubicBezTo>
                    <a:pt x="535484" y="497237"/>
                    <a:pt x="547274" y="511470"/>
                    <a:pt x="555336" y="539888"/>
                  </a:cubicBezTo>
                  <a:cubicBezTo>
                    <a:pt x="563473" y="568569"/>
                    <a:pt x="563776" y="609564"/>
                    <a:pt x="557122" y="652701"/>
                  </a:cubicBezTo>
                  <a:cubicBezTo>
                    <a:pt x="550468" y="695838"/>
                    <a:pt x="537317" y="741136"/>
                    <a:pt x="520510" y="778907"/>
                  </a:cubicBezTo>
                  <a:cubicBezTo>
                    <a:pt x="504748" y="814332"/>
                    <a:pt x="485443" y="841996"/>
                    <a:pt x="468420" y="856298"/>
                  </a:cubicBezTo>
                  <a:lnTo>
                    <a:pt x="228212" y="856298"/>
                  </a:lnTo>
                  <a:cubicBezTo>
                    <a:pt x="161346" y="777416"/>
                    <a:pt x="97491" y="656289"/>
                    <a:pt x="55869" y="554176"/>
                  </a:cubicBezTo>
                  <a:cubicBezTo>
                    <a:pt x="47204" y="531874"/>
                    <a:pt x="46423" y="519068"/>
                    <a:pt x="48428" y="511910"/>
                  </a:cubicBezTo>
                  <a:cubicBezTo>
                    <a:pt x="55487" y="493484"/>
                    <a:pt x="75240" y="483081"/>
                    <a:pt x="92183" y="485716"/>
                  </a:cubicBezTo>
                  <a:cubicBezTo>
                    <a:pt x="112437" y="493344"/>
                    <a:pt x="117455" y="506859"/>
                    <a:pt x="126115" y="522327"/>
                  </a:cubicBezTo>
                  <a:lnTo>
                    <a:pt x="163918" y="598229"/>
                  </a:lnTo>
                  <a:cubicBezTo>
                    <a:pt x="167773" y="605771"/>
                    <a:pt x="177113" y="610026"/>
                    <a:pt x="185350" y="608052"/>
                  </a:cubicBezTo>
                  <a:cubicBezTo>
                    <a:pt x="193586" y="606079"/>
                    <a:pt x="199917" y="598066"/>
                    <a:pt x="199934" y="589598"/>
                  </a:cubicBezTo>
                  <a:lnTo>
                    <a:pt x="199934" y="265748"/>
                  </a:lnTo>
                  <a:cubicBezTo>
                    <a:pt x="199934" y="244311"/>
                    <a:pt x="216597" y="227648"/>
                    <a:pt x="238034" y="227648"/>
                  </a:cubicBezTo>
                  <a:close/>
                </a:path>
              </a:pathLst>
            </a:custGeom>
            <a:solidFill>
              <a:srgbClr val="00B388"/>
            </a:solidFill>
            <a:ln w="9525" cap="flat">
              <a:solidFill>
                <a:srgbClr val="00B388"/>
              </a:solidFill>
              <a:prstDash val="solid"/>
              <a:miter/>
            </a:ln>
          </p:spPr>
          <p:txBody>
            <a:bodyPr/>
            <a:lstStyle/>
            <a:p>
              <a:endParaRPr lang="fr-FR"/>
            </a:p>
          </p:txBody>
        </p:sp>
      </p:grpSp>
      <p:sp>
        <p:nvSpPr>
          <p:cNvPr id="171" name="Rectangle 170">
            <a:extLst>
              <a:ext uri="{FF2B5EF4-FFF2-40B4-BE49-F238E27FC236}">
                <a16:creationId xmlns:a16="http://schemas.microsoft.com/office/drawing/2014/main" id="{E8C0CB0F-0661-E7D0-8056-F8412A298C62}"/>
              </a:ext>
            </a:extLst>
          </p:cNvPr>
          <p:cNvSpPr/>
          <p:nvPr/>
        </p:nvSpPr>
        <p:spPr>
          <a:xfrm>
            <a:off x="4182277" y="4020102"/>
            <a:ext cx="3600000" cy="10012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600"/>
              </a:spcBef>
            </a:pPr>
            <a:r>
              <a:rPr lang="fr-FR" sz="1400" b="1">
                <a:solidFill>
                  <a:srgbClr val="00B388"/>
                </a:solidFill>
                <a:latin typeface="Avenir LT Std 65 Medium" panose="020B0803020203020204" pitchFamily="34" charset="0"/>
              </a:rPr>
              <a:t>J’ai un projet plus modeste</a:t>
            </a:r>
          </a:p>
          <a:p>
            <a:pPr algn="ctr">
              <a:spcBef>
                <a:spcPts val="600"/>
              </a:spcBef>
            </a:pPr>
            <a:r>
              <a:rPr lang="fr-FR" sz="1200" i="1">
                <a:solidFill>
                  <a:srgbClr val="00B388"/>
                </a:solidFill>
                <a:latin typeface="Avenir LT Std 45 Book" panose="020B0502020203020204" pitchFamily="34" charset="0"/>
              </a:rPr>
              <a:t>Je veux aller à l'essentiel et identifier les incontournables</a:t>
            </a:r>
            <a:endParaRPr lang="fr-FR" sz="1200" b="1">
              <a:solidFill>
                <a:srgbClr val="00B388"/>
              </a:solidFill>
              <a:latin typeface="Avenir LT Std 45 Book" panose="020B0502020203020204" pitchFamily="34" charset="0"/>
            </a:endParaRPr>
          </a:p>
        </p:txBody>
      </p:sp>
      <p:sp>
        <p:nvSpPr>
          <p:cNvPr id="172" name="Rectangle 171">
            <a:extLst>
              <a:ext uri="{FF2B5EF4-FFF2-40B4-BE49-F238E27FC236}">
                <a16:creationId xmlns:a16="http://schemas.microsoft.com/office/drawing/2014/main" id="{BD0E1520-7BBB-3DD2-4289-7135B1F73DA1}"/>
              </a:ext>
            </a:extLst>
          </p:cNvPr>
          <p:cNvSpPr/>
          <p:nvPr/>
        </p:nvSpPr>
        <p:spPr>
          <a:xfrm>
            <a:off x="8232940" y="4020102"/>
            <a:ext cx="3600000" cy="10012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600"/>
              </a:spcBef>
            </a:pPr>
            <a:r>
              <a:rPr lang="fr-FR" sz="1400" b="1">
                <a:solidFill>
                  <a:srgbClr val="00B388"/>
                </a:solidFill>
                <a:latin typeface="Avenir LT Std 65 Medium" panose="020B0803020203020204" pitchFamily="34" charset="0"/>
              </a:rPr>
              <a:t>Je veux explorer</a:t>
            </a:r>
          </a:p>
          <a:p>
            <a:pPr algn="ctr">
              <a:spcBef>
                <a:spcPts val="600"/>
              </a:spcBef>
            </a:pPr>
            <a:r>
              <a:rPr lang="fr-FR" sz="1200" i="1">
                <a:solidFill>
                  <a:srgbClr val="00B388"/>
                </a:solidFill>
                <a:latin typeface="Avenir LT Std 45 Book" panose="020B0502020203020204" pitchFamily="34" charset="0"/>
              </a:rPr>
              <a:t>Je veux naviguer librement pour trouver les informations qui m’aident</a:t>
            </a:r>
            <a:endParaRPr lang="fr-FR" sz="1200" b="1">
              <a:solidFill>
                <a:srgbClr val="00B388"/>
              </a:solidFill>
              <a:latin typeface="Avenir LT Std 45 Book" panose="020B0502020203020204" pitchFamily="34" charset="0"/>
            </a:endParaRPr>
          </a:p>
        </p:txBody>
      </p:sp>
      <p:sp>
        <p:nvSpPr>
          <p:cNvPr id="3" name="Flèche : chevron 8 - 2 - 1">
            <a:extLst>
              <a:ext uri="{FF2B5EF4-FFF2-40B4-BE49-F238E27FC236}">
                <a16:creationId xmlns:a16="http://schemas.microsoft.com/office/drawing/2014/main" id="{84FFA493-8F59-D0EF-64DB-A57263D56C10}"/>
              </a:ext>
            </a:extLst>
          </p:cNvPr>
          <p:cNvSpPr/>
          <p:nvPr/>
        </p:nvSpPr>
        <p:spPr>
          <a:xfrm>
            <a:off x="6924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impacts humains</a:t>
            </a:r>
          </a:p>
        </p:txBody>
      </p:sp>
      <p:sp>
        <p:nvSpPr>
          <p:cNvPr id="4" name="Flèche : chevron 8 - 2 - 1">
            <a:extLst>
              <a:ext uri="{FF2B5EF4-FFF2-40B4-BE49-F238E27FC236}">
                <a16:creationId xmlns:a16="http://schemas.microsoft.com/office/drawing/2014/main" id="{7C8FAC9C-A6F4-D09E-920F-0077847CE0EF}"/>
              </a:ext>
            </a:extLst>
          </p:cNvPr>
          <p:cNvSpPr/>
          <p:nvPr/>
        </p:nvSpPr>
        <p:spPr>
          <a:xfrm>
            <a:off x="1776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a:t>
            </a:r>
            <a:r>
              <a:rPr lang="fr-FR" sz="1100" b="1" err="1">
                <a:solidFill>
                  <a:schemeClr val="bg1">
                    <a:lumMod val="50000"/>
                  </a:schemeClr>
                </a:solidFill>
                <a:latin typeface="Avenir LT Std 45 Book" panose="020B0502020203020204" pitchFamily="34" charset="0"/>
              </a:rPr>
              <a:t>moi-mëme</a:t>
            </a:r>
            <a:endParaRPr lang="fr-FR" sz="1100" b="1">
              <a:solidFill>
                <a:schemeClr val="bg1">
                  <a:lumMod val="50000"/>
                </a:schemeClr>
              </a:solidFill>
              <a:latin typeface="Avenir LT Std 45 Book" panose="020B0502020203020204" pitchFamily="34" charset="0"/>
            </a:endParaRPr>
          </a:p>
        </p:txBody>
      </p:sp>
      <p:sp>
        <p:nvSpPr>
          <p:cNvPr id="6" name="Flèche : chevron 8 - 2 - 1">
            <a:extLst>
              <a:ext uri="{FF2B5EF4-FFF2-40B4-BE49-F238E27FC236}">
                <a16:creationId xmlns:a16="http://schemas.microsoft.com/office/drawing/2014/main" id="{FB673D3D-5742-0580-66B2-0B39822FD6EC}"/>
              </a:ext>
            </a:extLst>
          </p:cNvPr>
          <p:cNvSpPr/>
          <p:nvPr/>
        </p:nvSpPr>
        <p:spPr>
          <a:xfrm>
            <a:off x="5244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des impacts humains</a:t>
            </a:r>
          </a:p>
        </p:txBody>
      </p:sp>
      <p:sp>
        <p:nvSpPr>
          <p:cNvPr id="7" name="Flèche : chevron 8 - 2 - 1">
            <a:extLst>
              <a:ext uri="{FF2B5EF4-FFF2-40B4-BE49-F238E27FC236}">
                <a16:creationId xmlns:a16="http://schemas.microsoft.com/office/drawing/2014/main" id="{44079110-4E8D-9138-0CC6-0DF29C905994}"/>
              </a:ext>
            </a:extLst>
          </p:cNvPr>
          <p:cNvSpPr/>
          <p:nvPr/>
        </p:nvSpPr>
        <p:spPr>
          <a:xfrm>
            <a:off x="636000" y="21771"/>
            <a:ext cx="115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Cas d’usage</a:t>
            </a:r>
          </a:p>
        </p:txBody>
      </p:sp>
      <p:sp>
        <p:nvSpPr>
          <p:cNvPr id="9" name="Flèche : chevron 8 - 2 - 1">
            <a:extLst>
              <a:ext uri="{FF2B5EF4-FFF2-40B4-BE49-F238E27FC236}">
                <a16:creationId xmlns:a16="http://schemas.microsoft.com/office/drawing/2014/main" id="{A8B521DB-83A0-C785-4BB9-39A71D52A800}"/>
              </a:ext>
            </a:extLst>
          </p:cNvPr>
          <p:cNvSpPr/>
          <p:nvPr/>
        </p:nvSpPr>
        <p:spPr>
          <a:xfrm>
            <a:off x="3456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pour moi-même</a:t>
            </a:r>
          </a:p>
        </p:txBody>
      </p:sp>
      <p:sp>
        <p:nvSpPr>
          <p:cNvPr id="10" name="Flèche : pentagone 3">
            <a:extLst>
              <a:ext uri="{FF2B5EF4-FFF2-40B4-BE49-F238E27FC236}">
                <a16:creationId xmlns:a16="http://schemas.microsoft.com/office/drawing/2014/main" id="{76EA40DE-4E30-A386-23E9-BB1857B6FDED}"/>
              </a:ext>
            </a:extLst>
          </p:cNvPr>
          <p:cNvSpPr/>
          <p:nvPr/>
        </p:nvSpPr>
        <p:spPr>
          <a:xfrm>
            <a:off x="0" y="21771"/>
            <a:ext cx="648000" cy="288000"/>
          </a:xfrm>
          <a:prstGeom prst="homePlate">
            <a:avLst>
              <a:gd name="adj" fmla="val 26503"/>
            </a:avLst>
          </a:prstGeom>
          <a:solidFill>
            <a:srgbClr val="A1D6CA"/>
          </a:solidFill>
          <a:ln w="28575">
            <a:solidFill>
              <a:srgbClr val="A1D6CA"/>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rgbClr val="154734"/>
                </a:solidFill>
                <a:latin typeface="Avenir LT Std 45 Book" panose="020B0502020203020204" pitchFamily="34" charset="0"/>
              </a:rPr>
              <a:t>Accueil</a:t>
            </a:r>
          </a:p>
        </p:txBody>
      </p:sp>
      <p:sp>
        <p:nvSpPr>
          <p:cNvPr id="11" name="Flèche : chevron 8 - 2 - 1">
            <a:extLst>
              <a:ext uri="{FF2B5EF4-FFF2-40B4-BE49-F238E27FC236}">
                <a16:creationId xmlns:a16="http://schemas.microsoft.com/office/drawing/2014/main" id="{4A22B9F5-2E02-A9A7-74C1-AF4D995D72BD}"/>
              </a:ext>
            </a:extLst>
          </p:cNvPr>
          <p:cNvSpPr/>
          <p:nvPr/>
        </p:nvSpPr>
        <p:spPr>
          <a:xfrm>
            <a:off x="8712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a:t>
            </a:r>
            <a:br>
              <a:rPr lang="fr-FR" sz="1100" b="1">
                <a:solidFill>
                  <a:schemeClr val="bg1">
                    <a:lumMod val="50000"/>
                  </a:schemeClr>
                </a:solidFill>
                <a:latin typeface="Avenir LT Std 45 Book" panose="020B0502020203020204" pitchFamily="34" charset="0"/>
              </a:rPr>
            </a:br>
            <a:r>
              <a:rPr lang="fr-FR" sz="1100" b="1">
                <a:solidFill>
                  <a:schemeClr val="bg1">
                    <a:lumMod val="50000"/>
                  </a:schemeClr>
                </a:solidFill>
                <a:latin typeface="Avenir LT Std 45 Book" panose="020B0502020203020204" pitchFamily="34" charset="0"/>
              </a:rPr>
              <a:t>préparer le collectif</a:t>
            </a:r>
          </a:p>
        </p:txBody>
      </p:sp>
      <p:sp>
        <p:nvSpPr>
          <p:cNvPr id="12" name="Flèche : chevron 8 - 2 - 1">
            <a:extLst>
              <a:ext uri="{FF2B5EF4-FFF2-40B4-BE49-F238E27FC236}">
                <a16:creationId xmlns:a16="http://schemas.microsoft.com/office/drawing/2014/main" id="{2D57FD44-7306-6C61-C3CF-68115618BA98}"/>
              </a:ext>
            </a:extLst>
          </p:cNvPr>
          <p:cNvSpPr/>
          <p:nvPr/>
        </p:nvSpPr>
        <p:spPr>
          <a:xfrm>
            <a:off x="10392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préparation collectif</a:t>
            </a:r>
          </a:p>
        </p:txBody>
      </p:sp>
      <p:sp>
        <p:nvSpPr>
          <p:cNvPr id="14" name="Rectangle : coins arrondis 13">
            <a:extLst>
              <a:ext uri="{FF2B5EF4-FFF2-40B4-BE49-F238E27FC236}">
                <a16:creationId xmlns:a16="http://schemas.microsoft.com/office/drawing/2014/main" id="{04814B51-C6E8-E279-6360-056D267A6964}"/>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DC582A"/>
                </a:solidFill>
              </a:rPr>
              <a:t>PROTOTYPE</a:t>
            </a:r>
          </a:p>
        </p:txBody>
      </p:sp>
      <p:sp>
        <p:nvSpPr>
          <p:cNvPr id="24" name="Rectangle 23">
            <a:extLst>
              <a:ext uri="{FF2B5EF4-FFF2-40B4-BE49-F238E27FC236}">
                <a16:creationId xmlns:a16="http://schemas.microsoft.com/office/drawing/2014/main" id="{42833340-D212-9841-204E-B6F35C01F02A}"/>
              </a:ext>
            </a:extLst>
          </p:cNvPr>
          <p:cNvSpPr/>
          <p:nvPr>
            <p:custDataLst>
              <p:tags r:id="rId1"/>
            </p:custDataLst>
          </p:nvPr>
        </p:nvSpPr>
        <p:spPr>
          <a:xfrm>
            <a:off x="5014573" y="5173175"/>
            <a:ext cx="1759797" cy="541056"/>
          </a:xfrm>
          <a:prstGeom prst="rect">
            <a:avLst/>
          </a:prstGeom>
          <a:solidFill>
            <a:srgbClr val="FFFF8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rmAutofit fontScale="85000" lnSpcReduction="20000"/>
          </a:bodyPr>
          <a:lstStyle/>
          <a:p>
            <a:r>
              <a:rPr lang="fr-FR" sz="1400">
                <a:solidFill>
                  <a:schemeClr val="tx1"/>
                </a:solidFill>
              </a:rPr>
              <a:t>Lien vers checklist 1.2</a:t>
            </a:r>
          </a:p>
          <a:p>
            <a:r>
              <a:rPr lang="fr-FR" sz="1400">
                <a:solidFill>
                  <a:schemeClr val="tx1"/>
                </a:solidFill>
                <a:sym typeface="Wingdings" panose="05000000000000000000" pitchFamily="2" charset="2"/>
              </a:rPr>
              <a:t> Uniquement vers l’outil</a:t>
            </a:r>
            <a:endParaRPr lang="fr-FR" sz="1400">
              <a:solidFill>
                <a:schemeClr val="tx1"/>
              </a:solidFill>
            </a:endParaRPr>
          </a:p>
        </p:txBody>
      </p:sp>
    </p:spTree>
    <p:extLst>
      <p:ext uri="{BB962C8B-B14F-4D97-AF65-F5344CB8AC3E}">
        <p14:creationId xmlns:p14="http://schemas.microsoft.com/office/powerpoint/2010/main" val="40623903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C41B0-A0C2-4F52-0E8A-5F8CF4E9B32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7EAC527-5106-3F7F-4880-D835C7348DB1}"/>
              </a:ext>
            </a:extLst>
          </p:cNvPr>
          <p:cNvSpPr/>
          <p:nvPr/>
        </p:nvSpPr>
        <p:spPr>
          <a:xfrm>
            <a:off x="378518" y="738719"/>
            <a:ext cx="11249049" cy="2115463"/>
          </a:xfrm>
          <a:prstGeom prst="rect">
            <a:avLst/>
          </a:prstGeom>
          <a:solidFill>
            <a:srgbClr val="A1D6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sp>
        <p:nvSpPr>
          <p:cNvPr id="2" name="Rectangle 1">
            <a:extLst>
              <a:ext uri="{FF2B5EF4-FFF2-40B4-BE49-F238E27FC236}">
                <a16:creationId xmlns:a16="http://schemas.microsoft.com/office/drawing/2014/main" id="{B2FAF17E-53C2-CCED-147C-1F98A0C48DCA}"/>
              </a:ext>
            </a:extLst>
          </p:cNvPr>
          <p:cNvSpPr/>
          <p:nvPr/>
        </p:nvSpPr>
        <p:spPr>
          <a:xfrm>
            <a:off x="6425065" y="3038568"/>
            <a:ext cx="5202502" cy="2520000"/>
          </a:xfrm>
          <a:prstGeom prst="rect">
            <a:avLst/>
          </a:prstGeom>
          <a:solidFill>
            <a:srgbClr val="59B7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sp>
        <p:nvSpPr>
          <p:cNvPr id="12" name="Rectangle 11">
            <a:extLst>
              <a:ext uri="{FF2B5EF4-FFF2-40B4-BE49-F238E27FC236}">
                <a16:creationId xmlns:a16="http://schemas.microsoft.com/office/drawing/2014/main" id="{7D36CAD6-C899-FCF7-FD68-824E873E4900}"/>
              </a:ext>
            </a:extLst>
          </p:cNvPr>
          <p:cNvSpPr/>
          <p:nvPr/>
        </p:nvSpPr>
        <p:spPr>
          <a:xfrm>
            <a:off x="378519" y="3038568"/>
            <a:ext cx="5365055" cy="2520000"/>
          </a:xfrm>
          <a:prstGeom prst="rect">
            <a:avLst/>
          </a:prstGeom>
          <a:solidFill>
            <a:srgbClr val="59B7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sp>
        <p:nvSpPr>
          <p:cNvPr id="41" name="Rectangle 40">
            <a:hlinkClick r:id="rId3" action="ppaction://hlinksldjump"/>
            <a:extLst>
              <a:ext uri="{FF2B5EF4-FFF2-40B4-BE49-F238E27FC236}">
                <a16:creationId xmlns:a16="http://schemas.microsoft.com/office/drawing/2014/main" id="{CDED15A1-043D-DEC5-6081-4D32915BCBD4}"/>
              </a:ext>
            </a:extLst>
          </p:cNvPr>
          <p:cNvSpPr/>
          <p:nvPr/>
        </p:nvSpPr>
        <p:spPr>
          <a:xfrm>
            <a:off x="2759228" y="872706"/>
            <a:ext cx="5964772" cy="822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spcBef>
                <a:spcPts val="600"/>
              </a:spcBef>
              <a:defRPr/>
            </a:pPr>
            <a:r>
              <a:rPr lang="fr-FR" sz="1400" b="1" i="1">
                <a:solidFill>
                  <a:schemeClr val="bg1"/>
                </a:solidFill>
                <a:latin typeface="Avenir LT Std 55 Roman" panose="020B0503020203020204" pitchFamily="34" charset="0"/>
              </a:rPr>
              <a:t>La check-list pour moi-même : </a:t>
            </a:r>
          </a:p>
          <a:p>
            <a:pPr lvl="0" algn="ctr">
              <a:spcBef>
                <a:spcPts val="600"/>
              </a:spcBef>
              <a:defRPr/>
            </a:pPr>
            <a:r>
              <a:rPr lang="fr-FR" sz="1400" b="1">
                <a:solidFill>
                  <a:schemeClr val="bg1"/>
                </a:solidFill>
                <a:latin typeface="Avenir LT Std 55 Roman" panose="020B0503020203020204" pitchFamily="34" charset="0"/>
              </a:rPr>
              <a:t>QUELLES ACTIONS À MENER POUR MOI AU TITRE DE MES FONCTIONS ?</a:t>
            </a:r>
          </a:p>
        </p:txBody>
      </p:sp>
      <p:pic>
        <p:nvPicPr>
          <p:cNvPr id="38" name="Image 37">
            <a:hlinkClick r:id="rId3" action="ppaction://hlinksldjump"/>
            <a:extLst>
              <a:ext uri="{FF2B5EF4-FFF2-40B4-BE49-F238E27FC236}">
                <a16:creationId xmlns:a16="http://schemas.microsoft.com/office/drawing/2014/main" id="{75AACCC4-079A-860E-A6F6-3DA660D40F3F}"/>
              </a:ext>
            </a:extLst>
          </p:cNvPr>
          <p:cNvPicPr>
            <a:picLocks noChangeAspect="1"/>
          </p:cNvPicPr>
          <p:nvPr/>
        </p:nvPicPr>
        <p:blipFill>
          <a:blip r:embed="rId4"/>
          <a:stretch>
            <a:fillRect/>
          </a:stretch>
        </p:blipFill>
        <p:spPr>
          <a:xfrm>
            <a:off x="5320954" y="1742073"/>
            <a:ext cx="841321" cy="841321"/>
          </a:xfrm>
          <a:prstGeom prst="rect">
            <a:avLst/>
          </a:prstGeom>
        </p:spPr>
      </p:pic>
      <p:grpSp>
        <p:nvGrpSpPr>
          <p:cNvPr id="16" name="Groupe 15">
            <a:extLst>
              <a:ext uri="{FF2B5EF4-FFF2-40B4-BE49-F238E27FC236}">
                <a16:creationId xmlns:a16="http://schemas.microsoft.com/office/drawing/2014/main" id="{E1F15B95-EAF9-3B20-D05C-F9EEF7C9E6E9}"/>
              </a:ext>
            </a:extLst>
          </p:cNvPr>
          <p:cNvGrpSpPr>
            <a:grpSpLocks noChangeAspect="1"/>
          </p:cNvGrpSpPr>
          <p:nvPr/>
        </p:nvGrpSpPr>
        <p:grpSpPr>
          <a:xfrm>
            <a:off x="11001871" y="6336764"/>
            <a:ext cx="1082632" cy="444130"/>
            <a:chOff x="5810" y="1578917"/>
            <a:chExt cx="559801" cy="229645"/>
          </a:xfrm>
        </p:grpSpPr>
        <p:sp>
          <p:nvSpPr>
            <p:cNvPr id="17" name="Rectangle : coins arrondis 16">
              <a:hlinkClick r:id="rId5" action="ppaction://hlinksldjump"/>
              <a:extLst>
                <a:ext uri="{FF2B5EF4-FFF2-40B4-BE49-F238E27FC236}">
                  <a16:creationId xmlns:a16="http://schemas.microsoft.com/office/drawing/2014/main" id="{8BF54C2E-03DA-14F4-DFDA-86A0A62A84DD}"/>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hlinkClick r:id="rId5"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ndParaRPr>
            </a:p>
          </p:txBody>
        </p:sp>
        <p:pic>
          <p:nvPicPr>
            <p:cNvPr id="18" name="Graphique 17" descr="Retour avec un remplissage uni">
              <a:hlinkClick r:id="rId5" action="ppaction://hlinksldjump"/>
              <a:extLst>
                <a:ext uri="{FF2B5EF4-FFF2-40B4-BE49-F238E27FC236}">
                  <a16:creationId xmlns:a16="http://schemas.microsoft.com/office/drawing/2014/main" id="{B8ACDF71-E31D-8B7F-5BAE-B7749676628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9060" y="1578917"/>
              <a:ext cx="229645" cy="229645"/>
            </a:xfrm>
            <a:prstGeom prst="rect">
              <a:avLst/>
            </a:prstGeom>
          </p:spPr>
        </p:pic>
      </p:grpSp>
      <p:grpSp>
        <p:nvGrpSpPr>
          <p:cNvPr id="33" name="Groupe 32">
            <a:extLst>
              <a:ext uri="{FF2B5EF4-FFF2-40B4-BE49-F238E27FC236}">
                <a16:creationId xmlns:a16="http://schemas.microsoft.com/office/drawing/2014/main" id="{1E270579-EBCA-E7B7-4D8C-301617354228}"/>
              </a:ext>
            </a:extLst>
          </p:cNvPr>
          <p:cNvGrpSpPr/>
          <p:nvPr/>
        </p:nvGrpSpPr>
        <p:grpSpPr>
          <a:xfrm>
            <a:off x="564433" y="3405378"/>
            <a:ext cx="4860000" cy="1786381"/>
            <a:chOff x="564433" y="3501498"/>
            <a:chExt cx="4860000" cy="1786381"/>
          </a:xfrm>
        </p:grpSpPr>
        <p:sp>
          <p:nvSpPr>
            <p:cNvPr id="107" name="Rectangle 106">
              <a:hlinkClick r:id="rId7" action="ppaction://hlinksldjump"/>
              <a:extLst>
                <a:ext uri="{FF2B5EF4-FFF2-40B4-BE49-F238E27FC236}">
                  <a16:creationId xmlns:a16="http://schemas.microsoft.com/office/drawing/2014/main" id="{F8D7DCD0-8265-C6D4-F274-1147D42DC4D7}"/>
                </a:ext>
              </a:extLst>
            </p:cNvPr>
            <p:cNvSpPr/>
            <p:nvPr/>
          </p:nvSpPr>
          <p:spPr>
            <a:xfrm>
              <a:off x="564433" y="3501498"/>
              <a:ext cx="4860000" cy="822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spcBef>
                  <a:spcPts val="600"/>
                </a:spcBef>
                <a:defRPr/>
              </a:pPr>
              <a:r>
                <a:rPr lang="fr-FR" sz="1400" b="1">
                  <a:solidFill>
                    <a:schemeClr val="bg1"/>
                  </a:solidFill>
                  <a:latin typeface="Avenir LT Std 55 Roman" panose="020B0503020203020204" pitchFamily="34" charset="0"/>
                </a:rPr>
                <a:t>COMMENT IDENTIFIER LES IMPACTS HUMAINS DU PROJET ?</a:t>
              </a:r>
            </a:p>
          </p:txBody>
        </p:sp>
        <p:pic>
          <p:nvPicPr>
            <p:cNvPr id="10" name="Image 9">
              <a:hlinkClick r:id="rId7" action="ppaction://hlinksldjump"/>
              <a:extLst>
                <a:ext uri="{FF2B5EF4-FFF2-40B4-BE49-F238E27FC236}">
                  <a16:creationId xmlns:a16="http://schemas.microsoft.com/office/drawing/2014/main" id="{8D7892B1-6539-6234-63A4-8586E68ED042}"/>
                </a:ext>
              </a:extLst>
            </p:cNvPr>
            <p:cNvPicPr>
              <a:picLocks noChangeAspect="1"/>
            </p:cNvPicPr>
            <p:nvPr/>
          </p:nvPicPr>
          <p:blipFill>
            <a:blip r:embed="rId8"/>
            <a:stretch>
              <a:fillRect/>
            </a:stretch>
          </p:blipFill>
          <p:spPr>
            <a:xfrm>
              <a:off x="2572341" y="4399517"/>
              <a:ext cx="841321" cy="841321"/>
            </a:xfrm>
            <a:prstGeom prst="rect">
              <a:avLst/>
            </a:prstGeom>
          </p:spPr>
        </p:pic>
        <p:sp>
          <p:nvSpPr>
            <p:cNvPr id="22" name="Forme libre : forme 21">
              <a:hlinkClick r:id="rId7" action="ppaction://hlinksldjump"/>
              <a:extLst>
                <a:ext uri="{FF2B5EF4-FFF2-40B4-BE49-F238E27FC236}">
                  <a16:creationId xmlns:a16="http://schemas.microsoft.com/office/drawing/2014/main" id="{61E1F4B8-AAB2-C52D-66B7-031E079EDCD0}"/>
                </a:ext>
              </a:extLst>
            </p:cNvPr>
            <p:cNvSpPr>
              <a:spLocks noChangeAspect="1"/>
            </p:cNvSpPr>
            <p:nvPr/>
          </p:nvSpPr>
          <p:spPr>
            <a:xfrm rot="18678108">
              <a:off x="3381874" y="4839270"/>
              <a:ext cx="360000" cy="537218"/>
            </a:xfrm>
            <a:custGeom>
              <a:avLst/>
              <a:gdLst>
                <a:gd name="csX0" fmla="*/ 238034 w 599990"/>
                <a:gd name="csY0" fmla="*/ -952 h 895350"/>
                <a:gd name="csX1" fmla="*/ 218984 w 599990"/>
                <a:gd name="csY1" fmla="*/ 18098 h 895350"/>
                <a:gd name="csX2" fmla="*/ 218984 w 599990"/>
                <a:gd name="csY2" fmla="*/ 132398 h 895350"/>
                <a:gd name="csX3" fmla="*/ 238034 w 599990"/>
                <a:gd name="csY3" fmla="*/ 151448 h 895350"/>
                <a:gd name="csX4" fmla="*/ 257084 w 599990"/>
                <a:gd name="csY4" fmla="*/ 132398 h 895350"/>
                <a:gd name="csX5" fmla="*/ 257084 w 599990"/>
                <a:gd name="csY5" fmla="*/ 18098 h 895350"/>
                <a:gd name="csX6" fmla="*/ 238034 w 599990"/>
                <a:gd name="csY6" fmla="*/ -952 h 895350"/>
                <a:gd name="csX7" fmla="*/ 458300 w 599990"/>
                <a:gd name="csY7" fmla="*/ 122873 h 895350"/>
                <a:gd name="csX8" fmla="*/ 447584 w 599990"/>
                <a:gd name="csY8" fmla="*/ 125551 h 895350"/>
                <a:gd name="csX9" fmla="*/ 348465 w 599990"/>
                <a:gd name="csY9" fmla="*/ 182701 h 895350"/>
                <a:gd name="csX10" fmla="*/ 341619 w 599990"/>
                <a:gd name="csY10" fmla="*/ 208598 h 895350"/>
                <a:gd name="csX11" fmla="*/ 367515 w 599990"/>
                <a:gd name="csY11" fmla="*/ 215444 h 895350"/>
                <a:gd name="csX12" fmla="*/ 466634 w 599990"/>
                <a:gd name="csY12" fmla="*/ 158294 h 895350"/>
                <a:gd name="csX13" fmla="*/ 473481 w 599990"/>
                <a:gd name="csY13" fmla="*/ 132398 h 895350"/>
                <a:gd name="csX14" fmla="*/ 458300 w 599990"/>
                <a:gd name="csY14" fmla="*/ 122873 h 895350"/>
                <a:gd name="csX15" fmla="*/ 16875 w 599990"/>
                <a:gd name="csY15" fmla="*/ 123168 h 895350"/>
                <a:gd name="csX16" fmla="*/ 2588 w 599990"/>
                <a:gd name="csY16" fmla="*/ 132396 h 895350"/>
                <a:gd name="csX17" fmla="*/ 9434 w 599990"/>
                <a:gd name="csY17" fmla="*/ 158293 h 895350"/>
                <a:gd name="csX18" fmla="*/ 108553 w 599990"/>
                <a:gd name="csY18" fmla="*/ 215443 h 895350"/>
                <a:gd name="csX19" fmla="*/ 134450 w 599990"/>
                <a:gd name="csY19" fmla="*/ 208596 h 895350"/>
                <a:gd name="csX20" fmla="*/ 127603 w 599990"/>
                <a:gd name="csY20" fmla="*/ 182699 h 895350"/>
                <a:gd name="csX21" fmla="*/ 28484 w 599990"/>
                <a:gd name="csY21" fmla="*/ 125549 h 895350"/>
                <a:gd name="csX22" fmla="*/ 16875 w 599990"/>
                <a:gd name="csY22" fmla="*/ 123168 h 895350"/>
                <a:gd name="csX23" fmla="*/ 238034 w 599990"/>
                <a:gd name="csY23" fmla="*/ 189548 h 895350"/>
                <a:gd name="csX24" fmla="*/ 161834 w 599990"/>
                <a:gd name="csY24" fmla="*/ 265748 h 895350"/>
                <a:gd name="csX25" fmla="*/ 161834 w 599990"/>
                <a:gd name="csY25" fmla="*/ 508932 h 895350"/>
                <a:gd name="csX26" fmla="*/ 102303 w 599990"/>
                <a:gd name="csY26" fmla="*/ 449104 h 895350"/>
                <a:gd name="csX27" fmla="*/ 11815 w 599990"/>
                <a:gd name="csY27" fmla="*/ 501788 h 895350"/>
                <a:gd name="csX28" fmla="*/ 20150 w 599990"/>
                <a:gd name="csY28" fmla="*/ 567869 h 895350"/>
                <a:gd name="csX29" fmla="*/ 204697 w 599990"/>
                <a:gd name="csY29" fmla="*/ 887849 h 895350"/>
                <a:gd name="csX30" fmla="*/ 218984 w 599990"/>
                <a:gd name="csY30" fmla="*/ 894398 h 895350"/>
                <a:gd name="csX31" fmla="*/ 476159 w 599990"/>
                <a:gd name="csY31" fmla="*/ 894398 h 895350"/>
                <a:gd name="csX32" fmla="*/ 487470 w 599990"/>
                <a:gd name="csY32" fmla="*/ 890529 h 895350"/>
                <a:gd name="csX33" fmla="*/ 555336 w 599990"/>
                <a:gd name="csY33" fmla="*/ 794385 h 895350"/>
                <a:gd name="csX34" fmla="*/ 594925 w 599990"/>
                <a:gd name="csY34" fmla="*/ 658654 h 895350"/>
                <a:gd name="csX35" fmla="*/ 591947 w 599990"/>
                <a:gd name="csY35" fmla="*/ 529471 h 895350"/>
                <a:gd name="csX36" fmla="*/ 516343 w 599990"/>
                <a:gd name="csY36" fmla="*/ 456248 h 895350"/>
                <a:gd name="csX37" fmla="*/ 488959 w 599990"/>
                <a:gd name="csY37" fmla="*/ 458926 h 895350"/>
                <a:gd name="csX38" fmla="*/ 468718 w 599990"/>
                <a:gd name="csY38" fmla="*/ 431245 h 895350"/>
                <a:gd name="csX39" fmla="*/ 428237 w 599990"/>
                <a:gd name="csY39" fmla="*/ 418148 h 895350"/>
                <a:gd name="csX40" fmla="*/ 397578 w 599990"/>
                <a:gd name="csY40" fmla="*/ 428863 h 895350"/>
                <a:gd name="csX41" fmla="*/ 383886 w 599990"/>
                <a:gd name="csY41" fmla="*/ 412195 h 895350"/>
                <a:gd name="csX42" fmla="*/ 342809 w 599990"/>
                <a:gd name="csY42" fmla="*/ 399098 h 895350"/>
                <a:gd name="csX43" fmla="*/ 314234 w 599990"/>
                <a:gd name="csY43" fmla="*/ 405646 h 895350"/>
                <a:gd name="csX44" fmla="*/ 314234 w 599990"/>
                <a:gd name="csY44" fmla="*/ 265748 h 895350"/>
                <a:gd name="csX45" fmla="*/ 238034 w 599990"/>
                <a:gd name="csY45" fmla="*/ 189548 h 895350"/>
                <a:gd name="csX46" fmla="*/ 238034 w 599990"/>
                <a:gd name="csY46" fmla="*/ 227648 h 895350"/>
                <a:gd name="csX47" fmla="*/ 276134 w 599990"/>
                <a:gd name="csY47" fmla="*/ 265748 h 895350"/>
                <a:gd name="csX48" fmla="*/ 276134 w 599990"/>
                <a:gd name="csY48" fmla="*/ 446723 h 895350"/>
                <a:gd name="csX49" fmla="*/ 291017 w 599990"/>
                <a:gd name="csY49" fmla="*/ 465476 h 895350"/>
                <a:gd name="csX50" fmla="*/ 312448 w 599990"/>
                <a:gd name="csY50" fmla="*/ 455057 h 895350"/>
                <a:gd name="csX51" fmla="*/ 342809 w 599990"/>
                <a:gd name="csY51" fmla="*/ 437198 h 895350"/>
                <a:gd name="csX52" fmla="*/ 361562 w 599990"/>
                <a:gd name="csY52" fmla="*/ 443151 h 895350"/>
                <a:gd name="csX53" fmla="*/ 371384 w 599990"/>
                <a:gd name="csY53" fmla="*/ 465773 h 895350"/>
                <a:gd name="csX54" fmla="*/ 385969 w 599990"/>
                <a:gd name="csY54" fmla="*/ 484227 h 895350"/>
                <a:gd name="csX55" fmla="*/ 407400 w 599990"/>
                <a:gd name="csY55" fmla="*/ 474404 h 895350"/>
                <a:gd name="csX56" fmla="*/ 428831 w 599990"/>
                <a:gd name="csY56" fmla="*/ 456248 h 895350"/>
                <a:gd name="csX57" fmla="*/ 446691 w 599990"/>
                <a:gd name="csY57" fmla="*/ 462201 h 895350"/>
                <a:gd name="csX58" fmla="*/ 457109 w 599990"/>
                <a:gd name="csY58" fmla="*/ 484823 h 895350"/>
                <a:gd name="csX59" fmla="*/ 468420 w 599990"/>
                <a:gd name="csY59" fmla="*/ 502385 h 895350"/>
                <a:gd name="csX60" fmla="*/ 489256 w 599990"/>
                <a:gd name="csY60" fmla="*/ 498813 h 895350"/>
                <a:gd name="csX61" fmla="*/ 512771 w 599990"/>
                <a:gd name="csY61" fmla="*/ 494348 h 895350"/>
                <a:gd name="csX62" fmla="*/ 555336 w 599990"/>
                <a:gd name="csY62" fmla="*/ 539888 h 895350"/>
                <a:gd name="csX63" fmla="*/ 557122 w 599990"/>
                <a:gd name="csY63" fmla="*/ 652701 h 895350"/>
                <a:gd name="csX64" fmla="*/ 520510 w 599990"/>
                <a:gd name="csY64" fmla="*/ 778907 h 895350"/>
                <a:gd name="csX65" fmla="*/ 468420 w 599990"/>
                <a:gd name="csY65" fmla="*/ 856298 h 895350"/>
                <a:gd name="csX66" fmla="*/ 228212 w 599990"/>
                <a:gd name="csY66" fmla="*/ 856298 h 895350"/>
                <a:gd name="csX67" fmla="*/ 55869 w 599990"/>
                <a:gd name="csY67" fmla="*/ 554176 h 895350"/>
                <a:gd name="csX68" fmla="*/ 48428 w 599990"/>
                <a:gd name="csY68" fmla="*/ 511910 h 895350"/>
                <a:gd name="csX69" fmla="*/ 92183 w 599990"/>
                <a:gd name="csY69" fmla="*/ 485716 h 895350"/>
                <a:gd name="csX70" fmla="*/ 126115 w 599990"/>
                <a:gd name="csY70" fmla="*/ 522327 h 895350"/>
                <a:gd name="csX71" fmla="*/ 163918 w 599990"/>
                <a:gd name="csY71" fmla="*/ 598229 h 895350"/>
                <a:gd name="csX72" fmla="*/ 185350 w 599990"/>
                <a:gd name="csY72" fmla="*/ 608052 h 895350"/>
                <a:gd name="csX73" fmla="*/ 199934 w 599990"/>
                <a:gd name="csY73" fmla="*/ 589598 h 895350"/>
                <a:gd name="csX74" fmla="*/ 199934 w 599990"/>
                <a:gd name="csY74" fmla="*/ 265748 h 895350"/>
                <a:gd name="csX75" fmla="*/ 238034 w 599990"/>
                <a:gd name="csY75" fmla="*/ 227648 h 895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599990" h="895350">
                  <a:moveTo>
                    <a:pt x="238034" y="-952"/>
                  </a:moveTo>
                  <a:cubicBezTo>
                    <a:pt x="227513" y="-952"/>
                    <a:pt x="218984" y="7576"/>
                    <a:pt x="218984" y="18098"/>
                  </a:cubicBezTo>
                  <a:lnTo>
                    <a:pt x="218984" y="132398"/>
                  </a:lnTo>
                  <a:cubicBezTo>
                    <a:pt x="218984" y="142919"/>
                    <a:pt x="227513" y="151448"/>
                    <a:pt x="238034" y="151448"/>
                  </a:cubicBezTo>
                  <a:cubicBezTo>
                    <a:pt x="248556" y="151448"/>
                    <a:pt x="257084" y="142919"/>
                    <a:pt x="257084" y="132398"/>
                  </a:cubicBezTo>
                  <a:lnTo>
                    <a:pt x="257084" y="18098"/>
                  </a:lnTo>
                  <a:cubicBezTo>
                    <a:pt x="257084" y="7576"/>
                    <a:pt x="248556" y="-952"/>
                    <a:pt x="238034" y="-952"/>
                  </a:cubicBezTo>
                  <a:close/>
                  <a:moveTo>
                    <a:pt x="458300" y="122873"/>
                  </a:moveTo>
                  <a:cubicBezTo>
                    <a:pt x="454885" y="122777"/>
                    <a:pt x="451301" y="123711"/>
                    <a:pt x="447584" y="125551"/>
                  </a:cubicBezTo>
                  <a:lnTo>
                    <a:pt x="348465" y="182701"/>
                  </a:lnTo>
                  <a:cubicBezTo>
                    <a:pt x="339354" y="187963"/>
                    <a:pt x="336358" y="199486"/>
                    <a:pt x="341619" y="208598"/>
                  </a:cubicBezTo>
                  <a:cubicBezTo>
                    <a:pt x="346879" y="217709"/>
                    <a:pt x="358403" y="220704"/>
                    <a:pt x="367515" y="215444"/>
                  </a:cubicBezTo>
                  <a:lnTo>
                    <a:pt x="466634" y="158294"/>
                  </a:lnTo>
                  <a:cubicBezTo>
                    <a:pt x="475747" y="153032"/>
                    <a:pt x="478741" y="141509"/>
                    <a:pt x="473481" y="132398"/>
                  </a:cubicBezTo>
                  <a:cubicBezTo>
                    <a:pt x="469177" y="125970"/>
                    <a:pt x="463991" y="123010"/>
                    <a:pt x="458300" y="122873"/>
                  </a:cubicBezTo>
                  <a:close/>
                  <a:moveTo>
                    <a:pt x="16875" y="123168"/>
                  </a:moveTo>
                  <a:cubicBezTo>
                    <a:pt x="10985" y="123778"/>
                    <a:pt x="6126" y="127277"/>
                    <a:pt x="2588" y="132396"/>
                  </a:cubicBezTo>
                  <a:cubicBezTo>
                    <a:pt x="-2672" y="141508"/>
                    <a:pt x="322" y="153030"/>
                    <a:pt x="9434" y="158293"/>
                  </a:cubicBezTo>
                  <a:lnTo>
                    <a:pt x="108553" y="215443"/>
                  </a:lnTo>
                  <a:cubicBezTo>
                    <a:pt x="117665" y="220702"/>
                    <a:pt x="129189" y="217708"/>
                    <a:pt x="134450" y="208596"/>
                  </a:cubicBezTo>
                  <a:cubicBezTo>
                    <a:pt x="139710" y="199484"/>
                    <a:pt x="136716" y="187961"/>
                    <a:pt x="127603" y="182699"/>
                  </a:cubicBezTo>
                  <a:lnTo>
                    <a:pt x="28484" y="125549"/>
                  </a:lnTo>
                  <a:cubicBezTo>
                    <a:pt x="24376" y="123399"/>
                    <a:pt x="20410" y="122805"/>
                    <a:pt x="16875" y="123168"/>
                  </a:cubicBezTo>
                  <a:close/>
                  <a:moveTo>
                    <a:pt x="238034" y="189548"/>
                  </a:moveTo>
                  <a:cubicBezTo>
                    <a:pt x="196149" y="189548"/>
                    <a:pt x="161834" y="223862"/>
                    <a:pt x="161834" y="265748"/>
                  </a:cubicBezTo>
                  <a:lnTo>
                    <a:pt x="161834" y="508932"/>
                  </a:lnTo>
                  <a:cubicBezTo>
                    <a:pt x="150037" y="483432"/>
                    <a:pt x="128865" y="455869"/>
                    <a:pt x="102303" y="449104"/>
                  </a:cubicBezTo>
                  <a:cubicBezTo>
                    <a:pt x="66164" y="439292"/>
                    <a:pt x="21897" y="468203"/>
                    <a:pt x="11815" y="501788"/>
                  </a:cubicBezTo>
                  <a:cubicBezTo>
                    <a:pt x="6677" y="520510"/>
                    <a:pt x="10027" y="541814"/>
                    <a:pt x="20150" y="567869"/>
                  </a:cubicBezTo>
                  <a:cubicBezTo>
                    <a:pt x="69636" y="686864"/>
                    <a:pt x="130566" y="801107"/>
                    <a:pt x="204697" y="887849"/>
                  </a:cubicBezTo>
                  <a:cubicBezTo>
                    <a:pt x="208241" y="891925"/>
                    <a:pt x="213584" y="894373"/>
                    <a:pt x="218984" y="894398"/>
                  </a:cubicBezTo>
                  <a:lnTo>
                    <a:pt x="476159" y="894398"/>
                  </a:lnTo>
                  <a:cubicBezTo>
                    <a:pt x="480212" y="894398"/>
                    <a:pt x="484240" y="892978"/>
                    <a:pt x="487470" y="890529"/>
                  </a:cubicBezTo>
                  <a:cubicBezTo>
                    <a:pt x="514890" y="870215"/>
                    <a:pt x="536990" y="835614"/>
                    <a:pt x="555336" y="794385"/>
                  </a:cubicBezTo>
                  <a:cubicBezTo>
                    <a:pt x="573682" y="753156"/>
                    <a:pt x="587726" y="705329"/>
                    <a:pt x="594925" y="658654"/>
                  </a:cubicBezTo>
                  <a:cubicBezTo>
                    <a:pt x="602125" y="611979"/>
                    <a:pt x="602095" y="568272"/>
                    <a:pt x="591947" y="529471"/>
                  </a:cubicBezTo>
                  <a:cubicBezTo>
                    <a:pt x="582153" y="492024"/>
                    <a:pt x="555734" y="460859"/>
                    <a:pt x="516343" y="456248"/>
                  </a:cubicBezTo>
                  <a:cubicBezTo>
                    <a:pt x="507058" y="456248"/>
                    <a:pt x="497252" y="457019"/>
                    <a:pt x="488959" y="458926"/>
                  </a:cubicBezTo>
                  <a:cubicBezTo>
                    <a:pt x="484073" y="447244"/>
                    <a:pt x="477224" y="437281"/>
                    <a:pt x="468718" y="431245"/>
                  </a:cubicBezTo>
                  <a:cubicBezTo>
                    <a:pt x="454475" y="421138"/>
                    <a:pt x="439978" y="417954"/>
                    <a:pt x="428237" y="418148"/>
                  </a:cubicBezTo>
                  <a:cubicBezTo>
                    <a:pt x="416965" y="418338"/>
                    <a:pt x="406686" y="422440"/>
                    <a:pt x="397578" y="428863"/>
                  </a:cubicBezTo>
                  <a:cubicBezTo>
                    <a:pt x="393479" y="422609"/>
                    <a:pt x="389265" y="416101"/>
                    <a:pt x="383886" y="412195"/>
                  </a:cubicBezTo>
                  <a:cubicBezTo>
                    <a:pt x="369764" y="401939"/>
                    <a:pt x="354740" y="399098"/>
                    <a:pt x="342809" y="399098"/>
                  </a:cubicBezTo>
                  <a:cubicBezTo>
                    <a:pt x="332940" y="399098"/>
                    <a:pt x="323389" y="401834"/>
                    <a:pt x="314234" y="405646"/>
                  </a:cubicBezTo>
                  <a:lnTo>
                    <a:pt x="314234" y="265748"/>
                  </a:lnTo>
                  <a:cubicBezTo>
                    <a:pt x="313425" y="214762"/>
                    <a:pt x="273214" y="189449"/>
                    <a:pt x="238034" y="189548"/>
                  </a:cubicBezTo>
                  <a:close/>
                  <a:moveTo>
                    <a:pt x="238034" y="227648"/>
                  </a:moveTo>
                  <a:cubicBezTo>
                    <a:pt x="259471" y="227648"/>
                    <a:pt x="276134" y="244311"/>
                    <a:pt x="276134" y="265748"/>
                  </a:cubicBezTo>
                  <a:lnTo>
                    <a:pt x="276134" y="446723"/>
                  </a:lnTo>
                  <a:cubicBezTo>
                    <a:pt x="276010" y="455357"/>
                    <a:pt x="282601" y="463544"/>
                    <a:pt x="291017" y="465476"/>
                  </a:cubicBezTo>
                  <a:cubicBezTo>
                    <a:pt x="299433" y="467407"/>
                    <a:pt x="308796" y="462882"/>
                    <a:pt x="312448" y="455057"/>
                  </a:cubicBezTo>
                  <a:cubicBezTo>
                    <a:pt x="316656" y="446309"/>
                    <a:pt x="332510" y="437198"/>
                    <a:pt x="342809" y="437198"/>
                  </a:cubicBezTo>
                  <a:cubicBezTo>
                    <a:pt x="347433" y="437198"/>
                    <a:pt x="356011" y="439119"/>
                    <a:pt x="361562" y="443151"/>
                  </a:cubicBezTo>
                  <a:cubicBezTo>
                    <a:pt x="367114" y="447183"/>
                    <a:pt x="371384" y="451901"/>
                    <a:pt x="371384" y="465773"/>
                  </a:cubicBezTo>
                  <a:cubicBezTo>
                    <a:pt x="371384" y="474241"/>
                    <a:pt x="377734" y="482254"/>
                    <a:pt x="385969" y="484227"/>
                  </a:cubicBezTo>
                  <a:cubicBezTo>
                    <a:pt x="394205" y="486201"/>
                    <a:pt x="403545" y="481946"/>
                    <a:pt x="407400" y="474404"/>
                  </a:cubicBezTo>
                  <a:cubicBezTo>
                    <a:pt x="415146" y="458912"/>
                    <a:pt x="419296" y="456408"/>
                    <a:pt x="428831" y="456248"/>
                  </a:cubicBezTo>
                  <a:cubicBezTo>
                    <a:pt x="431471" y="456152"/>
                    <a:pt x="440717" y="457962"/>
                    <a:pt x="446691" y="462201"/>
                  </a:cubicBezTo>
                  <a:cubicBezTo>
                    <a:pt x="452665" y="466441"/>
                    <a:pt x="457109" y="471314"/>
                    <a:pt x="457109" y="484823"/>
                  </a:cubicBezTo>
                  <a:cubicBezTo>
                    <a:pt x="457014" y="492242"/>
                    <a:pt x="461617" y="499424"/>
                    <a:pt x="468420" y="502385"/>
                  </a:cubicBezTo>
                  <a:cubicBezTo>
                    <a:pt x="475224" y="505345"/>
                    <a:pt x="483868" y="503913"/>
                    <a:pt x="489256" y="498813"/>
                  </a:cubicBezTo>
                  <a:cubicBezTo>
                    <a:pt x="496480" y="495252"/>
                    <a:pt x="503565" y="494172"/>
                    <a:pt x="512771" y="494348"/>
                  </a:cubicBezTo>
                  <a:cubicBezTo>
                    <a:pt x="535484" y="497237"/>
                    <a:pt x="547274" y="511470"/>
                    <a:pt x="555336" y="539888"/>
                  </a:cubicBezTo>
                  <a:cubicBezTo>
                    <a:pt x="563473" y="568569"/>
                    <a:pt x="563776" y="609564"/>
                    <a:pt x="557122" y="652701"/>
                  </a:cubicBezTo>
                  <a:cubicBezTo>
                    <a:pt x="550468" y="695838"/>
                    <a:pt x="537317" y="741136"/>
                    <a:pt x="520510" y="778907"/>
                  </a:cubicBezTo>
                  <a:cubicBezTo>
                    <a:pt x="504748" y="814332"/>
                    <a:pt x="485443" y="841996"/>
                    <a:pt x="468420" y="856298"/>
                  </a:cubicBezTo>
                  <a:lnTo>
                    <a:pt x="228212" y="856298"/>
                  </a:lnTo>
                  <a:cubicBezTo>
                    <a:pt x="161346" y="777416"/>
                    <a:pt x="97491" y="656289"/>
                    <a:pt x="55869" y="554176"/>
                  </a:cubicBezTo>
                  <a:cubicBezTo>
                    <a:pt x="47204" y="531874"/>
                    <a:pt x="46423" y="519068"/>
                    <a:pt x="48428" y="511910"/>
                  </a:cubicBezTo>
                  <a:cubicBezTo>
                    <a:pt x="55487" y="493484"/>
                    <a:pt x="75240" y="483081"/>
                    <a:pt x="92183" y="485716"/>
                  </a:cubicBezTo>
                  <a:cubicBezTo>
                    <a:pt x="112437" y="493344"/>
                    <a:pt x="117455" y="506859"/>
                    <a:pt x="126115" y="522327"/>
                  </a:cubicBezTo>
                  <a:lnTo>
                    <a:pt x="163918" y="598229"/>
                  </a:lnTo>
                  <a:cubicBezTo>
                    <a:pt x="167773" y="605771"/>
                    <a:pt x="177113" y="610026"/>
                    <a:pt x="185350" y="608052"/>
                  </a:cubicBezTo>
                  <a:cubicBezTo>
                    <a:pt x="193586" y="606079"/>
                    <a:pt x="199917" y="598066"/>
                    <a:pt x="199934" y="589598"/>
                  </a:cubicBezTo>
                  <a:lnTo>
                    <a:pt x="199934" y="265748"/>
                  </a:lnTo>
                  <a:cubicBezTo>
                    <a:pt x="199934" y="244311"/>
                    <a:pt x="216597" y="227648"/>
                    <a:pt x="238034" y="227648"/>
                  </a:cubicBezTo>
                  <a:close/>
                </a:path>
              </a:pathLst>
            </a:custGeom>
            <a:solidFill>
              <a:schemeClr val="bg1"/>
            </a:solidFill>
            <a:ln w="9525" cap="flat">
              <a:solidFill>
                <a:schemeClr val="bg1"/>
              </a:solidFill>
              <a:prstDash val="solid"/>
              <a:miter/>
            </a:ln>
          </p:spPr>
          <p:txBody>
            <a:bodyPr/>
            <a:lstStyle/>
            <a:p>
              <a:endParaRPr lang="fr-FR"/>
            </a:p>
          </p:txBody>
        </p:sp>
      </p:grpSp>
      <p:sp>
        <p:nvSpPr>
          <p:cNvPr id="23" name="Forme libre : forme 22">
            <a:hlinkClick r:id="rId3" action="ppaction://hlinksldjump"/>
            <a:extLst>
              <a:ext uri="{FF2B5EF4-FFF2-40B4-BE49-F238E27FC236}">
                <a16:creationId xmlns:a16="http://schemas.microsoft.com/office/drawing/2014/main" id="{8A006E96-2A40-DF97-654B-9743D565875E}"/>
              </a:ext>
            </a:extLst>
          </p:cNvPr>
          <p:cNvSpPr>
            <a:spLocks noChangeAspect="1"/>
          </p:cNvSpPr>
          <p:nvPr/>
        </p:nvSpPr>
        <p:spPr>
          <a:xfrm rot="18678108">
            <a:off x="6105444" y="2194282"/>
            <a:ext cx="360000" cy="537218"/>
          </a:xfrm>
          <a:custGeom>
            <a:avLst/>
            <a:gdLst>
              <a:gd name="csX0" fmla="*/ 238034 w 599990"/>
              <a:gd name="csY0" fmla="*/ -952 h 895350"/>
              <a:gd name="csX1" fmla="*/ 218984 w 599990"/>
              <a:gd name="csY1" fmla="*/ 18098 h 895350"/>
              <a:gd name="csX2" fmla="*/ 218984 w 599990"/>
              <a:gd name="csY2" fmla="*/ 132398 h 895350"/>
              <a:gd name="csX3" fmla="*/ 238034 w 599990"/>
              <a:gd name="csY3" fmla="*/ 151448 h 895350"/>
              <a:gd name="csX4" fmla="*/ 257084 w 599990"/>
              <a:gd name="csY4" fmla="*/ 132398 h 895350"/>
              <a:gd name="csX5" fmla="*/ 257084 w 599990"/>
              <a:gd name="csY5" fmla="*/ 18098 h 895350"/>
              <a:gd name="csX6" fmla="*/ 238034 w 599990"/>
              <a:gd name="csY6" fmla="*/ -952 h 895350"/>
              <a:gd name="csX7" fmla="*/ 458300 w 599990"/>
              <a:gd name="csY7" fmla="*/ 122873 h 895350"/>
              <a:gd name="csX8" fmla="*/ 447584 w 599990"/>
              <a:gd name="csY8" fmla="*/ 125551 h 895350"/>
              <a:gd name="csX9" fmla="*/ 348465 w 599990"/>
              <a:gd name="csY9" fmla="*/ 182701 h 895350"/>
              <a:gd name="csX10" fmla="*/ 341619 w 599990"/>
              <a:gd name="csY10" fmla="*/ 208598 h 895350"/>
              <a:gd name="csX11" fmla="*/ 367515 w 599990"/>
              <a:gd name="csY11" fmla="*/ 215444 h 895350"/>
              <a:gd name="csX12" fmla="*/ 466634 w 599990"/>
              <a:gd name="csY12" fmla="*/ 158294 h 895350"/>
              <a:gd name="csX13" fmla="*/ 473481 w 599990"/>
              <a:gd name="csY13" fmla="*/ 132398 h 895350"/>
              <a:gd name="csX14" fmla="*/ 458300 w 599990"/>
              <a:gd name="csY14" fmla="*/ 122873 h 895350"/>
              <a:gd name="csX15" fmla="*/ 16875 w 599990"/>
              <a:gd name="csY15" fmla="*/ 123168 h 895350"/>
              <a:gd name="csX16" fmla="*/ 2588 w 599990"/>
              <a:gd name="csY16" fmla="*/ 132396 h 895350"/>
              <a:gd name="csX17" fmla="*/ 9434 w 599990"/>
              <a:gd name="csY17" fmla="*/ 158293 h 895350"/>
              <a:gd name="csX18" fmla="*/ 108553 w 599990"/>
              <a:gd name="csY18" fmla="*/ 215443 h 895350"/>
              <a:gd name="csX19" fmla="*/ 134450 w 599990"/>
              <a:gd name="csY19" fmla="*/ 208596 h 895350"/>
              <a:gd name="csX20" fmla="*/ 127603 w 599990"/>
              <a:gd name="csY20" fmla="*/ 182699 h 895350"/>
              <a:gd name="csX21" fmla="*/ 28484 w 599990"/>
              <a:gd name="csY21" fmla="*/ 125549 h 895350"/>
              <a:gd name="csX22" fmla="*/ 16875 w 599990"/>
              <a:gd name="csY22" fmla="*/ 123168 h 895350"/>
              <a:gd name="csX23" fmla="*/ 238034 w 599990"/>
              <a:gd name="csY23" fmla="*/ 189548 h 895350"/>
              <a:gd name="csX24" fmla="*/ 161834 w 599990"/>
              <a:gd name="csY24" fmla="*/ 265748 h 895350"/>
              <a:gd name="csX25" fmla="*/ 161834 w 599990"/>
              <a:gd name="csY25" fmla="*/ 508932 h 895350"/>
              <a:gd name="csX26" fmla="*/ 102303 w 599990"/>
              <a:gd name="csY26" fmla="*/ 449104 h 895350"/>
              <a:gd name="csX27" fmla="*/ 11815 w 599990"/>
              <a:gd name="csY27" fmla="*/ 501788 h 895350"/>
              <a:gd name="csX28" fmla="*/ 20150 w 599990"/>
              <a:gd name="csY28" fmla="*/ 567869 h 895350"/>
              <a:gd name="csX29" fmla="*/ 204697 w 599990"/>
              <a:gd name="csY29" fmla="*/ 887849 h 895350"/>
              <a:gd name="csX30" fmla="*/ 218984 w 599990"/>
              <a:gd name="csY30" fmla="*/ 894398 h 895350"/>
              <a:gd name="csX31" fmla="*/ 476159 w 599990"/>
              <a:gd name="csY31" fmla="*/ 894398 h 895350"/>
              <a:gd name="csX32" fmla="*/ 487470 w 599990"/>
              <a:gd name="csY32" fmla="*/ 890529 h 895350"/>
              <a:gd name="csX33" fmla="*/ 555336 w 599990"/>
              <a:gd name="csY33" fmla="*/ 794385 h 895350"/>
              <a:gd name="csX34" fmla="*/ 594925 w 599990"/>
              <a:gd name="csY34" fmla="*/ 658654 h 895350"/>
              <a:gd name="csX35" fmla="*/ 591947 w 599990"/>
              <a:gd name="csY35" fmla="*/ 529471 h 895350"/>
              <a:gd name="csX36" fmla="*/ 516343 w 599990"/>
              <a:gd name="csY36" fmla="*/ 456248 h 895350"/>
              <a:gd name="csX37" fmla="*/ 488959 w 599990"/>
              <a:gd name="csY37" fmla="*/ 458926 h 895350"/>
              <a:gd name="csX38" fmla="*/ 468718 w 599990"/>
              <a:gd name="csY38" fmla="*/ 431245 h 895350"/>
              <a:gd name="csX39" fmla="*/ 428237 w 599990"/>
              <a:gd name="csY39" fmla="*/ 418148 h 895350"/>
              <a:gd name="csX40" fmla="*/ 397578 w 599990"/>
              <a:gd name="csY40" fmla="*/ 428863 h 895350"/>
              <a:gd name="csX41" fmla="*/ 383886 w 599990"/>
              <a:gd name="csY41" fmla="*/ 412195 h 895350"/>
              <a:gd name="csX42" fmla="*/ 342809 w 599990"/>
              <a:gd name="csY42" fmla="*/ 399098 h 895350"/>
              <a:gd name="csX43" fmla="*/ 314234 w 599990"/>
              <a:gd name="csY43" fmla="*/ 405646 h 895350"/>
              <a:gd name="csX44" fmla="*/ 314234 w 599990"/>
              <a:gd name="csY44" fmla="*/ 265748 h 895350"/>
              <a:gd name="csX45" fmla="*/ 238034 w 599990"/>
              <a:gd name="csY45" fmla="*/ 189548 h 895350"/>
              <a:gd name="csX46" fmla="*/ 238034 w 599990"/>
              <a:gd name="csY46" fmla="*/ 227648 h 895350"/>
              <a:gd name="csX47" fmla="*/ 276134 w 599990"/>
              <a:gd name="csY47" fmla="*/ 265748 h 895350"/>
              <a:gd name="csX48" fmla="*/ 276134 w 599990"/>
              <a:gd name="csY48" fmla="*/ 446723 h 895350"/>
              <a:gd name="csX49" fmla="*/ 291017 w 599990"/>
              <a:gd name="csY49" fmla="*/ 465476 h 895350"/>
              <a:gd name="csX50" fmla="*/ 312448 w 599990"/>
              <a:gd name="csY50" fmla="*/ 455057 h 895350"/>
              <a:gd name="csX51" fmla="*/ 342809 w 599990"/>
              <a:gd name="csY51" fmla="*/ 437198 h 895350"/>
              <a:gd name="csX52" fmla="*/ 361562 w 599990"/>
              <a:gd name="csY52" fmla="*/ 443151 h 895350"/>
              <a:gd name="csX53" fmla="*/ 371384 w 599990"/>
              <a:gd name="csY53" fmla="*/ 465773 h 895350"/>
              <a:gd name="csX54" fmla="*/ 385969 w 599990"/>
              <a:gd name="csY54" fmla="*/ 484227 h 895350"/>
              <a:gd name="csX55" fmla="*/ 407400 w 599990"/>
              <a:gd name="csY55" fmla="*/ 474404 h 895350"/>
              <a:gd name="csX56" fmla="*/ 428831 w 599990"/>
              <a:gd name="csY56" fmla="*/ 456248 h 895350"/>
              <a:gd name="csX57" fmla="*/ 446691 w 599990"/>
              <a:gd name="csY57" fmla="*/ 462201 h 895350"/>
              <a:gd name="csX58" fmla="*/ 457109 w 599990"/>
              <a:gd name="csY58" fmla="*/ 484823 h 895350"/>
              <a:gd name="csX59" fmla="*/ 468420 w 599990"/>
              <a:gd name="csY59" fmla="*/ 502385 h 895350"/>
              <a:gd name="csX60" fmla="*/ 489256 w 599990"/>
              <a:gd name="csY60" fmla="*/ 498813 h 895350"/>
              <a:gd name="csX61" fmla="*/ 512771 w 599990"/>
              <a:gd name="csY61" fmla="*/ 494348 h 895350"/>
              <a:gd name="csX62" fmla="*/ 555336 w 599990"/>
              <a:gd name="csY62" fmla="*/ 539888 h 895350"/>
              <a:gd name="csX63" fmla="*/ 557122 w 599990"/>
              <a:gd name="csY63" fmla="*/ 652701 h 895350"/>
              <a:gd name="csX64" fmla="*/ 520510 w 599990"/>
              <a:gd name="csY64" fmla="*/ 778907 h 895350"/>
              <a:gd name="csX65" fmla="*/ 468420 w 599990"/>
              <a:gd name="csY65" fmla="*/ 856298 h 895350"/>
              <a:gd name="csX66" fmla="*/ 228212 w 599990"/>
              <a:gd name="csY66" fmla="*/ 856298 h 895350"/>
              <a:gd name="csX67" fmla="*/ 55869 w 599990"/>
              <a:gd name="csY67" fmla="*/ 554176 h 895350"/>
              <a:gd name="csX68" fmla="*/ 48428 w 599990"/>
              <a:gd name="csY68" fmla="*/ 511910 h 895350"/>
              <a:gd name="csX69" fmla="*/ 92183 w 599990"/>
              <a:gd name="csY69" fmla="*/ 485716 h 895350"/>
              <a:gd name="csX70" fmla="*/ 126115 w 599990"/>
              <a:gd name="csY70" fmla="*/ 522327 h 895350"/>
              <a:gd name="csX71" fmla="*/ 163918 w 599990"/>
              <a:gd name="csY71" fmla="*/ 598229 h 895350"/>
              <a:gd name="csX72" fmla="*/ 185350 w 599990"/>
              <a:gd name="csY72" fmla="*/ 608052 h 895350"/>
              <a:gd name="csX73" fmla="*/ 199934 w 599990"/>
              <a:gd name="csY73" fmla="*/ 589598 h 895350"/>
              <a:gd name="csX74" fmla="*/ 199934 w 599990"/>
              <a:gd name="csY74" fmla="*/ 265748 h 895350"/>
              <a:gd name="csX75" fmla="*/ 238034 w 599990"/>
              <a:gd name="csY75" fmla="*/ 227648 h 895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599990" h="895350">
                <a:moveTo>
                  <a:pt x="238034" y="-952"/>
                </a:moveTo>
                <a:cubicBezTo>
                  <a:pt x="227513" y="-952"/>
                  <a:pt x="218984" y="7576"/>
                  <a:pt x="218984" y="18098"/>
                </a:cubicBezTo>
                <a:lnTo>
                  <a:pt x="218984" y="132398"/>
                </a:lnTo>
                <a:cubicBezTo>
                  <a:pt x="218984" y="142919"/>
                  <a:pt x="227513" y="151448"/>
                  <a:pt x="238034" y="151448"/>
                </a:cubicBezTo>
                <a:cubicBezTo>
                  <a:pt x="248556" y="151448"/>
                  <a:pt x="257084" y="142919"/>
                  <a:pt x="257084" y="132398"/>
                </a:cubicBezTo>
                <a:lnTo>
                  <a:pt x="257084" y="18098"/>
                </a:lnTo>
                <a:cubicBezTo>
                  <a:pt x="257084" y="7576"/>
                  <a:pt x="248556" y="-952"/>
                  <a:pt x="238034" y="-952"/>
                </a:cubicBezTo>
                <a:close/>
                <a:moveTo>
                  <a:pt x="458300" y="122873"/>
                </a:moveTo>
                <a:cubicBezTo>
                  <a:pt x="454885" y="122777"/>
                  <a:pt x="451301" y="123711"/>
                  <a:pt x="447584" y="125551"/>
                </a:cubicBezTo>
                <a:lnTo>
                  <a:pt x="348465" y="182701"/>
                </a:lnTo>
                <a:cubicBezTo>
                  <a:pt x="339354" y="187963"/>
                  <a:pt x="336358" y="199486"/>
                  <a:pt x="341619" y="208598"/>
                </a:cubicBezTo>
                <a:cubicBezTo>
                  <a:pt x="346879" y="217709"/>
                  <a:pt x="358403" y="220704"/>
                  <a:pt x="367515" y="215444"/>
                </a:cubicBezTo>
                <a:lnTo>
                  <a:pt x="466634" y="158294"/>
                </a:lnTo>
                <a:cubicBezTo>
                  <a:pt x="475747" y="153032"/>
                  <a:pt x="478741" y="141509"/>
                  <a:pt x="473481" y="132398"/>
                </a:cubicBezTo>
                <a:cubicBezTo>
                  <a:pt x="469177" y="125970"/>
                  <a:pt x="463991" y="123010"/>
                  <a:pt x="458300" y="122873"/>
                </a:cubicBezTo>
                <a:close/>
                <a:moveTo>
                  <a:pt x="16875" y="123168"/>
                </a:moveTo>
                <a:cubicBezTo>
                  <a:pt x="10985" y="123778"/>
                  <a:pt x="6126" y="127277"/>
                  <a:pt x="2588" y="132396"/>
                </a:cubicBezTo>
                <a:cubicBezTo>
                  <a:pt x="-2672" y="141508"/>
                  <a:pt x="322" y="153030"/>
                  <a:pt x="9434" y="158293"/>
                </a:cubicBezTo>
                <a:lnTo>
                  <a:pt x="108553" y="215443"/>
                </a:lnTo>
                <a:cubicBezTo>
                  <a:pt x="117665" y="220702"/>
                  <a:pt x="129189" y="217708"/>
                  <a:pt x="134450" y="208596"/>
                </a:cubicBezTo>
                <a:cubicBezTo>
                  <a:pt x="139710" y="199484"/>
                  <a:pt x="136716" y="187961"/>
                  <a:pt x="127603" y="182699"/>
                </a:cubicBezTo>
                <a:lnTo>
                  <a:pt x="28484" y="125549"/>
                </a:lnTo>
                <a:cubicBezTo>
                  <a:pt x="24376" y="123399"/>
                  <a:pt x="20410" y="122805"/>
                  <a:pt x="16875" y="123168"/>
                </a:cubicBezTo>
                <a:close/>
                <a:moveTo>
                  <a:pt x="238034" y="189548"/>
                </a:moveTo>
                <a:cubicBezTo>
                  <a:pt x="196149" y="189548"/>
                  <a:pt x="161834" y="223862"/>
                  <a:pt x="161834" y="265748"/>
                </a:cubicBezTo>
                <a:lnTo>
                  <a:pt x="161834" y="508932"/>
                </a:lnTo>
                <a:cubicBezTo>
                  <a:pt x="150037" y="483432"/>
                  <a:pt x="128865" y="455869"/>
                  <a:pt x="102303" y="449104"/>
                </a:cubicBezTo>
                <a:cubicBezTo>
                  <a:pt x="66164" y="439292"/>
                  <a:pt x="21897" y="468203"/>
                  <a:pt x="11815" y="501788"/>
                </a:cubicBezTo>
                <a:cubicBezTo>
                  <a:pt x="6677" y="520510"/>
                  <a:pt x="10027" y="541814"/>
                  <a:pt x="20150" y="567869"/>
                </a:cubicBezTo>
                <a:cubicBezTo>
                  <a:pt x="69636" y="686864"/>
                  <a:pt x="130566" y="801107"/>
                  <a:pt x="204697" y="887849"/>
                </a:cubicBezTo>
                <a:cubicBezTo>
                  <a:pt x="208241" y="891925"/>
                  <a:pt x="213584" y="894373"/>
                  <a:pt x="218984" y="894398"/>
                </a:cubicBezTo>
                <a:lnTo>
                  <a:pt x="476159" y="894398"/>
                </a:lnTo>
                <a:cubicBezTo>
                  <a:pt x="480212" y="894398"/>
                  <a:pt x="484240" y="892978"/>
                  <a:pt x="487470" y="890529"/>
                </a:cubicBezTo>
                <a:cubicBezTo>
                  <a:pt x="514890" y="870215"/>
                  <a:pt x="536990" y="835614"/>
                  <a:pt x="555336" y="794385"/>
                </a:cubicBezTo>
                <a:cubicBezTo>
                  <a:pt x="573682" y="753156"/>
                  <a:pt x="587726" y="705329"/>
                  <a:pt x="594925" y="658654"/>
                </a:cubicBezTo>
                <a:cubicBezTo>
                  <a:pt x="602125" y="611979"/>
                  <a:pt x="602095" y="568272"/>
                  <a:pt x="591947" y="529471"/>
                </a:cubicBezTo>
                <a:cubicBezTo>
                  <a:pt x="582153" y="492024"/>
                  <a:pt x="555734" y="460859"/>
                  <a:pt x="516343" y="456248"/>
                </a:cubicBezTo>
                <a:cubicBezTo>
                  <a:pt x="507058" y="456248"/>
                  <a:pt x="497252" y="457019"/>
                  <a:pt x="488959" y="458926"/>
                </a:cubicBezTo>
                <a:cubicBezTo>
                  <a:pt x="484073" y="447244"/>
                  <a:pt x="477224" y="437281"/>
                  <a:pt x="468718" y="431245"/>
                </a:cubicBezTo>
                <a:cubicBezTo>
                  <a:pt x="454475" y="421138"/>
                  <a:pt x="439978" y="417954"/>
                  <a:pt x="428237" y="418148"/>
                </a:cubicBezTo>
                <a:cubicBezTo>
                  <a:pt x="416965" y="418338"/>
                  <a:pt x="406686" y="422440"/>
                  <a:pt x="397578" y="428863"/>
                </a:cubicBezTo>
                <a:cubicBezTo>
                  <a:pt x="393479" y="422609"/>
                  <a:pt x="389265" y="416101"/>
                  <a:pt x="383886" y="412195"/>
                </a:cubicBezTo>
                <a:cubicBezTo>
                  <a:pt x="369764" y="401939"/>
                  <a:pt x="354740" y="399098"/>
                  <a:pt x="342809" y="399098"/>
                </a:cubicBezTo>
                <a:cubicBezTo>
                  <a:pt x="332940" y="399098"/>
                  <a:pt x="323389" y="401834"/>
                  <a:pt x="314234" y="405646"/>
                </a:cubicBezTo>
                <a:lnTo>
                  <a:pt x="314234" y="265748"/>
                </a:lnTo>
                <a:cubicBezTo>
                  <a:pt x="313425" y="214762"/>
                  <a:pt x="273214" y="189449"/>
                  <a:pt x="238034" y="189548"/>
                </a:cubicBezTo>
                <a:close/>
                <a:moveTo>
                  <a:pt x="238034" y="227648"/>
                </a:moveTo>
                <a:cubicBezTo>
                  <a:pt x="259471" y="227648"/>
                  <a:pt x="276134" y="244311"/>
                  <a:pt x="276134" y="265748"/>
                </a:cubicBezTo>
                <a:lnTo>
                  <a:pt x="276134" y="446723"/>
                </a:lnTo>
                <a:cubicBezTo>
                  <a:pt x="276010" y="455357"/>
                  <a:pt x="282601" y="463544"/>
                  <a:pt x="291017" y="465476"/>
                </a:cubicBezTo>
                <a:cubicBezTo>
                  <a:pt x="299433" y="467407"/>
                  <a:pt x="308796" y="462882"/>
                  <a:pt x="312448" y="455057"/>
                </a:cubicBezTo>
                <a:cubicBezTo>
                  <a:pt x="316656" y="446309"/>
                  <a:pt x="332510" y="437198"/>
                  <a:pt x="342809" y="437198"/>
                </a:cubicBezTo>
                <a:cubicBezTo>
                  <a:pt x="347433" y="437198"/>
                  <a:pt x="356011" y="439119"/>
                  <a:pt x="361562" y="443151"/>
                </a:cubicBezTo>
                <a:cubicBezTo>
                  <a:pt x="367114" y="447183"/>
                  <a:pt x="371384" y="451901"/>
                  <a:pt x="371384" y="465773"/>
                </a:cubicBezTo>
                <a:cubicBezTo>
                  <a:pt x="371384" y="474241"/>
                  <a:pt x="377734" y="482254"/>
                  <a:pt x="385969" y="484227"/>
                </a:cubicBezTo>
                <a:cubicBezTo>
                  <a:pt x="394205" y="486201"/>
                  <a:pt x="403545" y="481946"/>
                  <a:pt x="407400" y="474404"/>
                </a:cubicBezTo>
                <a:cubicBezTo>
                  <a:pt x="415146" y="458912"/>
                  <a:pt x="419296" y="456408"/>
                  <a:pt x="428831" y="456248"/>
                </a:cubicBezTo>
                <a:cubicBezTo>
                  <a:pt x="431471" y="456152"/>
                  <a:pt x="440717" y="457962"/>
                  <a:pt x="446691" y="462201"/>
                </a:cubicBezTo>
                <a:cubicBezTo>
                  <a:pt x="452665" y="466441"/>
                  <a:pt x="457109" y="471314"/>
                  <a:pt x="457109" y="484823"/>
                </a:cubicBezTo>
                <a:cubicBezTo>
                  <a:pt x="457014" y="492242"/>
                  <a:pt x="461617" y="499424"/>
                  <a:pt x="468420" y="502385"/>
                </a:cubicBezTo>
                <a:cubicBezTo>
                  <a:pt x="475224" y="505345"/>
                  <a:pt x="483868" y="503913"/>
                  <a:pt x="489256" y="498813"/>
                </a:cubicBezTo>
                <a:cubicBezTo>
                  <a:pt x="496480" y="495252"/>
                  <a:pt x="503565" y="494172"/>
                  <a:pt x="512771" y="494348"/>
                </a:cubicBezTo>
                <a:cubicBezTo>
                  <a:pt x="535484" y="497237"/>
                  <a:pt x="547274" y="511470"/>
                  <a:pt x="555336" y="539888"/>
                </a:cubicBezTo>
                <a:cubicBezTo>
                  <a:pt x="563473" y="568569"/>
                  <a:pt x="563776" y="609564"/>
                  <a:pt x="557122" y="652701"/>
                </a:cubicBezTo>
                <a:cubicBezTo>
                  <a:pt x="550468" y="695838"/>
                  <a:pt x="537317" y="741136"/>
                  <a:pt x="520510" y="778907"/>
                </a:cubicBezTo>
                <a:cubicBezTo>
                  <a:pt x="504748" y="814332"/>
                  <a:pt x="485443" y="841996"/>
                  <a:pt x="468420" y="856298"/>
                </a:cubicBezTo>
                <a:lnTo>
                  <a:pt x="228212" y="856298"/>
                </a:lnTo>
                <a:cubicBezTo>
                  <a:pt x="161346" y="777416"/>
                  <a:pt x="97491" y="656289"/>
                  <a:pt x="55869" y="554176"/>
                </a:cubicBezTo>
                <a:cubicBezTo>
                  <a:pt x="47204" y="531874"/>
                  <a:pt x="46423" y="519068"/>
                  <a:pt x="48428" y="511910"/>
                </a:cubicBezTo>
                <a:cubicBezTo>
                  <a:pt x="55487" y="493484"/>
                  <a:pt x="75240" y="483081"/>
                  <a:pt x="92183" y="485716"/>
                </a:cubicBezTo>
                <a:cubicBezTo>
                  <a:pt x="112437" y="493344"/>
                  <a:pt x="117455" y="506859"/>
                  <a:pt x="126115" y="522327"/>
                </a:cubicBezTo>
                <a:lnTo>
                  <a:pt x="163918" y="598229"/>
                </a:lnTo>
                <a:cubicBezTo>
                  <a:pt x="167773" y="605771"/>
                  <a:pt x="177113" y="610026"/>
                  <a:pt x="185350" y="608052"/>
                </a:cubicBezTo>
                <a:cubicBezTo>
                  <a:pt x="193586" y="606079"/>
                  <a:pt x="199917" y="598066"/>
                  <a:pt x="199934" y="589598"/>
                </a:cubicBezTo>
                <a:lnTo>
                  <a:pt x="199934" y="265748"/>
                </a:lnTo>
                <a:cubicBezTo>
                  <a:pt x="199934" y="244311"/>
                  <a:pt x="216597" y="227648"/>
                  <a:pt x="238034" y="227648"/>
                </a:cubicBezTo>
                <a:close/>
              </a:path>
            </a:pathLst>
          </a:custGeom>
          <a:solidFill>
            <a:schemeClr val="bg1"/>
          </a:solidFill>
          <a:ln w="9525" cap="flat">
            <a:solidFill>
              <a:schemeClr val="bg1"/>
            </a:solidFill>
            <a:prstDash val="solid"/>
            <a:miter/>
          </a:ln>
        </p:spPr>
        <p:txBody>
          <a:bodyPr/>
          <a:lstStyle/>
          <a:p>
            <a:endParaRPr lang="fr-FR"/>
          </a:p>
        </p:txBody>
      </p:sp>
      <p:grpSp>
        <p:nvGrpSpPr>
          <p:cNvPr id="34" name="Groupe 33">
            <a:extLst>
              <a:ext uri="{FF2B5EF4-FFF2-40B4-BE49-F238E27FC236}">
                <a16:creationId xmlns:a16="http://schemas.microsoft.com/office/drawing/2014/main" id="{ACE65A73-C7EF-CDF6-B47A-58AEDC616D72}"/>
              </a:ext>
            </a:extLst>
          </p:cNvPr>
          <p:cNvGrpSpPr/>
          <p:nvPr/>
        </p:nvGrpSpPr>
        <p:grpSpPr>
          <a:xfrm>
            <a:off x="6614985" y="3405378"/>
            <a:ext cx="4860000" cy="1786381"/>
            <a:chOff x="6614985" y="3501498"/>
            <a:chExt cx="4860000" cy="1786381"/>
          </a:xfrm>
        </p:grpSpPr>
        <p:pic>
          <p:nvPicPr>
            <p:cNvPr id="102" name="Graphique 101" descr="Main ouverte avec un remplissage uni">
              <a:extLst>
                <a:ext uri="{FF2B5EF4-FFF2-40B4-BE49-F238E27FC236}">
                  <a16:creationId xmlns:a16="http://schemas.microsoft.com/office/drawing/2014/main" id="{FE779626-252B-638B-392B-388C63618F9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732966" y="4746906"/>
              <a:ext cx="624039" cy="492846"/>
            </a:xfrm>
            <a:prstGeom prst="rect">
              <a:avLst/>
            </a:prstGeom>
          </p:spPr>
        </p:pic>
        <p:pic>
          <p:nvPicPr>
            <p:cNvPr id="104" name="Graphique 103" descr="Utilisateurs avec un remplissage uni">
              <a:extLst>
                <a:ext uri="{FF2B5EF4-FFF2-40B4-BE49-F238E27FC236}">
                  <a16:creationId xmlns:a16="http://schemas.microsoft.com/office/drawing/2014/main" id="{23320F45-29E9-F443-3214-99DB085B8D1D}"/>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774598" y="4503687"/>
              <a:ext cx="540774" cy="540774"/>
            </a:xfrm>
            <a:prstGeom prst="rect">
              <a:avLst/>
            </a:prstGeom>
          </p:spPr>
        </p:pic>
        <p:sp>
          <p:nvSpPr>
            <p:cNvPr id="74" name="Rectangle 73">
              <a:hlinkClick r:id="rId11" action="ppaction://hlinksldjump"/>
              <a:extLst>
                <a:ext uri="{FF2B5EF4-FFF2-40B4-BE49-F238E27FC236}">
                  <a16:creationId xmlns:a16="http://schemas.microsoft.com/office/drawing/2014/main" id="{C07DEBFE-816E-5207-2F88-BA8DE53BE4D7}"/>
                </a:ext>
              </a:extLst>
            </p:cNvPr>
            <p:cNvSpPr/>
            <p:nvPr/>
          </p:nvSpPr>
          <p:spPr>
            <a:xfrm>
              <a:off x="6614985" y="3501498"/>
              <a:ext cx="4860000" cy="822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spcBef>
                  <a:spcPts val="600"/>
                </a:spcBef>
                <a:defRPr/>
              </a:pPr>
              <a:r>
                <a:rPr lang="fr-FR" sz="1400" b="1">
                  <a:solidFill>
                    <a:schemeClr val="bg1"/>
                  </a:solidFill>
                  <a:latin typeface="Avenir LT Std 55 Roman" panose="020B0503020203020204" pitchFamily="34" charset="0"/>
                </a:rPr>
                <a:t>COMMENT PRÉPARER LE COLLECTIF AUX IMPACTS DU PROJET ?</a:t>
              </a:r>
            </a:p>
          </p:txBody>
        </p:sp>
        <p:pic>
          <p:nvPicPr>
            <p:cNvPr id="28" name="Image 27">
              <a:hlinkClick r:id="rId11" action="ppaction://hlinksldjump"/>
              <a:extLst>
                <a:ext uri="{FF2B5EF4-FFF2-40B4-BE49-F238E27FC236}">
                  <a16:creationId xmlns:a16="http://schemas.microsoft.com/office/drawing/2014/main" id="{F8A4774F-7663-A26A-E637-E9A5A45AA40B}"/>
                </a:ext>
              </a:extLst>
            </p:cNvPr>
            <p:cNvPicPr>
              <a:picLocks noChangeAspect="1"/>
            </p:cNvPicPr>
            <p:nvPr/>
          </p:nvPicPr>
          <p:blipFill>
            <a:blip r:embed="rId12"/>
            <a:stretch>
              <a:fillRect/>
            </a:stretch>
          </p:blipFill>
          <p:spPr>
            <a:xfrm>
              <a:off x="8624325" y="4381430"/>
              <a:ext cx="841321" cy="847417"/>
            </a:xfrm>
            <a:prstGeom prst="rect">
              <a:avLst/>
            </a:prstGeom>
          </p:spPr>
        </p:pic>
        <p:sp>
          <p:nvSpPr>
            <p:cNvPr id="27" name="Forme libre : forme 26">
              <a:hlinkClick r:id="rId11" action="ppaction://hlinksldjump"/>
              <a:extLst>
                <a:ext uri="{FF2B5EF4-FFF2-40B4-BE49-F238E27FC236}">
                  <a16:creationId xmlns:a16="http://schemas.microsoft.com/office/drawing/2014/main" id="{1EA719E3-3DE1-D691-1F7B-4C2F02F3E4AB}"/>
                </a:ext>
              </a:extLst>
            </p:cNvPr>
            <p:cNvSpPr>
              <a:spLocks noChangeAspect="1"/>
            </p:cNvSpPr>
            <p:nvPr/>
          </p:nvSpPr>
          <p:spPr>
            <a:xfrm rot="18678108">
              <a:off x="9443389" y="4839270"/>
              <a:ext cx="360000" cy="537218"/>
            </a:xfrm>
            <a:custGeom>
              <a:avLst/>
              <a:gdLst>
                <a:gd name="csX0" fmla="*/ 238034 w 599990"/>
                <a:gd name="csY0" fmla="*/ -952 h 895350"/>
                <a:gd name="csX1" fmla="*/ 218984 w 599990"/>
                <a:gd name="csY1" fmla="*/ 18098 h 895350"/>
                <a:gd name="csX2" fmla="*/ 218984 w 599990"/>
                <a:gd name="csY2" fmla="*/ 132398 h 895350"/>
                <a:gd name="csX3" fmla="*/ 238034 w 599990"/>
                <a:gd name="csY3" fmla="*/ 151448 h 895350"/>
                <a:gd name="csX4" fmla="*/ 257084 w 599990"/>
                <a:gd name="csY4" fmla="*/ 132398 h 895350"/>
                <a:gd name="csX5" fmla="*/ 257084 w 599990"/>
                <a:gd name="csY5" fmla="*/ 18098 h 895350"/>
                <a:gd name="csX6" fmla="*/ 238034 w 599990"/>
                <a:gd name="csY6" fmla="*/ -952 h 895350"/>
                <a:gd name="csX7" fmla="*/ 458300 w 599990"/>
                <a:gd name="csY7" fmla="*/ 122873 h 895350"/>
                <a:gd name="csX8" fmla="*/ 447584 w 599990"/>
                <a:gd name="csY8" fmla="*/ 125551 h 895350"/>
                <a:gd name="csX9" fmla="*/ 348465 w 599990"/>
                <a:gd name="csY9" fmla="*/ 182701 h 895350"/>
                <a:gd name="csX10" fmla="*/ 341619 w 599990"/>
                <a:gd name="csY10" fmla="*/ 208598 h 895350"/>
                <a:gd name="csX11" fmla="*/ 367515 w 599990"/>
                <a:gd name="csY11" fmla="*/ 215444 h 895350"/>
                <a:gd name="csX12" fmla="*/ 466634 w 599990"/>
                <a:gd name="csY12" fmla="*/ 158294 h 895350"/>
                <a:gd name="csX13" fmla="*/ 473481 w 599990"/>
                <a:gd name="csY13" fmla="*/ 132398 h 895350"/>
                <a:gd name="csX14" fmla="*/ 458300 w 599990"/>
                <a:gd name="csY14" fmla="*/ 122873 h 895350"/>
                <a:gd name="csX15" fmla="*/ 16875 w 599990"/>
                <a:gd name="csY15" fmla="*/ 123168 h 895350"/>
                <a:gd name="csX16" fmla="*/ 2588 w 599990"/>
                <a:gd name="csY16" fmla="*/ 132396 h 895350"/>
                <a:gd name="csX17" fmla="*/ 9434 w 599990"/>
                <a:gd name="csY17" fmla="*/ 158293 h 895350"/>
                <a:gd name="csX18" fmla="*/ 108553 w 599990"/>
                <a:gd name="csY18" fmla="*/ 215443 h 895350"/>
                <a:gd name="csX19" fmla="*/ 134450 w 599990"/>
                <a:gd name="csY19" fmla="*/ 208596 h 895350"/>
                <a:gd name="csX20" fmla="*/ 127603 w 599990"/>
                <a:gd name="csY20" fmla="*/ 182699 h 895350"/>
                <a:gd name="csX21" fmla="*/ 28484 w 599990"/>
                <a:gd name="csY21" fmla="*/ 125549 h 895350"/>
                <a:gd name="csX22" fmla="*/ 16875 w 599990"/>
                <a:gd name="csY22" fmla="*/ 123168 h 895350"/>
                <a:gd name="csX23" fmla="*/ 238034 w 599990"/>
                <a:gd name="csY23" fmla="*/ 189548 h 895350"/>
                <a:gd name="csX24" fmla="*/ 161834 w 599990"/>
                <a:gd name="csY24" fmla="*/ 265748 h 895350"/>
                <a:gd name="csX25" fmla="*/ 161834 w 599990"/>
                <a:gd name="csY25" fmla="*/ 508932 h 895350"/>
                <a:gd name="csX26" fmla="*/ 102303 w 599990"/>
                <a:gd name="csY26" fmla="*/ 449104 h 895350"/>
                <a:gd name="csX27" fmla="*/ 11815 w 599990"/>
                <a:gd name="csY27" fmla="*/ 501788 h 895350"/>
                <a:gd name="csX28" fmla="*/ 20150 w 599990"/>
                <a:gd name="csY28" fmla="*/ 567869 h 895350"/>
                <a:gd name="csX29" fmla="*/ 204697 w 599990"/>
                <a:gd name="csY29" fmla="*/ 887849 h 895350"/>
                <a:gd name="csX30" fmla="*/ 218984 w 599990"/>
                <a:gd name="csY30" fmla="*/ 894398 h 895350"/>
                <a:gd name="csX31" fmla="*/ 476159 w 599990"/>
                <a:gd name="csY31" fmla="*/ 894398 h 895350"/>
                <a:gd name="csX32" fmla="*/ 487470 w 599990"/>
                <a:gd name="csY32" fmla="*/ 890529 h 895350"/>
                <a:gd name="csX33" fmla="*/ 555336 w 599990"/>
                <a:gd name="csY33" fmla="*/ 794385 h 895350"/>
                <a:gd name="csX34" fmla="*/ 594925 w 599990"/>
                <a:gd name="csY34" fmla="*/ 658654 h 895350"/>
                <a:gd name="csX35" fmla="*/ 591947 w 599990"/>
                <a:gd name="csY35" fmla="*/ 529471 h 895350"/>
                <a:gd name="csX36" fmla="*/ 516343 w 599990"/>
                <a:gd name="csY36" fmla="*/ 456248 h 895350"/>
                <a:gd name="csX37" fmla="*/ 488959 w 599990"/>
                <a:gd name="csY37" fmla="*/ 458926 h 895350"/>
                <a:gd name="csX38" fmla="*/ 468718 w 599990"/>
                <a:gd name="csY38" fmla="*/ 431245 h 895350"/>
                <a:gd name="csX39" fmla="*/ 428237 w 599990"/>
                <a:gd name="csY39" fmla="*/ 418148 h 895350"/>
                <a:gd name="csX40" fmla="*/ 397578 w 599990"/>
                <a:gd name="csY40" fmla="*/ 428863 h 895350"/>
                <a:gd name="csX41" fmla="*/ 383886 w 599990"/>
                <a:gd name="csY41" fmla="*/ 412195 h 895350"/>
                <a:gd name="csX42" fmla="*/ 342809 w 599990"/>
                <a:gd name="csY42" fmla="*/ 399098 h 895350"/>
                <a:gd name="csX43" fmla="*/ 314234 w 599990"/>
                <a:gd name="csY43" fmla="*/ 405646 h 895350"/>
                <a:gd name="csX44" fmla="*/ 314234 w 599990"/>
                <a:gd name="csY44" fmla="*/ 265748 h 895350"/>
                <a:gd name="csX45" fmla="*/ 238034 w 599990"/>
                <a:gd name="csY45" fmla="*/ 189548 h 895350"/>
                <a:gd name="csX46" fmla="*/ 238034 w 599990"/>
                <a:gd name="csY46" fmla="*/ 227648 h 895350"/>
                <a:gd name="csX47" fmla="*/ 276134 w 599990"/>
                <a:gd name="csY47" fmla="*/ 265748 h 895350"/>
                <a:gd name="csX48" fmla="*/ 276134 w 599990"/>
                <a:gd name="csY48" fmla="*/ 446723 h 895350"/>
                <a:gd name="csX49" fmla="*/ 291017 w 599990"/>
                <a:gd name="csY49" fmla="*/ 465476 h 895350"/>
                <a:gd name="csX50" fmla="*/ 312448 w 599990"/>
                <a:gd name="csY50" fmla="*/ 455057 h 895350"/>
                <a:gd name="csX51" fmla="*/ 342809 w 599990"/>
                <a:gd name="csY51" fmla="*/ 437198 h 895350"/>
                <a:gd name="csX52" fmla="*/ 361562 w 599990"/>
                <a:gd name="csY52" fmla="*/ 443151 h 895350"/>
                <a:gd name="csX53" fmla="*/ 371384 w 599990"/>
                <a:gd name="csY53" fmla="*/ 465773 h 895350"/>
                <a:gd name="csX54" fmla="*/ 385969 w 599990"/>
                <a:gd name="csY54" fmla="*/ 484227 h 895350"/>
                <a:gd name="csX55" fmla="*/ 407400 w 599990"/>
                <a:gd name="csY55" fmla="*/ 474404 h 895350"/>
                <a:gd name="csX56" fmla="*/ 428831 w 599990"/>
                <a:gd name="csY56" fmla="*/ 456248 h 895350"/>
                <a:gd name="csX57" fmla="*/ 446691 w 599990"/>
                <a:gd name="csY57" fmla="*/ 462201 h 895350"/>
                <a:gd name="csX58" fmla="*/ 457109 w 599990"/>
                <a:gd name="csY58" fmla="*/ 484823 h 895350"/>
                <a:gd name="csX59" fmla="*/ 468420 w 599990"/>
                <a:gd name="csY59" fmla="*/ 502385 h 895350"/>
                <a:gd name="csX60" fmla="*/ 489256 w 599990"/>
                <a:gd name="csY60" fmla="*/ 498813 h 895350"/>
                <a:gd name="csX61" fmla="*/ 512771 w 599990"/>
                <a:gd name="csY61" fmla="*/ 494348 h 895350"/>
                <a:gd name="csX62" fmla="*/ 555336 w 599990"/>
                <a:gd name="csY62" fmla="*/ 539888 h 895350"/>
                <a:gd name="csX63" fmla="*/ 557122 w 599990"/>
                <a:gd name="csY63" fmla="*/ 652701 h 895350"/>
                <a:gd name="csX64" fmla="*/ 520510 w 599990"/>
                <a:gd name="csY64" fmla="*/ 778907 h 895350"/>
                <a:gd name="csX65" fmla="*/ 468420 w 599990"/>
                <a:gd name="csY65" fmla="*/ 856298 h 895350"/>
                <a:gd name="csX66" fmla="*/ 228212 w 599990"/>
                <a:gd name="csY66" fmla="*/ 856298 h 895350"/>
                <a:gd name="csX67" fmla="*/ 55869 w 599990"/>
                <a:gd name="csY67" fmla="*/ 554176 h 895350"/>
                <a:gd name="csX68" fmla="*/ 48428 w 599990"/>
                <a:gd name="csY68" fmla="*/ 511910 h 895350"/>
                <a:gd name="csX69" fmla="*/ 92183 w 599990"/>
                <a:gd name="csY69" fmla="*/ 485716 h 895350"/>
                <a:gd name="csX70" fmla="*/ 126115 w 599990"/>
                <a:gd name="csY70" fmla="*/ 522327 h 895350"/>
                <a:gd name="csX71" fmla="*/ 163918 w 599990"/>
                <a:gd name="csY71" fmla="*/ 598229 h 895350"/>
                <a:gd name="csX72" fmla="*/ 185350 w 599990"/>
                <a:gd name="csY72" fmla="*/ 608052 h 895350"/>
                <a:gd name="csX73" fmla="*/ 199934 w 599990"/>
                <a:gd name="csY73" fmla="*/ 589598 h 895350"/>
                <a:gd name="csX74" fmla="*/ 199934 w 599990"/>
                <a:gd name="csY74" fmla="*/ 265748 h 895350"/>
                <a:gd name="csX75" fmla="*/ 238034 w 599990"/>
                <a:gd name="csY75" fmla="*/ 227648 h 895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599990" h="895350">
                  <a:moveTo>
                    <a:pt x="238034" y="-952"/>
                  </a:moveTo>
                  <a:cubicBezTo>
                    <a:pt x="227513" y="-952"/>
                    <a:pt x="218984" y="7576"/>
                    <a:pt x="218984" y="18098"/>
                  </a:cubicBezTo>
                  <a:lnTo>
                    <a:pt x="218984" y="132398"/>
                  </a:lnTo>
                  <a:cubicBezTo>
                    <a:pt x="218984" y="142919"/>
                    <a:pt x="227513" y="151448"/>
                    <a:pt x="238034" y="151448"/>
                  </a:cubicBezTo>
                  <a:cubicBezTo>
                    <a:pt x="248556" y="151448"/>
                    <a:pt x="257084" y="142919"/>
                    <a:pt x="257084" y="132398"/>
                  </a:cubicBezTo>
                  <a:lnTo>
                    <a:pt x="257084" y="18098"/>
                  </a:lnTo>
                  <a:cubicBezTo>
                    <a:pt x="257084" y="7576"/>
                    <a:pt x="248556" y="-952"/>
                    <a:pt x="238034" y="-952"/>
                  </a:cubicBezTo>
                  <a:close/>
                  <a:moveTo>
                    <a:pt x="458300" y="122873"/>
                  </a:moveTo>
                  <a:cubicBezTo>
                    <a:pt x="454885" y="122777"/>
                    <a:pt x="451301" y="123711"/>
                    <a:pt x="447584" y="125551"/>
                  </a:cubicBezTo>
                  <a:lnTo>
                    <a:pt x="348465" y="182701"/>
                  </a:lnTo>
                  <a:cubicBezTo>
                    <a:pt x="339354" y="187963"/>
                    <a:pt x="336358" y="199486"/>
                    <a:pt x="341619" y="208598"/>
                  </a:cubicBezTo>
                  <a:cubicBezTo>
                    <a:pt x="346879" y="217709"/>
                    <a:pt x="358403" y="220704"/>
                    <a:pt x="367515" y="215444"/>
                  </a:cubicBezTo>
                  <a:lnTo>
                    <a:pt x="466634" y="158294"/>
                  </a:lnTo>
                  <a:cubicBezTo>
                    <a:pt x="475747" y="153032"/>
                    <a:pt x="478741" y="141509"/>
                    <a:pt x="473481" y="132398"/>
                  </a:cubicBezTo>
                  <a:cubicBezTo>
                    <a:pt x="469177" y="125970"/>
                    <a:pt x="463991" y="123010"/>
                    <a:pt x="458300" y="122873"/>
                  </a:cubicBezTo>
                  <a:close/>
                  <a:moveTo>
                    <a:pt x="16875" y="123168"/>
                  </a:moveTo>
                  <a:cubicBezTo>
                    <a:pt x="10985" y="123778"/>
                    <a:pt x="6126" y="127277"/>
                    <a:pt x="2588" y="132396"/>
                  </a:cubicBezTo>
                  <a:cubicBezTo>
                    <a:pt x="-2672" y="141508"/>
                    <a:pt x="322" y="153030"/>
                    <a:pt x="9434" y="158293"/>
                  </a:cubicBezTo>
                  <a:lnTo>
                    <a:pt x="108553" y="215443"/>
                  </a:lnTo>
                  <a:cubicBezTo>
                    <a:pt x="117665" y="220702"/>
                    <a:pt x="129189" y="217708"/>
                    <a:pt x="134450" y="208596"/>
                  </a:cubicBezTo>
                  <a:cubicBezTo>
                    <a:pt x="139710" y="199484"/>
                    <a:pt x="136716" y="187961"/>
                    <a:pt x="127603" y="182699"/>
                  </a:cubicBezTo>
                  <a:lnTo>
                    <a:pt x="28484" y="125549"/>
                  </a:lnTo>
                  <a:cubicBezTo>
                    <a:pt x="24376" y="123399"/>
                    <a:pt x="20410" y="122805"/>
                    <a:pt x="16875" y="123168"/>
                  </a:cubicBezTo>
                  <a:close/>
                  <a:moveTo>
                    <a:pt x="238034" y="189548"/>
                  </a:moveTo>
                  <a:cubicBezTo>
                    <a:pt x="196149" y="189548"/>
                    <a:pt x="161834" y="223862"/>
                    <a:pt x="161834" y="265748"/>
                  </a:cubicBezTo>
                  <a:lnTo>
                    <a:pt x="161834" y="508932"/>
                  </a:lnTo>
                  <a:cubicBezTo>
                    <a:pt x="150037" y="483432"/>
                    <a:pt x="128865" y="455869"/>
                    <a:pt x="102303" y="449104"/>
                  </a:cubicBezTo>
                  <a:cubicBezTo>
                    <a:pt x="66164" y="439292"/>
                    <a:pt x="21897" y="468203"/>
                    <a:pt x="11815" y="501788"/>
                  </a:cubicBezTo>
                  <a:cubicBezTo>
                    <a:pt x="6677" y="520510"/>
                    <a:pt x="10027" y="541814"/>
                    <a:pt x="20150" y="567869"/>
                  </a:cubicBezTo>
                  <a:cubicBezTo>
                    <a:pt x="69636" y="686864"/>
                    <a:pt x="130566" y="801107"/>
                    <a:pt x="204697" y="887849"/>
                  </a:cubicBezTo>
                  <a:cubicBezTo>
                    <a:pt x="208241" y="891925"/>
                    <a:pt x="213584" y="894373"/>
                    <a:pt x="218984" y="894398"/>
                  </a:cubicBezTo>
                  <a:lnTo>
                    <a:pt x="476159" y="894398"/>
                  </a:lnTo>
                  <a:cubicBezTo>
                    <a:pt x="480212" y="894398"/>
                    <a:pt x="484240" y="892978"/>
                    <a:pt x="487470" y="890529"/>
                  </a:cubicBezTo>
                  <a:cubicBezTo>
                    <a:pt x="514890" y="870215"/>
                    <a:pt x="536990" y="835614"/>
                    <a:pt x="555336" y="794385"/>
                  </a:cubicBezTo>
                  <a:cubicBezTo>
                    <a:pt x="573682" y="753156"/>
                    <a:pt x="587726" y="705329"/>
                    <a:pt x="594925" y="658654"/>
                  </a:cubicBezTo>
                  <a:cubicBezTo>
                    <a:pt x="602125" y="611979"/>
                    <a:pt x="602095" y="568272"/>
                    <a:pt x="591947" y="529471"/>
                  </a:cubicBezTo>
                  <a:cubicBezTo>
                    <a:pt x="582153" y="492024"/>
                    <a:pt x="555734" y="460859"/>
                    <a:pt x="516343" y="456248"/>
                  </a:cubicBezTo>
                  <a:cubicBezTo>
                    <a:pt x="507058" y="456248"/>
                    <a:pt x="497252" y="457019"/>
                    <a:pt x="488959" y="458926"/>
                  </a:cubicBezTo>
                  <a:cubicBezTo>
                    <a:pt x="484073" y="447244"/>
                    <a:pt x="477224" y="437281"/>
                    <a:pt x="468718" y="431245"/>
                  </a:cubicBezTo>
                  <a:cubicBezTo>
                    <a:pt x="454475" y="421138"/>
                    <a:pt x="439978" y="417954"/>
                    <a:pt x="428237" y="418148"/>
                  </a:cubicBezTo>
                  <a:cubicBezTo>
                    <a:pt x="416965" y="418338"/>
                    <a:pt x="406686" y="422440"/>
                    <a:pt x="397578" y="428863"/>
                  </a:cubicBezTo>
                  <a:cubicBezTo>
                    <a:pt x="393479" y="422609"/>
                    <a:pt x="389265" y="416101"/>
                    <a:pt x="383886" y="412195"/>
                  </a:cubicBezTo>
                  <a:cubicBezTo>
                    <a:pt x="369764" y="401939"/>
                    <a:pt x="354740" y="399098"/>
                    <a:pt x="342809" y="399098"/>
                  </a:cubicBezTo>
                  <a:cubicBezTo>
                    <a:pt x="332940" y="399098"/>
                    <a:pt x="323389" y="401834"/>
                    <a:pt x="314234" y="405646"/>
                  </a:cubicBezTo>
                  <a:lnTo>
                    <a:pt x="314234" y="265748"/>
                  </a:lnTo>
                  <a:cubicBezTo>
                    <a:pt x="313425" y="214762"/>
                    <a:pt x="273214" y="189449"/>
                    <a:pt x="238034" y="189548"/>
                  </a:cubicBezTo>
                  <a:close/>
                  <a:moveTo>
                    <a:pt x="238034" y="227648"/>
                  </a:moveTo>
                  <a:cubicBezTo>
                    <a:pt x="259471" y="227648"/>
                    <a:pt x="276134" y="244311"/>
                    <a:pt x="276134" y="265748"/>
                  </a:cubicBezTo>
                  <a:lnTo>
                    <a:pt x="276134" y="446723"/>
                  </a:lnTo>
                  <a:cubicBezTo>
                    <a:pt x="276010" y="455357"/>
                    <a:pt x="282601" y="463544"/>
                    <a:pt x="291017" y="465476"/>
                  </a:cubicBezTo>
                  <a:cubicBezTo>
                    <a:pt x="299433" y="467407"/>
                    <a:pt x="308796" y="462882"/>
                    <a:pt x="312448" y="455057"/>
                  </a:cubicBezTo>
                  <a:cubicBezTo>
                    <a:pt x="316656" y="446309"/>
                    <a:pt x="332510" y="437198"/>
                    <a:pt x="342809" y="437198"/>
                  </a:cubicBezTo>
                  <a:cubicBezTo>
                    <a:pt x="347433" y="437198"/>
                    <a:pt x="356011" y="439119"/>
                    <a:pt x="361562" y="443151"/>
                  </a:cubicBezTo>
                  <a:cubicBezTo>
                    <a:pt x="367114" y="447183"/>
                    <a:pt x="371384" y="451901"/>
                    <a:pt x="371384" y="465773"/>
                  </a:cubicBezTo>
                  <a:cubicBezTo>
                    <a:pt x="371384" y="474241"/>
                    <a:pt x="377734" y="482254"/>
                    <a:pt x="385969" y="484227"/>
                  </a:cubicBezTo>
                  <a:cubicBezTo>
                    <a:pt x="394205" y="486201"/>
                    <a:pt x="403545" y="481946"/>
                    <a:pt x="407400" y="474404"/>
                  </a:cubicBezTo>
                  <a:cubicBezTo>
                    <a:pt x="415146" y="458912"/>
                    <a:pt x="419296" y="456408"/>
                    <a:pt x="428831" y="456248"/>
                  </a:cubicBezTo>
                  <a:cubicBezTo>
                    <a:pt x="431471" y="456152"/>
                    <a:pt x="440717" y="457962"/>
                    <a:pt x="446691" y="462201"/>
                  </a:cubicBezTo>
                  <a:cubicBezTo>
                    <a:pt x="452665" y="466441"/>
                    <a:pt x="457109" y="471314"/>
                    <a:pt x="457109" y="484823"/>
                  </a:cubicBezTo>
                  <a:cubicBezTo>
                    <a:pt x="457014" y="492242"/>
                    <a:pt x="461617" y="499424"/>
                    <a:pt x="468420" y="502385"/>
                  </a:cubicBezTo>
                  <a:cubicBezTo>
                    <a:pt x="475224" y="505345"/>
                    <a:pt x="483868" y="503913"/>
                    <a:pt x="489256" y="498813"/>
                  </a:cubicBezTo>
                  <a:cubicBezTo>
                    <a:pt x="496480" y="495252"/>
                    <a:pt x="503565" y="494172"/>
                    <a:pt x="512771" y="494348"/>
                  </a:cubicBezTo>
                  <a:cubicBezTo>
                    <a:pt x="535484" y="497237"/>
                    <a:pt x="547274" y="511470"/>
                    <a:pt x="555336" y="539888"/>
                  </a:cubicBezTo>
                  <a:cubicBezTo>
                    <a:pt x="563473" y="568569"/>
                    <a:pt x="563776" y="609564"/>
                    <a:pt x="557122" y="652701"/>
                  </a:cubicBezTo>
                  <a:cubicBezTo>
                    <a:pt x="550468" y="695838"/>
                    <a:pt x="537317" y="741136"/>
                    <a:pt x="520510" y="778907"/>
                  </a:cubicBezTo>
                  <a:cubicBezTo>
                    <a:pt x="504748" y="814332"/>
                    <a:pt x="485443" y="841996"/>
                    <a:pt x="468420" y="856298"/>
                  </a:cubicBezTo>
                  <a:lnTo>
                    <a:pt x="228212" y="856298"/>
                  </a:lnTo>
                  <a:cubicBezTo>
                    <a:pt x="161346" y="777416"/>
                    <a:pt x="97491" y="656289"/>
                    <a:pt x="55869" y="554176"/>
                  </a:cubicBezTo>
                  <a:cubicBezTo>
                    <a:pt x="47204" y="531874"/>
                    <a:pt x="46423" y="519068"/>
                    <a:pt x="48428" y="511910"/>
                  </a:cubicBezTo>
                  <a:cubicBezTo>
                    <a:pt x="55487" y="493484"/>
                    <a:pt x="75240" y="483081"/>
                    <a:pt x="92183" y="485716"/>
                  </a:cubicBezTo>
                  <a:cubicBezTo>
                    <a:pt x="112437" y="493344"/>
                    <a:pt x="117455" y="506859"/>
                    <a:pt x="126115" y="522327"/>
                  </a:cubicBezTo>
                  <a:lnTo>
                    <a:pt x="163918" y="598229"/>
                  </a:lnTo>
                  <a:cubicBezTo>
                    <a:pt x="167773" y="605771"/>
                    <a:pt x="177113" y="610026"/>
                    <a:pt x="185350" y="608052"/>
                  </a:cubicBezTo>
                  <a:cubicBezTo>
                    <a:pt x="193586" y="606079"/>
                    <a:pt x="199917" y="598066"/>
                    <a:pt x="199934" y="589598"/>
                  </a:cubicBezTo>
                  <a:lnTo>
                    <a:pt x="199934" y="265748"/>
                  </a:lnTo>
                  <a:cubicBezTo>
                    <a:pt x="199934" y="244311"/>
                    <a:pt x="216597" y="227648"/>
                    <a:pt x="238034" y="227648"/>
                  </a:cubicBezTo>
                  <a:close/>
                </a:path>
              </a:pathLst>
            </a:custGeom>
            <a:solidFill>
              <a:schemeClr val="bg1"/>
            </a:solidFill>
            <a:ln w="9525" cap="flat">
              <a:solidFill>
                <a:schemeClr val="bg1"/>
              </a:solidFill>
              <a:prstDash val="solid"/>
              <a:miter/>
            </a:ln>
          </p:spPr>
          <p:txBody>
            <a:bodyPr/>
            <a:lstStyle/>
            <a:p>
              <a:endParaRPr lang="fr-FR"/>
            </a:p>
          </p:txBody>
        </p:sp>
      </p:grpSp>
      <p:sp>
        <p:nvSpPr>
          <p:cNvPr id="58" name="Rectangle : coins arrondis 57">
            <a:extLst>
              <a:ext uri="{FF2B5EF4-FFF2-40B4-BE49-F238E27FC236}">
                <a16:creationId xmlns:a16="http://schemas.microsoft.com/office/drawing/2014/main" id="{E873A9DC-9D4D-0E56-7E5B-EFA79B49F1A3}"/>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DC582A"/>
                </a:solidFill>
              </a:rPr>
              <a:t>PROTOTYPE</a:t>
            </a:r>
          </a:p>
        </p:txBody>
      </p:sp>
      <p:sp>
        <p:nvSpPr>
          <p:cNvPr id="5" name="Flèche : chevron 8 - 2 - 1">
            <a:extLst>
              <a:ext uri="{FF2B5EF4-FFF2-40B4-BE49-F238E27FC236}">
                <a16:creationId xmlns:a16="http://schemas.microsoft.com/office/drawing/2014/main" id="{F07F4260-4FFE-28FE-C9A5-1F82CCE812A6}"/>
              </a:ext>
            </a:extLst>
          </p:cNvPr>
          <p:cNvSpPr/>
          <p:nvPr/>
        </p:nvSpPr>
        <p:spPr>
          <a:xfrm>
            <a:off x="6924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impacts humains</a:t>
            </a:r>
          </a:p>
        </p:txBody>
      </p:sp>
      <p:sp>
        <p:nvSpPr>
          <p:cNvPr id="7" name="Flèche : chevron 8 - 2 - 1">
            <a:extLst>
              <a:ext uri="{FF2B5EF4-FFF2-40B4-BE49-F238E27FC236}">
                <a16:creationId xmlns:a16="http://schemas.microsoft.com/office/drawing/2014/main" id="{2A5C6FB5-540A-6DA7-7C1A-9C75668F6E8F}"/>
              </a:ext>
            </a:extLst>
          </p:cNvPr>
          <p:cNvSpPr/>
          <p:nvPr/>
        </p:nvSpPr>
        <p:spPr>
          <a:xfrm>
            <a:off x="1776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a:t>
            </a:r>
            <a:r>
              <a:rPr lang="fr-FR" sz="1100" b="1" err="1">
                <a:solidFill>
                  <a:schemeClr val="bg1">
                    <a:lumMod val="50000"/>
                  </a:schemeClr>
                </a:solidFill>
                <a:latin typeface="Avenir LT Std 45 Book" panose="020B0502020203020204" pitchFamily="34" charset="0"/>
              </a:rPr>
              <a:t>moi-mëme</a:t>
            </a:r>
            <a:endParaRPr lang="fr-FR" sz="1100" b="1">
              <a:solidFill>
                <a:schemeClr val="bg1">
                  <a:lumMod val="50000"/>
                </a:schemeClr>
              </a:solidFill>
              <a:latin typeface="Avenir LT Std 45 Book" panose="020B0502020203020204" pitchFamily="34" charset="0"/>
            </a:endParaRPr>
          </a:p>
        </p:txBody>
      </p:sp>
      <p:sp>
        <p:nvSpPr>
          <p:cNvPr id="9" name="Flèche : chevron 8 - 2 - 1">
            <a:extLst>
              <a:ext uri="{FF2B5EF4-FFF2-40B4-BE49-F238E27FC236}">
                <a16:creationId xmlns:a16="http://schemas.microsoft.com/office/drawing/2014/main" id="{FA13FADC-6290-1817-C9C2-6DDB32A403EC}"/>
              </a:ext>
            </a:extLst>
          </p:cNvPr>
          <p:cNvSpPr/>
          <p:nvPr/>
        </p:nvSpPr>
        <p:spPr>
          <a:xfrm>
            <a:off x="5244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des impacts humains</a:t>
            </a:r>
          </a:p>
        </p:txBody>
      </p:sp>
      <p:sp>
        <p:nvSpPr>
          <p:cNvPr id="13" name="Flèche : chevron 8 - 2 - 1">
            <a:extLst>
              <a:ext uri="{FF2B5EF4-FFF2-40B4-BE49-F238E27FC236}">
                <a16:creationId xmlns:a16="http://schemas.microsoft.com/office/drawing/2014/main" id="{701F7712-A151-CA83-D5BF-100676D27040}"/>
              </a:ext>
            </a:extLst>
          </p:cNvPr>
          <p:cNvSpPr/>
          <p:nvPr/>
        </p:nvSpPr>
        <p:spPr>
          <a:xfrm>
            <a:off x="636000" y="21771"/>
            <a:ext cx="1152000" cy="288000"/>
          </a:xfrm>
          <a:prstGeom prst="chevron">
            <a:avLst>
              <a:gd name="adj" fmla="val 28278"/>
            </a:avLst>
          </a:prstGeom>
          <a:solidFill>
            <a:srgbClr val="A1D6CA"/>
          </a:solidFill>
          <a:ln w="28575">
            <a:solidFill>
              <a:srgbClr val="A1D6CA"/>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rgbClr val="154734"/>
                </a:solidFill>
                <a:latin typeface="Avenir LT Std 45 Book" panose="020B0502020203020204" pitchFamily="34" charset="0"/>
              </a:rPr>
              <a:t>Cas d’usage</a:t>
            </a:r>
          </a:p>
        </p:txBody>
      </p:sp>
      <p:sp>
        <p:nvSpPr>
          <p:cNvPr id="15" name="Flèche : chevron 8 - 2 - 1">
            <a:extLst>
              <a:ext uri="{FF2B5EF4-FFF2-40B4-BE49-F238E27FC236}">
                <a16:creationId xmlns:a16="http://schemas.microsoft.com/office/drawing/2014/main" id="{0512B202-B9C9-6CF5-AA49-72EBBEEEA72A}"/>
              </a:ext>
            </a:extLst>
          </p:cNvPr>
          <p:cNvSpPr/>
          <p:nvPr/>
        </p:nvSpPr>
        <p:spPr>
          <a:xfrm>
            <a:off x="3456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pour moi-même</a:t>
            </a:r>
          </a:p>
        </p:txBody>
      </p:sp>
      <p:sp>
        <p:nvSpPr>
          <p:cNvPr id="20" name="Flèche : pentagone 3">
            <a:extLst>
              <a:ext uri="{FF2B5EF4-FFF2-40B4-BE49-F238E27FC236}">
                <a16:creationId xmlns:a16="http://schemas.microsoft.com/office/drawing/2014/main" id="{CBDF16DA-ED8A-3589-C889-6E964F5965F2}"/>
              </a:ext>
            </a:extLst>
          </p:cNvPr>
          <p:cNvSpPr/>
          <p:nvPr/>
        </p:nvSpPr>
        <p:spPr>
          <a:xfrm>
            <a:off x="0" y="21771"/>
            <a:ext cx="648000" cy="288000"/>
          </a:xfrm>
          <a:prstGeom prst="homePlate">
            <a:avLst>
              <a:gd name="adj" fmla="val 26503"/>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Accueil</a:t>
            </a:r>
          </a:p>
        </p:txBody>
      </p:sp>
      <p:sp>
        <p:nvSpPr>
          <p:cNvPr id="24" name="Flèche : chevron 8 - 2 - 1">
            <a:extLst>
              <a:ext uri="{FF2B5EF4-FFF2-40B4-BE49-F238E27FC236}">
                <a16:creationId xmlns:a16="http://schemas.microsoft.com/office/drawing/2014/main" id="{078E90E1-F210-E7CC-4410-7239E38E8BCE}"/>
              </a:ext>
            </a:extLst>
          </p:cNvPr>
          <p:cNvSpPr/>
          <p:nvPr/>
        </p:nvSpPr>
        <p:spPr>
          <a:xfrm>
            <a:off x="8712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a:t>
            </a:r>
            <a:br>
              <a:rPr lang="fr-FR" sz="1100" b="1">
                <a:solidFill>
                  <a:schemeClr val="bg1">
                    <a:lumMod val="50000"/>
                  </a:schemeClr>
                </a:solidFill>
                <a:latin typeface="Avenir LT Std 45 Book" panose="020B0502020203020204" pitchFamily="34" charset="0"/>
              </a:rPr>
            </a:br>
            <a:r>
              <a:rPr lang="fr-FR" sz="1100" b="1">
                <a:solidFill>
                  <a:schemeClr val="bg1">
                    <a:lumMod val="50000"/>
                  </a:schemeClr>
                </a:solidFill>
                <a:latin typeface="Avenir LT Std 45 Book" panose="020B0502020203020204" pitchFamily="34" charset="0"/>
              </a:rPr>
              <a:t>préparer le collectif</a:t>
            </a:r>
          </a:p>
        </p:txBody>
      </p:sp>
      <p:sp>
        <p:nvSpPr>
          <p:cNvPr id="26" name="Flèche : chevron 8 - 2 - 1">
            <a:extLst>
              <a:ext uri="{FF2B5EF4-FFF2-40B4-BE49-F238E27FC236}">
                <a16:creationId xmlns:a16="http://schemas.microsoft.com/office/drawing/2014/main" id="{DACF27A1-F31B-222A-C099-15A31037AB7F}"/>
              </a:ext>
            </a:extLst>
          </p:cNvPr>
          <p:cNvSpPr/>
          <p:nvPr/>
        </p:nvSpPr>
        <p:spPr>
          <a:xfrm>
            <a:off x="10392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préparation collectif</a:t>
            </a:r>
          </a:p>
        </p:txBody>
      </p:sp>
      <p:grpSp>
        <p:nvGrpSpPr>
          <p:cNvPr id="35" name="Groupe 34">
            <a:extLst>
              <a:ext uri="{FF2B5EF4-FFF2-40B4-BE49-F238E27FC236}">
                <a16:creationId xmlns:a16="http://schemas.microsoft.com/office/drawing/2014/main" id="{0FEDA54D-7E66-C91A-3A44-04E9EDA9CB16}"/>
              </a:ext>
            </a:extLst>
          </p:cNvPr>
          <p:cNvGrpSpPr/>
          <p:nvPr/>
        </p:nvGrpSpPr>
        <p:grpSpPr>
          <a:xfrm>
            <a:off x="2033910" y="5905349"/>
            <a:ext cx="8172707" cy="576000"/>
            <a:chOff x="2500781" y="5905349"/>
            <a:chExt cx="8172707" cy="576000"/>
          </a:xfrm>
        </p:grpSpPr>
        <p:sp>
          <p:nvSpPr>
            <p:cNvPr id="30" name="ZoneTexte 29">
              <a:extLst>
                <a:ext uri="{FF2B5EF4-FFF2-40B4-BE49-F238E27FC236}">
                  <a16:creationId xmlns:a16="http://schemas.microsoft.com/office/drawing/2014/main" id="{68162A8A-7699-CC73-715F-433CC2BEC919}"/>
                </a:ext>
              </a:extLst>
            </p:cNvPr>
            <p:cNvSpPr txBox="1"/>
            <p:nvPr/>
          </p:nvSpPr>
          <p:spPr>
            <a:xfrm>
              <a:off x="2500781" y="5905349"/>
              <a:ext cx="8172707" cy="576000"/>
            </a:xfrm>
            <a:prstGeom prst="roundRect">
              <a:avLst/>
            </a:prstGeom>
            <a:solidFill>
              <a:schemeClr val="bg1">
                <a:lumMod val="85000"/>
              </a:schemeClr>
            </a:solidFill>
          </p:spPr>
          <p:txBody>
            <a:bodyPr wrap="square" lIns="540000" anchor="ctr">
              <a:noAutofit/>
            </a:bodyPr>
            <a:lstStyle/>
            <a:p>
              <a:pPr defTabSz="914355">
                <a:lnSpc>
                  <a:spcPct val="105000"/>
                </a:lnSpc>
                <a:spcAft>
                  <a:spcPts val="600"/>
                </a:spcAft>
                <a:defRPr/>
              </a:pPr>
              <a:r>
                <a:rPr kumimoji="0" lang="fr-FR" sz="1200" b="0" i="1" u="none" strike="noStrike" kern="1200" cap="none" spc="0" normalizeH="0" baseline="0" noProof="0">
                  <a:ln>
                    <a:noFill/>
                  </a:ln>
                  <a:solidFill>
                    <a:srgbClr val="000000">
                      <a:lumMod val="75000"/>
                      <a:lumOff val="25000"/>
                    </a:srgbClr>
                  </a:solidFill>
                  <a:effectLst/>
                  <a:uLnTx/>
                  <a:uFillTx/>
                  <a:latin typeface="Avenir LT Std 45 Book"/>
                  <a:ea typeface="+mn-ea"/>
                  <a:cs typeface="+mn-cs"/>
                </a:rPr>
                <a:t>Faire l’intégralité des trois check-lists et de leurs ressources </a:t>
              </a:r>
              <a:r>
                <a:rPr kumimoji="0" lang="fr-FR" sz="1200" b="1" i="1" u="none" strike="noStrike" kern="1200" cap="none" spc="0" normalizeH="0" baseline="0" noProof="0">
                  <a:ln>
                    <a:noFill/>
                  </a:ln>
                  <a:solidFill>
                    <a:srgbClr val="000000">
                      <a:lumMod val="75000"/>
                      <a:lumOff val="25000"/>
                    </a:srgbClr>
                  </a:solidFill>
                  <a:effectLst/>
                  <a:uLnTx/>
                  <a:uFillTx/>
                  <a:latin typeface="Avenir LT Std 65 Medium" panose="020B0803020203020204" pitchFamily="34" charset="0"/>
                </a:rPr>
                <a:t>prend ~2 jours</a:t>
              </a:r>
              <a:r>
                <a:rPr kumimoji="0" lang="fr-FR" sz="1200" b="0" i="1" u="none" strike="noStrike" kern="1200" cap="none" spc="0" normalizeH="0" baseline="0" noProof="0">
                  <a:ln>
                    <a:noFill/>
                  </a:ln>
                  <a:solidFill>
                    <a:srgbClr val="000000">
                      <a:lumMod val="75000"/>
                      <a:lumOff val="25000"/>
                    </a:srgbClr>
                  </a:solidFill>
                  <a:effectLst/>
                  <a:uLnTx/>
                  <a:uFillTx/>
                  <a:latin typeface="Avenir LT Std 45 Book"/>
                  <a:ea typeface="+mn-ea"/>
                  <a:cs typeface="+mn-cs"/>
                </a:rPr>
                <a:t>. </a:t>
              </a:r>
            </a:p>
            <a:p>
              <a:pPr defTabSz="914355">
                <a:lnSpc>
                  <a:spcPct val="105000"/>
                </a:lnSpc>
                <a:spcAft>
                  <a:spcPts val="600"/>
                </a:spcAft>
                <a:defRPr/>
              </a:pPr>
              <a:r>
                <a:rPr kumimoji="0" lang="fr-FR" sz="1200" b="0" i="1" u="none" strike="noStrike" kern="1200" cap="none" spc="0" normalizeH="0" baseline="0" noProof="0">
                  <a:ln>
                    <a:noFill/>
                  </a:ln>
                  <a:solidFill>
                    <a:srgbClr val="000000">
                      <a:lumMod val="75000"/>
                      <a:lumOff val="25000"/>
                    </a:srgbClr>
                  </a:solidFill>
                  <a:effectLst/>
                  <a:uLnTx/>
                  <a:uFillTx/>
                  <a:latin typeface="Avenir LT Std 45 Book"/>
                  <a:ea typeface="+mn-ea"/>
                  <a:cs typeface="+mn-cs"/>
                </a:rPr>
                <a:t>Conseil : </a:t>
              </a:r>
              <a:r>
                <a:rPr kumimoji="0" lang="fr-FR" sz="1200" b="1" i="1" u="none" strike="noStrike" kern="1200" cap="none" spc="0" normalizeH="0" baseline="0" noProof="0">
                  <a:ln>
                    <a:noFill/>
                  </a:ln>
                  <a:solidFill>
                    <a:srgbClr val="000000">
                      <a:lumMod val="75000"/>
                      <a:lumOff val="25000"/>
                    </a:srgbClr>
                  </a:solidFill>
                  <a:effectLst/>
                  <a:uLnTx/>
                  <a:uFillTx/>
                  <a:latin typeface="Avenir LT Std 65 Medium" panose="020B0803020203020204" pitchFamily="34" charset="0"/>
                </a:rPr>
                <a:t>vous pouvez sanctuariser un temps dédié en amont du projet </a:t>
              </a:r>
              <a:r>
                <a:rPr kumimoji="0" lang="fr-FR" sz="1200" i="1" u="none" strike="noStrike" kern="1200" cap="none" spc="0" normalizeH="0" baseline="0" noProof="0">
                  <a:ln>
                    <a:noFill/>
                  </a:ln>
                  <a:solidFill>
                    <a:srgbClr val="000000">
                      <a:lumMod val="75000"/>
                      <a:lumOff val="25000"/>
                    </a:srgbClr>
                  </a:solidFill>
                  <a:effectLst/>
                  <a:uLnTx/>
                  <a:uFillTx/>
                  <a:latin typeface="Avenir LT Std 65 Medium" panose="020B0803020203020204" pitchFamily="34" charset="0"/>
                </a:rPr>
                <a:t>si vous souhaitez tout parcourir.</a:t>
              </a:r>
              <a:endParaRPr kumimoji="0" lang="fr-FR" sz="1200" i="1" u="none" strike="noStrike" kern="1200" cap="none" spc="0" normalizeH="0" baseline="0" noProof="0">
                <a:ln>
                  <a:noFill/>
                </a:ln>
                <a:solidFill>
                  <a:srgbClr val="000000">
                    <a:lumMod val="75000"/>
                    <a:lumOff val="25000"/>
                  </a:srgbClr>
                </a:solidFill>
                <a:effectLst/>
                <a:uLnTx/>
                <a:uFillTx/>
                <a:latin typeface="Avenir LT Std 45 Book"/>
                <a:ea typeface="+mn-ea"/>
                <a:cs typeface="+mn-cs"/>
              </a:endParaRPr>
            </a:p>
          </p:txBody>
        </p:sp>
        <p:pic>
          <p:nvPicPr>
            <p:cNvPr id="32" name="Graphique 31" descr="Informations avec un remplissage uni">
              <a:extLst>
                <a:ext uri="{FF2B5EF4-FFF2-40B4-BE49-F238E27FC236}">
                  <a16:creationId xmlns:a16="http://schemas.microsoft.com/office/drawing/2014/main" id="{9B0BDAF6-6122-6FA1-EE3C-78FF983F7A8A}"/>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2554615" y="5978628"/>
              <a:ext cx="432000" cy="432000"/>
            </a:xfrm>
            <a:prstGeom prst="rect">
              <a:avLst/>
            </a:prstGeom>
          </p:spPr>
        </p:pic>
      </p:grpSp>
    </p:spTree>
    <p:extLst>
      <p:ext uri="{BB962C8B-B14F-4D97-AF65-F5344CB8AC3E}">
        <p14:creationId xmlns:p14="http://schemas.microsoft.com/office/powerpoint/2010/main" val="10236847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6230C-9156-CFC7-D262-1743B7456183}"/>
            </a:ext>
          </a:extLst>
        </p:cNvPr>
        <p:cNvGrpSpPr/>
        <p:nvPr/>
      </p:nvGrpSpPr>
      <p:grpSpPr>
        <a:xfrm>
          <a:off x="0" y="0"/>
          <a:ext cx="0" cy="0"/>
          <a:chOff x="0" y="0"/>
          <a:chExt cx="0" cy="0"/>
        </a:xfrm>
      </p:grpSpPr>
      <p:sp>
        <p:nvSpPr>
          <p:cNvPr id="58" name="ZoneTexte 57">
            <a:extLst>
              <a:ext uri="{FF2B5EF4-FFF2-40B4-BE49-F238E27FC236}">
                <a16:creationId xmlns:a16="http://schemas.microsoft.com/office/drawing/2014/main" id="{56C0DA02-AE7C-3AD2-22F5-CCC821951C01}"/>
              </a:ext>
            </a:extLst>
          </p:cNvPr>
          <p:cNvSpPr txBox="1"/>
          <p:nvPr/>
        </p:nvSpPr>
        <p:spPr>
          <a:xfrm>
            <a:off x="513641" y="1476944"/>
            <a:ext cx="9569224" cy="4093428"/>
          </a:xfrm>
          <a:prstGeom prst="rect">
            <a:avLst/>
          </a:prstGeom>
          <a:noFill/>
        </p:spPr>
        <p:txBody>
          <a:bodyPr wrap="square">
            <a:spAutoFit/>
          </a:bodyPr>
          <a:lstStyle/>
          <a:p>
            <a:pPr marL="87312" marR="0" lvl="0" algn="l" defTabSz="908712" rtl="0" eaLnBrk="1" fontAlgn="auto" latinLnBrk="0" hangingPunct="1">
              <a:lnSpc>
                <a:spcPct val="100000"/>
              </a:lnSpc>
              <a:spcBef>
                <a:spcPts val="0"/>
              </a:spcBef>
              <a:spcAft>
                <a:spcPts val="3600"/>
              </a:spcAft>
              <a:buClrTx/>
              <a:buSzTx/>
              <a:tabLst/>
              <a:defRPr/>
            </a:pPr>
            <a:r>
              <a:rPr kumimoji="0" lang="fr-FR" sz="1400" b="0" i="0" u="none" strike="noStrike" kern="1200" cap="none" spc="0" normalizeH="0" baseline="0" noProof="0">
                <a:ln>
                  <a:noFill/>
                </a:ln>
                <a:solidFill>
                  <a:srgbClr val="3C3732"/>
                </a:solidFill>
                <a:effectLst/>
                <a:uLnTx/>
                <a:uFillTx/>
                <a:latin typeface="Avenir LT Std 55 Roman" panose="020B0503020203020204" pitchFamily="34" charset="0"/>
                <a:ea typeface="+mn-ea"/>
                <a:cs typeface="+mn-cs"/>
              </a:rPr>
              <a:t>Définir les </a:t>
            </a:r>
            <a:r>
              <a:rPr kumimoji="0" lang="fr-FR" sz="14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ressources</a:t>
            </a:r>
            <a:r>
              <a:rPr kumimoji="0" lang="fr-FR" sz="1400" b="1" i="0" u="none" strike="noStrike" kern="1200" cap="none" spc="0" normalizeH="0" baseline="0" noProof="0">
                <a:ln>
                  <a:noFill/>
                </a:ln>
                <a:solidFill>
                  <a:srgbClr val="3C3732"/>
                </a:solidFill>
                <a:effectLst/>
                <a:uLnTx/>
                <a:uFillTx/>
                <a:latin typeface="Avenir LT Std 55 Roman" panose="020B0503020203020204" pitchFamily="34" charset="0"/>
                <a:ea typeface="+mn-ea"/>
                <a:cs typeface="+mn-cs"/>
              </a:rPr>
              <a:t> </a:t>
            </a:r>
            <a:r>
              <a:rPr kumimoji="0" lang="fr-FR" sz="1400" b="0" i="0" u="none" strike="noStrike" kern="1200" cap="none" spc="0" normalizeH="0" baseline="0" noProof="0">
                <a:ln>
                  <a:noFill/>
                </a:ln>
                <a:solidFill>
                  <a:srgbClr val="3C3732"/>
                </a:solidFill>
                <a:effectLst/>
                <a:uLnTx/>
                <a:uFillTx/>
                <a:latin typeface="Avenir LT Std 55 Roman" panose="020B0503020203020204" pitchFamily="34" charset="0"/>
                <a:ea typeface="+mn-ea"/>
                <a:cs typeface="+mn-cs"/>
              </a:rPr>
              <a:t>(processus, outils, guides…) </a:t>
            </a:r>
            <a:r>
              <a:rPr lang="fr-FR" sz="1400">
                <a:solidFill>
                  <a:srgbClr val="00B388"/>
                </a:solidFill>
                <a:latin typeface="Avenir LT Std 65 Medium" panose="020B0803020203020204" pitchFamily="34" charset="0"/>
              </a:rPr>
              <a:t>et compétences </a:t>
            </a:r>
            <a:r>
              <a:rPr kumimoji="0" lang="fr-FR" sz="1400" b="0" i="0" u="none" strike="noStrike" kern="1200" cap="none" spc="0" normalizeH="0" baseline="0" noProof="0">
                <a:ln>
                  <a:noFill/>
                </a:ln>
                <a:solidFill>
                  <a:srgbClr val="3C3732"/>
                </a:solidFill>
                <a:effectLst/>
                <a:uLnTx/>
                <a:uFillTx/>
                <a:latin typeface="Avenir LT Std 55 Roman" panose="020B0503020203020204" pitchFamily="34" charset="0"/>
                <a:ea typeface="+mn-ea"/>
                <a:cs typeface="+mn-cs"/>
              </a:rPr>
              <a:t>dont j’ai besoin</a:t>
            </a:r>
            <a:r>
              <a:rPr kumimoji="0" lang="fr-FR" sz="1400" b="1" i="0" u="none" strike="noStrike" kern="1200" cap="none" spc="0" normalizeH="0" baseline="0" noProof="0">
                <a:ln>
                  <a:noFill/>
                </a:ln>
                <a:solidFill>
                  <a:srgbClr val="3C3732"/>
                </a:solidFill>
                <a:effectLst/>
                <a:uLnTx/>
                <a:uFillTx/>
                <a:latin typeface="Avenir LT Std 55 Roman" panose="020B0503020203020204" pitchFamily="34" charset="0"/>
                <a:ea typeface="+mn-ea"/>
                <a:cs typeface="+mn-cs"/>
              </a:rPr>
              <a:t> </a:t>
            </a:r>
            <a:r>
              <a:rPr kumimoji="0" lang="fr-FR" sz="1400" b="0" i="0" u="none" strike="noStrike" kern="1200" cap="none" spc="0" normalizeH="0" baseline="0" noProof="0">
                <a:ln>
                  <a:noFill/>
                </a:ln>
                <a:solidFill>
                  <a:srgbClr val="3C3732"/>
                </a:solidFill>
                <a:effectLst/>
                <a:uLnTx/>
                <a:uFillTx/>
                <a:latin typeface="Avenir LT Std 55 Roman" panose="020B0503020203020204" pitchFamily="34" charset="0"/>
                <a:ea typeface="+mn-ea"/>
                <a:cs typeface="+mn-cs"/>
              </a:rPr>
              <a:t>pour mener ce projet</a:t>
            </a:r>
          </a:p>
          <a:p>
            <a:pPr marL="87312" marR="0" lvl="0" algn="l" defTabSz="908712" rtl="0" eaLnBrk="1" fontAlgn="auto" latinLnBrk="0" hangingPunct="1">
              <a:lnSpc>
                <a:spcPct val="100000"/>
              </a:lnSpc>
              <a:spcBef>
                <a:spcPts val="0"/>
              </a:spcBef>
              <a:spcAft>
                <a:spcPts val="3600"/>
              </a:spcAft>
              <a:buClrTx/>
              <a:buSzTx/>
              <a:tabLst/>
              <a:defRPr/>
            </a:pPr>
            <a:r>
              <a:rPr lang="fr-FR" sz="1400">
                <a:solidFill>
                  <a:srgbClr val="00B388"/>
                </a:solidFill>
                <a:latin typeface="Avenir LT Std 65 Medium" panose="020B0803020203020204" pitchFamily="34" charset="0"/>
              </a:rPr>
              <a:t>I</a:t>
            </a:r>
            <a:r>
              <a:rPr lang="fr-FR" sz="1400" b="1">
                <a:solidFill>
                  <a:srgbClr val="00B388"/>
                </a:solidFill>
                <a:latin typeface="Avenir LT Std 65 Medium" panose="020B0803020203020204" pitchFamily="34" charset="0"/>
              </a:rPr>
              <a:t>dentifier les relais humains sur lesquels je peux m’appuyer</a:t>
            </a:r>
            <a:r>
              <a:rPr lang="fr-FR" sz="1400">
                <a:solidFill>
                  <a:srgbClr val="0070C0"/>
                </a:solidFill>
                <a:latin typeface="Avenir LT Std 65 Medium" panose="020B0803020203020204" pitchFamily="34" charset="0"/>
              </a:rPr>
              <a:t> </a:t>
            </a:r>
            <a:r>
              <a:rPr lang="fr-FR" sz="1400">
                <a:solidFill>
                  <a:schemeClr val="tx1"/>
                </a:solidFill>
                <a:latin typeface="Avenir LT Std 55 Roman" panose="020B0503020203020204" pitchFamily="34" charset="0"/>
              </a:rPr>
              <a:t>(sponsors, valideurs, chefs de lots, contributeurs, réseau d’appui, préventeur, RH, coach externe… et clients du projet à écouter), et la manière de </a:t>
            </a:r>
            <a:r>
              <a:rPr lang="fr-FR" sz="1400" kern="1200">
                <a:solidFill>
                  <a:srgbClr val="00B388"/>
                </a:solidFill>
                <a:latin typeface="Avenir LT Std 65 Medium" panose="020B0803020203020204" pitchFamily="34" charset="0"/>
                <a:ea typeface="+mn-ea"/>
                <a:cs typeface="+mn-cs"/>
              </a:rPr>
              <a:t>les embarquer </a:t>
            </a:r>
            <a:r>
              <a:rPr lang="fr-FR" sz="1400">
                <a:solidFill>
                  <a:schemeClr val="tx1"/>
                </a:solidFill>
                <a:latin typeface="Avenir LT Std 55 Roman" panose="020B0503020203020204" pitchFamily="34" charset="0"/>
              </a:rPr>
              <a:t>dans le projet</a:t>
            </a:r>
          </a:p>
          <a:p>
            <a:pPr marL="87312" marR="0" lvl="0" algn="l" defTabSz="908712" rtl="0" eaLnBrk="1" fontAlgn="auto" latinLnBrk="0" hangingPunct="1">
              <a:lnSpc>
                <a:spcPct val="100000"/>
              </a:lnSpc>
              <a:spcBef>
                <a:spcPts val="0"/>
              </a:spcBef>
              <a:spcAft>
                <a:spcPts val="3600"/>
              </a:spcAft>
              <a:buClrTx/>
              <a:buSzTx/>
              <a:tabLst/>
              <a:defRPr/>
            </a:pPr>
            <a:r>
              <a:rPr lang="fr-FR" sz="1400" b="1" kern="1200">
                <a:solidFill>
                  <a:srgbClr val="00B388"/>
                </a:solidFill>
                <a:latin typeface="Avenir LT Std 65 Medium" panose="020B0803020203020204" pitchFamily="34" charset="0"/>
                <a:ea typeface="+mn-ea"/>
                <a:cs typeface="+mn-cs"/>
              </a:rPr>
              <a:t>Structurer le projet et son futur pilotage </a:t>
            </a:r>
            <a:r>
              <a:rPr lang="fr-FR" sz="1400">
                <a:solidFill>
                  <a:schemeClr val="tx1"/>
                </a:solidFill>
                <a:latin typeface="Avenir LT Std 55 Roman" panose="020B0503020203020204" pitchFamily="34" charset="0"/>
              </a:rPr>
              <a:t>(gestion de projet, outils, indicateurs, moments de partage / instances…)</a:t>
            </a:r>
            <a:br>
              <a:rPr lang="fr-FR" sz="1400">
                <a:solidFill>
                  <a:schemeClr val="tx1"/>
                </a:solidFill>
                <a:latin typeface="Avenir LT Std 55 Roman" panose="020B0503020203020204" pitchFamily="34" charset="0"/>
              </a:rPr>
            </a:br>
            <a:endParaRPr lang="fr-FR" sz="1400">
              <a:solidFill>
                <a:schemeClr val="tx1"/>
              </a:solidFill>
              <a:latin typeface="Avenir LT Std 55 Roman" panose="020B0503020203020204" pitchFamily="34" charset="0"/>
            </a:endParaRPr>
          </a:p>
          <a:p>
            <a:pPr marL="87312" marR="0" lvl="0" algn="l" defTabSz="908712" rtl="0" eaLnBrk="1" fontAlgn="auto" latinLnBrk="0" hangingPunct="1">
              <a:lnSpc>
                <a:spcPct val="100000"/>
              </a:lnSpc>
              <a:spcBef>
                <a:spcPts val="0"/>
              </a:spcBef>
              <a:spcAft>
                <a:spcPts val="3600"/>
              </a:spcAft>
              <a:buClrTx/>
              <a:buSzTx/>
              <a:tabLst/>
              <a:defRPr/>
            </a:pPr>
            <a:r>
              <a:rPr lang="fr-FR" sz="1400" b="1" kern="1200">
                <a:solidFill>
                  <a:srgbClr val="00B388"/>
                </a:solidFill>
                <a:latin typeface="Avenir LT Std 65 Medium" panose="020B0803020203020204" pitchFamily="34" charset="0"/>
                <a:ea typeface="+mn-ea"/>
                <a:cs typeface="+mn-cs"/>
              </a:rPr>
              <a:t>Evaluer et organiser ma charge de travail</a:t>
            </a:r>
            <a:r>
              <a:rPr lang="fr-FR" sz="1400" kern="1200">
                <a:solidFill>
                  <a:srgbClr val="00B388"/>
                </a:solidFill>
                <a:latin typeface="Avenir LT Std 55 Roman" panose="020B0503020203020204" pitchFamily="34" charset="0"/>
                <a:ea typeface="+mn-ea"/>
                <a:cs typeface="+mn-cs"/>
              </a:rPr>
              <a:t> </a:t>
            </a:r>
            <a:r>
              <a:rPr lang="fr-FR" sz="1400" kern="1200">
                <a:solidFill>
                  <a:schemeClr val="tx1"/>
                </a:solidFill>
                <a:latin typeface="Avenir LT Std 55 Roman" panose="020B0503020203020204" pitchFamily="34" charset="0"/>
                <a:ea typeface="+mn-ea"/>
                <a:cs typeface="+mn-cs"/>
              </a:rPr>
              <a:t>liée au projet et son impact sur mon activité, </a:t>
            </a:r>
            <a:r>
              <a:rPr lang="fr-FR" sz="1400" b="1" kern="1200">
                <a:solidFill>
                  <a:srgbClr val="00B388"/>
                </a:solidFill>
                <a:latin typeface="Avenir LT Std 65 Medium" panose="020B0803020203020204" pitchFamily="34" charset="0"/>
                <a:ea typeface="+mn-ea"/>
                <a:cs typeface="+mn-cs"/>
              </a:rPr>
              <a:t>et évaluer mon besoin de déléguer </a:t>
            </a:r>
          </a:p>
          <a:p>
            <a:pPr marL="87312" marR="0" lvl="0" algn="l" defTabSz="908712" rtl="0" eaLnBrk="1" fontAlgn="auto" latinLnBrk="0" hangingPunct="1">
              <a:lnSpc>
                <a:spcPct val="100000"/>
              </a:lnSpc>
              <a:spcBef>
                <a:spcPts val="0"/>
              </a:spcBef>
              <a:spcAft>
                <a:spcPts val="3600"/>
              </a:spcAft>
              <a:buClrTx/>
              <a:buSzTx/>
              <a:tabLst/>
              <a:defRPr/>
            </a:pPr>
            <a:r>
              <a:rPr lang="fr-FR" sz="1400" b="1" kern="1200">
                <a:solidFill>
                  <a:srgbClr val="00B388"/>
                </a:solidFill>
                <a:latin typeface="Avenir LT Std 65 Medium" panose="020B0803020203020204" pitchFamily="34" charset="0"/>
                <a:ea typeface="+mn-ea"/>
                <a:cs typeface="+mn-cs"/>
              </a:rPr>
              <a:t>Assurer que le projet réunit toutes les conditions de réussite </a:t>
            </a:r>
            <a:r>
              <a:rPr lang="fr-FR" sz="1400">
                <a:solidFill>
                  <a:schemeClr val="tx1"/>
                </a:solidFill>
                <a:latin typeface="Avenir LT Std 55 Roman" panose="020B0503020203020204" pitchFamily="34" charset="0"/>
              </a:rPr>
              <a:t>(mandat clair et validé, sponsor et /ou commanditaire identifiés et de bon niveau pour le projet, collectif représentant le projet engagé…)</a:t>
            </a:r>
            <a:endParaRPr lang="fr-FR" sz="1400">
              <a:solidFill>
                <a:schemeClr val="accent4"/>
              </a:solidFill>
              <a:latin typeface="Avenir LT Std 55 Roman" panose="020B0503020203020204" pitchFamily="34" charset="0"/>
            </a:endParaRPr>
          </a:p>
        </p:txBody>
      </p:sp>
      <p:grpSp>
        <p:nvGrpSpPr>
          <p:cNvPr id="96" name="Groupe 95">
            <a:extLst>
              <a:ext uri="{FF2B5EF4-FFF2-40B4-BE49-F238E27FC236}">
                <a16:creationId xmlns:a16="http://schemas.microsoft.com/office/drawing/2014/main" id="{4DE22417-7DD6-2B7F-B966-E6F3EB602BA6}"/>
              </a:ext>
            </a:extLst>
          </p:cNvPr>
          <p:cNvGrpSpPr/>
          <p:nvPr/>
        </p:nvGrpSpPr>
        <p:grpSpPr>
          <a:xfrm>
            <a:off x="216339" y="1478738"/>
            <a:ext cx="302577" cy="302577"/>
            <a:chOff x="229671" y="2122077"/>
            <a:chExt cx="302577" cy="302577"/>
          </a:xfrm>
        </p:grpSpPr>
        <p:sp>
          <p:nvSpPr>
            <p:cNvPr id="97" name="Bouton d’action : vide 96">
              <a:hlinkClick r:id="" action="ppaction://noaction" highlightClick="1"/>
              <a:extLst>
                <a:ext uri="{FF2B5EF4-FFF2-40B4-BE49-F238E27FC236}">
                  <a16:creationId xmlns:a16="http://schemas.microsoft.com/office/drawing/2014/main" id="{0E86163B-EAED-1F2A-2A78-FF31E547D4F5}"/>
                </a:ext>
              </a:extLst>
            </p:cNvPr>
            <p:cNvSpPr/>
            <p:nvPr/>
          </p:nvSpPr>
          <p:spPr>
            <a:xfrm>
              <a:off x="252322" y="2155667"/>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pic>
          <p:nvPicPr>
            <p:cNvPr id="98" name="Graphique 97" descr="Coche avec un remplissage uni">
              <a:extLst>
                <a:ext uri="{FF2B5EF4-FFF2-40B4-BE49-F238E27FC236}">
                  <a16:creationId xmlns:a16="http://schemas.microsoft.com/office/drawing/2014/main" id="{8EE1BC00-9F80-74CE-D925-D302B51A4B6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9671" y="2122077"/>
              <a:ext cx="302577" cy="302577"/>
            </a:xfrm>
            <a:prstGeom prst="rect">
              <a:avLst/>
            </a:prstGeom>
          </p:spPr>
        </p:pic>
      </p:grpSp>
      <p:grpSp>
        <p:nvGrpSpPr>
          <p:cNvPr id="99" name="Groupe 98">
            <a:extLst>
              <a:ext uri="{FF2B5EF4-FFF2-40B4-BE49-F238E27FC236}">
                <a16:creationId xmlns:a16="http://schemas.microsoft.com/office/drawing/2014/main" id="{6ECD614D-14CE-F328-A9AE-0D0901809280}"/>
              </a:ext>
            </a:extLst>
          </p:cNvPr>
          <p:cNvGrpSpPr/>
          <p:nvPr/>
        </p:nvGrpSpPr>
        <p:grpSpPr>
          <a:xfrm>
            <a:off x="237316" y="3239787"/>
            <a:ext cx="302577" cy="302577"/>
            <a:chOff x="229671" y="2122077"/>
            <a:chExt cx="302577" cy="302577"/>
          </a:xfrm>
        </p:grpSpPr>
        <p:sp>
          <p:nvSpPr>
            <p:cNvPr id="100" name="Bouton d’action : vide 99">
              <a:hlinkClick r:id="" action="ppaction://noaction" highlightClick="1"/>
              <a:extLst>
                <a:ext uri="{FF2B5EF4-FFF2-40B4-BE49-F238E27FC236}">
                  <a16:creationId xmlns:a16="http://schemas.microsoft.com/office/drawing/2014/main" id="{5D9376C3-900B-E070-5977-431CA0718D19}"/>
                </a:ext>
              </a:extLst>
            </p:cNvPr>
            <p:cNvSpPr/>
            <p:nvPr/>
          </p:nvSpPr>
          <p:spPr>
            <a:xfrm>
              <a:off x="252322" y="2155667"/>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pic>
          <p:nvPicPr>
            <p:cNvPr id="101" name="Graphique 100" descr="Coche avec un remplissage uni">
              <a:extLst>
                <a:ext uri="{FF2B5EF4-FFF2-40B4-BE49-F238E27FC236}">
                  <a16:creationId xmlns:a16="http://schemas.microsoft.com/office/drawing/2014/main" id="{47D0F989-6581-A572-5C57-0351AE53D64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9671" y="2122077"/>
              <a:ext cx="302577" cy="302577"/>
            </a:xfrm>
            <a:prstGeom prst="rect">
              <a:avLst/>
            </a:prstGeom>
          </p:spPr>
        </p:pic>
      </p:grpSp>
      <p:grpSp>
        <p:nvGrpSpPr>
          <p:cNvPr id="102" name="Groupe 101">
            <a:extLst>
              <a:ext uri="{FF2B5EF4-FFF2-40B4-BE49-F238E27FC236}">
                <a16:creationId xmlns:a16="http://schemas.microsoft.com/office/drawing/2014/main" id="{0F838F4F-3325-1C40-BDFB-C986A02BF1D8}"/>
              </a:ext>
            </a:extLst>
          </p:cNvPr>
          <p:cNvGrpSpPr/>
          <p:nvPr/>
        </p:nvGrpSpPr>
        <p:grpSpPr>
          <a:xfrm>
            <a:off x="237316" y="4291622"/>
            <a:ext cx="302577" cy="302577"/>
            <a:chOff x="229671" y="2122077"/>
            <a:chExt cx="302577" cy="302577"/>
          </a:xfrm>
        </p:grpSpPr>
        <p:sp>
          <p:nvSpPr>
            <p:cNvPr id="103" name="Bouton d’action : vide 102">
              <a:hlinkClick r:id="" action="ppaction://noaction" highlightClick="1"/>
              <a:extLst>
                <a:ext uri="{FF2B5EF4-FFF2-40B4-BE49-F238E27FC236}">
                  <a16:creationId xmlns:a16="http://schemas.microsoft.com/office/drawing/2014/main" id="{70F8B66A-944D-7CF6-DDB7-6FCB2C5D41F2}"/>
                </a:ext>
              </a:extLst>
            </p:cNvPr>
            <p:cNvSpPr/>
            <p:nvPr/>
          </p:nvSpPr>
          <p:spPr>
            <a:xfrm>
              <a:off x="252322" y="2155667"/>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pic>
          <p:nvPicPr>
            <p:cNvPr id="104" name="Graphique 103" descr="Coche avec un remplissage uni">
              <a:extLst>
                <a:ext uri="{FF2B5EF4-FFF2-40B4-BE49-F238E27FC236}">
                  <a16:creationId xmlns:a16="http://schemas.microsoft.com/office/drawing/2014/main" id="{15E23A29-B606-88F9-7AE3-02962B50E4E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9671" y="2122077"/>
              <a:ext cx="302577" cy="302577"/>
            </a:xfrm>
            <a:prstGeom prst="rect">
              <a:avLst/>
            </a:prstGeom>
          </p:spPr>
        </p:pic>
      </p:grpSp>
      <p:sp>
        <p:nvSpPr>
          <p:cNvPr id="105" name="Bouton d’action : vide 104">
            <a:hlinkClick r:id="" action="ppaction://noaction" highlightClick="1"/>
            <a:extLst>
              <a:ext uri="{FF2B5EF4-FFF2-40B4-BE49-F238E27FC236}">
                <a16:creationId xmlns:a16="http://schemas.microsoft.com/office/drawing/2014/main" id="{8F175FA5-2E5A-7A27-C060-F0C152A3BC94}"/>
              </a:ext>
            </a:extLst>
          </p:cNvPr>
          <p:cNvSpPr/>
          <p:nvPr/>
        </p:nvSpPr>
        <p:spPr>
          <a:xfrm>
            <a:off x="238990" y="2324962"/>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106" name="Bouton d’action : vide 105">
            <a:hlinkClick r:id="" action="ppaction://noaction" highlightClick="1"/>
            <a:extLst>
              <a:ext uri="{FF2B5EF4-FFF2-40B4-BE49-F238E27FC236}">
                <a16:creationId xmlns:a16="http://schemas.microsoft.com/office/drawing/2014/main" id="{3464E78B-C7E3-666B-DEBB-3D32C0F4CF63}"/>
              </a:ext>
            </a:extLst>
          </p:cNvPr>
          <p:cNvSpPr/>
          <p:nvPr/>
        </p:nvSpPr>
        <p:spPr>
          <a:xfrm>
            <a:off x="255093" y="5216267"/>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pic>
        <p:nvPicPr>
          <p:cNvPr id="61" name="Graphique 60" descr="Loupe avec un remplissage uni">
            <a:hlinkClick r:id="rId4" action="ppaction://hlinksldjump"/>
            <a:extLst>
              <a:ext uri="{FF2B5EF4-FFF2-40B4-BE49-F238E27FC236}">
                <a16:creationId xmlns:a16="http://schemas.microsoft.com/office/drawing/2014/main" id="{B2E3356F-4CD0-CC34-3065-F312E282CF5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537287" y="1485143"/>
            <a:ext cx="323819" cy="323819"/>
          </a:xfrm>
          <a:prstGeom prst="rect">
            <a:avLst/>
          </a:prstGeom>
        </p:spPr>
      </p:pic>
      <p:pic>
        <p:nvPicPr>
          <p:cNvPr id="65" name="Graphique 64" descr="Loupe avec un remplissage uni">
            <a:hlinkClick r:id="rId6" action="ppaction://hlinksldjump"/>
            <a:extLst>
              <a:ext uri="{FF2B5EF4-FFF2-40B4-BE49-F238E27FC236}">
                <a16:creationId xmlns:a16="http://schemas.microsoft.com/office/drawing/2014/main" id="{B40E33AB-A9E2-AECA-43C3-62D034CA844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548798" y="2246671"/>
            <a:ext cx="323819" cy="323819"/>
          </a:xfrm>
          <a:prstGeom prst="rect">
            <a:avLst/>
          </a:prstGeom>
        </p:spPr>
      </p:pic>
      <p:pic>
        <p:nvPicPr>
          <p:cNvPr id="69" name="Graphique 68" descr="Loupe avec un remplissage uni">
            <a:hlinkClick r:id="rId7" action="ppaction://hlinksldjump"/>
            <a:extLst>
              <a:ext uri="{FF2B5EF4-FFF2-40B4-BE49-F238E27FC236}">
                <a16:creationId xmlns:a16="http://schemas.microsoft.com/office/drawing/2014/main" id="{6C2666B4-D923-2688-3360-E309FC3056D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548798" y="3289526"/>
            <a:ext cx="323819" cy="323819"/>
          </a:xfrm>
          <a:prstGeom prst="rect">
            <a:avLst/>
          </a:prstGeom>
        </p:spPr>
      </p:pic>
      <p:pic>
        <p:nvPicPr>
          <p:cNvPr id="73" name="Graphique 72" descr="Loupe avec un remplissage uni">
            <a:hlinkClick r:id="rId8" action="ppaction://hlinksldjump"/>
            <a:extLst>
              <a:ext uri="{FF2B5EF4-FFF2-40B4-BE49-F238E27FC236}">
                <a16:creationId xmlns:a16="http://schemas.microsoft.com/office/drawing/2014/main" id="{59D3BC1A-E689-6972-C47F-A0E861EE698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548798" y="4243495"/>
            <a:ext cx="323819" cy="323819"/>
          </a:xfrm>
          <a:prstGeom prst="rect">
            <a:avLst/>
          </a:prstGeom>
        </p:spPr>
      </p:pic>
      <p:pic>
        <p:nvPicPr>
          <p:cNvPr id="77" name="Graphique 76" descr="Loupe avec un remplissage uni">
            <a:hlinkClick r:id="rId9" action="ppaction://hlinksldjump"/>
            <a:extLst>
              <a:ext uri="{FF2B5EF4-FFF2-40B4-BE49-F238E27FC236}">
                <a16:creationId xmlns:a16="http://schemas.microsoft.com/office/drawing/2014/main" id="{A31D0095-4C9D-BA42-2C95-9F1B07A3837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548798" y="5178305"/>
            <a:ext cx="323819" cy="323819"/>
          </a:xfrm>
          <a:prstGeom prst="rect">
            <a:avLst/>
          </a:prstGeom>
        </p:spPr>
      </p:pic>
      <p:sp>
        <p:nvSpPr>
          <p:cNvPr id="6" name="Rectangle : coins arrondis 5">
            <a:extLst>
              <a:ext uri="{FF2B5EF4-FFF2-40B4-BE49-F238E27FC236}">
                <a16:creationId xmlns:a16="http://schemas.microsoft.com/office/drawing/2014/main" id="{4AAFFAEB-CBCC-AC8A-7427-B8E595762779}"/>
              </a:ext>
            </a:extLst>
          </p:cNvPr>
          <p:cNvSpPr/>
          <p:nvPr/>
        </p:nvSpPr>
        <p:spPr>
          <a:xfrm>
            <a:off x="10338412" y="1493842"/>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00" i="1">
                <a:solidFill>
                  <a:srgbClr val="A4C8E1">
                    <a:lumMod val="50000"/>
                  </a:srgbClr>
                </a:solidFill>
                <a:latin typeface="Avenir LT Std 55 Roman" panose="020B0503020203020204" pitchFamily="34" charset="0"/>
                <a:cs typeface="Times New Roman" panose="02020603050405020304" pitchFamily="18" charset="0"/>
              </a:rPr>
              <a:t>~ 10 min</a:t>
            </a:r>
            <a:endPar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endParaRPr>
          </a:p>
        </p:txBody>
      </p:sp>
      <p:pic>
        <p:nvPicPr>
          <p:cNvPr id="7" name="Graphique 6" descr="Sablier terminé avec un remplissage uni">
            <a:extLst>
              <a:ext uri="{FF2B5EF4-FFF2-40B4-BE49-F238E27FC236}">
                <a16:creationId xmlns:a16="http://schemas.microsoft.com/office/drawing/2014/main" id="{0202F49C-0C07-CD8C-5C7D-AA622CCAF13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155724" y="1493842"/>
            <a:ext cx="306421" cy="306421"/>
          </a:xfrm>
          <a:prstGeom prst="rect">
            <a:avLst/>
          </a:prstGeom>
        </p:spPr>
      </p:pic>
      <p:sp>
        <p:nvSpPr>
          <p:cNvPr id="8" name="Rectangle : coins arrondis 7">
            <a:extLst>
              <a:ext uri="{FF2B5EF4-FFF2-40B4-BE49-F238E27FC236}">
                <a16:creationId xmlns:a16="http://schemas.microsoft.com/office/drawing/2014/main" id="{789AE1D9-C710-D37F-DB07-2EFACF7A70D7}"/>
              </a:ext>
            </a:extLst>
          </p:cNvPr>
          <p:cNvSpPr/>
          <p:nvPr/>
        </p:nvSpPr>
        <p:spPr>
          <a:xfrm>
            <a:off x="10338412" y="2255370"/>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00" i="1">
                <a:solidFill>
                  <a:srgbClr val="A4C8E1">
                    <a:lumMod val="50000"/>
                  </a:srgbClr>
                </a:solidFill>
                <a:latin typeface="Avenir LT Std 55 Roman" panose="020B0503020203020204" pitchFamily="34" charset="0"/>
                <a:cs typeface="Times New Roman" panose="02020603050405020304" pitchFamily="18" charset="0"/>
              </a:rPr>
              <a:t>~ 20 min</a:t>
            </a:r>
            <a:endPar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endParaRPr>
          </a:p>
        </p:txBody>
      </p:sp>
      <p:pic>
        <p:nvPicPr>
          <p:cNvPr id="9" name="Graphique 8" descr="Sablier terminé avec un remplissage uni">
            <a:extLst>
              <a:ext uri="{FF2B5EF4-FFF2-40B4-BE49-F238E27FC236}">
                <a16:creationId xmlns:a16="http://schemas.microsoft.com/office/drawing/2014/main" id="{67E25C79-3B04-82A1-D4A7-FEF8976D002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155724" y="2255370"/>
            <a:ext cx="306421" cy="306421"/>
          </a:xfrm>
          <a:prstGeom prst="rect">
            <a:avLst/>
          </a:prstGeom>
        </p:spPr>
      </p:pic>
      <p:sp>
        <p:nvSpPr>
          <p:cNvPr id="19" name="Rectangle : coins arrondis 18">
            <a:extLst>
              <a:ext uri="{FF2B5EF4-FFF2-40B4-BE49-F238E27FC236}">
                <a16:creationId xmlns:a16="http://schemas.microsoft.com/office/drawing/2014/main" id="{1AE627B5-FC0A-CF57-6996-C1FD49D270BC}"/>
              </a:ext>
            </a:extLst>
          </p:cNvPr>
          <p:cNvSpPr/>
          <p:nvPr/>
        </p:nvSpPr>
        <p:spPr>
          <a:xfrm>
            <a:off x="10338412" y="3298225"/>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00" i="1">
                <a:solidFill>
                  <a:srgbClr val="A4C8E1">
                    <a:lumMod val="50000"/>
                  </a:srgbClr>
                </a:solidFill>
                <a:latin typeface="Avenir LT Std 55 Roman" panose="020B0503020203020204" pitchFamily="34" charset="0"/>
                <a:cs typeface="Times New Roman" panose="02020603050405020304" pitchFamily="18" charset="0"/>
              </a:rPr>
              <a:t>~ 2 h</a:t>
            </a:r>
            <a:endPar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endParaRPr>
          </a:p>
        </p:txBody>
      </p:sp>
      <p:pic>
        <p:nvPicPr>
          <p:cNvPr id="20" name="Graphique 19" descr="Sablier terminé avec un remplissage uni">
            <a:extLst>
              <a:ext uri="{FF2B5EF4-FFF2-40B4-BE49-F238E27FC236}">
                <a16:creationId xmlns:a16="http://schemas.microsoft.com/office/drawing/2014/main" id="{BAAC0EC3-DEC8-EC15-2051-B8A242EA055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155724" y="3298225"/>
            <a:ext cx="306421" cy="306421"/>
          </a:xfrm>
          <a:prstGeom prst="rect">
            <a:avLst/>
          </a:prstGeom>
        </p:spPr>
      </p:pic>
      <p:sp>
        <p:nvSpPr>
          <p:cNvPr id="21" name="Rectangle : coins arrondis 20">
            <a:extLst>
              <a:ext uri="{FF2B5EF4-FFF2-40B4-BE49-F238E27FC236}">
                <a16:creationId xmlns:a16="http://schemas.microsoft.com/office/drawing/2014/main" id="{AA92712D-C3EB-69F1-94A9-89B21550CA53}"/>
              </a:ext>
            </a:extLst>
          </p:cNvPr>
          <p:cNvSpPr/>
          <p:nvPr/>
        </p:nvSpPr>
        <p:spPr>
          <a:xfrm>
            <a:off x="10338412" y="4252194"/>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00" i="1">
                <a:solidFill>
                  <a:srgbClr val="A4C8E1">
                    <a:lumMod val="50000"/>
                  </a:srgbClr>
                </a:solidFill>
                <a:latin typeface="Avenir LT Std 55 Roman" panose="020B0503020203020204" pitchFamily="34" charset="0"/>
                <a:cs typeface="Times New Roman" panose="02020603050405020304" pitchFamily="18" charset="0"/>
              </a:rPr>
              <a:t>~ 1 h</a:t>
            </a:r>
            <a:endPar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endParaRPr>
          </a:p>
        </p:txBody>
      </p:sp>
      <p:pic>
        <p:nvPicPr>
          <p:cNvPr id="22" name="Graphique 21" descr="Sablier terminé avec un remplissage uni">
            <a:extLst>
              <a:ext uri="{FF2B5EF4-FFF2-40B4-BE49-F238E27FC236}">
                <a16:creationId xmlns:a16="http://schemas.microsoft.com/office/drawing/2014/main" id="{A092C3BF-DA4D-C82D-FDFE-00DC7B09EB1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155724" y="4252194"/>
            <a:ext cx="306421" cy="306421"/>
          </a:xfrm>
          <a:prstGeom prst="rect">
            <a:avLst/>
          </a:prstGeom>
        </p:spPr>
      </p:pic>
      <p:sp>
        <p:nvSpPr>
          <p:cNvPr id="23" name="Rectangle : coins arrondis 22">
            <a:extLst>
              <a:ext uri="{FF2B5EF4-FFF2-40B4-BE49-F238E27FC236}">
                <a16:creationId xmlns:a16="http://schemas.microsoft.com/office/drawing/2014/main" id="{AB5A05F4-0D3D-7548-EBFB-B4F799B0E5E0}"/>
              </a:ext>
            </a:extLst>
          </p:cNvPr>
          <p:cNvSpPr/>
          <p:nvPr/>
        </p:nvSpPr>
        <p:spPr>
          <a:xfrm>
            <a:off x="10338412" y="5187004"/>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00" i="1">
                <a:solidFill>
                  <a:srgbClr val="A4C8E1">
                    <a:lumMod val="50000"/>
                  </a:srgbClr>
                </a:solidFill>
                <a:latin typeface="Avenir LT Std 55 Roman" panose="020B0503020203020204" pitchFamily="34" charset="0"/>
                <a:cs typeface="Times New Roman" panose="02020603050405020304" pitchFamily="18" charset="0"/>
              </a:rPr>
              <a:t>~ 20 min</a:t>
            </a:r>
            <a:endPar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endParaRPr>
          </a:p>
        </p:txBody>
      </p:sp>
      <p:pic>
        <p:nvPicPr>
          <p:cNvPr id="24" name="Graphique 23" descr="Sablier terminé avec un remplissage uni">
            <a:extLst>
              <a:ext uri="{FF2B5EF4-FFF2-40B4-BE49-F238E27FC236}">
                <a16:creationId xmlns:a16="http://schemas.microsoft.com/office/drawing/2014/main" id="{039B4B78-AAA5-0694-4728-C09CC7FCF5F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155724" y="5187004"/>
            <a:ext cx="306421" cy="306421"/>
          </a:xfrm>
          <a:prstGeom prst="rect">
            <a:avLst/>
          </a:prstGeom>
        </p:spPr>
      </p:pic>
      <p:grpSp>
        <p:nvGrpSpPr>
          <p:cNvPr id="27" name="Groupe 26">
            <a:extLst>
              <a:ext uri="{FF2B5EF4-FFF2-40B4-BE49-F238E27FC236}">
                <a16:creationId xmlns:a16="http://schemas.microsoft.com/office/drawing/2014/main" id="{CFA8A0F5-41C2-B0B4-09F2-89320F71DFDD}"/>
              </a:ext>
            </a:extLst>
          </p:cNvPr>
          <p:cNvGrpSpPr>
            <a:grpSpLocks noChangeAspect="1"/>
          </p:cNvGrpSpPr>
          <p:nvPr/>
        </p:nvGrpSpPr>
        <p:grpSpPr>
          <a:xfrm>
            <a:off x="11001871" y="6336764"/>
            <a:ext cx="1082632" cy="444130"/>
            <a:chOff x="5810" y="1578917"/>
            <a:chExt cx="559801" cy="229645"/>
          </a:xfrm>
        </p:grpSpPr>
        <p:sp>
          <p:nvSpPr>
            <p:cNvPr id="28" name="Rectangle : coins arrondis 27">
              <a:hlinkClick r:id="rId11" action="ppaction://hlinksldjump"/>
              <a:extLst>
                <a:ext uri="{FF2B5EF4-FFF2-40B4-BE49-F238E27FC236}">
                  <a16:creationId xmlns:a16="http://schemas.microsoft.com/office/drawing/2014/main" id="{995B2424-A6BC-9BCD-F666-B1B815E41C34}"/>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hlinkClick r:id="rId11"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ndParaRPr>
            </a:p>
          </p:txBody>
        </p:sp>
        <p:pic>
          <p:nvPicPr>
            <p:cNvPr id="31" name="Graphique 30" descr="Retour avec un remplissage uni">
              <a:hlinkClick r:id="rId11" action="ppaction://hlinksldjump"/>
              <a:extLst>
                <a:ext uri="{FF2B5EF4-FFF2-40B4-BE49-F238E27FC236}">
                  <a16:creationId xmlns:a16="http://schemas.microsoft.com/office/drawing/2014/main" id="{54E1EC0E-AD10-2F01-0BED-B2B0A22E1811}"/>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9060" y="1578917"/>
              <a:ext cx="229645" cy="229645"/>
            </a:xfrm>
            <a:prstGeom prst="rect">
              <a:avLst/>
            </a:prstGeom>
          </p:spPr>
        </p:pic>
      </p:grpSp>
      <p:sp>
        <p:nvSpPr>
          <p:cNvPr id="2" name="Rectangle : coins arrondis 1">
            <a:extLst>
              <a:ext uri="{FF2B5EF4-FFF2-40B4-BE49-F238E27FC236}">
                <a16:creationId xmlns:a16="http://schemas.microsoft.com/office/drawing/2014/main" id="{302C3A3A-1769-9210-73DD-EDEB64BF314F}"/>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DC582A"/>
                </a:solidFill>
              </a:rPr>
              <a:t>PROTOTYPE</a:t>
            </a:r>
          </a:p>
        </p:txBody>
      </p:sp>
      <p:sp>
        <p:nvSpPr>
          <p:cNvPr id="3" name="Rectangle 2">
            <a:extLst>
              <a:ext uri="{FF2B5EF4-FFF2-40B4-BE49-F238E27FC236}">
                <a16:creationId xmlns:a16="http://schemas.microsoft.com/office/drawing/2014/main" id="{676C8835-5A86-A77A-1F93-859D9045EB15}"/>
              </a:ext>
            </a:extLst>
          </p:cNvPr>
          <p:cNvSpPr/>
          <p:nvPr/>
        </p:nvSpPr>
        <p:spPr>
          <a:xfrm>
            <a:off x="10082865" y="675387"/>
            <a:ext cx="925856" cy="4121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fr-FR" sz="1000" i="1">
                <a:solidFill>
                  <a:schemeClr val="tx1">
                    <a:lumMod val="75000"/>
                    <a:lumOff val="25000"/>
                  </a:schemeClr>
                </a:solidFill>
                <a:latin typeface="Avenir LT Std 35 Light" panose="020B0402020203020204" pitchFamily="34" charset="0"/>
              </a:rPr>
              <a:t>Combien de temps pour le faire ?</a:t>
            </a:r>
          </a:p>
        </p:txBody>
      </p:sp>
      <p:sp>
        <p:nvSpPr>
          <p:cNvPr id="4" name="Rectangle 3">
            <a:extLst>
              <a:ext uri="{FF2B5EF4-FFF2-40B4-BE49-F238E27FC236}">
                <a16:creationId xmlns:a16="http://schemas.microsoft.com/office/drawing/2014/main" id="{2B818065-9599-13DD-0645-83BAC5A49382}"/>
              </a:ext>
            </a:extLst>
          </p:cNvPr>
          <p:cNvSpPr/>
          <p:nvPr/>
        </p:nvSpPr>
        <p:spPr>
          <a:xfrm>
            <a:off x="11342119" y="675387"/>
            <a:ext cx="737176" cy="4121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fr-FR" sz="1000" i="1">
                <a:solidFill>
                  <a:schemeClr val="tx1">
                    <a:lumMod val="75000"/>
                    <a:lumOff val="25000"/>
                  </a:schemeClr>
                </a:solidFill>
                <a:latin typeface="Avenir LT Std 35 Light" panose="020B0402020203020204" pitchFamily="34" charset="0"/>
              </a:rPr>
              <a:t>Pour aller plus loin</a:t>
            </a:r>
          </a:p>
        </p:txBody>
      </p:sp>
      <p:sp>
        <p:nvSpPr>
          <p:cNvPr id="5" name="Rectangle 4">
            <a:extLst>
              <a:ext uri="{FF2B5EF4-FFF2-40B4-BE49-F238E27FC236}">
                <a16:creationId xmlns:a16="http://schemas.microsoft.com/office/drawing/2014/main" id="{0218C5A2-56ED-916E-ECF4-E5A81E0D18A6}"/>
              </a:ext>
            </a:extLst>
          </p:cNvPr>
          <p:cNvSpPr/>
          <p:nvPr/>
        </p:nvSpPr>
        <p:spPr>
          <a:xfrm>
            <a:off x="0" y="675387"/>
            <a:ext cx="9569223" cy="4121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fr-FR" sz="1200" b="1" i="1">
                <a:solidFill>
                  <a:schemeClr val="tx1">
                    <a:lumMod val="75000"/>
                    <a:lumOff val="25000"/>
                  </a:schemeClr>
                </a:solidFill>
                <a:latin typeface="Avenir LT Std 35 Light" panose="020B0402020203020204" pitchFamily="34" charset="0"/>
              </a:rPr>
              <a:t>Les points essentiels à réaliser</a:t>
            </a:r>
          </a:p>
        </p:txBody>
      </p:sp>
      <p:sp>
        <p:nvSpPr>
          <p:cNvPr id="11" name="Flèche : chevron 8 - 2 - 1">
            <a:extLst>
              <a:ext uri="{FF2B5EF4-FFF2-40B4-BE49-F238E27FC236}">
                <a16:creationId xmlns:a16="http://schemas.microsoft.com/office/drawing/2014/main" id="{6F9664F1-4C90-F64B-FCA2-885A9672DD63}"/>
              </a:ext>
            </a:extLst>
          </p:cNvPr>
          <p:cNvSpPr/>
          <p:nvPr/>
        </p:nvSpPr>
        <p:spPr>
          <a:xfrm>
            <a:off x="6924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impacts humains</a:t>
            </a:r>
          </a:p>
        </p:txBody>
      </p:sp>
      <p:sp>
        <p:nvSpPr>
          <p:cNvPr id="13" name="Flèche : chevron 8 - 2 - 1">
            <a:extLst>
              <a:ext uri="{FF2B5EF4-FFF2-40B4-BE49-F238E27FC236}">
                <a16:creationId xmlns:a16="http://schemas.microsoft.com/office/drawing/2014/main" id="{4761F828-6CF6-AE71-717B-7A05B2655A8E}"/>
              </a:ext>
            </a:extLst>
          </p:cNvPr>
          <p:cNvSpPr/>
          <p:nvPr/>
        </p:nvSpPr>
        <p:spPr>
          <a:xfrm>
            <a:off x="1776000" y="21771"/>
            <a:ext cx="1692000" cy="288000"/>
          </a:xfrm>
          <a:prstGeom prst="chevron">
            <a:avLst>
              <a:gd name="adj" fmla="val 28278"/>
            </a:avLst>
          </a:prstGeom>
          <a:solidFill>
            <a:srgbClr val="A1D6CA"/>
          </a:solidFill>
          <a:ln w="28575">
            <a:solidFill>
              <a:srgbClr val="A1D6CA"/>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rgbClr val="154734"/>
                </a:solidFill>
                <a:latin typeface="Avenir LT Std 45 Book" panose="020B0502020203020204" pitchFamily="34" charset="0"/>
              </a:rPr>
              <a:t>Checklist pour </a:t>
            </a:r>
            <a:r>
              <a:rPr lang="fr-FR" sz="1100" b="1" err="1">
                <a:solidFill>
                  <a:srgbClr val="154734"/>
                </a:solidFill>
                <a:latin typeface="Avenir LT Std 45 Book" panose="020B0502020203020204" pitchFamily="34" charset="0"/>
              </a:rPr>
              <a:t>moi-mëme</a:t>
            </a:r>
            <a:endParaRPr lang="fr-FR" sz="1100" b="1">
              <a:solidFill>
                <a:srgbClr val="154734"/>
              </a:solidFill>
              <a:latin typeface="Avenir LT Std 45 Book" panose="020B0502020203020204" pitchFamily="34" charset="0"/>
            </a:endParaRPr>
          </a:p>
        </p:txBody>
      </p:sp>
      <p:sp>
        <p:nvSpPr>
          <p:cNvPr id="15" name="Flèche : chevron 8 - 2 - 1">
            <a:extLst>
              <a:ext uri="{FF2B5EF4-FFF2-40B4-BE49-F238E27FC236}">
                <a16:creationId xmlns:a16="http://schemas.microsoft.com/office/drawing/2014/main" id="{1402579E-4471-3CB9-E462-E70F54BA9D0F}"/>
              </a:ext>
            </a:extLst>
          </p:cNvPr>
          <p:cNvSpPr/>
          <p:nvPr/>
        </p:nvSpPr>
        <p:spPr>
          <a:xfrm>
            <a:off x="5244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des impacts humains</a:t>
            </a:r>
          </a:p>
        </p:txBody>
      </p:sp>
      <p:sp>
        <p:nvSpPr>
          <p:cNvPr id="17" name="Flèche : chevron 8 - 2 - 1">
            <a:extLst>
              <a:ext uri="{FF2B5EF4-FFF2-40B4-BE49-F238E27FC236}">
                <a16:creationId xmlns:a16="http://schemas.microsoft.com/office/drawing/2014/main" id="{24DDBC90-7E1D-15AE-C40B-A59E4F6AD622}"/>
              </a:ext>
            </a:extLst>
          </p:cNvPr>
          <p:cNvSpPr/>
          <p:nvPr/>
        </p:nvSpPr>
        <p:spPr>
          <a:xfrm>
            <a:off x="636000" y="21771"/>
            <a:ext cx="115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Cas d’usage</a:t>
            </a:r>
          </a:p>
        </p:txBody>
      </p:sp>
      <p:sp>
        <p:nvSpPr>
          <p:cNvPr id="25" name="Flèche : chevron 8 - 2 - 1">
            <a:extLst>
              <a:ext uri="{FF2B5EF4-FFF2-40B4-BE49-F238E27FC236}">
                <a16:creationId xmlns:a16="http://schemas.microsoft.com/office/drawing/2014/main" id="{B0EB1203-5388-9C39-F3F4-1C8B01E6A4CA}"/>
              </a:ext>
            </a:extLst>
          </p:cNvPr>
          <p:cNvSpPr/>
          <p:nvPr/>
        </p:nvSpPr>
        <p:spPr>
          <a:xfrm>
            <a:off x="3456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pour moi-même</a:t>
            </a:r>
          </a:p>
        </p:txBody>
      </p:sp>
      <p:sp>
        <p:nvSpPr>
          <p:cNvPr id="29" name="Flèche : pentagone 3">
            <a:extLst>
              <a:ext uri="{FF2B5EF4-FFF2-40B4-BE49-F238E27FC236}">
                <a16:creationId xmlns:a16="http://schemas.microsoft.com/office/drawing/2014/main" id="{D7708D2F-7831-A58B-1C71-4F8F47829090}"/>
              </a:ext>
            </a:extLst>
          </p:cNvPr>
          <p:cNvSpPr/>
          <p:nvPr/>
        </p:nvSpPr>
        <p:spPr>
          <a:xfrm>
            <a:off x="0" y="21771"/>
            <a:ext cx="648000" cy="288000"/>
          </a:xfrm>
          <a:prstGeom prst="homePlate">
            <a:avLst>
              <a:gd name="adj" fmla="val 26503"/>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Accueil</a:t>
            </a:r>
          </a:p>
        </p:txBody>
      </p:sp>
      <p:sp>
        <p:nvSpPr>
          <p:cNvPr id="32" name="Flèche : chevron 8 - 2 - 1">
            <a:extLst>
              <a:ext uri="{FF2B5EF4-FFF2-40B4-BE49-F238E27FC236}">
                <a16:creationId xmlns:a16="http://schemas.microsoft.com/office/drawing/2014/main" id="{9F10F34B-ECB7-54DC-A03F-34FAF3E9012D}"/>
              </a:ext>
            </a:extLst>
          </p:cNvPr>
          <p:cNvSpPr/>
          <p:nvPr/>
        </p:nvSpPr>
        <p:spPr>
          <a:xfrm>
            <a:off x="8712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a:t>
            </a:r>
            <a:br>
              <a:rPr lang="fr-FR" sz="1100" b="1">
                <a:solidFill>
                  <a:schemeClr val="bg1">
                    <a:lumMod val="50000"/>
                  </a:schemeClr>
                </a:solidFill>
                <a:latin typeface="Avenir LT Std 45 Book" panose="020B0502020203020204" pitchFamily="34" charset="0"/>
              </a:rPr>
            </a:br>
            <a:r>
              <a:rPr lang="fr-FR" sz="1100" b="1">
                <a:solidFill>
                  <a:schemeClr val="bg1">
                    <a:lumMod val="50000"/>
                  </a:schemeClr>
                </a:solidFill>
                <a:latin typeface="Avenir LT Std 45 Book" panose="020B0502020203020204" pitchFamily="34" charset="0"/>
              </a:rPr>
              <a:t>préparer le collectif</a:t>
            </a:r>
          </a:p>
        </p:txBody>
      </p:sp>
      <p:sp>
        <p:nvSpPr>
          <p:cNvPr id="34" name="Flèche : chevron 8 - 2 - 1">
            <a:extLst>
              <a:ext uri="{FF2B5EF4-FFF2-40B4-BE49-F238E27FC236}">
                <a16:creationId xmlns:a16="http://schemas.microsoft.com/office/drawing/2014/main" id="{FBA855C4-9B1E-C55B-9DFF-447F568D3046}"/>
              </a:ext>
            </a:extLst>
          </p:cNvPr>
          <p:cNvSpPr/>
          <p:nvPr/>
        </p:nvSpPr>
        <p:spPr>
          <a:xfrm>
            <a:off x="10392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préparation collectif</a:t>
            </a:r>
          </a:p>
        </p:txBody>
      </p:sp>
    </p:spTree>
    <p:extLst>
      <p:ext uri="{BB962C8B-B14F-4D97-AF65-F5344CB8AC3E}">
        <p14:creationId xmlns:p14="http://schemas.microsoft.com/office/powerpoint/2010/main" val="26227667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C5BBC-A7E9-C16F-BF91-6B27525E8AB6}"/>
            </a:ext>
          </a:extLst>
        </p:cNvPr>
        <p:cNvGrpSpPr/>
        <p:nvPr/>
      </p:nvGrpSpPr>
      <p:grpSpPr>
        <a:xfrm>
          <a:off x="0" y="0"/>
          <a:ext cx="0" cy="0"/>
          <a:chOff x="0" y="0"/>
          <a:chExt cx="0" cy="0"/>
        </a:xfrm>
      </p:grpSpPr>
      <p:sp>
        <p:nvSpPr>
          <p:cNvPr id="56" name="Rectangle : coins arrondis 55">
            <a:extLst>
              <a:ext uri="{FF2B5EF4-FFF2-40B4-BE49-F238E27FC236}">
                <a16:creationId xmlns:a16="http://schemas.microsoft.com/office/drawing/2014/main" id="{86A5D304-4E7E-63D5-764E-D6C30FF92532}"/>
              </a:ext>
            </a:extLst>
          </p:cNvPr>
          <p:cNvSpPr/>
          <p:nvPr/>
        </p:nvSpPr>
        <p:spPr>
          <a:xfrm>
            <a:off x="217031" y="1887164"/>
            <a:ext cx="5715147" cy="4449600"/>
          </a:xfrm>
          <a:prstGeom prst="roundRect">
            <a:avLst>
              <a:gd name="adj" fmla="val 3071"/>
            </a:avLst>
          </a:prstGeom>
          <a:solidFill>
            <a:schemeClr val="bg1"/>
          </a:solidFill>
          <a:ln w="38100">
            <a:solidFill>
              <a:srgbClr val="00B388"/>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tIns="252000" rtlCol="0" anchor="ctr"/>
          <a:lstStyle/>
          <a:p>
            <a:pPr marL="176213" lvl="0" indent="-171450" algn="just">
              <a:spcAft>
                <a:spcPts val="1800"/>
              </a:spcAft>
              <a:buFont typeface="Arial" panose="020B0604020202020204" pitchFamily="34" charset="0"/>
              <a:buChar char="•"/>
              <a:tabLst>
                <a:tab pos="361950" algn="l"/>
              </a:tabLst>
              <a:defRPr/>
            </a:pPr>
            <a:r>
              <a:rPr lang="fr-FR" sz="1200" dirty="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Est-ce que j’ai tous les outils </a:t>
            </a:r>
            <a:r>
              <a:rPr lang="fr-FR" sz="1200" b="1" i="1" dirty="0">
                <a:solidFill>
                  <a:schemeClr val="tx1"/>
                </a:solidFill>
                <a:latin typeface="Avenir LT Std 55 Roman" panose="020B0503020203020204" pitchFamily="34" charset="0"/>
                <a:cs typeface="Times New Roman" panose="02020603050405020304" pitchFamily="18" charset="0"/>
              </a:rPr>
              <a:t>nécessaires </a:t>
            </a:r>
            <a:r>
              <a:rPr lang="fr-FR" sz="1200" dirty="0">
                <a:solidFill>
                  <a:schemeClr val="tx1"/>
                </a:solidFill>
                <a:latin typeface="Avenir LT Std 55 Roman" panose="020B0503020203020204" pitchFamily="34" charset="0"/>
                <a:cs typeface="Times New Roman" panose="02020603050405020304" pitchFamily="18" charset="0"/>
              </a:rPr>
              <a:t>pour gérer ce projet</a:t>
            </a:r>
            <a:r>
              <a:rPr lang="fr-FR" sz="1200" dirty="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 (kit méthodologique de gestion de projet…) ? Quels sont </a:t>
            </a:r>
            <a:r>
              <a:rPr lang="fr-FR" sz="1200" b="1" i="1" dirty="0">
                <a:solidFill>
                  <a:schemeClr val="tx1"/>
                </a:solidFill>
                <a:latin typeface="Avenir LT Std 55 Roman" panose="020B0503020203020204" pitchFamily="34" charset="0"/>
                <a:cs typeface="Times New Roman" panose="02020603050405020304" pitchFamily="18" charset="0"/>
              </a:rPr>
              <a:t>mes éventuels besoins de formation ?</a:t>
            </a:r>
          </a:p>
          <a:p>
            <a:pPr marL="176213" indent="-171450" algn="just">
              <a:spcAft>
                <a:spcPts val="1800"/>
              </a:spcAft>
              <a:buFont typeface="Arial" panose="020B0604020202020204" pitchFamily="34" charset="0"/>
              <a:buChar char="•"/>
              <a:tabLst>
                <a:tab pos="180975" algn="l"/>
              </a:tabLst>
              <a:defRPr/>
            </a:pPr>
            <a:r>
              <a:rPr lang="fr-FR" sz="1200" dirty="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Est-ce que je dispose </a:t>
            </a:r>
            <a:r>
              <a:rPr lang="fr-FR" sz="1200" b="1" i="1" dirty="0">
                <a:solidFill>
                  <a:schemeClr val="tx1"/>
                </a:solidFill>
                <a:latin typeface="Avenir LT Std 55 Roman" panose="020B0503020203020204" pitchFamily="34" charset="0"/>
                <a:cs typeface="Times New Roman" panose="02020603050405020304" pitchFamily="18" charset="0"/>
              </a:rPr>
              <a:t>des moyens techniques pour mener sereinement le projet </a:t>
            </a:r>
            <a:r>
              <a:rPr lang="fr-FR" sz="1200" dirty="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(outils de gestion de projet, outils spécifiques selon la nature du projet…) ? Ai-je identifié mes </a:t>
            </a:r>
            <a:r>
              <a:rPr lang="fr-FR" sz="1200" b="1" i="1" dirty="0">
                <a:solidFill>
                  <a:schemeClr val="tx1"/>
                </a:solidFill>
                <a:latin typeface="Avenir LT Std 55 Roman" panose="020B0503020203020204" pitchFamily="34" charset="0"/>
                <a:cs typeface="Times New Roman" panose="02020603050405020304" pitchFamily="18" charset="0"/>
              </a:rPr>
              <a:t>besoins d’outillage ?</a:t>
            </a:r>
          </a:p>
          <a:p>
            <a:pPr marL="176213" indent="-171450" algn="just">
              <a:spcAft>
                <a:spcPts val="1800"/>
              </a:spcAft>
              <a:buFont typeface="Arial" panose="020B0604020202020204" pitchFamily="34" charset="0"/>
              <a:buChar char="•"/>
              <a:tabLst>
                <a:tab pos="180975" algn="l"/>
              </a:tabLst>
              <a:defRPr/>
            </a:pPr>
            <a:r>
              <a:rPr lang="fr-FR" sz="1200" dirty="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Suis-je en mesure de </a:t>
            </a:r>
            <a:r>
              <a:rPr lang="fr-FR" sz="1200" b="1" i="1" dirty="0">
                <a:solidFill>
                  <a:schemeClr val="tx1"/>
                </a:solidFill>
                <a:latin typeface="Avenir LT Std 55 Roman" panose="020B0503020203020204" pitchFamily="34" charset="0"/>
                <a:cs typeface="Times New Roman" panose="02020603050405020304" pitchFamily="18" charset="0"/>
              </a:rPr>
              <a:t>détecter les signaux faibles et d’accompagner les situations de RPS ? </a:t>
            </a:r>
            <a:r>
              <a:rPr lang="fr-FR" sz="1200" dirty="0">
                <a:solidFill>
                  <a:schemeClr val="tx1"/>
                </a:solidFill>
                <a:latin typeface="Avenir LT Std 55 Roman" panose="020B0503020203020204" pitchFamily="34" charset="0"/>
                <a:cs typeface="Times New Roman" panose="02020603050405020304" pitchFamily="18" charset="0"/>
              </a:rPr>
              <a:t>Est-ce que je suis à l’aise pour traiter des sujets RPS ? </a:t>
            </a:r>
          </a:p>
          <a:p>
            <a:pPr marL="176213" indent="-171450" algn="just">
              <a:spcAft>
                <a:spcPts val="1800"/>
              </a:spcAft>
              <a:buFont typeface="Arial" panose="020B0604020202020204" pitchFamily="34" charset="0"/>
              <a:buChar char="•"/>
              <a:tabLst>
                <a:tab pos="180975" algn="l"/>
              </a:tabLst>
              <a:defRPr/>
            </a:pPr>
            <a:r>
              <a:rPr lang="fr-FR" sz="1200" dirty="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Ai-je les ressources spécifiques et les connaissances requises pour </a:t>
            </a:r>
            <a:r>
              <a:rPr lang="fr-FR" sz="1200" b="1" i="1" dirty="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conduire la préven</a:t>
            </a:r>
            <a:r>
              <a:rPr lang="fr-FR" sz="1200" b="1" i="1" dirty="0">
                <a:solidFill>
                  <a:schemeClr val="tx1"/>
                </a:solidFill>
                <a:latin typeface="Avenir LT Std 55 Roman" panose="020B0503020203020204" pitchFamily="34" charset="0"/>
                <a:cs typeface="Times New Roman" panose="02020603050405020304" pitchFamily="18" charset="0"/>
              </a:rPr>
              <a:t>tion des RPS</a:t>
            </a:r>
            <a:r>
              <a:rPr lang="fr-FR" sz="1200" dirty="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 (mesures opérationnelles de prévention…) ? Ai-je identifié mes éventuels </a:t>
            </a:r>
            <a:r>
              <a:rPr lang="fr-FR" sz="1200" b="1" i="1" dirty="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besoins de formation </a:t>
            </a:r>
            <a:r>
              <a:rPr lang="fr-FR" sz="1200" dirty="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a:t>
            </a:r>
          </a:p>
        </p:txBody>
      </p:sp>
      <p:sp>
        <p:nvSpPr>
          <p:cNvPr id="168" name="Rectangle : coins arrondis 167">
            <a:extLst>
              <a:ext uri="{FF2B5EF4-FFF2-40B4-BE49-F238E27FC236}">
                <a16:creationId xmlns:a16="http://schemas.microsoft.com/office/drawing/2014/main" id="{89C0BE4F-A149-AE30-A0A6-90872DAED990}"/>
              </a:ext>
            </a:extLst>
          </p:cNvPr>
          <p:cNvSpPr/>
          <p:nvPr/>
        </p:nvSpPr>
        <p:spPr>
          <a:xfrm>
            <a:off x="6229779" y="2285304"/>
            <a:ext cx="5751893" cy="2124544"/>
          </a:xfrm>
          <a:prstGeom prst="roundRect">
            <a:avLst>
              <a:gd name="adj" fmla="val 0"/>
            </a:avLst>
          </a:prstGeom>
          <a:solidFill>
            <a:srgbClr val="F6F9FC"/>
          </a:solid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9050" lvl="0" algn="just">
              <a:lnSpc>
                <a:spcPts val="1400"/>
              </a:lnSpc>
              <a:spcAft>
                <a:spcPts val="600"/>
              </a:spcAft>
              <a:tabLst>
                <a:tab pos="180975" algn="l"/>
              </a:tabLst>
              <a:defRPr/>
            </a:pPr>
            <a:endParaRPr lang="fr-FR" sz="1000" b="1" i="1">
              <a:solidFill>
                <a:srgbClr val="000000"/>
              </a:solidFill>
              <a:latin typeface="Avenir LT Std 55 Roman" panose="020B0503020203020204" pitchFamily="34" charset="0"/>
              <a:cs typeface="Times New Roman" panose="02020603050405020304" pitchFamily="18" charset="0"/>
            </a:endParaRPr>
          </a:p>
        </p:txBody>
      </p:sp>
      <p:sp>
        <p:nvSpPr>
          <p:cNvPr id="108" name="Rectangle : coins arrondis 107">
            <a:extLst>
              <a:ext uri="{FF2B5EF4-FFF2-40B4-BE49-F238E27FC236}">
                <a16:creationId xmlns:a16="http://schemas.microsoft.com/office/drawing/2014/main" id="{C20EC4E0-7000-F944-CC98-3F3CC8C697DE}"/>
              </a:ext>
            </a:extLst>
          </p:cNvPr>
          <p:cNvSpPr/>
          <p:nvPr/>
        </p:nvSpPr>
        <p:spPr>
          <a:xfrm>
            <a:off x="7033223" y="2704680"/>
            <a:ext cx="4737089" cy="928581"/>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sp>
        <p:nvSpPr>
          <p:cNvPr id="107" name="Rectangle : coins arrondis 106">
            <a:extLst>
              <a:ext uri="{FF2B5EF4-FFF2-40B4-BE49-F238E27FC236}">
                <a16:creationId xmlns:a16="http://schemas.microsoft.com/office/drawing/2014/main" id="{FFBBD57D-D4A0-042C-34DF-6E46AB079A9D}"/>
              </a:ext>
            </a:extLst>
          </p:cNvPr>
          <p:cNvSpPr/>
          <p:nvPr/>
        </p:nvSpPr>
        <p:spPr>
          <a:xfrm>
            <a:off x="7052664" y="3021769"/>
            <a:ext cx="4717648" cy="65912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sp>
        <p:nvSpPr>
          <p:cNvPr id="16" name="Rectangle : coins arrondis 15">
            <a:extLst>
              <a:ext uri="{FF2B5EF4-FFF2-40B4-BE49-F238E27FC236}">
                <a16:creationId xmlns:a16="http://schemas.microsoft.com/office/drawing/2014/main" id="{FC436DE9-5800-4D29-DB76-8D41EC5FB2F8}"/>
              </a:ext>
            </a:extLst>
          </p:cNvPr>
          <p:cNvSpPr/>
          <p:nvPr/>
        </p:nvSpPr>
        <p:spPr>
          <a:xfrm>
            <a:off x="206672" y="1889361"/>
            <a:ext cx="5740809" cy="504694"/>
          </a:xfrm>
          <a:prstGeom prst="roundRect">
            <a:avLst/>
          </a:prstGeom>
          <a:solidFill>
            <a:srgbClr val="00B3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400" b="1" i="1">
                <a:solidFill>
                  <a:schemeClr val="bg1"/>
                </a:solidFill>
              </a:rPr>
              <a:t>Les questions à se poser</a:t>
            </a:r>
          </a:p>
        </p:txBody>
      </p:sp>
      <p:sp>
        <p:nvSpPr>
          <p:cNvPr id="5" name="Rectangle 4">
            <a:extLst>
              <a:ext uri="{FF2B5EF4-FFF2-40B4-BE49-F238E27FC236}">
                <a16:creationId xmlns:a16="http://schemas.microsoft.com/office/drawing/2014/main" id="{2C2ACBDE-A543-ECF5-FA5C-F3B81119A2D9}"/>
              </a:ext>
            </a:extLst>
          </p:cNvPr>
          <p:cNvSpPr/>
          <p:nvPr/>
        </p:nvSpPr>
        <p:spPr>
          <a:xfrm>
            <a:off x="0" y="378372"/>
            <a:ext cx="12191999" cy="1427747"/>
          </a:xfrm>
          <a:prstGeom prst="rect">
            <a:avLst/>
          </a:prstGeom>
          <a:solidFill>
            <a:srgbClr val="DFF1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5963" lvl="0">
              <a:spcAft>
                <a:spcPts val="1200"/>
              </a:spcAft>
              <a:buClr>
                <a:schemeClr val="tx1"/>
              </a:buClr>
            </a:pPr>
            <a:r>
              <a:rPr lang="fr-FR">
                <a:solidFill>
                  <a:schemeClr val="tx1"/>
                </a:solidFill>
                <a:latin typeface="Avenir LT Std 55 Roman" panose="020B0503020203020204" pitchFamily="34" charset="0"/>
              </a:rPr>
              <a:t>Définir les </a:t>
            </a:r>
            <a:r>
              <a:rPr lang="fr-FR">
                <a:solidFill>
                  <a:srgbClr val="00B388"/>
                </a:solidFill>
                <a:latin typeface="Avenir LT Std 65 Medium" panose="020B0803020203020204" pitchFamily="34" charset="0"/>
              </a:rPr>
              <a:t>ressources</a:t>
            </a:r>
            <a:r>
              <a:rPr lang="fr-FR" b="1">
                <a:solidFill>
                  <a:schemeClr val="tx1"/>
                </a:solidFill>
                <a:latin typeface="Avenir LT Std 55 Roman" panose="020B0503020203020204" pitchFamily="34" charset="0"/>
              </a:rPr>
              <a:t> </a:t>
            </a:r>
            <a:r>
              <a:rPr lang="fr-FR">
                <a:solidFill>
                  <a:schemeClr val="tx1"/>
                </a:solidFill>
                <a:latin typeface="Avenir LT Std 55 Roman" panose="020B0503020203020204" pitchFamily="34" charset="0"/>
              </a:rPr>
              <a:t>(processus, outils, guides…) </a:t>
            </a:r>
            <a:r>
              <a:rPr lang="fr-FR">
                <a:solidFill>
                  <a:srgbClr val="00B388"/>
                </a:solidFill>
                <a:latin typeface="Avenir LT Std 65 Medium" panose="020B0803020203020204" pitchFamily="34" charset="0"/>
              </a:rPr>
              <a:t>et compétences </a:t>
            </a:r>
            <a:r>
              <a:rPr lang="fr-FR">
                <a:solidFill>
                  <a:schemeClr val="tx1"/>
                </a:solidFill>
                <a:latin typeface="Avenir LT Std 55 Roman" panose="020B0503020203020204" pitchFamily="34" charset="0"/>
              </a:rPr>
              <a:t>dont j’ai besoin</a:t>
            </a:r>
            <a:r>
              <a:rPr lang="fr-FR" b="1">
                <a:solidFill>
                  <a:schemeClr val="tx1"/>
                </a:solidFill>
                <a:latin typeface="Avenir LT Std 55 Roman" panose="020B0503020203020204" pitchFamily="34" charset="0"/>
              </a:rPr>
              <a:t> </a:t>
            </a:r>
            <a:r>
              <a:rPr lang="fr-FR">
                <a:solidFill>
                  <a:schemeClr val="tx1"/>
                </a:solidFill>
                <a:latin typeface="Avenir LT Std 55 Roman" panose="020B0503020203020204" pitchFamily="34" charset="0"/>
              </a:rPr>
              <a:t>pour mener ce projet.</a:t>
            </a:r>
          </a:p>
        </p:txBody>
      </p:sp>
      <p:sp>
        <p:nvSpPr>
          <p:cNvPr id="18" name="Rectangle : coins arrondis 17">
            <a:extLst>
              <a:ext uri="{FF2B5EF4-FFF2-40B4-BE49-F238E27FC236}">
                <a16:creationId xmlns:a16="http://schemas.microsoft.com/office/drawing/2014/main" id="{9DB9C120-8E20-9D0F-407A-9A30E20637FD}"/>
              </a:ext>
            </a:extLst>
          </p:cNvPr>
          <p:cNvSpPr/>
          <p:nvPr/>
        </p:nvSpPr>
        <p:spPr>
          <a:xfrm>
            <a:off x="6233435" y="1889361"/>
            <a:ext cx="5751893" cy="504694"/>
          </a:xfrm>
          <a:prstGeom prst="round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400" b="1" i="1">
                <a:solidFill>
                  <a:schemeClr val="bg1"/>
                </a:solidFill>
              </a:rPr>
              <a:t>Ressources à ma disposition</a:t>
            </a:r>
          </a:p>
        </p:txBody>
      </p:sp>
      <p:sp>
        <p:nvSpPr>
          <p:cNvPr id="57" name="Rectangle : coins arrondis 56">
            <a:extLst>
              <a:ext uri="{FF2B5EF4-FFF2-40B4-BE49-F238E27FC236}">
                <a16:creationId xmlns:a16="http://schemas.microsoft.com/office/drawing/2014/main" id="{89320A1E-ED73-DC51-3F4D-AC10924C807B}"/>
              </a:ext>
            </a:extLst>
          </p:cNvPr>
          <p:cNvSpPr/>
          <p:nvPr/>
        </p:nvSpPr>
        <p:spPr>
          <a:xfrm>
            <a:off x="6229780" y="4548853"/>
            <a:ext cx="5715146" cy="1787911"/>
          </a:xfrm>
          <a:prstGeom prst="roundRect">
            <a:avLst>
              <a:gd name="adj" fmla="val 9955"/>
            </a:avLst>
          </a:prstGeom>
          <a:solidFill>
            <a:srgbClr val="FBFBFB"/>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defRPr/>
            </a:pPr>
            <a:r>
              <a:rPr kumimoji="0" lang="fr-FR" sz="900" b="0" i="1" u="none" strike="noStrike" kern="1200" cap="none" spc="0" normalizeH="0" baseline="0" noProof="0">
                <a:ln>
                  <a:noFill/>
                </a:ln>
                <a:solidFill>
                  <a:srgbClr val="FFFFFF">
                    <a:lumMod val="50000"/>
                  </a:srgbClr>
                </a:solidFill>
                <a:effectLst/>
                <a:uLnTx/>
                <a:uFillTx/>
                <a:latin typeface="Avenir LT Std 35 Light" panose="020B0402020203020204" pitchFamily="34" charset="0"/>
                <a:ea typeface="+mn-ea"/>
                <a:cs typeface="+mn-cs"/>
              </a:rPr>
              <a:t>Zone de texte libre</a:t>
            </a:r>
          </a:p>
        </p:txBody>
      </p:sp>
      <p:sp>
        <p:nvSpPr>
          <p:cNvPr id="43" name="Ellipse 42">
            <a:extLst>
              <a:ext uri="{FF2B5EF4-FFF2-40B4-BE49-F238E27FC236}">
                <a16:creationId xmlns:a16="http://schemas.microsoft.com/office/drawing/2014/main" id="{A109008E-2443-EF90-A052-6442CAFF8784}"/>
              </a:ext>
            </a:extLst>
          </p:cNvPr>
          <p:cNvSpPr/>
          <p:nvPr/>
        </p:nvSpPr>
        <p:spPr>
          <a:xfrm>
            <a:off x="6682059" y="1894046"/>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pic>
        <p:nvPicPr>
          <p:cNvPr id="42" name="Image 41">
            <a:extLst>
              <a:ext uri="{FF2B5EF4-FFF2-40B4-BE49-F238E27FC236}">
                <a16:creationId xmlns:a16="http://schemas.microsoft.com/office/drawing/2014/main" id="{971EE67A-ECD6-E1B5-C878-051C97C44F77}"/>
              </a:ext>
            </a:extLst>
          </p:cNvPr>
          <p:cNvPicPr>
            <a:picLocks noChangeAspect="1"/>
          </p:cNvPicPr>
          <p:nvPr/>
        </p:nvPicPr>
        <p:blipFill>
          <a:blip r:embed="rId3"/>
          <a:stretch>
            <a:fillRect/>
          </a:stretch>
        </p:blipFill>
        <p:spPr>
          <a:xfrm>
            <a:off x="6806176" y="1887770"/>
            <a:ext cx="485486" cy="621422"/>
          </a:xfrm>
          <a:prstGeom prst="rect">
            <a:avLst/>
          </a:prstGeom>
        </p:spPr>
      </p:pic>
      <p:sp>
        <p:nvSpPr>
          <p:cNvPr id="85" name="Rectangle : coins arrondis 84">
            <a:extLst>
              <a:ext uri="{FF2B5EF4-FFF2-40B4-BE49-F238E27FC236}">
                <a16:creationId xmlns:a16="http://schemas.microsoft.com/office/drawing/2014/main" id="{E366DC33-4172-5D85-FB17-D9764D87325C}"/>
              </a:ext>
            </a:extLst>
          </p:cNvPr>
          <p:cNvSpPr/>
          <p:nvPr/>
        </p:nvSpPr>
        <p:spPr>
          <a:xfrm>
            <a:off x="6336832" y="2544206"/>
            <a:ext cx="1883143" cy="35624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ts val="900"/>
              </a:lnSpc>
              <a:spcBef>
                <a:spcPts val="300"/>
              </a:spcBef>
              <a:buClr>
                <a:srgbClr val="0084D4"/>
              </a:buClr>
              <a:defRPr/>
            </a:pPr>
            <a:r>
              <a:rPr lang="fr-FR" sz="1100" b="1" i="1">
                <a:solidFill>
                  <a:schemeClr val="tx1"/>
                </a:solidFill>
                <a:latin typeface="Avenir LT Std 65 Medium" panose="020B0803020203020204" pitchFamily="34" charset="0"/>
              </a:rPr>
              <a:t>Ressource</a:t>
            </a:r>
            <a:br>
              <a:rPr lang="fr-FR" sz="1000" b="1" i="1">
                <a:solidFill>
                  <a:schemeClr val="tx1"/>
                </a:solidFill>
                <a:latin typeface="Avenir LT Std 65 Medium" panose="020B0803020203020204" pitchFamily="34" charset="0"/>
              </a:rPr>
            </a:br>
            <a:r>
              <a:rPr lang="fr-FR" sz="900" i="1">
                <a:solidFill>
                  <a:srgbClr val="FFFFFF">
                    <a:lumMod val="50000"/>
                  </a:srgbClr>
                </a:solidFill>
                <a:latin typeface="Avenir LT Std 35 Light" panose="020B0402020203020204" pitchFamily="34" charset="0"/>
              </a:rPr>
              <a:t>(accessible en cliquant dessus)</a:t>
            </a:r>
          </a:p>
        </p:txBody>
      </p:sp>
      <p:sp>
        <p:nvSpPr>
          <p:cNvPr id="86" name="Rectangle : coins arrondis 85">
            <a:extLst>
              <a:ext uri="{FF2B5EF4-FFF2-40B4-BE49-F238E27FC236}">
                <a16:creationId xmlns:a16="http://schemas.microsoft.com/office/drawing/2014/main" id="{0160628C-4B6F-DDD9-61D5-EB4CB94AFFE9}"/>
              </a:ext>
            </a:extLst>
          </p:cNvPr>
          <p:cNvSpPr/>
          <p:nvPr/>
        </p:nvSpPr>
        <p:spPr>
          <a:xfrm>
            <a:off x="8517576" y="2544206"/>
            <a:ext cx="2274708" cy="32903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000" b="1" i="1">
                <a:solidFill>
                  <a:schemeClr val="tx1"/>
                </a:solidFill>
                <a:latin typeface="Avenir LT Std 65 Medium" panose="020B0803020203020204" pitchFamily="34" charset="0"/>
              </a:rPr>
              <a:t>Ce qu’elle apporte</a:t>
            </a:r>
          </a:p>
        </p:txBody>
      </p:sp>
      <p:sp>
        <p:nvSpPr>
          <p:cNvPr id="95" name="Rectangle 94">
            <a:hlinkClick r:id="rId4" action="ppaction://hlinksldjump"/>
            <a:extLst>
              <a:ext uri="{FF2B5EF4-FFF2-40B4-BE49-F238E27FC236}">
                <a16:creationId xmlns:a16="http://schemas.microsoft.com/office/drawing/2014/main" id="{C89D7AE1-89F2-CE70-8CD5-12D62BB66D88}"/>
              </a:ext>
            </a:extLst>
          </p:cNvPr>
          <p:cNvSpPr/>
          <p:nvPr/>
        </p:nvSpPr>
        <p:spPr>
          <a:xfrm>
            <a:off x="6694449" y="2963012"/>
            <a:ext cx="1845099"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tlCol="0" anchor="ctr"/>
          <a:lstStyle/>
          <a:p>
            <a:r>
              <a:rPr lang="fr-FR" sz="1000" b="1">
                <a:solidFill>
                  <a:srgbClr val="306A92"/>
                </a:solidFill>
                <a:latin typeface="Avenir LT Std 45 Book" panose="020B0502020203020204" pitchFamily="34" charset="0"/>
              </a:rPr>
              <a:t>Bonnes pratiques de gestion de projet et ressources matérielles</a:t>
            </a:r>
            <a:endParaRPr lang="fr-FR" sz="1000" b="1">
              <a:solidFill>
                <a:srgbClr val="306A92"/>
              </a:solidFill>
              <a:highlight>
                <a:srgbClr val="FFFF00"/>
              </a:highlight>
              <a:latin typeface="Avenir LT Std 45 Book" panose="020B0502020203020204" pitchFamily="34" charset="0"/>
            </a:endParaRPr>
          </a:p>
        </p:txBody>
      </p:sp>
      <p:sp>
        <p:nvSpPr>
          <p:cNvPr id="96" name="Rectangle 95">
            <a:hlinkClick r:id="rId4" action="ppaction://hlinksldjump"/>
            <a:extLst>
              <a:ext uri="{FF2B5EF4-FFF2-40B4-BE49-F238E27FC236}">
                <a16:creationId xmlns:a16="http://schemas.microsoft.com/office/drawing/2014/main" id="{3898A985-F1F9-616E-67AB-D6EAC84E4382}"/>
              </a:ext>
            </a:extLst>
          </p:cNvPr>
          <p:cNvSpPr/>
          <p:nvPr/>
        </p:nvSpPr>
        <p:spPr>
          <a:xfrm>
            <a:off x="8783836" y="2963012"/>
            <a:ext cx="2043399"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lvl="0" defTabSz="914355">
              <a:defRPr/>
            </a:pPr>
            <a:r>
              <a:rPr lang="fr-FR" sz="900">
                <a:solidFill>
                  <a:schemeClr val="tx1"/>
                </a:solidFill>
                <a:latin typeface="Avenir LT Std 35 Light" panose="020B0402020203020204" pitchFamily="34" charset="0"/>
              </a:rPr>
              <a:t>Bonnes pratiques préventives pour gérer un projet et pour identifier et gérer les ressources matérielles nécessaires au projet </a:t>
            </a:r>
          </a:p>
        </p:txBody>
      </p:sp>
      <p:sp>
        <p:nvSpPr>
          <p:cNvPr id="98" name="Rectangle 97">
            <a:extLst>
              <a:ext uri="{FF2B5EF4-FFF2-40B4-BE49-F238E27FC236}">
                <a16:creationId xmlns:a16="http://schemas.microsoft.com/office/drawing/2014/main" id="{332A7CD3-15E7-EEE1-8802-F34E5E2E799D}"/>
              </a:ext>
            </a:extLst>
          </p:cNvPr>
          <p:cNvSpPr/>
          <p:nvPr/>
        </p:nvSpPr>
        <p:spPr>
          <a:xfrm>
            <a:off x="10928615" y="2963012"/>
            <a:ext cx="617594"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latin typeface="Avenir LT Std 45 Book" panose="020B0502020203020204" pitchFamily="34" charset="0"/>
              </a:rPr>
              <a:t>~ 3 min</a:t>
            </a:r>
          </a:p>
        </p:txBody>
      </p:sp>
      <p:pic>
        <p:nvPicPr>
          <p:cNvPr id="146" name="Graphique 145" descr="Cœur avec un remplissage uni">
            <a:extLst>
              <a:ext uri="{FF2B5EF4-FFF2-40B4-BE49-F238E27FC236}">
                <a16:creationId xmlns:a16="http://schemas.microsoft.com/office/drawing/2014/main" id="{F2C56662-82F9-C83D-146C-6EB43DCAE91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580997" y="2533060"/>
            <a:ext cx="288595" cy="288595"/>
          </a:xfrm>
          <a:prstGeom prst="rect">
            <a:avLst/>
          </a:prstGeom>
        </p:spPr>
      </p:pic>
      <p:pic>
        <p:nvPicPr>
          <p:cNvPr id="148" name="Graphique 147" descr="Sablier plein avec un remplissage uni">
            <a:extLst>
              <a:ext uri="{FF2B5EF4-FFF2-40B4-BE49-F238E27FC236}">
                <a16:creationId xmlns:a16="http://schemas.microsoft.com/office/drawing/2014/main" id="{228BBF7A-B5BE-F07A-AB4C-2C3787B4F10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089885" y="2536313"/>
            <a:ext cx="281763" cy="281763"/>
          </a:xfrm>
          <a:prstGeom prst="rect">
            <a:avLst/>
          </a:prstGeom>
        </p:spPr>
      </p:pic>
      <p:grpSp>
        <p:nvGrpSpPr>
          <p:cNvPr id="153" name="Groupe 152">
            <a:extLst>
              <a:ext uri="{FF2B5EF4-FFF2-40B4-BE49-F238E27FC236}">
                <a16:creationId xmlns:a16="http://schemas.microsoft.com/office/drawing/2014/main" id="{49F99257-A57F-9647-AEA5-3F8E2A7BB4BB}"/>
              </a:ext>
            </a:extLst>
          </p:cNvPr>
          <p:cNvGrpSpPr/>
          <p:nvPr/>
        </p:nvGrpSpPr>
        <p:grpSpPr>
          <a:xfrm>
            <a:off x="11610032" y="3053501"/>
            <a:ext cx="315567" cy="274775"/>
            <a:chOff x="11492282" y="2015291"/>
            <a:chExt cx="315567" cy="274775"/>
          </a:xfrm>
        </p:grpSpPr>
        <p:pic>
          <p:nvPicPr>
            <p:cNvPr id="154" name="Graphique 153" descr="Cœur contour">
              <a:extLst>
                <a:ext uri="{FF2B5EF4-FFF2-40B4-BE49-F238E27FC236}">
                  <a16:creationId xmlns:a16="http://schemas.microsoft.com/office/drawing/2014/main" id="{0801826A-3AFD-1796-8CA1-9A567D74F5B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492282" y="2015291"/>
              <a:ext cx="214188" cy="214188"/>
            </a:xfrm>
            <a:prstGeom prst="rect">
              <a:avLst/>
            </a:prstGeom>
          </p:spPr>
        </p:pic>
        <p:sp>
          <p:nvSpPr>
            <p:cNvPr id="155" name="Rectangle 154">
              <a:extLst>
                <a:ext uri="{FF2B5EF4-FFF2-40B4-BE49-F238E27FC236}">
                  <a16:creationId xmlns:a16="http://schemas.microsoft.com/office/drawing/2014/main" id="{D7DE9479-96DF-84E4-905D-67F656A4E1AF}"/>
                </a:ext>
              </a:extLst>
            </p:cNvPr>
            <p:cNvSpPr/>
            <p:nvPr/>
          </p:nvSpPr>
          <p:spPr>
            <a:xfrm>
              <a:off x="11593661" y="2101883"/>
              <a:ext cx="214188" cy="1881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306A92"/>
                  </a:solidFill>
                </a:rPr>
                <a:t>1</a:t>
              </a:r>
              <a:endParaRPr lang="fr-FR" sz="1200" b="1">
                <a:solidFill>
                  <a:srgbClr val="306A92"/>
                </a:solidFill>
              </a:endParaRPr>
            </a:p>
          </p:txBody>
        </p:sp>
      </p:grpSp>
      <p:sp>
        <p:nvSpPr>
          <p:cNvPr id="12" name="Ellipse 11">
            <a:extLst>
              <a:ext uri="{FF2B5EF4-FFF2-40B4-BE49-F238E27FC236}">
                <a16:creationId xmlns:a16="http://schemas.microsoft.com/office/drawing/2014/main" id="{B7F2CC54-448F-B408-C893-64C4E0CA4DF1}"/>
              </a:ext>
            </a:extLst>
          </p:cNvPr>
          <p:cNvSpPr/>
          <p:nvPr/>
        </p:nvSpPr>
        <p:spPr>
          <a:xfrm>
            <a:off x="864443" y="1904403"/>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pic>
        <p:nvPicPr>
          <p:cNvPr id="11" name="Graphique 10" descr="Ampoule et crayon avec un remplissage uni">
            <a:extLst>
              <a:ext uri="{FF2B5EF4-FFF2-40B4-BE49-F238E27FC236}">
                <a16:creationId xmlns:a16="http://schemas.microsoft.com/office/drawing/2014/main" id="{38E1F7AA-E604-4477-0612-F88F87EAC6C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51179" y="1955818"/>
            <a:ext cx="402694" cy="402694"/>
          </a:xfrm>
          <a:prstGeom prst="rect">
            <a:avLst/>
          </a:prstGeom>
        </p:spPr>
      </p:pic>
      <p:sp>
        <p:nvSpPr>
          <p:cNvPr id="2" name="Rectangle : coins arrondis 1">
            <a:extLst>
              <a:ext uri="{FF2B5EF4-FFF2-40B4-BE49-F238E27FC236}">
                <a16:creationId xmlns:a16="http://schemas.microsoft.com/office/drawing/2014/main" id="{0CA100AC-1C1F-E672-55E5-58B8D0EE9E9B}"/>
              </a:ext>
            </a:extLst>
          </p:cNvPr>
          <p:cNvSpPr/>
          <p:nvPr/>
        </p:nvSpPr>
        <p:spPr>
          <a:xfrm>
            <a:off x="7052664" y="3535248"/>
            <a:ext cx="4737090" cy="605945"/>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sp>
        <p:nvSpPr>
          <p:cNvPr id="7" name="Rectangle 6">
            <a:extLst>
              <a:ext uri="{FF2B5EF4-FFF2-40B4-BE49-F238E27FC236}">
                <a16:creationId xmlns:a16="http://schemas.microsoft.com/office/drawing/2014/main" id="{CA7BC62B-3B90-99C8-D626-8E743D7E4245}"/>
              </a:ext>
            </a:extLst>
          </p:cNvPr>
          <p:cNvSpPr/>
          <p:nvPr/>
        </p:nvSpPr>
        <p:spPr>
          <a:xfrm>
            <a:off x="6732798" y="3652922"/>
            <a:ext cx="1851464"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tlCol="0" anchor="ctr"/>
          <a:lstStyle/>
          <a:p>
            <a:r>
              <a:rPr lang="fr-FR" sz="1000" b="1">
                <a:solidFill>
                  <a:srgbClr val="306A92"/>
                </a:solidFill>
                <a:latin typeface="Avenir LT Std 45 Book" panose="020B0502020203020204" pitchFamily="34" charset="0"/>
              </a:rPr>
              <a:t>Accompagner les résistances au changement</a:t>
            </a:r>
          </a:p>
        </p:txBody>
      </p:sp>
      <p:sp>
        <p:nvSpPr>
          <p:cNvPr id="9" name="Rectangle 8">
            <a:extLst>
              <a:ext uri="{FF2B5EF4-FFF2-40B4-BE49-F238E27FC236}">
                <a16:creationId xmlns:a16="http://schemas.microsoft.com/office/drawing/2014/main" id="{D7F66BCB-A64E-79A9-392E-B9F321625B2C}"/>
              </a:ext>
            </a:extLst>
          </p:cNvPr>
          <p:cNvSpPr/>
          <p:nvPr/>
        </p:nvSpPr>
        <p:spPr>
          <a:xfrm>
            <a:off x="8774591" y="3711346"/>
            <a:ext cx="2043399"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lvl="0" defTabSz="914355">
              <a:defRPr/>
            </a:pPr>
            <a:r>
              <a:rPr lang="fr-FR" sz="900">
                <a:solidFill>
                  <a:schemeClr val="tx1"/>
                </a:solidFill>
                <a:latin typeface="Avenir LT Std 35 Light" panose="020B0402020203020204" pitchFamily="34" charset="0"/>
              </a:rPr>
              <a:t>Recommandations sur comment évaluer et appréhender les risques autour de la résistance au changement</a:t>
            </a:r>
          </a:p>
        </p:txBody>
      </p:sp>
      <p:sp>
        <p:nvSpPr>
          <p:cNvPr id="10" name="Rectangle 9">
            <a:extLst>
              <a:ext uri="{FF2B5EF4-FFF2-40B4-BE49-F238E27FC236}">
                <a16:creationId xmlns:a16="http://schemas.microsoft.com/office/drawing/2014/main" id="{A4CB368A-3D05-2A7A-542E-0EF125A7A1F9}"/>
              </a:ext>
            </a:extLst>
          </p:cNvPr>
          <p:cNvSpPr/>
          <p:nvPr/>
        </p:nvSpPr>
        <p:spPr>
          <a:xfrm>
            <a:off x="10979329" y="3652922"/>
            <a:ext cx="649176"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latin typeface="Avenir LT Std 45 Book" panose="020B0502020203020204" pitchFamily="34" charset="0"/>
              </a:rPr>
              <a:t>~ 3 min</a:t>
            </a:r>
          </a:p>
        </p:txBody>
      </p:sp>
      <p:pic>
        <p:nvPicPr>
          <p:cNvPr id="13" name="Image 12">
            <a:extLst>
              <a:ext uri="{FF2B5EF4-FFF2-40B4-BE49-F238E27FC236}">
                <a16:creationId xmlns:a16="http://schemas.microsoft.com/office/drawing/2014/main" id="{A0C47D39-B1E7-EEC4-11DE-BB7977266AA8}"/>
              </a:ext>
            </a:extLst>
          </p:cNvPr>
          <p:cNvPicPr>
            <a:picLocks noChangeAspect="1"/>
          </p:cNvPicPr>
          <p:nvPr/>
        </p:nvPicPr>
        <p:blipFill>
          <a:blip r:embed="rId9"/>
          <a:stretch>
            <a:fillRect/>
          </a:stretch>
        </p:blipFill>
        <p:spPr>
          <a:xfrm>
            <a:off x="6339779" y="3620297"/>
            <a:ext cx="335309" cy="432854"/>
          </a:xfrm>
          <a:prstGeom prst="rect">
            <a:avLst/>
          </a:prstGeom>
        </p:spPr>
      </p:pic>
      <p:grpSp>
        <p:nvGrpSpPr>
          <p:cNvPr id="14" name="Groupe 13">
            <a:extLst>
              <a:ext uri="{FF2B5EF4-FFF2-40B4-BE49-F238E27FC236}">
                <a16:creationId xmlns:a16="http://schemas.microsoft.com/office/drawing/2014/main" id="{351507B0-38DA-0A02-5BC2-481BDCE80537}"/>
              </a:ext>
            </a:extLst>
          </p:cNvPr>
          <p:cNvGrpSpPr/>
          <p:nvPr/>
        </p:nvGrpSpPr>
        <p:grpSpPr>
          <a:xfrm>
            <a:off x="11610032" y="3752332"/>
            <a:ext cx="315567" cy="274775"/>
            <a:chOff x="11492282" y="2015291"/>
            <a:chExt cx="315567" cy="274775"/>
          </a:xfrm>
        </p:grpSpPr>
        <p:pic>
          <p:nvPicPr>
            <p:cNvPr id="17" name="Graphique 16" descr="Cœur contour">
              <a:extLst>
                <a:ext uri="{FF2B5EF4-FFF2-40B4-BE49-F238E27FC236}">
                  <a16:creationId xmlns:a16="http://schemas.microsoft.com/office/drawing/2014/main" id="{DA5E9531-5709-C0C2-7A05-82B27DBC9B9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492282" y="2015291"/>
              <a:ext cx="214188" cy="214188"/>
            </a:xfrm>
            <a:prstGeom prst="rect">
              <a:avLst/>
            </a:prstGeom>
          </p:spPr>
        </p:pic>
        <p:sp>
          <p:nvSpPr>
            <p:cNvPr id="19" name="Rectangle 18">
              <a:extLst>
                <a:ext uri="{FF2B5EF4-FFF2-40B4-BE49-F238E27FC236}">
                  <a16:creationId xmlns:a16="http://schemas.microsoft.com/office/drawing/2014/main" id="{3884B5C7-FD96-8F4F-FFA6-8A04DDB8C084}"/>
                </a:ext>
              </a:extLst>
            </p:cNvPr>
            <p:cNvSpPr/>
            <p:nvPr/>
          </p:nvSpPr>
          <p:spPr>
            <a:xfrm>
              <a:off x="11593661" y="2101883"/>
              <a:ext cx="214188" cy="1881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306A92"/>
                  </a:solidFill>
                </a:rPr>
                <a:t>x</a:t>
              </a:r>
              <a:endParaRPr lang="fr-FR" sz="1200" b="1">
                <a:solidFill>
                  <a:srgbClr val="306A92"/>
                </a:solidFill>
              </a:endParaRPr>
            </a:p>
          </p:txBody>
        </p:sp>
      </p:grpSp>
      <p:pic>
        <p:nvPicPr>
          <p:cNvPr id="3" name="Image 2">
            <a:extLst>
              <a:ext uri="{FF2B5EF4-FFF2-40B4-BE49-F238E27FC236}">
                <a16:creationId xmlns:a16="http://schemas.microsoft.com/office/drawing/2014/main" id="{B296C7E1-E91E-08C1-5C0F-CD43A28AACAA}"/>
              </a:ext>
            </a:extLst>
          </p:cNvPr>
          <p:cNvPicPr>
            <a:picLocks noChangeAspect="1"/>
          </p:cNvPicPr>
          <p:nvPr/>
        </p:nvPicPr>
        <p:blipFill>
          <a:blip r:embed="rId9"/>
          <a:stretch>
            <a:fillRect/>
          </a:stretch>
        </p:blipFill>
        <p:spPr>
          <a:xfrm>
            <a:off x="6339779" y="2969097"/>
            <a:ext cx="335309" cy="432854"/>
          </a:xfrm>
          <a:prstGeom prst="rect">
            <a:avLst/>
          </a:prstGeom>
        </p:spPr>
      </p:pic>
      <p:sp>
        <p:nvSpPr>
          <p:cNvPr id="15" name="Rectangle 14">
            <a:extLst>
              <a:ext uri="{FF2B5EF4-FFF2-40B4-BE49-F238E27FC236}">
                <a16:creationId xmlns:a16="http://schemas.microsoft.com/office/drawing/2014/main" id="{348CD04E-0A82-C419-E6A0-7769B76856DB}"/>
              </a:ext>
            </a:extLst>
          </p:cNvPr>
          <p:cNvSpPr/>
          <p:nvPr/>
        </p:nvSpPr>
        <p:spPr>
          <a:xfrm>
            <a:off x="6789598" y="4039361"/>
            <a:ext cx="873752" cy="100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fr-FR" sz="800" b="1">
                <a:latin typeface="Avenir LT Std 45 Book" panose="020B0502020203020204" pitchFamily="34" charset="0"/>
              </a:rPr>
              <a:t>Non disponible</a:t>
            </a:r>
          </a:p>
        </p:txBody>
      </p:sp>
      <p:grpSp>
        <p:nvGrpSpPr>
          <p:cNvPr id="35" name="Groupe 34">
            <a:extLst>
              <a:ext uri="{FF2B5EF4-FFF2-40B4-BE49-F238E27FC236}">
                <a16:creationId xmlns:a16="http://schemas.microsoft.com/office/drawing/2014/main" id="{0A640587-7BB2-ABA8-EED4-2A2A6C5733C7}"/>
              </a:ext>
            </a:extLst>
          </p:cNvPr>
          <p:cNvGrpSpPr>
            <a:grpSpLocks noChangeAspect="1"/>
          </p:cNvGrpSpPr>
          <p:nvPr/>
        </p:nvGrpSpPr>
        <p:grpSpPr>
          <a:xfrm>
            <a:off x="11001871" y="6336764"/>
            <a:ext cx="1082632" cy="444130"/>
            <a:chOff x="5810" y="1578917"/>
            <a:chExt cx="559801" cy="229645"/>
          </a:xfrm>
        </p:grpSpPr>
        <p:sp>
          <p:nvSpPr>
            <p:cNvPr id="36" name="Rectangle : coins arrondis 35">
              <a:extLst>
                <a:ext uri="{FF2B5EF4-FFF2-40B4-BE49-F238E27FC236}">
                  <a16:creationId xmlns:a16="http://schemas.microsoft.com/office/drawing/2014/main" id="{D48EF77C-5E80-E5BF-D38E-6CCB67DE8454}"/>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hlinkClick r:id="rId10"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ndParaRPr>
            </a:p>
          </p:txBody>
        </p:sp>
        <p:pic>
          <p:nvPicPr>
            <p:cNvPr id="37" name="Graphique 36" descr="Retour avec un remplissage uni">
              <a:hlinkClick r:id="rId10" action="ppaction://hlinksldjump"/>
              <a:extLst>
                <a:ext uri="{FF2B5EF4-FFF2-40B4-BE49-F238E27FC236}">
                  <a16:creationId xmlns:a16="http://schemas.microsoft.com/office/drawing/2014/main" id="{13B5691E-43A1-5ADC-45EE-1D05214C476E}"/>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9060" y="1578917"/>
              <a:ext cx="229645" cy="229645"/>
            </a:xfrm>
            <a:prstGeom prst="rect">
              <a:avLst/>
            </a:prstGeom>
          </p:spPr>
        </p:pic>
      </p:grpSp>
      <p:sp>
        <p:nvSpPr>
          <p:cNvPr id="32" name="Triangle isocèle 31">
            <a:extLst>
              <a:ext uri="{FF2B5EF4-FFF2-40B4-BE49-F238E27FC236}">
                <a16:creationId xmlns:a16="http://schemas.microsoft.com/office/drawing/2014/main" id="{735F68B5-A382-21B8-0C48-51C276C8C6E0}"/>
              </a:ext>
            </a:extLst>
          </p:cNvPr>
          <p:cNvSpPr/>
          <p:nvPr/>
        </p:nvSpPr>
        <p:spPr>
          <a:xfrm rot="5400000">
            <a:off x="34126" y="929868"/>
            <a:ext cx="782530" cy="324754"/>
          </a:xfrm>
          <a:prstGeom prst="triangle">
            <a:avLst/>
          </a:prstGeom>
          <a:solidFill>
            <a:srgbClr val="1547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33" name="Rectangle : coins arrondis 32">
            <a:extLst>
              <a:ext uri="{FF2B5EF4-FFF2-40B4-BE49-F238E27FC236}">
                <a16:creationId xmlns:a16="http://schemas.microsoft.com/office/drawing/2014/main" id="{4F79B0CC-207C-E512-7F51-D2E31671E8C3}"/>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DC582A"/>
                </a:solidFill>
              </a:rPr>
              <a:t>PROTOTYPE</a:t>
            </a:r>
          </a:p>
        </p:txBody>
      </p:sp>
      <p:sp>
        <p:nvSpPr>
          <p:cNvPr id="6" name="Flèche : chevron 8 - 2 - 1">
            <a:extLst>
              <a:ext uri="{FF2B5EF4-FFF2-40B4-BE49-F238E27FC236}">
                <a16:creationId xmlns:a16="http://schemas.microsoft.com/office/drawing/2014/main" id="{A902B864-DAD2-1174-8220-64B0385A8185}"/>
              </a:ext>
            </a:extLst>
          </p:cNvPr>
          <p:cNvSpPr/>
          <p:nvPr/>
        </p:nvSpPr>
        <p:spPr>
          <a:xfrm>
            <a:off x="6924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impacts humains</a:t>
            </a:r>
          </a:p>
        </p:txBody>
      </p:sp>
      <p:sp>
        <p:nvSpPr>
          <p:cNvPr id="20" name="Flèche : chevron 8 - 2 - 1">
            <a:extLst>
              <a:ext uri="{FF2B5EF4-FFF2-40B4-BE49-F238E27FC236}">
                <a16:creationId xmlns:a16="http://schemas.microsoft.com/office/drawing/2014/main" id="{29DF6CA2-5980-38A9-513C-963204F83B61}"/>
              </a:ext>
            </a:extLst>
          </p:cNvPr>
          <p:cNvSpPr/>
          <p:nvPr/>
        </p:nvSpPr>
        <p:spPr>
          <a:xfrm>
            <a:off x="1776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a:t>
            </a:r>
            <a:r>
              <a:rPr lang="fr-FR" sz="1100" b="1" err="1">
                <a:solidFill>
                  <a:schemeClr val="bg1">
                    <a:lumMod val="50000"/>
                  </a:schemeClr>
                </a:solidFill>
                <a:latin typeface="Avenir LT Std 45 Book" panose="020B0502020203020204" pitchFamily="34" charset="0"/>
              </a:rPr>
              <a:t>moi-mëme</a:t>
            </a:r>
            <a:endParaRPr lang="fr-FR" sz="1100" b="1">
              <a:solidFill>
                <a:schemeClr val="bg1">
                  <a:lumMod val="50000"/>
                </a:schemeClr>
              </a:solidFill>
              <a:latin typeface="Avenir LT Std 45 Book" panose="020B0502020203020204" pitchFamily="34" charset="0"/>
            </a:endParaRPr>
          </a:p>
        </p:txBody>
      </p:sp>
      <p:sp>
        <p:nvSpPr>
          <p:cNvPr id="22" name="Flèche : chevron 8 - 2 - 1">
            <a:extLst>
              <a:ext uri="{FF2B5EF4-FFF2-40B4-BE49-F238E27FC236}">
                <a16:creationId xmlns:a16="http://schemas.microsoft.com/office/drawing/2014/main" id="{896E62EC-9820-0B31-0916-35CC3449C7C8}"/>
              </a:ext>
            </a:extLst>
          </p:cNvPr>
          <p:cNvSpPr/>
          <p:nvPr/>
        </p:nvSpPr>
        <p:spPr>
          <a:xfrm>
            <a:off x="5244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des impacts humains</a:t>
            </a:r>
          </a:p>
        </p:txBody>
      </p:sp>
      <p:sp>
        <p:nvSpPr>
          <p:cNvPr id="24" name="Flèche : chevron 8 - 2 - 1">
            <a:extLst>
              <a:ext uri="{FF2B5EF4-FFF2-40B4-BE49-F238E27FC236}">
                <a16:creationId xmlns:a16="http://schemas.microsoft.com/office/drawing/2014/main" id="{D92E9DBA-7F26-2128-7FD3-298D16D381DF}"/>
              </a:ext>
            </a:extLst>
          </p:cNvPr>
          <p:cNvSpPr/>
          <p:nvPr/>
        </p:nvSpPr>
        <p:spPr>
          <a:xfrm>
            <a:off x="636000" y="21771"/>
            <a:ext cx="115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Cas d’usage</a:t>
            </a:r>
          </a:p>
        </p:txBody>
      </p:sp>
      <p:sp>
        <p:nvSpPr>
          <p:cNvPr id="26" name="Flèche : chevron 8 - 2 - 1">
            <a:extLst>
              <a:ext uri="{FF2B5EF4-FFF2-40B4-BE49-F238E27FC236}">
                <a16:creationId xmlns:a16="http://schemas.microsoft.com/office/drawing/2014/main" id="{C9B50973-02C9-B071-26CB-556F83D4369A}"/>
              </a:ext>
            </a:extLst>
          </p:cNvPr>
          <p:cNvSpPr/>
          <p:nvPr/>
        </p:nvSpPr>
        <p:spPr>
          <a:xfrm>
            <a:off x="3456000" y="21771"/>
            <a:ext cx="1800000" cy="288000"/>
          </a:xfrm>
          <a:prstGeom prst="chevron">
            <a:avLst>
              <a:gd name="adj" fmla="val 28278"/>
            </a:avLst>
          </a:prstGeom>
          <a:solidFill>
            <a:srgbClr val="A1D6CA"/>
          </a:solidFill>
          <a:ln w="28575">
            <a:solidFill>
              <a:srgbClr val="A1D6CA"/>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rgbClr val="154734"/>
                </a:solidFill>
                <a:latin typeface="Avenir LT Std 45 Book" panose="020B0502020203020204" pitchFamily="34" charset="0"/>
              </a:rPr>
              <a:t>Ressources pour moi-même</a:t>
            </a:r>
          </a:p>
        </p:txBody>
      </p:sp>
      <p:sp>
        <p:nvSpPr>
          <p:cNvPr id="28" name="Flèche : pentagone 3">
            <a:extLst>
              <a:ext uri="{FF2B5EF4-FFF2-40B4-BE49-F238E27FC236}">
                <a16:creationId xmlns:a16="http://schemas.microsoft.com/office/drawing/2014/main" id="{4B904BBF-82E7-567B-0608-0A4E2BC129BB}"/>
              </a:ext>
            </a:extLst>
          </p:cNvPr>
          <p:cNvSpPr/>
          <p:nvPr/>
        </p:nvSpPr>
        <p:spPr>
          <a:xfrm>
            <a:off x="0" y="21771"/>
            <a:ext cx="648000" cy="288000"/>
          </a:xfrm>
          <a:prstGeom prst="homePlate">
            <a:avLst>
              <a:gd name="adj" fmla="val 26503"/>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Accueil</a:t>
            </a:r>
          </a:p>
        </p:txBody>
      </p:sp>
      <p:sp>
        <p:nvSpPr>
          <p:cNvPr id="30" name="Flèche : chevron 8 - 2 - 1">
            <a:extLst>
              <a:ext uri="{FF2B5EF4-FFF2-40B4-BE49-F238E27FC236}">
                <a16:creationId xmlns:a16="http://schemas.microsoft.com/office/drawing/2014/main" id="{8A0C7C58-A494-DF97-E152-84A686560A0A}"/>
              </a:ext>
            </a:extLst>
          </p:cNvPr>
          <p:cNvSpPr/>
          <p:nvPr/>
        </p:nvSpPr>
        <p:spPr>
          <a:xfrm>
            <a:off x="8712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a:t>
            </a:r>
            <a:br>
              <a:rPr lang="fr-FR" sz="1100" b="1">
                <a:solidFill>
                  <a:schemeClr val="bg1">
                    <a:lumMod val="50000"/>
                  </a:schemeClr>
                </a:solidFill>
                <a:latin typeface="Avenir LT Std 45 Book" panose="020B0502020203020204" pitchFamily="34" charset="0"/>
              </a:rPr>
            </a:br>
            <a:r>
              <a:rPr lang="fr-FR" sz="1100" b="1">
                <a:solidFill>
                  <a:schemeClr val="bg1">
                    <a:lumMod val="50000"/>
                  </a:schemeClr>
                </a:solidFill>
                <a:latin typeface="Avenir LT Std 45 Book" panose="020B0502020203020204" pitchFamily="34" charset="0"/>
              </a:rPr>
              <a:t>préparer le collectif</a:t>
            </a:r>
          </a:p>
        </p:txBody>
      </p:sp>
      <p:sp>
        <p:nvSpPr>
          <p:cNvPr id="38" name="Flèche : chevron 8 - 2 - 1">
            <a:extLst>
              <a:ext uri="{FF2B5EF4-FFF2-40B4-BE49-F238E27FC236}">
                <a16:creationId xmlns:a16="http://schemas.microsoft.com/office/drawing/2014/main" id="{C30C8655-F6DA-7BCF-8346-6A16E317997A}"/>
              </a:ext>
            </a:extLst>
          </p:cNvPr>
          <p:cNvSpPr/>
          <p:nvPr/>
        </p:nvSpPr>
        <p:spPr>
          <a:xfrm>
            <a:off x="10392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préparation collectif</a:t>
            </a:r>
          </a:p>
        </p:txBody>
      </p:sp>
    </p:spTree>
    <p:extLst>
      <p:ext uri="{BB962C8B-B14F-4D97-AF65-F5344CB8AC3E}">
        <p14:creationId xmlns:p14="http://schemas.microsoft.com/office/powerpoint/2010/main" val="40241382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F56BB-98DB-3C4E-818C-3B5539ED1C6F}"/>
            </a:ext>
          </a:extLst>
        </p:cNvPr>
        <p:cNvGrpSpPr/>
        <p:nvPr/>
      </p:nvGrpSpPr>
      <p:grpSpPr>
        <a:xfrm>
          <a:off x="0" y="0"/>
          <a:ext cx="0" cy="0"/>
          <a:chOff x="0" y="0"/>
          <a:chExt cx="0" cy="0"/>
        </a:xfrm>
      </p:grpSpPr>
      <p:sp>
        <p:nvSpPr>
          <p:cNvPr id="8" name="Rectangle : coins arrondis 7">
            <a:extLst>
              <a:ext uri="{FF2B5EF4-FFF2-40B4-BE49-F238E27FC236}">
                <a16:creationId xmlns:a16="http://schemas.microsoft.com/office/drawing/2014/main" id="{E577EDD5-9B6E-C750-B526-E5C36FB1CD44}"/>
              </a:ext>
            </a:extLst>
          </p:cNvPr>
          <p:cNvSpPr/>
          <p:nvPr/>
        </p:nvSpPr>
        <p:spPr>
          <a:xfrm>
            <a:off x="217031" y="1887771"/>
            <a:ext cx="5715147" cy="4449600"/>
          </a:xfrm>
          <a:prstGeom prst="roundRect">
            <a:avLst>
              <a:gd name="adj" fmla="val 3071"/>
            </a:avLst>
          </a:prstGeom>
          <a:solidFill>
            <a:schemeClr val="bg1"/>
          </a:solidFill>
          <a:ln w="38100">
            <a:solidFill>
              <a:srgbClr val="00B388"/>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tIns="252000" rtlCol="0" anchor="ctr"/>
          <a:lstStyle/>
          <a:p>
            <a:pPr marL="361950" lvl="0" indent="-171450" algn="just">
              <a:lnSpc>
                <a:spcPts val="1400"/>
              </a:lnSpc>
              <a:spcAft>
                <a:spcPts val="600"/>
              </a:spcAft>
              <a:buFont typeface="Arial" panose="020B0604020202020204" pitchFamily="34" charset="0"/>
              <a:buChar char="•"/>
              <a:tabLst>
                <a:tab pos="361950" algn="l"/>
              </a:tabLst>
              <a:defRPr/>
            </a:pPr>
            <a:endParaRPr lang="fr-FR" sz="12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endParaRPr>
          </a:p>
          <a:p>
            <a:pPr marL="176213" lvl="0" indent="-171450" algn="just">
              <a:lnSpc>
                <a:spcPts val="1400"/>
              </a:lnSpc>
              <a:spcAft>
                <a:spcPts val="500"/>
              </a:spcAft>
              <a:buFont typeface="Arial" panose="020B0604020202020204" pitchFamily="34" charset="0"/>
              <a:buChar char="•"/>
              <a:tabLst>
                <a:tab pos="361950" algn="l"/>
              </a:tabLst>
              <a:defRPr/>
            </a:pPr>
            <a:r>
              <a:rPr lang="fr-FR" sz="12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Ai-je bien écouté et identifié</a:t>
            </a:r>
            <a:r>
              <a:rPr lang="fr-FR" sz="1200" b="1" i="1">
                <a:solidFill>
                  <a:schemeClr val="tx1"/>
                </a:solidFill>
                <a:latin typeface="Avenir LT Std 55 Roman" panose="020B0503020203020204" pitchFamily="34" charset="0"/>
                <a:cs typeface="Times New Roman" panose="02020603050405020304" pitchFamily="18" charset="0"/>
              </a:rPr>
              <a:t> les attentes des clients </a:t>
            </a:r>
            <a:r>
              <a:rPr lang="fr-FR" sz="12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du projet ? Est-il nécessaire de conduire une phase d’écoute approfondie pour mieux cerner leurs besoins avant de démarrer ?</a:t>
            </a:r>
          </a:p>
          <a:p>
            <a:pPr marL="176213" lvl="0" indent="-171450" algn="just">
              <a:lnSpc>
                <a:spcPts val="1400"/>
              </a:lnSpc>
              <a:spcAft>
                <a:spcPts val="500"/>
              </a:spcAft>
              <a:buFont typeface="Arial" panose="020B0604020202020204" pitchFamily="34" charset="0"/>
              <a:buChar char="•"/>
              <a:tabLst>
                <a:tab pos="361950" algn="l"/>
              </a:tabLst>
              <a:defRPr/>
            </a:pPr>
            <a:r>
              <a:rPr lang="fr-FR" sz="12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Est-ce que je dispose des </a:t>
            </a:r>
            <a:r>
              <a:rPr lang="fr-FR" sz="1200" b="1" i="1">
                <a:solidFill>
                  <a:schemeClr val="tx1"/>
                </a:solidFill>
                <a:latin typeface="Avenir LT Std 55 Roman" panose="020B0503020203020204" pitchFamily="34" charset="0"/>
                <a:cs typeface="Times New Roman" panose="02020603050405020304" pitchFamily="18" charset="0"/>
              </a:rPr>
              <a:t>moyens humains nécessaires pour conduire sereinement le projet</a:t>
            </a:r>
            <a:r>
              <a:rPr lang="fr-FR" sz="12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 (chef de projet dédié avec une présence sur le projet de bout en bout, chefs de lots identifiés et disponibles, contributeurs identifiés et disponibles…) ? Ai-je </a:t>
            </a:r>
            <a:r>
              <a:rPr lang="fr-FR" sz="1200" b="1" i="1">
                <a:solidFill>
                  <a:schemeClr val="tx1"/>
                </a:solidFill>
                <a:latin typeface="Avenir LT Std 55 Roman" panose="020B0503020203020204" pitchFamily="34" charset="0"/>
                <a:cs typeface="Times New Roman" panose="02020603050405020304" pitchFamily="18" charset="0"/>
              </a:rPr>
              <a:t>besoin de m’appuyer sur des relais ou de déléguer ? </a:t>
            </a:r>
            <a:endParaRPr lang="fr-FR" sz="12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endParaRPr>
          </a:p>
          <a:p>
            <a:pPr marL="176213" lvl="0" indent="-171450" algn="just">
              <a:lnSpc>
                <a:spcPts val="1400"/>
              </a:lnSpc>
              <a:spcAft>
                <a:spcPts val="500"/>
              </a:spcAft>
              <a:buFont typeface="Arial" panose="020B0604020202020204" pitchFamily="34" charset="0"/>
              <a:buChar char="•"/>
              <a:tabLst>
                <a:tab pos="361950" algn="l"/>
              </a:tabLst>
              <a:defRPr/>
            </a:pPr>
            <a:r>
              <a:rPr lang="fr-FR" sz="12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Quels sont les </a:t>
            </a:r>
            <a:r>
              <a:rPr lang="fr-FR" sz="1200" b="1" i="1">
                <a:solidFill>
                  <a:schemeClr val="tx1"/>
                </a:solidFill>
                <a:latin typeface="Avenir LT Std 55 Roman" panose="020B0503020203020204" pitchFamily="34" charset="0"/>
                <a:cs typeface="Times New Roman" panose="02020603050405020304" pitchFamily="18" charset="0"/>
              </a:rPr>
              <a:t>relais humains sur lesquels je peux m’appuyer pour la prévention et l’accompagnement des RPS </a:t>
            </a:r>
            <a:r>
              <a:rPr lang="fr-FR" sz="12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(réseau d’appui et de soutien aux managers, préventeur, RH, cellule de gestion de crise du PSP, médecine du travail…) ?</a:t>
            </a:r>
          </a:p>
          <a:p>
            <a:pPr marL="176213" lvl="0" indent="-171450" algn="just">
              <a:lnSpc>
                <a:spcPts val="1400"/>
              </a:lnSpc>
              <a:spcAft>
                <a:spcPts val="500"/>
              </a:spcAft>
              <a:buFont typeface="Arial" panose="020B0604020202020204" pitchFamily="34" charset="0"/>
              <a:buChar char="•"/>
              <a:tabLst>
                <a:tab pos="361950" algn="l"/>
              </a:tabLst>
              <a:defRPr/>
            </a:pPr>
            <a:r>
              <a:rPr lang="fr-FR" sz="12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Quels sont </a:t>
            </a:r>
            <a:r>
              <a:rPr lang="fr-FR" sz="1200" b="1" i="1">
                <a:solidFill>
                  <a:schemeClr val="tx1"/>
                </a:solidFill>
                <a:latin typeface="Avenir LT Std 55 Roman" panose="020B0503020203020204" pitchFamily="34" charset="0"/>
                <a:cs typeface="Times New Roman" panose="02020603050405020304" pitchFamily="18" charset="0"/>
              </a:rPr>
              <a:t>les domaines d’expertise sur lesquels j’ai besoin d’un appui </a:t>
            </a:r>
            <a:r>
              <a:rPr lang="fr-FR" sz="12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sur le projet et </a:t>
            </a:r>
            <a:r>
              <a:rPr lang="fr-FR" sz="1200" b="1" i="1">
                <a:solidFill>
                  <a:schemeClr val="tx1"/>
                </a:solidFill>
                <a:latin typeface="Avenir LT Std 55 Roman" panose="020B0503020203020204" pitchFamily="34" charset="0"/>
                <a:cs typeface="Times New Roman" panose="02020603050405020304" pitchFamily="18" charset="0"/>
              </a:rPr>
              <a:t>quels interlocuteurs solliciter </a:t>
            </a:r>
            <a:r>
              <a:rPr lang="fr-FR" sz="12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pour y répondre (coach externe…) ?</a:t>
            </a:r>
          </a:p>
          <a:p>
            <a:pPr marL="176213" lvl="0" indent="-171450" algn="just">
              <a:lnSpc>
                <a:spcPts val="1400"/>
              </a:lnSpc>
              <a:spcAft>
                <a:spcPts val="500"/>
              </a:spcAft>
              <a:buFont typeface="Arial" panose="020B0604020202020204" pitchFamily="34" charset="0"/>
              <a:buChar char="•"/>
              <a:tabLst>
                <a:tab pos="361950" algn="l"/>
              </a:tabLst>
              <a:defRPr/>
            </a:pPr>
            <a:r>
              <a:rPr lang="fr-FR" sz="1200" b="1" i="1">
                <a:solidFill>
                  <a:schemeClr val="tx1"/>
                </a:solidFill>
                <a:latin typeface="Avenir LT Std 55 Roman" panose="020B0503020203020204" pitchFamily="34" charset="0"/>
                <a:cs typeface="Times New Roman" panose="02020603050405020304" pitchFamily="18" charset="0"/>
              </a:rPr>
              <a:t>Comment et à quel moment embarquer les relais humains</a:t>
            </a:r>
            <a:r>
              <a:rPr lang="fr-FR" sz="12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 pour les intégrer efficacement au projet (modalités et délai de sollicitation, éléments de langage…) ?</a:t>
            </a:r>
          </a:p>
          <a:p>
            <a:pPr marL="176213" lvl="0" indent="-171450" algn="just">
              <a:lnSpc>
                <a:spcPts val="1400"/>
              </a:lnSpc>
              <a:spcAft>
                <a:spcPts val="500"/>
              </a:spcAft>
              <a:buFont typeface="Arial" panose="020B0604020202020204" pitchFamily="34" charset="0"/>
              <a:buChar char="•"/>
              <a:tabLst>
                <a:tab pos="361950" algn="l"/>
              </a:tabLst>
              <a:defRPr/>
            </a:pPr>
            <a:r>
              <a:rPr lang="fr-FR" sz="1200" b="1" i="1">
                <a:solidFill>
                  <a:schemeClr val="tx1"/>
                </a:solidFill>
                <a:latin typeface="Avenir LT Std 55 Roman" panose="020B0503020203020204" pitchFamily="34" charset="0"/>
                <a:cs typeface="Times New Roman" panose="02020603050405020304" pitchFamily="18" charset="0"/>
              </a:rPr>
              <a:t>Est-ce que le management </a:t>
            </a:r>
            <a:r>
              <a:rPr lang="fr-FR" sz="12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de l’entité concernée est bien embarqué sur le projet ? </a:t>
            </a:r>
          </a:p>
        </p:txBody>
      </p:sp>
      <p:sp>
        <p:nvSpPr>
          <p:cNvPr id="168" name="Rectangle : coins arrondis 167">
            <a:extLst>
              <a:ext uri="{FF2B5EF4-FFF2-40B4-BE49-F238E27FC236}">
                <a16:creationId xmlns:a16="http://schemas.microsoft.com/office/drawing/2014/main" id="{7806FB01-8ADE-A8FF-3DC0-C46B4F04AD90}"/>
              </a:ext>
            </a:extLst>
          </p:cNvPr>
          <p:cNvSpPr/>
          <p:nvPr/>
        </p:nvSpPr>
        <p:spPr>
          <a:xfrm>
            <a:off x="6229779" y="2285303"/>
            <a:ext cx="5751893" cy="2570061"/>
          </a:xfrm>
          <a:prstGeom prst="roundRect">
            <a:avLst>
              <a:gd name="adj" fmla="val 0"/>
            </a:avLst>
          </a:prstGeom>
          <a:solidFill>
            <a:srgbClr val="F6F9FC"/>
          </a:solid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9050" lvl="0" algn="just">
              <a:lnSpc>
                <a:spcPts val="1400"/>
              </a:lnSpc>
              <a:spcAft>
                <a:spcPts val="600"/>
              </a:spcAft>
              <a:tabLst>
                <a:tab pos="180975" algn="l"/>
              </a:tabLst>
              <a:defRPr/>
            </a:pPr>
            <a:endParaRPr lang="fr-FR" sz="1000" b="1" i="1">
              <a:solidFill>
                <a:srgbClr val="000000"/>
              </a:solidFill>
              <a:latin typeface="Avenir LT Std 55 Roman" panose="020B0503020203020204" pitchFamily="34" charset="0"/>
              <a:cs typeface="Times New Roman" panose="02020603050405020304" pitchFamily="18" charset="0"/>
            </a:endParaRPr>
          </a:p>
        </p:txBody>
      </p:sp>
      <p:sp>
        <p:nvSpPr>
          <p:cNvPr id="108" name="Rectangle : coins arrondis 107">
            <a:extLst>
              <a:ext uri="{FF2B5EF4-FFF2-40B4-BE49-F238E27FC236}">
                <a16:creationId xmlns:a16="http://schemas.microsoft.com/office/drawing/2014/main" id="{040B5813-4A6D-BFD4-F93F-EF95C74D025B}"/>
              </a:ext>
            </a:extLst>
          </p:cNvPr>
          <p:cNvSpPr/>
          <p:nvPr/>
        </p:nvSpPr>
        <p:spPr>
          <a:xfrm>
            <a:off x="7033223" y="2788500"/>
            <a:ext cx="4737089" cy="928581"/>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sp>
        <p:nvSpPr>
          <p:cNvPr id="16" name="Rectangle : coins arrondis 15">
            <a:extLst>
              <a:ext uri="{FF2B5EF4-FFF2-40B4-BE49-F238E27FC236}">
                <a16:creationId xmlns:a16="http://schemas.microsoft.com/office/drawing/2014/main" id="{CBC44D16-29B6-67ED-4AC4-367A5D737308}"/>
              </a:ext>
            </a:extLst>
          </p:cNvPr>
          <p:cNvSpPr/>
          <p:nvPr/>
        </p:nvSpPr>
        <p:spPr>
          <a:xfrm>
            <a:off x="206672" y="1889361"/>
            <a:ext cx="5740809" cy="504694"/>
          </a:xfrm>
          <a:prstGeom prst="roundRect">
            <a:avLst/>
          </a:prstGeom>
          <a:solidFill>
            <a:srgbClr val="00B3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400" b="1" i="1">
                <a:solidFill>
                  <a:schemeClr val="bg1"/>
                </a:solidFill>
              </a:rPr>
              <a:t>Les questions à se poser</a:t>
            </a:r>
          </a:p>
        </p:txBody>
      </p:sp>
      <p:sp>
        <p:nvSpPr>
          <p:cNvPr id="5" name="Rectangle 4">
            <a:extLst>
              <a:ext uri="{FF2B5EF4-FFF2-40B4-BE49-F238E27FC236}">
                <a16:creationId xmlns:a16="http://schemas.microsoft.com/office/drawing/2014/main" id="{628C0BEC-E397-FBE2-0CDF-F241DB82356E}"/>
              </a:ext>
            </a:extLst>
          </p:cNvPr>
          <p:cNvSpPr/>
          <p:nvPr/>
        </p:nvSpPr>
        <p:spPr>
          <a:xfrm>
            <a:off x="-3064" y="378372"/>
            <a:ext cx="12195063" cy="1427747"/>
          </a:xfrm>
          <a:prstGeom prst="rect">
            <a:avLst/>
          </a:prstGeom>
          <a:solidFill>
            <a:srgbClr val="DFF1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5963" lvl="0">
              <a:spcAft>
                <a:spcPts val="1200"/>
              </a:spcAft>
              <a:buClr>
                <a:schemeClr val="tx1"/>
              </a:buClr>
            </a:pPr>
            <a:r>
              <a:rPr lang="fr-FR">
                <a:solidFill>
                  <a:srgbClr val="00B388"/>
                </a:solidFill>
                <a:latin typeface="Avenir LT Std 65 Medium" panose="020B0803020203020204" pitchFamily="34" charset="0"/>
              </a:rPr>
              <a:t>Identifier les relais humains sur lesquels je peux m’appuyer </a:t>
            </a:r>
            <a:r>
              <a:rPr lang="fr-FR">
                <a:solidFill>
                  <a:schemeClr val="tx1"/>
                </a:solidFill>
                <a:latin typeface="Avenir LT Std 55 Roman" panose="020B0503020203020204" pitchFamily="34" charset="0"/>
              </a:rPr>
              <a:t>(sponsors, valideurs, chefs de lots, contributeurs, réseau d’appui, préventeur, RH, coach externe… et clients du projet à écouter), et la manière de </a:t>
            </a:r>
            <a:r>
              <a:rPr lang="fr-FR">
                <a:solidFill>
                  <a:srgbClr val="00B388"/>
                </a:solidFill>
                <a:latin typeface="Avenir LT Std 65 Medium" panose="020B0803020203020204" pitchFamily="34" charset="0"/>
              </a:rPr>
              <a:t>les embarquer </a:t>
            </a:r>
            <a:r>
              <a:rPr lang="fr-FR">
                <a:solidFill>
                  <a:schemeClr val="tx1"/>
                </a:solidFill>
                <a:latin typeface="Avenir LT Std 55 Roman" panose="020B0503020203020204" pitchFamily="34" charset="0"/>
              </a:rPr>
              <a:t>dans le projet.</a:t>
            </a:r>
          </a:p>
        </p:txBody>
      </p:sp>
      <p:sp>
        <p:nvSpPr>
          <p:cNvPr id="6" name="Triangle isocèle 5">
            <a:extLst>
              <a:ext uri="{FF2B5EF4-FFF2-40B4-BE49-F238E27FC236}">
                <a16:creationId xmlns:a16="http://schemas.microsoft.com/office/drawing/2014/main" id="{B886FD09-D517-B63B-5ECD-97EA7D3765C6}"/>
              </a:ext>
            </a:extLst>
          </p:cNvPr>
          <p:cNvSpPr/>
          <p:nvPr/>
        </p:nvSpPr>
        <p:spPr>
          <a:xfrm rot="5400000">
            <a:off x="34126" y="928258"/>
            <a:ext cx="782530" cy="324754"/>
          </a:xfrm>
          <a:prstGeom prst="triangle">
            <a:avLst/>
          </a:prstGeom>
          <a:solidFill>
            <a:srgbClr val="1547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18" name="Rectangle : coins arrondis 17">
            <a:extLst>
              <a:ext uri="{FF2B5EF4-FFF2-40B4-BE49-F238E27FC236}">
                <a16:creationId xmlns:a16="http://schemas.microsoft.com/office/drawing/2014/main" id="{CE1531A1-8C07-7ECF-8ED3-334E5160E392}"/>
              </a:ext>
            </a:extLst>
          </p:cNvPr>
          <p:cNvSpPr/>
          <p:nvPr/>
        </p:nvSpPr>
        <p:spPr>
          <a:xfrm>
            <a:off x="6233435" y="1889361"/>
            <a:ext cx="5751893" cy="504694"/>
          </a:xfrm>
          <a:prstGeom prst="round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400" b="1" i="1">
                <a:solidFill>
                  <a:schemeClr val="bg1"/>
                </a:solidFill>
              </a:rPr>
              <a:t>Ressources à ma disposition</a:t>
            </a:r>
          </a:p>
        </p:txBody>
      </p:sp>
      <p:sp>
        <p:nvSpPr>
          <p:cNvPr id="21" name="Rectangle : coins arrondis 20">
            <a:extLst>
              <a:ext uri="{FF2B5EF4-FFF2-40B4-BE49-F238E27FC236}">
                <a16:creationId xmlns:a16="http://schemas.microsoft.com/office/drawing/2014/main" id="{E7ED7AAB-AA07-46B7-E2FB-1721BE145155}"/>
              </a:ext>
            </a:extLst>
          </p:cNvPr>
          <p:cNvSpPr/>
          <p:nvPr/>
        </p:nvSpPr>
        <p:spPr>
          <a:xfrm>
            <a:off x="6229780" y="4907049"/>
            <a:ext cx="5715146" cy="1430322"/>
          </a:xfrm>
          <a:prstGeom prst="roundRect">
            <a:avLst>
              <a:gd name="adj" fmla="val 9955"/>
            </a:avLst>
          </a:prstGeom>
          <a:solidFill>
            <a:srgbClr val="FBFBFB"/>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defRPr/>
            </a:pPr>
            <a:r>
              <a:rPr kumimoji="0" lang="fr-FR" sz="900" b="0" i="1" u="none" strike="noStrike" kern="1200" cap="none" spc="0" normalizeH="0" baseline="0" noProof="0">
                <a:ln>
                  <a:noFill/>
                </a:ln>
                <a:solidFill>
                  <a:srgbClr val="FFFFFF">
                    <a:lumMod val="50000"/>
                  </a:srgbClr>
                </a:solidFill>
                <a:effectLst/>
                <a:uLnTx/>
                <a:uFillTx/>
                <a:latin typeface="Avenir LT Std 35 Light" panose="020B0402020203020204" pitchFamily="34" charset="0"/>
                <a:ea typeface="+mn-ea"/>
                <a:cs typeface="+mn-cs"/>
              </a:rPr>
              <a:t>Zone de texte libre</a:t>
            </a:r>
          </a:p>
        </p:txBody>
      </p:sp>
      <p:sp>
        <p:nvSpPr>
          <p:cNvPr id="43" name="Ellipse 42">
            <a:extLst>
              <a:ext uri="{FF2B5EF4-FFF2-40B4-BE49-F238E27FC236}">
                <a16:creationId xmlns:a16="http://schemas.microsoft.com/office/drawing/2014/main" id="{3D15E746-75EC-DED8-4E82-8766B001A5BF}"/>
              </a:ext>
            </a:extLst>
          </p:cNvPr>
          <p:cNvSpPr/>
          <p:nvPr/>
        </p:nvSpPr>
        <p:spPr>
          <a:xfrm>
            <a:off x="6682059" y="1894046"/>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pic>
        <p:nvPicPr>
          <p:cNvPr id="42" name="Image 41">
            <a:extLst>
              <a:ext uri="{FF2B5EF4-FFF2-40B4-BE49-F238E27FC236}">
                <a16:creationId xmlns:a16="http://schemas.microsoft.com/office/drawing/2014/main" id="{483F0277-E926-8439-21F7-350822C69A95}"/>
              </a:ext>
            </a:extLst>
          </p:cNvPr>
          <p:cNvPicPr>
            <a:picLocks noChangeAspect="1"/>
          </p:cNvPicPr>
          <p:nvPr/>
        </p:nvPicPr>
        <p:blipFill>
          <a:blip r:embed="rId3"/>
          <a:stretch>
            <a:fillRect/>
          </a:stretch>
        </p:blipFill>
        <p:spPr>
          <a:xfrm>
            <a:off x="6806176" y="1887770"/>
            <a:ext cx="485486" cy="621422"/>
          </a:xfrm>
          <a:prstGeom prst="rect">
            <a:avLst/>
          </a:prstGeom>
        </p:spPr>
      </p:pic>
      <p:sp>
        <p:nvSpPr>
          <p:cNvPr id="85" name="Rectangle : coins arrondis 84">
            <a:extLst>
              <a:ext uri="{FF2B5EF4-FFF2-40B4-BE49-F238E27FC236}">
                <a16:creationId xmlns:a16="http://schemas.microsoft.com/office/drawing/2014/main" id="{536E983C-4CFF-5C61-4711-F831D533C04F}"/>
              </a:ext>
            </a:extLst>
          </p:cNvPr>
          <p:cNvSpPr/>
          <p:nvPr/>
        </p:nvSpPr>
        <p:spPr>
          <a:xfrm>
            <a:off x="6336832" y="2544206"/>
            <a:ext cx="1883143" cy="35624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ts val="900"/>
              </a:lnSpc>
              <a:spcBef>
                <a:spcPts val="300"/>
              </a:spcBef>
              <a:buClr>
                <a:srgbClr val="0084D4"/>
              </a:buClr>
              <a:defRPr/>
            </a:pPr>
            <a:r>
              <a:rPr lang="fr-FR" sz="1100" b="1" i="1">
                <a:solidFill>
                  <a:schemeClr val="tx1"/>
                </a:solidFill>
                <a:latin typeface="Avenir LT Std 65 Medium" panose="020B0803020203020204" pitchFamily="34" charset="0"/>
              </a:rPr>
              <a:t>Ressource</a:t>
            </a:r>
            <a:br>
              <a:rPr lang="fr-FR" sz="1000" b="1" i="1">
                <a:solidFill>
                  <a:schemeClr val="tx1"/>
                </a:solidFill>
                <a:latin typeface="Avenir LT Std 65 Medium" panose="020B0803020203020204" pitchFamily="34" charset="0"/>
              </a:rPr>
            </a:br>
            <a:r>
              <a:rPr lang="fr-FR" sz="900" i="1">
                <a:solidFill>
                  <a:srgbClr val="FFFFFF">
                    <a:lumMod val="50000"/>
                  </a:srgbClr>
                </a:solidFill>
                <a:latin typeface="Avenir LT Std 35 Light" panose="020B0402020203020204" pitchFamily="34" charset="0"/>
              </a:rPr>
              <a:t>(accessible en cliquant dessus)</a:t>
            </a:r>
          </a:p>
        </p:txBody>
      </p:sp>
      <p:sp>
        <p:nvSpPr>
          <p:cNvPr id="86" name="Rectangle : coins arrondis 85">
            <a:extLst>
              <a:ext uri="{FF2B5EF4-FFF2-40B4-BE49-F238E27FC236}">
                <a16:creationId xmlns:a16="http://schemas.microsoft.com/office/drawing/2014/main" id="{8D25F76C-B64F-E588-D69C-979F15527AD5}"/>
              </a:ext>
            </a:extLst>
          </p:cNvPr>
          <p:cNvSpPr/>
          <p:nvPr/>
        </p:nvSpPr>
        <p:spPr>
          <a:xfrm>
            <a:off x="8517576" y="2544206"/>
            <a:ext cx="1959272" cy="32903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000" b="1" i="1">
                <a:solidFill>
                  <a:schemeClr val="tx1"/>
                </a:solidFill>
                <a:latin typeface="Avenir LT Std 65 Medium" panose="020B0803020203020204" pitchFamily="34" charset="0"/>
              </a:rPr>
              <a:t>Ce qu’elle apporte</a:t>
            </a:r>
          </a:p>
        </p:txBody>
      </p:sp>
      <p:sp>
        <p:nvSpPr>
          <p:cNvPr id="117" name="Rectangle : coins arrondis 116">
            <a:extLst>
              <a:ext uri="{FF2B5EF4-FFF2-40B4-BE49-F238E27FC236}">
                <a16:creationId xmlns:a16="http://schemas.microsoft.com/office/drawing/2014/main" id="{EBA1A871-8CDC-2F2C-4FC2-FDB1B55CF52E}"/>
              </a:ext>
            </a:extLst>
          </p:cNvPr>
          <p:cNvSpPr/>
          <p:nvPr/>
        </p:nvSpPr>
        <p:spPr>
          <a:xfrm>
            <a:off x="7052664" y="3520317"/>
            <a:ext cx="4737090" cy="605945"/>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sp>
        <p:nvSpPr>
          <p:cNvPr id="119" name="Rectangle 118">
            <a:hlinkClick r:id="rId4" action="ppaction://hlinksldjump"/>
            <a:extLst>
              <a:ext uri="{FF2B5EF4-FFF2-40B4-BE49-F238E27FC236}">
                <a16:creationId xmlns:a16="http://schemas.microsoft.com/office/drawing/2014/main" id="{0D7EC384-B827-84DB-E627-64B9F7176B0F}"/>
              </a:ext>
            </a:extLst>
          </p:cNvPr>
          <p:cNvSpPr/>
          <p:nvPr/>
        </p:nvSpPr>
        <p:spPr>
          <a:xfrm>
            <a:off x="6732798" y="3637991"/>
            <a:ext cx="1851464"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tlCol="0" anchor="ctr"/>
          <a:lstStyle/>
          <a:p>
            <a:r>
              <a:rPr lang="fr-FR" sz="1000" b="1">
                <a:solidFill>
                  <a:srgbClr val="306A92"/>
                </a:solidFill>
                <a:latin typeface="Avenir LT Std 45 Book" panose="020B0502020203020204" pitchFamily="34" charset="0"/>
              </a:rPr>
              <a:t>Les relais humains pour prévenir et accompagner les RPS</a:t>
            </a:r>
          </a:p>
        </p:txBody>
      </p:sp>
      <p:sp>
        <p:nvSpPr>
          <p:cNvPr id="120" name="Rectangle 119">
            <a:hlinkClick r:id="rId4" action="ppaction://hlinksldjump"/>
            <a:extLst>
              <a:ext uri="{FF2B5EF4-FFF2-40B4-BE49-F238E27FC236}">
                <a16:creationId xmlns:a16="http://schemas.microsoft.com/office/drawing/2014/main" id="{313480C4-64D4-C282-C818-51CD62A335E7}"/>
              </a:ext>
            </a:extLst>
          </p:cNvPr>
          <p:cNvSpPr/>
          <p:nvPr/>
        </p:nvSpPr>
        <p:spPr>
          <a:xfrm>
            <a:off x="8726686" y="3637991"/>
            <a:ext cx="2243077"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defTabSz="914355"/>
            <a:r>
              <a:rPr lang="fr-FR" sz="900">
                <a:solidFill>
                  <a:schemeClr val="tx1"/>
                </a:solidFill>
                <a:latin typeface="Avenir LT Std 35 Light" panose="020B0402020203020204" pitchFamily="34" charset="0"/>
              </a:rPr>
              <a:t>Cartographie des relais pour prévenir et accompagner les RPS : identifier les personnes clés, leurs rôles et leurs contacts pour savoir sur qui s’appuyer</a:t>
            </a:r>
          </a:p>
        </p:txBody>
      </p:sp>
      <p:sp>
        <p:nvSpPr>
          <p:cNvPr id="122" name="Rectangle 121">
            <a:extLst>
              <a:ext uri="{FF2B5EF4-FFF2-40B4-BE49-F238E27FC236}">
                <a16:creationId xmlns:a16="http://schemas.microsoft.com/office/drawing/2014/main" id="{1BE294D8-4B44-40F8-1AF5-636A0D479F1A}"/>
              </a:ext>
            </a:extLst>
          </p:cNvPr>
          <p:cNvSpPr/>
          <p:nvPr/>
        </p:nvSpPr>
        <p:spPr>
          <a:xfrm>
            <a:off x="10948282" y="3637991"/>
            <a:ext cx="660556"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latin typeface="Avenir LT Std 45 Book" panose="020B0502020203020204" pitchFamily="34" charset="0"/>
              </a:rPr>
              <a:t>~ 3 min</a:t>
            </a:r>
          </a:p>
        </p:txBody>
      </p:sp>
      <p:pic>
        <p:nvPicPr>
          <p:cNvPr id="143" name="Image 142">
            <a:hlinkClick r:id="rId4" action="ppaction://hlinksldjump"/>
            <a:extLst>
              <a:ext uri="{FF2B5EF4-FFF2-40B4-BE49-F238E27FC236}">
                <a16:creationId xmlns:a16="http://schemas.microsoft.com/office/drawing/2014/main" id="{4EE06B70-B21C-066D-0AEB-27BE24633612}"/>
              </a:ext>
            </a:extLst>
          </p:cNvPr>
          <p:cNvPicPr>
            <a:picLocks noChangeAspect="1"/>
          </p:cNvPicPr>
          <p:nvPr/>
        </p:nvPicPr>
        <p:blipFill>
          <a:blip r:embed="rId5"/>
          <a:stretch>
            <a:fillRect/>
          </a:stretch>
        </p:blipFill>
        <p:spPr>
          <a:xfrm>
            <a:off x="6339779" y="3605366"/>
            <a:ext cx="335309" cy="432854"/>
          </a:xfrm>
          <a:prstGeom prst="rect">
            <a:avLst/>
          </a:prstGeom>
        </p:spPr>
      </p:pic>
      <p:pic>
        <p:nvPicPr>
          <p:cNvPr id="146" name="Graphique 145" descr="Cœur avec un remplissage uni">
            <a:extLst>
              <a:ext uri="{FF2B5EF4-FFF2-40B4-BE49-F238E27FC236}">
                <a16:creationId xmlns:a16="http://schemas.microsoft.com/office/drawing/2014/main" id="{574BCCDA-9FEF-FF9D-ACF9-62D758651B6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580997" y="2533060"/>
            <a:ext cx="288595" cy="288595"/>
          </a:xfrm>
          <a:prstGeom prst="rect">
            <a:avLst/>
          </a:prstGeom>
        </p:spPr>
      </p:pic>
      <p:pic>
        <p:nvPicPr>
          <p:cNvPr id="148" name="Graphique 147" descr="Sablier plein avec un remplissage uni">
            <a:extLst>
              <a:ext uri="{FF2B5EF4-FFF2-40B4-BE49-F238E27FC236}">
                <a16:creationId xmlns:a16="http://schemas.microsoft.com/office/drawing/2014/main" id="{AF563157-869E-1EE9-D2E3-3A9402AA82F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089885" y="2536313"/>
            <a:ext cx="281763" cy="281763"/>
          </a:xfrm>
          <a:prstGeom prst="rect">
            <a:avLst/>
          </a:prstGeom>
        </p:spPr>
      </p:pic>
      <p:grpSp>
        <p:nvGrpSpPr>
          <p:cNvPr id="162" name="Groupe 161">
            <a:extLst>
              <a:ext uri="{FF2B5EF4-FFF2-40B4-BE49-F238E27FC236}">
                <a16:creationId xmlns:a16="http://schemas.microsoft.com/office/drawing/2014/main" id="{0131E9EA-8E87-B072-9CFC-982E5CA13306}"/>
              </a:ext>
            </a:extLst>
          </p:cNvPr>
          <p:cNvGrpSpPr/>
          <p:nvPr/>
        </p:nvGrpSpPr>
        <p:grpSpPr>
          <a:xfrm>
            <a:off x="11610032" y="3737401"/>
            <a:ext cx="315567" cy="274775"/>
            <a:chOff x="11492282" y="2015291"/>
            <a:chExt cx="315567" cy="274775"/>
          </a:xfrm>
        </p:grpSpPr>
        <p:pic>
          <p:nvPicPr>
            <p:cNvPr id="163" name="Graphique 162" descr="Cœur contour">
              <a:extLst>
                <a:ext uri="{FF2B5EF4-FFF2-40B4-BE49-F238E27FC236}">
                  <a16:creationId xmlns:a16="http://schemas.microsoft.com/office/drawing/2014/main" id="{77CA0F18-D5C5-4116-0DEE-A4B7CC864A3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492282" y="2015291"/>
              <a:ext cx="214188" cy="214188"/>
            </a:xfrm>
            <a:prstGeom prst="rect">
              <a:avLst/>
            </a:prstGeom>
          </p:spPr>
        </p:pic>
        <p:sp>
          <p:nvSpPr>
            <p:cNvPr id="164" name="Rectangle 163">
              <a:extLst>
                <a:ext uri="{FF2B5EF4-FFF2-40B4-BE49-F238E27FC236}">
                  <a16:creationId xmlns:a16="http://schemas.microsoft.com/office/drawing/2014/main" id="{B794D368-0211-7270-741C-42E56815D0F1}"/>
                </a:ext>
              </a:extLst>
            </p:cNvPr>
            <p:cNvSpPr/>
            <p:nvPr/>
          </p:nvSpPr>
          <p:spPr>
            <a:xfrm>
              <a:off x="11593661" y="2101883"/>
              <a:ext cx="214188" cy="1881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306A92"/>
                  </a:solidFill>
                </a:rPr>
                <a:t>x</a:t>
              </a:r>
              <a:endParaRPr lang="fr-FR" sz="1200" b="1">
                <a:solidFill>
                  <a:srgbClr val="306A92"/>
                </a:solidFill>
              </a:endParaRPr>
            </a:p>
          </p:txBody>
        </p:sp>
      </p:grpSp>
      <p:sp>
        <p:nvSpPr>
          <p:cNvPr id="12" name="Ellipse 11">
            <a:extLst>
              <a:ext uri="{FF2B5EF4-FFF2-40B4-BE49-F238E27FC236}">
                <a16:creationId xmlns:a16="http://schemas.microsoft.com/office/drawing/2014/main" id="{6FA5C075-AE38-3761-0E6D-1ED02ABEC6D8}"/>
              </a:ext>
            </a:extLst>
          </p:cNvPr>
          <p:cNvSpPr/>
          <p:nvPr/>
        </p:nvSpPr>
        <p:spPr>
          <a:xfrm>
            <a:off x="864443" y="1904403"/>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pic>
        <p:nvPicPr>
          <p:cNvPr id="11" name="Graphique 10" descr="Ampoule et crayon avec un remplissage uni">
            <a:extLst>
              <a:ext uri="{FF2B5EF4-FFF2-40B4-BE49-F238E27FC236}">
                <a16:creationId xmlns:a16="http://schemas.microsoft.com/office/drawing/2014/main" id="{7F99D91A-053A-351B-58B9-7437C6E779F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51179" y="1955818"/>
            <a:ext cx="402694" cy="402694"/>
          </a:xfrm>
          <a:prstGeom prst="rect">
            <a:avLst/>
          </a:prstGeom>
        </p:spPr>
      </p:pic>
      <p:sp>
        <p:nvSpPr>
          <p:cNvPr id="10" name="Rectangle : coins arrondis 9">
            <a:extLst>
              <a:ext uri="{FF2B5EF4-FFF2-40B4-BE49-F238E27FC236}">
                <a16:creationId xmlns:a16="http://schemas.microsoft.com/office/drawing/2014/main" id="{709AE681-4ECE-E3E0-7533-391130B8EA99}"/>
              </a:ext>
            </a:extLst>
          </p:cNvPr>
          <p:cNvSpPr/>
          <p:nvPr/>
        </p:nvSpPr>
        <p:spPr>
          <a:xfrm>
            <a:off x="7033223" y="2870796"/>
            <a:ext cx="4737089" cy="928581"/>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sp>
        <p:nvSpPr>
          <p:cNvPr id="14" name="Rectangle 13">
            <a:hlinkClick r:id="rId10" action="ppaction://hlinksldjump"/>
            <a:extLst>
              <a:ext uri="{FF2B5EF4-FFF2-40B4-BE49-F238E27FC236}">
                <a16:creationId xmlns:a16="http://schemas.microsoft.com/office/drawing/2014/main" id="{2F1F951A-D0CE-381A-C8A0-2B66007546D4}"/>
              </a:ext>
            </a:extLst>
          </p:cNvPr>
          <p:cNvSpPr/>
          <p:nvPr/>
        </p:nvSpPr>
        <p:spPr>
          <a:xfrm>
            <a:off x="6694449" y="3005303"/>
            <a:ext cx="1845099"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tlCol="0" anchor="ctr"/>
          <a:lstStyle/>
          <a:p>
            <a:r>
              <a:rPr lang="fr-FR" sz="1000" b="1">
                <a:solidFill>
                  <a:srgbClr val="306A92"/>
                </a:solidFill>
                <a:latin typeface="Avenir LT Std 45 Book" panose="020B0502020203020204" pitchFamily="34" charset="0"/>
              </a:rPr>
              <a:t>Les parties prenantes sur un projet et comment les embarquer</a:t>
            </a:r>
          </a:p>
        </p:txBody>
      </p:sp>
      <p:sp>
        <p:nvSpPr>
          <p:cNvPr id="17" name="Rectangle 16">
            <a:hlinkClick r:id="rId10" action="ppaction://hlinksldjump"/>
            <a:extLst>
              <a:ext uri="{FF2B5EF4-FFF2-40B4-BE49-F238E27FC236}">
                <a16:creationId xmlns:a16="http://schemas.microsoft.com/office/drawing/2014/main" id="{40263E07-FEC7-8581-5AF7-F1DEA2D6461B}"/>
              </a:ext>
            </a:extLst>
          </p:cNvPr>
          <p:cNvSpPr/>
          <p:nvPr/>
        </p:nvSpPr>
        <p:spPr>
          <a:xfrm>
            <a:off x="8726686" y="2987015"/>
            <a:ext cx="2144779"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defTabSz="914355"/>
            <a:r>
              <a:rPr lang="fr-FR" sz="900">
                <a:solidFill>
                  <a:schemeClr val="tx1"/>
                </a:solidFill>
                <a:latin typeface="Avenir LT Std 35 Light" panose="020B0402020203020204" pitchFamily="34" charset="0"/>
              </a:rPr>
              <a:t>Cartographie des différentes parties prenantes sur un projet et bonnes pratiques pour les embarquer</a:t>
            </a:r>
          </a:p>
        </p:txBody>
      </p:sp>
      <p:sp>
        <p:nvSpPr>
          <p:cNvPr id="19" name="Rectangle 18">
            <a:extLst>
              <a:ext uri="{FF2B5EF4-FFF2-40B4-BE49-F238E27FC236}">
                <a16:creationId xmlns:a16="http://schemas.microsoft.com/office/drawing/2014/main" id="{E711A4ED-2CB3-F0C7-9849-178261B7A5BB}"/>
              </a:ext>
            </a:extLst>
          </p:cNvPr>
          <p:cNvSpPr/>
          <p:nvPr/>
        </p:nvSpPr>
        <p:spPr>
          <a:xfrm>
            <a:off x="10969763" y="3005303"/>
            <a:ext cx="617594"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latin typeface="Avenir LT Std 45 Book" panose="020B0502020203020204" pitchFamily="34" charset="0"/>
              </a:rPr>
              <a:t>~ 3 min</a:t>
            </a:r>
          </a:p>
        </p:txBody>
      </p:sp>
      <p:grpSp>
        <p:nvGrpSpPr>
          <p:cNvPr id="22" name="Groupe 21">
            <a:extLst>
              <a:ext uri="{FF2B5EF4-FFF2-40B4-BE49-F238E27FC236}">
                <a16:creationId xmlns:a16="http://schemas.microsoft.com/office/drawing/2014/main" id="{EAEBBC3F-BB26-BD21-E029-B02906A11DA4}"/>
              </a:ext>
            </a:extLst>
          </p:cNvPr>
          <p:cNvGrpSpPr/>
          <p:nvPr/>
        </p:nvGrpSpPr>
        <p:grpSpPr>
          <a:xfrm>
            <a:off x="11610032" y="3095792"/>
            <a:ext cx="315567" cy="274775"/>
            <a:chOff x="11492282" y="2015291"/>
            <a:chExt cx="315567" cy="274775"/>
          </a:xfrm>
        </p:grpSpPr>
        <p:pic>
          <p:nvPicPr>
            <p:cNvPr id="26" name="Graphique 25" descr="Cœur contour">
              <a:extLst>
                <a:ext uri="{FF2B5EF4-FFF2-40B4-BE49-F238E27FC236}">
                  <a16:creationId xmlns:a16="http://schemas.microsoft.com/office/drawing/2014/main" id="{D47CB154-8659-FFEA-C69C-B754C3AAB03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492282" y="2015291"/>
              <a:ext cx="214188" cy="214188"/>
            </a:xfrm>
            <a:prstGeom prst="rect">
              <a:avLst/>
            </a:prstGeom>
          </p:spPr>
        </p:pic>
        <p:sp>
          <p:nvSpPr>
            <p:cNvPr id="48" name="Rectangle 47">
              <a:extLst>
                <a:ext uri="{FF2B5EF4-FFF2-40B4-BE49-F238E27FC236}">
                  <a16:creationId xmlns:a16="http://schemas.microsoft.com/office/drawing/2014/main" id="{97253E06-9A25-9946-81D0-3495686BE391}"/>
                </a:ext>
              </a:extLst>
            </p:cNvPr>
            <p:cNvSpPr/>
            <p:nvPr/>
          </p:nvSpPr>
          <p:spPr>
            <a:xfrm>
              <a:off x="11593661" y="2101883"/>
              <a:ext cx="214188" cy="1881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306A92"/>
                  </a:solidFill>
                </a:rPr>
                <a:t>1</a:t>
              </a:r>
              <a:endParaRPr lang="fr-FR" sz="1200" b="1">
                <a:solidFill>
                  <a:srgbClr val="306A92"/>
                </a:solidFill>
              </a:endParaRPr>
            </a:p>
          </p:txBody>
        </p:sp>
      </p:grpSp>
      <p:sp>
        <p:nvSpPr>
          <p:cNvPr id="54" name="Rectangle : coins arrondis 53">
            <a:extLst>
              <a:ext uri="{FF2B5EF4-FFF2-40B4-BE49-F238E27FC236}">
                <a16:creationId xmlns:a16="http://schemas.microsoft.com/office/drawing/2014/main" id="{95C94BAA-753A-9EF4-A21F-7C1C03D4A8AC}"/>
              </a:ext>
            </a:extLst>
          </p:cNvPr>
          <p:cNvSpPr/>
          <p:nvPr/>
        </p:nvSpPr>
        <p:spPr>
          <a:xfrm>
            <a:off x="7052664" y="4129989"/>
            <a:ext cx="4737090" cy="605945"/>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sp>
        <p:nvSpPr>
          <p:cNvPr id="56" name="Rectangle 55">
            <a:extLst>
              <a:ext uri="{FF2B5EF4-FFF2-40B4-BE49-F238E27FC236}">
                <a16:creationId xmlns:a16="http://schemas.microsoft.com/office/drawing/2014/main" id="{1DED3E03-8029-B2B5-6F28-7AD93D081BEE}"/>
              </a:ext>
            </a:extLst>
          </p:cNvPr>
          <p:cNvSpPr/>
          <p:nvPr/>
        </p:nvSpPr>
        <p:spPr>
          <a:xfrm>
            <a:off x="6732798" y="4247663"/>
            <a:ext cx="1851464"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tlCol="0" anchor="ctr"/>
          <a:lstStyle/>
          <a:p>
            <a:r>
              <a:rPr lang="fr-FR" sz="1000" b="1">
                <a:solidFill>
                  <a:srgbClr val="306A92"/>
                </a:solidFill>
                <a:latin typeface="Avenir LT Std 45 Book" panose="020B0502020203020204" pitchFamily="34" charset="0"/>
              </a:rPr>
              <a:t>Accompagner les résistances au changement</a:t>
            </a:r>
          </a:p>
        </p:txBody>
      </p:sp>
      <p:sp>
        <p:nvSpPr>
          <p:cNvPr id="58" name="Rectangle 57">
            <a:extLst>
              <a:ext uri="{FF2B5EF4-FFF2-40B4-BE49-F238E27FC236}">
                <a16:creationId xmlns:a16="http://schemas.microsoft.com/office/drawing/2014/main" id="{AE7933DF-6BA0-BD13-2E00-F924F7CE0FA4}"/>
              </a:ext>
            </a:extLst>
          </p:cNvPr>
          <p:cNvSpPr/>
          <p:nvPr/>
        </p:nvSpPr>
        <p:spPr>
          <a:xfrm>
            <a:off x="8717441" y="4306087"/>
            <a:ext cx="2236319"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defTabSz="914355"/>
            <a:r>
              <a:rPr lang="fr-FR" sz="900">
                <a:solidFill>
                  <a:schemeClr val="tx1"/>
                </a:solidFill>
                <a:latin typeface="Avenir LT Std 35 Light" panose="020B0402020203020204" pitchFamily="34" charset="0"/>
              </a:rPr>
              <a:t>Recommandations sur comment évaluer et appréhender les risques autour de la résistance au changement</a:t>
            </a:r>
          </a:p>
        </p:txBody>
      </p:sp>
      <p:sp>
        <p:nvSpPr>
          <p:cNvPr id="59" name="Rectangle 58">
            <a:extLst>
              <a:ext uri="{FF2B5EF4-FFF2-40B4-BE49-F238E27FC236}">
                <a16:creationId xmlns:a16="http://schemas.microsoft.com/office/drawing/2014/main" id="{A7F69470-12C4-1E20-4141-FD96163A085D}"/>
              </a:ext>
            </a:extLst>
          </p:cNvPr>
          <p:cNvSpPr/>
          <p:nvPr/>
        </p:nvSpPr>
        <p:spPr>
          <a:xfrm>
            <a:off x="10953972" y="4247663"/>
            <a:ext cx="649176"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latin typeface="Avenir LT Std 45 Book" panose="020B0502020203020204" pitchFamily="34" charset="0"/>
              </a:rPr>
              <a:t>~ 3 min</a:t>
            </a:r>
          </a:p>
        </p:txBody>
      </p:sp>
      <p:pic>
        <p:nvPicPr>
          <p:cNvPr id="60" name="Image 59">
            <a:extLst>
              <a:ext uri="{FF2B5EF4-FFF2-40B4-BE49-F238E27FC236}">
                <a16:creationId xmlns:a16="http://schemas.microsoft.com/office/drawing/2014/main" id="{3B4045AB-15D4-538B-56C9-32FF7852857F}"/>
              </a:ext>
            </a:extLst>
          </p:cNvPr>
          <p:cNvPicPr>
            <a:picLocks noChangeAspect="1"/>
          </p:cNvPicPr>
          <p:nvPr/>
        </p:nvPicPr>
        <p:blipFill>
          <a:blip r:embed="rId5"/>
          <a:stretch>
            <a:fillRect/>
          </a:stretch>
        </p:blipFill>
        <p:spPr>
          <a:xfrm>
            <a:off x="6339779" y="4215038"/>
            <a:ext cx="335309" cy="432854"/>
          </a:xfrm>
          <a:prstGeom prst="rect">
            <a:avLst/>
          </a:prstGeom>
        </p:spPr>
      </p:pic>
      <p:grpSp>
        <p:nvGrpSpPr>
          <p:cNvPr id="61" name="Groupe 60">
            <a:extLst>
              <a:ext uri="{FF2B5EF4-FFF2-40B4-BE49-F238E27FC236}">
                <a16:creationId xmlns:a16="http://schemas.microsoft.com/office/drawing/2014/main" id="{C194BDCE-8F4F-572E-CBA5-1BC3EB0F4862}"/>
              </a:ext>
            </a:extLst>
          </p:cNvPr>
          <p:cNvGrpSpPr/>
          <p:nvPr/>
        </p:nvGrpSpPr>
        <p:grpSpPr>
          <a:xfrm>
            <a:off x="11610032" y="4347073"/>
            <a:ext cx="315567" cy="274775"/>
            <a:chOff x="11492282" y="2015291"/>
            <a:chExt cx="315567" cy="274775"/>
          </a:xfrm>
        </p:grpSpPr>
        <p:pic>
          <p:nvPicPr>
            <p:cNvPr id="62" name="Graphique 61" descr="Cœur contour">
              <a:extLst>
                <a:ext uri="{FF2B5EF4-FFF2-40B4-BE49-F238E27FC236}">
                  <a16:creationId xmlns:a16="http://schemas.microsoft.com/office/drawing/2014/main" id="{5B20E6F8-5886-AA71-5063-C861DB215F5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492282" y="2015291"/>
              <a:ext cx="214188" cy="214188"/>
            </a:xfrm>
            <a:prstGeom prst="rect">
              <a:avLst/>
            </a:prstGeom>
          </p:spPr>
        </p:pic>
        <p:sp>
          <p:nvSpPr>
            <p:cNvPr id="63" name="Rectangle 62">
              <a:extLst>
                <a:ext uri="{FF2B5EF4-FFF2-40B4-BE49-F238E27FC236}">
                  <a16:creationId xmlns:a16="http://schemas.microsoft.com/office/drawing/2014/main" id="{25E3C4AE-7838-52AC-C96E-BBCB014C1021}"/>
                </a:ext>
              </a:extLst>
            </p:cNvPr>
            <p:cNvSpPr/>
            <p:nvPr/>
          </p:nvSpPr>
          <p:spPr>
            <a:xfrm>
              <a:off x="11593661" y="2101883"/>
              <a:ext cx="214188" cy="1881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306A92"/>
                  </a:solidFill>
                </a:rPr>
                <a:t>x</a:t>
              </a:r>
              <a:endParaRPr lang="fr-FR" sz="1200" b="1">
                <a:solidFill>
                  <a:srgbClr val="306A92"/>
                </a:solidFill>
              </a:endParaRPr>
            </a:p>
          </p:txBody>
        </p:sp>
      </p:grpSp>
      <p:pic>
        <p:nvPicPr>
          <p:cNvPr id="2" name="Image 1">
            <a:hlinkClick r:id="rId4" action="ppaction://hlinksldjump"/>
            <a:extLst>
              <a:ext uri="{FF2B5EF4-FFF2-40B4-BE49-F238E27FC236}">
                <a16:creationId xmlns:a16="http://schemas.microsoft.com/office/drawing/2014/main" id="{1BE8A47C-D643-AAD5-400F-E42ECD9903D9}"/>
              </a:ext>
            </a:extLst>
          </p:cNvPr>
          <p:cNvPicPr>
            <a:picLocks noChangeAspect="1"/>
          </p:cNvPicPr>
          <p:nvPr/>
        </p:nvPicPr>
        <p:blipFill>
          <a:blip r:embed="rId5"/>
          <a:stretch>
            <a:fillRect/>
          </a:stretch>
        </p:blipFill>
        <p:spPr>
          <a:xfrm>
            <a:off x="6339779" y="3019560"/>
            <a:ext cx="335309" cy="432854"/>
          </a:xfrm>
          <a:prstGeom prst="rect">
            <a:avLst/>
          </a:prstGeom>
        </p:spPr>
      </p:pic>
      <p:sp>
        <p:nvSpPr>
          <p:cNvPr id="7" name="Rectangle 6">
            <a:extLst>
              <a:ext uri="{FF2B5EF4-FFF2-40B4-BE49-F238E27FC236}">
                <a16:creationId xmlns:a16="http://schemas.microsoft.com/office/drawing/2014/main" id="{EA15FA7D-78B6-A70A-640D-691EEFBA6CF6}"/>
              </a:ext>
            </a:extLst>
          </p:cNvPr>
          <p:cNvSpPr/>
          <p:nvPr/>
        </p:nvSpPr>
        <p:spPr>
          <a:xfrm>
            <a:off x="6789598" y="4624989"/>
            <a:ext cx="873752" cy="100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fr-FR" sz="800" b="1">
                <a:latin typeface="Avenir LT Std 45 Book" panose="020B0502020203020204" pitchFamily="34" charset="0"/>
              </a:rPr>
              <a:t>Non disponible</a:t>
            </a:r>
          </a:p>
        </p:txBody>
      </p:sp>
      <p:sp>
        <p:nvSpPr>
          <p:cNvPr id="4" name="Rectangle : coins arrondis 3">
            <a:extLst>
              <a:ext uri="{FF2B5EF4-FFF2-40B4-BE49-F238E27FC236}">
                <a16:creationId xmlns:a16="http://schemas.microsoft.com/office/drawing/2014/main" id="{1225E252-1D7B-21EC-4F2F-DF8C33F80C5D}"/>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DC582A"/>
                </a:solidFill>
              </a:rPr>
              <a:t>PROTOTYPE</a:t>
            </a:r>
          </a:p>
        </p:txBody>
      </p:sp>
      <p:grpSp>
        <p:nvGrpSpPr>
          <p:cNvPr id="9" name="Groupe 8">
            <a:extLst>
              <a:ext uri="{FF2B5EF4-FFF2-40B4-BE49-F238E27FC236}">
                <a16:creationId xmlns:a16="http://schemas.microsoft.com/office/drawing/2014/main" id="{A089C5BE-F933-B0E6-52FA-2D3CE99404D7}"/>
              </a:ext>
            </a:extLst>
          </p:cNvPr>
          <p:cNvGrpSpPr>
            <a:grpSpLocks noChangeAspect="1"/>
          </p:cNvGrpSpPr>
          <p:nvPr/>
        </p:nvGrpSpPr>
        <p:grpSpPr>
          <a:xfrm>
            <a:off x="11001871" y="6336764"/>
            <a:ext cx="1082632" cy="444130"/>
            <a:chOff x="5810" y="1578917"/>
            <a:chExt cx="559801" cy="229645"/>
          </a:xfrm>
        </p:grpSpPr>
        <p:sp>
          <p:nvSpPr>
            <p:cNvPr id="49" name="Rectangle : coins arrondis 48">
              <a:extLst>
                <a:ext uri="{FF2B5EF4-FFF2-40B4-BE49-F238E27FC236}">
                  <a16:creationId xmlns:a16="http://schemas.microsoft.com/office/drawing/2014/main" id="{9495E1A2-0F26-4F87-B8F2-DDEEDF75E40C}"/>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hlinkClick r:id="rId11"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ndParaRPr>
            </a:p>
          </p:txBody>
        </p:sp>
        <p:pic>
          <p:nvPicPr>
            <p:cNvPr id="50" name="Graphique 49" descr="Retour avec un remplissage uni">
              <a:hlinkClick r:id="rId11" action="ppaction://hlinksldjump"/>
              <a:extLst>
                <a:ext uri="{FF2B5EF4-FFF2-40B4-BE49-F238E27FC236}">
                  <a16:creationId xmlns:a16="http://schemas.microsoft.com/office/drawing/2014/main" id="{46DF0D7F-F8F6-5D78-BC25-2C2AA73FF9ED}"/>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9060" y="1578917"/>
              <a:ext cx="229645" cy="229645"/>
            </a:xfrm>
            <a:prstGeom prst="rect">
              <a:avLst/>
            </a:prstGeom>
          </p:spPr>
        </p:pic>
      </p:grpSp>
      <p:sp>
        <p:nvSpPr>
          <p:cNvPr id="29" name="Flèche : chevron 8 - 2 - 1">
            <a:extLst>
              <a:ext uri="{FF2B5EF4-FFF2-40B4-BE49-F238E27FC236}">
                <a16:creationId xmlns:a16="http://schemas.microsoft.com/office/drawing/2014/main" id="{25DC7A60-EC51-2A48-C3A8-A93C8386028A}"/>
              </a:ext>
            </a:extLst>
          </p:cNvPr>
          <p:cNvSpPr/>
          <p:nvPr/>
        </p:nvSpPr>
        <p:spPr>
          <a:xfrm>
            <a:off x="6924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impacts humains</a:t>
            </a:r>
          </a:p>
        </p:txBody>
      </p:sp>
      <p:sp>
        <p:nvSpPr>
          <p:cNvPr id="31" name="Flèche : chevron 8 - 2 - 1">
            <a:extLst>
              <a:ext uri="{FF2B5EF4-FFF2-40B4-BE49-F238E27FC236}">
                <a16:creationId xmlns:a16="http://schemas.microsoft.com/office/drawing/2014/main" id="{8FBF1C60-0173-F3A2-7C88-CAB04C8072CC}"/>
              </a:ext>
            </a:extLst>
          </p:cNvPr>
          <p:cNvSpPr/>
          <p:nvPr/>
        </p:nvSpPr>
        <p:spPr>
          <a:xfrm>
            <a:off x="1776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a:t>
            </a:r>
            <a:r>
              <a:rPr lang="fr-FR" sz="1100" b="1" err="1">
                <a:solidFill>
                  <a:schemeClr val="bg1">
                    <a:lumMod val="50000"/>
                  </a:schemeClr>
                </a:solidFill>
                <a:latin typeface="Avenir LT Std 45 Book" panose="020B0502020203020204" pitchFamily="34" charset="0"/>
              </a:rPr>
              <a:t>moi-mëme</a:t>
            </a:r>
            <a:endParaRPr lang="fr-FR" sz="1100" b="1">
              <a:solidFill>
                <a:schemeClr val="bg1">
                  <a:lumMod val="50000"/>
                </a:schemeClr>
              </a:solidFill>
              <a:latin typeface="Avenir LT Std 45 Book" panose="020B0502020203020204" pitchFamily="34" charset="0"/>
            </a:endParaRPr>
          </a:p>
        </p:txBody>
      </p:sp>
      <p:sp>
        <p:nvSpPr>
          <p:cNvPr id="33" name="Flèche : chevron 8 - 2 - 1">
            <a:extLst>
              <a:ext uri="{FF2B5EF4-FFF2-40B4-BE49-F238E27FC236}">
                <a16:creationId xmlns:a16="http://schemas.microsoft.com/office/drawing/2014/main" id="{070E9424-0D05-2E0C-747A-D3D3B32D0149}"/>
              </a:ext>
            </a:extLst>
          </p:cNvPr>
          <p:cNvSpPr/>
          <p:nvPr/>
        </p:nvSpPr>
        <p:spPr>
          <a:xfrm>
            <a:off x="5244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des impacts humains</a:t>
            </a:r>
          </a:p>
        </p:txBody>
      </p:sp>
      <p:sp>
        <p:nvSpPr>
          <p:cNvPr id="35" name="Flèche : chevron 8 - 2 - 1">
            <a:extLst>
              <a:ext uri="{FF2B5EF4-FFF2-40B4-BE49-F238E27FC236}">
                <a16:creationId xmlns:a16="http://schemas.microsoft.com/office/drawing/2014/main" id="{50D688E8-4D6F-BBF7-B9BA-7FBDCE04036C}"/>
              </a:ext>
            </a:extLst>
          </p:cNvPr>
          <p:cNvSpPr/>
          <p:nvPr/>
        </p:nvSpPr>
        <p:spPr>
          <a:xfrm>
            <a:off x="636000" y="21771"/>
            <a:ext cx="115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Cas d’usage</a:t>
            </a:r>
          </a:p>
        </p:txBody>
      </p:sp>
      <p:sp>
        <p:nvSpPr>
          <p:cNvPr id="37" name="Flèche : chevron 8 - 2 - 1">
            <a:extLst>
              <a:ext uri="{FF2B5EF4-FFF2-40B4-BE49-F238E27FC236}">
                <a16:creationId xmlns:a16="http://schemas.microsoft.com/office/drawing/2014/main" id="{C7896838-D784-593F-B05E-809C90C80203}"/>
              </a:ext>
            </a:extLst>
          </p:cNvPr>
          <p:cNvSpPr/>
          <p:nvPr/>
        </p:nvSpPr>
        <p:spPr>
          <a:xfrm>
            <a:off x="3456000" y="21771"/>
            <a:ext cx="1800000" cy="288000"/>
          </a:xfrm>
          <a:prstGeom prst="chevron">
            <a:avLst>
              <a:gd name="adj" fmla="val 28278"/>
            </a:avLst>
          </a:prstGeom>
          <a:solidFill>
            <a:srgbClr val="A1D6CA"/>
          </a:solidFill>
          <a:ln w="28575">
            <a:solidFill>
              <a:srgbClr val="A1D6CA"/>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rgbClr val="154734"/>
                </a:solidFill>
                <a:latin typeface="Avenir LT Std 45 Book" panose="020B0502020203020204" pitchFamily="34" charset="0"/>
              </a:rPr>
              <a:t>Ressources pour moi-même</a:t>
            </a:r>
          </a:p>
        </p:txBody>
      </p:sp>
      <p:sp>
        <p:nvSpPr>
          <p:cNvPr id="39" name="Flèche : pentagone 3">
            <a:extLst>
              <a:ext uri="{FF2B5EF4-FFF2-40B4-BE49-F238E27FC236}">
                <a16:creationId xmlns:a16="http://schemas.microsoft.com/office/drawing/2014/main" id="{94FE96FC-AABC-DEC5-E21C-9198B5971A7D}"/>
              </a:ext>
            </a:extLst>
          </p:cNvPr>
          <p:cNvSpPr/>
          <p:nvPr/>
        </p:nvSpPr>
        <p:spPr>
          <a:xfrm>
            <a:off x="0" y="21771"/>
            <a:ext cx="648000" cy="288000"/>
          </a:xfrm>
          <a:prstGeom prst="homePlate">
            <a:avLst>
              <a:gd name="adj" fmla="val 26503"/>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Accueil</a:t>
            </a:r>
          </a:p>
        </p:txBody>
      </p:sp>
      <p:sp>
        <p:nvSpPr>
          <p:cNvPr id="41" name="Flèche : chevron 8 - 2 - 1">
            <a:extLst>
              <a:ext uri="{FF2B5EF4-FFF2-40B4-BE49-F238E27FC236}">
                <a16:creationId xmlns:a16="http://schemas.microsoft.com/office/drawing/2014/main" id="{6F7A455A-4F2A-21CC-7D8F-9D47B2569D6D}"/>
              </a:ext>
            </a:extLst>
          </p:cNvPr>
          <p:cNvSpPr/>
          <p:nvPr/>
        </p:nvSpPr>
        <p:spPr>
          <a:xfrm>
            <a:off x="8712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a:t>
            </a:r>
            <a:br>
              <a:rPr lang="fr-FR" sz="1100" b="1">
                <a:solidFill>
                  <a:schemeClr val="bg1">
                    <a:lumMod val="50000"/>
                  </a:schemeClr>
                </a:solidFill>
                <a:latin typeface="Avenir LT Std 45 Book" panose="020B0502020203020204" pitchFamily="34" charset="0"/>
              </a:rPr>
            </a:br>
            <a:r>
              <a:rPr lang="fr-FR" sz="1100" b="1">
                <a:solidFill>
                  <a:schemeClr val="bg1">
                    <a:lumMod val="50000"/>
                  </a:schemeClr>
                </a:solidFill>
                <a:latin typeface="Avenir LT Std 45 Book" panose="020B0502020203020204" pitchFamily="34" charset="0"/>
              </a:rPr>
              <a:t>préparer le collectif</a:t>
            </a:r>
          </a:p>
        </p:txBody>
      </p:sp>
      <p:sp>
        <p:nvSpPr>
          <p:cNvPr id="45" name="Flèche : chevron 8 - 2 - 1">
            <a:extLst>
              <a:ext uri="{FF2B5EF4-FFF2-40B4-BE49-F238E27FC236}">
                <a16:creationId xmlns:a16="http://schemas.microsoft.com/office/drawing/2014/main" id="{503309E8-27F4-0714-DA64-DB6C1A8CA6E1}"/>
              </a:ext>
            </a:extLst>
          </p:cNvPr>
          <p:cNvSpPr/>
          <p:nvPr/>
        </p:nvSpPr>
        <p:spPr>
          <a:xfrm>
            <a:off x="10392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préparation collectif</a:t>
            </a:r>
          </a:p>
        </p:txBody>
      </p:sp>
    </p:spTree>
    <p:extLst>
      <p:ext uri="{BB962C8B-B14F-4D97-AF65-F5344CB8AC3E}">
        <p14:creationId xmlns:p14="http://schemas.microsoft.com/office/powerpoint/2010/main" val="32617767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9F667-7C03-FD31-0826-0C3373DBB7D3}"/>
            </a:ext>
          </a:extLst>
        </p:cNvPr>
        <p:cNvGrpSpPr/>
        <p:nvPr/>
      </p:nvGrpSpPr>
      <p:grpSpPr>
        <a:xfrm>
          <a:off x="0" y="0"/>
          <a:ext cx="0" cy="0"/>
          <a:chOff x="0" y="0"/>
          <a:chExt cx="0" cy="0"/>
        </a:xfrm>
      </p:grpSpPr>
      <p:sp>
        <p:nvSpPr>
          <p:cNvPr id="8" name="Rectangle : coins arrondis 7">
            <a:extLst>
              <a:ext uri="{FF2B5EF4-FFF2-40B4-BE49-F238E27FC236}">
                <a16:creationId xmlns:a16="http://schemas.microsoft.com/office/drawing/2014/main" id="{B3B08595-164A-B959-6487-96FB644E3814}"/>
              </a:ext>
            </a:extLst>
          </p:cNvPr>
          <p:cNvSpPr/>
          <p:nvPr/>
        </p:nvSpPr>
        <p:spPr>
          <a:xfrm>
            <a:off x="206673" y="1887771"/>
            <a:ext cx="5725506" cy="4449600"/>
          </a:xfrm>
          <a:prstGeom prst="roundRect">
            <a:avLst>
              <a:gd name="adj" fmla="val 3071"/>
            </a:avLst>
          </a:prstGeom>
          <a:solidFill>
            <a:schemeClr val="bg1"/>
          </a:solidFill>
          <a:ln w="38100">
            <a:solidFill>
              <a:srgbClr val="00B388"/>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6213" lvl="0" indent="-171450" algn="just">
              <a:spcAft>
                <a:spcPts val="1800"/>
              </a:spcAft>
              <a:buFont typeface="Arial" panose="020B0604020202020204" pitchFamily="34" charset="0"/>
              <a:buChar char="•"/>
              <a:tabLst>
                <a:tab pos="361950" algn="l"/>
              </a:tabLst>
              <a:defRPr/>
            </a:pPr>
            <a:r>
              <a:rPr lang="fr-FR" sz="1200" b="1" i="1" dirty="0">
                <a:solidFill>
                  <a:schemeClr val="tx1"/>
                </a:solidFill>
                <a:latin typeface="Avenir LT Std 55 Roman" panose="020B0503020203020204" pitchFamily="34" charset="0"/>
                <a:cs typeface="Times New Roman" panose="02020603050405020304" pitchFamily="18" charset="0"/>
              </a:rPr>
              <a:t>Ai-je bien cadré et structuré la gestion de projet </a:t>
            </a:r>
            <a:r>
              <a:rPr lang="fr-FR" sz="1200" dirty="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(organisation du projet, livrables identifiés, planning et priorisation des actions, indicateurs clés, rituels à mettre en place pour la conduite du projet…) ? Ai-je analysé le niveau d’importance de mes tâches ?</a:t>
            </a:r>
          </a:p>
          <a:p>
            <a:pPr marL="176213" lvl="0" indent="-171450" algn="just">
              <a:spcAft>
                <a:spcPts val="1800"/>
              </a:spcAft>
              <a:buFont typeface="Arial" panose="020B0604020202020204" pitchFamily="34" charset="0"/>
              <a:buChar char="•"/>
              <a:tabLst>
                <a:tab pos="361950" algn="l"/>
              </a:tabLst>
              <a:defRPr/>
            </a:pPr>
            <a:r>
              <a:rPr lang="fr-FR" sz="1200" dirty="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En particulier, </a:t>
            </a:r>
            <a:r>
              <a:rPr lang="fr-FR" sz="1200" b="1" i="1" dirty="0">
                <a:solidFill>
                  <a:schemeClr val="tx1"/>
                </a:solidFill>
                <a:latin typeface="Avenir LT Std 55 Roman" panose="020B0503020203020204" pitchFamily="34" charset="0"/>
                <a:cs typeface="Times New Roman" panose="02020603050405020304" pitchFamily="18" charset="0"/>
              </a:rPr>
              <a:t>quelle gouvernance projet mettre en place </a:t>
            </a:r>
            <a:r>
              <a:rPr lang="fr-FR" sz="1200" dirty="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(instances du projet, participants et rôle décisionnaire de ces instances…) ?</a:t>
            </a:r>
          </a:p>
          <a:p>
            <a:pPr marL="176213" lvl="0" indent="-171450" algn="just">
              <a:spcAft>
                <a:spcPts val="1800"/>
              </a:spcAft>
              <a:buFont typeface="Arial" panose="020B0604020202020204" pitchFamily="34" charset="0"/>
              <a:buChar char="•"/>
              <a:tabLst>
                <a:tab pos="361950" algn="l"/>
              </a:tabLst>
              <a:defRPr/>
            </a:pPr>
            <a:r>
              <a:rPr lang="fr-FR" sz="1200" b="1" i="1" dirty="0">
                <a:solidFill>
                  <a:schemeClr val="tx1"/>
                </a:solidFill>
                <a:latin typeface="Avenir LT Std 55 Roman" panose="020B0503020203020204" pitchFamily="34" charset="0"/>
                <a:cs typeface="Times New Roman" panose="02020603050405020304" pitchFamily="18" charset="0"/>
              </a:rPr>
              <a:t>Ai-je les bons outils de pilotage </a:t>
            </a:r>
            <a:r>
              <a:rPr lang="fr-FR" sz="1200" dirty="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pour le suivi de l’avancement du projet ?</a:t>
            </a:r>
          </a:p>
          <a:p>
            <a:pPr marL="176213" lvl="0" indent="-171450" algn="just">
              <a:spcAft>
                <a:spcPts val="1800"/>
              </a:spcAft>
              <a:buFont typeface="Arial" panose="020B0604020202020204" pitchFamily="34" charset="0"/>
              <a:buChar char="•"/>
              <a:tabLst>
                <a:tab pos="361950" algn="l"/>
              </a:tabLst>
              <a:defRPr/>
            </a:pPr>
            <a:r>
              <a:rPr lang="fr-FR" sz="1200" dirty="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Ai-je bien </a:t>
            </a:r>
            <a:r>
              <a:rPr lang="fr-FR" sz="1200" b="1" i="1" dirty="0">
                <a:solidFill>
                  <a:schemeClr val="tx1"/>
                </a:solidFill>
                <a:latin typeface="Avenir LT Std 55 Roman" panose="020B0503020203020204" pitchFamily="34" charset="0"/>
                <a:cs typeface="Times New Roman" panose="02020603050405020304" pitchFamily="18" charset="0"/>
              </a:rPr>
              <a:t>identifié et anticipé les autres tâches à faire en amont</a:t>
            </a:r>
            <a:r>
              <a:rPr lang="fr-FR" sz="1200" dirty="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 du projet (diagnostic, démarche RPS...)  ?</a:t>
            </a:r>
          </a:p>
          <a:p>
            <a:pPr marL="176213" lvl="0" indent="-171450" algn="just">
              <a:spcAft>
                <a:spcPts val="1800"/>
              </a:spcAft>
              <a:buFont typeface="Arial" panose="020B0604020202020204" pitchFamily="34" charset="0"/>
              <a:buChar char="•"/>
              <a:tabLst>
                <a:tab pos="361950" algn="l"/>
              </a:tabLst>
              <a:defRPr/>
            </a:pPr>
            <a:r>
              <a:rPr lang="fr-FR" sz="1200" b="1" i="1" dirty="0">
                <a:solidFill>
                  <a:schemeClr val="tx1"/>
                </a:solidFill>
                <a:latin typeface="Avenir LT Std 55 Roman" panose="020B0503020203020204" pitchFamily="34" charset="0"/>
                <a:cs typeface="Times New Roman" panose="02020603050405020304" pitchFamily="18" charset="0"/>
              </a:rPr>
              <a:t>Est-ce que je connais le planning des instances</a:t>
            </a:r>
            <a:r>
              <a:rPr lang="fr-FR" sz="1200" dirty="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 celles propres au projet et celles auxquelles le projet contribuera ? Le cas échéant, ai-je bien </a:t>
            </a:r>
            <a:r>
              <a:rPr lang="fr-FR" sz="1200" b="1" i="1" dirty="0">
                <a:solidFill>
                  <a:schemeClr val="tx1"/>
                </a:solidFill>
                <a:latin typeface="Avenir LT Std 55 Roman" panose="020B0503020203020204" pitchFamily="34" charset="0"/>
                <a:cs typeface="Times New Roman" panose="02020603050405020304" pitchFamily="18" charset="0"/>
              </a:rPr>
              <a:t>anticipé leur planification et les contributions </a:t>
            </a:r>
            <a:r>
              <a:rPr lang="fr-FR" sz="1200" dirty="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attendues ?</a:t>
            </a:r>
          </a:p>
        </p:txBody>
      </p:sp>
      <p:sp>
        <p:nvSpPr>
          <p:cNvPr id="16" name="Rectangle : coins arrondis 15">
            <a:extLst>
              <a:ext uri="{FF2B5EF4-FFF2-40B4-BE49-F238E27FC236}">
                <a16:creationId xmlns:a16="http://schemas.microsoft.com/office/drawing/2014/main" id="{3D305C26-1F95-A0FC-D0C5-CB5858EF5ACD}"/>
              </a:ext>
            </a:extLst>
          </p:cNvPr>
          <p:cNvSpPr/>
          <p:nvPr/>
        </p:nvSpPr>
        <p:spPr>
          <a:xfrm>
            <a:off x="206672" y="1889361"/>
            <a:ext cx="5740809" cy="504694"/>
          </a:xfrm>
          <a:prstGeom prst="roundRect">
            <a:avLst/>
          </a:prstGeom>
          <a:solidFill>
            <a:srgbClr val="00B3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400" b="1" i="1">
                <a:solidFill>
                  <a:schemeClr val="bg1"/>
                </a:solidFill>
              </a:rPr>
              <a:t>Les questions à se poser</a:t>
            </a:r>
          </a:p>
        </p:txBody>
      </p:sp>
      <p:sp>
        <p:nvSpPr>
          <p:cNvPr id="5" name="Rectangle 4">
            <a:extLst>
              <a:ext uri="{FF2B5EF4-FFF2-40B4-BE49-F238E27FC236}">
                <a16:creationId xmlns:a16="http://schemas.microsoft.com/office/drawing/2014/main" id="{FAA8EB7D-904F-B776-4877-2A52D0A6757D}"/>
              </a:ext>
            </a:extLst>
          </p:cNvPr>
          <p:cNvSpPr/>
          <p:nvPr/>
        </p:nvSpPr>
        <p:spPr>
          <a:xfrm>
            <a:off x="-3064" y="378372"/>
            <a:ext cx="12195063" cy="1427747"/>
          </a:xfrm>
          <a:prstGeom prst="rect">
            <a:avLst/>
          </a:prstGeom>
          <a:solidFill>
            <a:srgbClr val="DFF1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5963" lvl="0">
              <a:spcAft>
                <a:spcPts val="1200"/>
              </a:spcAft>
              <a:buClr>
                <a:schemeClr val="tx1"/>
              </a:buClr>
            </a:pPr>
            <a:r>
              <a:rPr lang="fr-FR" b="1">
                <a:solidFill>
                  <a:srgbClr val="00B388"/>
                </a:solidFill>
                <a:latin typeface="Avenir LT Std 65 Medium" panose="020B0803020203020204" pitchFamily="34" charset="0"/>
              </a:rPr>
              <a:t>Structurer le projet et son futur pilotage </a:t>
            </a:r>
            <a:r>
              <a:rPr lang="fr-FR">
                <a:solidFill>
                  <a:schemeClr val="tx1"/>
                </a:solidFill>
                <a:latin typeface="Avenir LT Std 55 Roman" panose="020B0503020203020204" pitchFamily="34" charset="0"/>
              </a:rPr>
              <a:t>(structuration de la gestion de projet, outils, indicateurs, moments de partage / instances…).</a:t>
            </a:r>
          </a:p>
        </p:txBody>
      </p:sp>
      <p:sp>
        <p:nvSpPr>
          <p:cNvPr id="6" name="Triangle isocèle 5">
            <a:extLst>
              <a:ext uri="{FF2B5EF4-FFF2-40B4-BE49-F238E27FC236}">
                <a16:creationId xmlns:a16="http://schemas.microsoft.com/office/drawing/2014/main" id="{6ABCAED2-2171-BD97-EDD4-FE438EBC2CF6}"/>
              </a:ext>
            </a:extLst>
          </p:cNvPr>
          <p:cNvSpPr/>
          <p:nvPr/>
        </p:nvSpPr>
        <p:spPr>
          <a:xfrm rot="5400000">
            <a:off x="34126" y="929868"/>
            <a:ext cx="782530" cy="324754"/>
          </a:xfrm>
          <a:prstGeom prst="triangle">
            <a:avLst/>
          </a:prstGeom>
          <a:solidFill>
            <a:srgbClr val="1547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21" name="Rectangle : coins arrondis 20">
            <a:extLst>
              <a:ext uri="{FF2B5EF4-FFF2-40B4-BE49-F238E27FC236}">
                <a16:creationId xmlns:a16="http://schemas.microsoft.com/office/drawing/2014/main" id="{248D376B-E093-EA91-6E6C-D50B6F286E1D}"/>
              </a:ext>
            </a:extLst>
          </p:cNvPr>
          <p:cNvSpPr/>
          <p:nvPr/>
        </p:nvSpPr>
        <p:spPr>
          <a:xfrm>
            <a:off x="6229780" y="1887771"/>
            <a:ext cx="5715146" cy="4449600"/>
          </a:xfrm>
          <a:prstGeom prst="roundRect">
            <a:avLst>
              <a:gd name="adj" fmla="val 3245"/>
            </a:avLst>
          </a:prstGeom>
          <a:solidFill>
            <a:srgbClr val="FBFBFB"/>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defRPr/>
            </a:pPr>
            <a:r>
              <a:rPr kumimoji="0" lang="fr-FR" sz="900" b="0" i="1" u="none" strike="noStrike" kern="1200" cap="none" spc="0" normalizeH="0" baseline="0" noProof="0">
                <a:ln>
                  <a:noFill/>
                </a:ln>
                <a:solidFill>
                  <a:srgbClr val="FFFFFF">
                    <a:lumMod val="50000"/>
                  </a:srgbClr>
                </a:solidFill>
                <a:effectLst/>
                <a:uLnTx/>
                <a:uFillTx/>
                <a:latin typeface="Avenir LT Std 35 Light" panose="020B0402020203020204" pitchFamily="34" charset="0"/>
                <a:ea typeface="+mn-ea"/>
                <a:cs typeface="+mn-cs"/>
              </a:rPr>
              <a:t>Zone de texte libre</a:t>
            </a:r>
          </a:p>
        </p:txBody>
      </p:sp>
      <p:sp>
        <p:nvSpPr>
          <p:cNvPr id="12" name="Ellipse 11">
            <a:extLst>
              <a:ext uri="{FF2B5EF4-FFF2-40B4-BE49-F238E27FC236}">
                <a16:creationId xmlns:a16="http://schemas.microsoft.com/office/drawing/2014/main" id="{7B374FA8-1221-CFB2-102A-75D583B45B26}"/>
              </a:ext>
            </a:extLst>
          </p:cNvPr>
          <p:cNvSpPr/>
          <p:nvPr/>
        </p:nvSpPr>
        <p:spPr>
          <a:xfrm>
            <a:off x="864443" y="1904403"/>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pic>
        <p:nvPicPr>
          <p:cNvPr id="11" name="Graphique 10" descr="Ampoule et crayon avec un remplissage uni">
            <a:extLst>
              <a:ext uri="{FF2B5EF4-FFF2-40B4-BE49-F238E27FC236}">
                <a16:creationId xmlns:a16="http://schemas.microsoft.com/office/drawing/2014/main" id="{BA2114B2-3A31-5E52-6FD6-724C7707496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1179" y="1955818"/>
            <a:ext cx="402694" cy="402694"/>
          </a:xfrm>
          <a:prstGeom prst="rect">
            <a:avLst/>
          </a:prstGeom>
        </p:spPr>
      </p:pic>
      <p:grpSp>
        <p:nvGrpSpPr>
          <p:cNvPr id="9" name="Groupe 8">
            <a:extLst>
              <a:ext uri="{FF2B5EF4-FFF2-40B4-BE49-F238E27FC236}">
                <a16:creationId xmlns:a16="http://schemas.microsoft.com/office/drawing/2014/main" id="{3B260213-A603-1472-5FE5-25A8B9C6D25A}"/>
              </a:ext>
            </a:extLst>
          </p:cNvPr>
          <p:cNvGrpSpPr>
            <a:grpSpLocks noChangeAspect="1"/>
          </p:cNvGrpSpPr>
          <p:nvPr/>
        </p:nvGrpSpPr>
        <p:grpSpPr>
          <a:xfrm>
            <a:off x="11001871" y="6336764"/>
            <a:ext cx="1082632" cy="444130"/>
            <a:chOff x="5810" y="1578917"/>
            <a:chExt cx="559801" cy="229645"/>
          </a:xfrm>
        </p:grpSpPr>
        <p:sp>
          <p:nvSpPr>
            <p:cNvPr id="10" name="Rectangle : coins arrondis 9">
              <a:extLst>
                <a:ext uri="{FF2B5EF4-FFF2-40B4-BE49-F238E27FC236}">
                  <a16:creationId xmlns:a16="http://schemas.microsoft.com/office/drawing/2014/main" id="{7F28B82A-41D1-3A6F-B59B-60B9CB36CD8C}"/>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hlinkClick r:id="rId4"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ndParaRPr>
            </a:p>
          </p:txBody>
        </p:sp>
        <p:pic>
          <p:nvPicPr>
            <p:cNvPr id="13" name="Graphique 12" descr="Retour avec un remplissage uni">
              <a:hlinkClick r:id="rId4" action="ppaction://hlinksldjump"/>
              <a:extLst>
                <a:ext uri="{FF2B5EF4-FFF2-40B4-BE49-F238E27FC236}">
                  <a16:creationId xmlns:a16="http://schemas.microsoft.com/office/drawing/2014/main" id="{D5F615F4-70D2-5239-531E-A9F4B040BE3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9060" y="1578917"/>
              <a:ext cx="229645" cy="229645"/>
            </a:xfrm>
            <a:prstGeom prst="rect">
              <a:avLst/>
            </a:prstGeom>
          </p:spPr>
        </p:pic>
      </p:grpSp>
      <p:sp>
        <p:nvSpPr>
          <p:cNvPr id="4" name="Rectangle : coins arrondis 3">
            <a:extLst>
              <a:ext uri="{FF2B5EF4-FFF2-40B4-BE49-F238E27FC236}">
                <a16:creationId xmlns:a16="http://schemas.microsoft.com/office/drawing/2014/main" id="{13FA8218-BBB4-7A6B-74C5-3805A6A92DDB}"/>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DC582A"/>
                </a:solidFill>
              </a:rPr>
              <a:t>PROTOTYPE</a:t>
            </a:r>
          </a:p>
        </p:txBody>
      </p:sp>
      <p:sp>
        <p:nvSpPr>
          <p:cNvPr id="3" name="Flèche : chevron 8 - 2 - 1">
            <a:extLst>
              <a:ext uri="{FF2B5EF4-FFF2-40B4-BE49-F238E27FC236}">
                <a16:creationId xmlns:a16="http://schemas.microsoft.com/office/drawing/2014/main" id="{8FFB5727-FB8E-7908-1CB7-9ADF0D043EF9}"/>
              </a:ext>
            </a:extLst>
          </p:cNvPr>
          <p:cNvSpPr/>
          <p:nvPr/>
        </p:nvSpPr>
        <p:spPr>
          <a:xfrm>
            <a:off x="6924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impacts humains</a:t>
            </a:r>
          </a:p>
        </p:txBody>
      </p:sp>
      <p:sp>
        <p:nvSpPr>
          <p:cNvPr id="24" name="Flèche : chevron 8 - 2 - 1">
            <a:extLst>
              <a:ext uri="{FF2B5EF4-FFF2-40B4-BE49-F238E27FC236}">
                <a16:creationId xmlns:a16="http://schemas.microsoft.com/office/drawing/2014/main" id="{C076A49D-BB19-CBB4-A1F6-84C5370E79FD}"/>
              </a:ext>
            </a:extLst>
          </p:cNvPr>
          <p:cNvSpPr/>
          <p:nvPr/>
        </p:nvSpPr>
        <p:spPr>
          <a:xfrm>
            <a:off x="1776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a:t>
            </a:r>
            <a:r>
              <a:rPr lang="fr-FR" sz="1100" b="1" err="1">
                <a:solidFill>
                  <a:schemeClr val="bg1">
                    <a:lumMod val="50000"/>
                  </a:schemeClr>
                </a:solidFill>
                <a:latin typeface="Avenir LT Std 45 Book" panose="020B0502020203020204" pitchFamily="34" charset="0"/>
              </a:rPr>
              <a:t>moi-mëme</a:t>
            </a:r>
            <a:endParaRPr lang="fr-FR" sz="1100" b="1">
              <a:solidFill>
                <a:schemeClr val="bg1">
                  <a:lumMod val="50000"/>
                </a:schemeClr>
              </a:solidFill>
              <a:latin typeface="Avenir LT Std 45 Book" panose="020B0502020203020204" pitchFamily="34" charset="0"/>
            </a:endParaRPr>
          </a:p>
        </p:txBody>
      </p:sp>
      <p:sp>
        <p:nvSpPr>
          <p:cNvPr id="26" name="Flèche : chevron 8 - 2 - 1">
            <a:extLst>
              <a:ext uri="{FF2B5EF4-FFF2-40B4-BE49-F238E27FC236}">
                <a16:creationId xmlns:a16="http://schemas.microsoft.com/office/drawing/2014/main" id="{08BB135C-9077-B3D1-0348-331590D641BE}"/>
              </a:ext>
            </a:extLst>
          </p:cNvPr>
          <p:cNvSpPr/>
          <p:nvPr/>
        </p:nvSpPr>
        <p:spPr>
          <a:xfrm>
            <a:off x="5244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des impacts humains</a:t>
            </a:r>
          </a:p>
        </p:txBody>
      </p:sp>
      <p:sp>
        <p:nvSpPr>
          <p:cNvPr id="28" name="Flèche : chevron 8 - 2 - 1">
            <a:extLst>
              <a:ext uri="{FF2B5EF4-FFF2-40B4-BE49-F238E27FC236}">
                <a16:creationId xmlns:a16="http://schemas.microsoft.com/office/drawing/2014/main" id="{7C9F6D58-7685-1F87-755B-2F5BA9A5984B}"/>
              </a:ext>
            </a:extLst>
          </p:cNvPr>
          <p:cNvSpPr/>
          <p:nvPr/>
        </p:nvSpPr>
        <p:spPr>
          <a:xfrm>
            <a:off x="636000" y="21771"/>
            <a:ext cx="115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Cas d’usage</a:t>
            </a:r>
          </a:p>
        </p:txBody>
      </p:sp>
      <p:sp>
        <p:nvSpPr>
          <p:cNvPr id="30" name="Flèche : chevron 8 - 2 - 1">
            <a:extLst>
              <a:ext uri="{FF2B5EF4-FFF2-40B4-BE49-F238E27FC236}">
                <a16:creationId xmlns:a16="http://schemas.microsoft.com/office/drawing/2014/main" id="{459E693F-797E-BBD2-2748-AC8D5A9231F7}"/>
              </a:ext>
            </a:extLst>
          </p:cNvPr>
          <p:cNvSpPr/>
          <p:nvPr/>
        </p:nvSpPr>
        <p:spPr>
          <a:xfrm>
            <a:off x="3456000" y="21771"/>
            <a:ext cx="1800000" cy="288000"/>
          </a:xfrm>
          <a:prstGeom prst="chevron">
            <a:avLst>
              <a:gd name="adj" fmla="val 28278"/>
            </a:avLst>
          </a:prstGeom>
          <a:solidFill>
            <a:srgbClr val="A1D6CA"/>
          </a:solidFill>
          <a:ln w="28575">
            <a:solidFill>
              <a:srgbClr val="A1D6CA"/>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rgbClr val="154734"/>
                </a:solidFill>
                <a:latin typeface="Avenir LT Std 45 Book" panose="020B0502020203020204" pitchFamily="34" charset="0"/>
              </a:rPr>
              <a:t>Ressources pour moi-même</a:t>
            </a:r>
          </a:p>
        </p:txBody>
      </p:sp>
      <p:sp>
        <p:nvSpPr>
          <p:cNvPr id="32" name="Flèche : pentagone 3">
            <a:extLst>
              <a:ext uri="{FF2B5EF4-FFF2-40B4-BE49-F238E27FC236}">
                <a16:creationId xmlns:a16="http://schemas.microsoft.com/office/drawing/2014/main" id="{30C2A498-F3A3-2C86-301F-FA2F1E52CFA6}"/>
              </a:ext>
            </a:extLst>
          </p:cNvPr>
          <p:cNvSpPr/>
          <p:nvPr/>
        </p:nvSpPr>
        <p:spPr>
          <a:xfrm>
            <a:off x="0" y="21771"/>
            <a:ext cx="648000" cy="288000"/>
          </a:xfrm>
          <a:prstGeom prst="homePlate">
            <a:avLst>
              <a:gd name="adj" fmla="val 26503"/>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Accueil</a:t>
            </a:r>
          </a:p>
        </p:txBody>
      </p:sp>
      <p:sp>
        <p:nvSpPr>
          <p:cNvPr id="34" name="Flèche : chevron 8 - 2 - 1">
            <a:extLst>
              <a:ext uri="{FF2B5EF4-FFF2-40B4-BE49-F238E27FC236}">
                <a16:creationId xmlns:a16="http://schemas.microsoft.com/office/drawing/2014/main" id="{B245EE36-F760-3A06-C281-F83C8F2733DF}"/>
              </a:ext>
            </a:extLst>
          </p:cNvPr>
          <p:cNvSpPr/>
          <p:nvPr/>
        </p:nvSpPr>
        <p:spPr>
          <a:xfrm>
            <a:off x="8712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a:t>
            </a:r>
            <a:br>
              <a:rPr lang="fr-FR" sz="1100" b="1">
                <a:solidFill>
                  <a:schemeClr val="bg1">
                    <a:lumMod val="50000"/>
                  </a:schemeClr>
                </a:solidFill>
                <a:latin typeface="Avenir LT Std 45 Book" panose="020B0502020203020204" pitchFamily="34" charset="0"/>
              </a:rPr>
            </a:br>
            <a:r>
              <a:rPr lang="fr-FR" sz="1100" b="1">
                <a:solidFill>
                  <a:schemeClr val="bg1">
                    <a:lumMod val="50000"/>
                  </a:schemeClr>
                </a:solidFill>
                <a:latin typeface="Avenir LT Std 45 Book" panose="020B0502020203020204" pitchFamily="34" charset="0"/>
              </a:rPr>
              <a:t>préparer le collectif</a:t>
            </a:r>
          </a:p>
        </p:txBody>
      </p:sp>
      <p:sp>
        <p:nvSpPr>
          <p:cNvPr id="36" name="Flèche : chevron 8 - 2 - 1">
            <a:extLst>
              <a:ext uri="{FF2B5EF4-FFF2-40B4-BE49-F238E27FC236}">
                <a16:creationId xmlns:a16="http://schemas.microsoft.com/office/drawing/2014/main" id="{55446BCC-8912-D86A-FD39-45DB7310FAA4}"/>
              </a:ext>
            </a:extLst>
          </p:cNvPr>
          <p:cNvSpPr/>
          <p:nvPr/>
        </p:nvSpPr>
        <p:spPr>
          <a:xfrm>
            <a:off x="10392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préparation collectif</a:t>
            </a:r>
          </a:p>
        </p:txBody>
      </p:sp>
    </p:spTree>
    <p:extLst>
      <p:ext uri="{BB962C8B-B14F-4D97-AF65-F5344CB8AC3E}">
        <p14:creationId xmlns:p14="http://schemas.microsoft.com/office/powerpoint/2010/main" val="37087803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3F78C-AB86-B4F0-02AE-43A09656C41B}"/>
            </a:ext>
          </a:extLst>
        </p:cNvPr>
        <p:cNvGrpSpPr/>
        <p:nvPr/>
      </p:nvGrpSpPr>
      <p:grpSpPr>
        <a:xfrm>
          <a:off x="0" y="0"/>
          <a:ext cx="0" cy="0"/>
          <a:chOff x="0" y="0"/>
          <a:chExt cx="0" cy="0"/>
        </a:xfrm>
      </p:grpSpPr>
      <p:sp>
        <p:nvSpPr>
          <p:cNvPr id="8" name="Rectangle : coins arrondis 7">
            <a:extLst>
              <a:ext uri="{FF2B5EF4-FFF2-40B4-BE49-F238E27FC236}">
                <a16:creationId xmlns:a16="http://schemas.microsoft.com/office/drawing/2014/main" id="{6D820DC6-E376-24E7-49C1-AED6C64939C3}"/>
              </a:ext>
            </a:extLst>
          </p:cNvPr>
          <p:cNvSpPr/>
          <p:nvPr/>
        </p:nvSpPr>
        <p:spPr>
          <a:xfrm>
            <a:off x="217031" y="1887771"/>
            <a:ext cx="5715147" cy="4449600"/>
          </a:xfrm>
          <a:prstGeom prst="roundRect">
            <a:avLst>
              <a:gd name="adj" fmla="val 3071"/>
            </a:avLst>
          </a:prstGeom>
          <a:solidFill>
            <a:schemeClr val="bg1"/>
          </a:solidFill>
          <a:ln w="38100">
            <a:solidFill>
              <a:srgbClr val="00B388"/>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6213" lvl="0" indent="-171450" algn="just">
              <a:spcAft>
                <a:spcPts val="1800"/>
              </a:spcAft>
              <a:buFont typeface="Arial" panose="020B0604020202020204" pitchFamily="34" charset="0"/>
              <a:buChar char="•"/>
              <a:tabLst>
                <a:tab pos="361950" algn="l"/>
              </a:tabLst>
              <a:defRPr/>
            </a:pPr>
            <a:r>
              <a:rPr lang="fr-FR" sz="12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Ai-je</a:t>
            </a:r>
            <a:r>
              <a:rPr lang="fr-FR" sz="1200" b="1" i="1">
                <a:solidFill>
                  <a:schemeClr val="tx1"/>
                </a:solidFill>
                <a:latin typeface="Avenir LT Std 55 Roman" panose="020B0503020203020204" pitchFamily="34" charset="0"/>
                <a:cs typeface="Times New Roman" panose="02020603050405020304" pitchFamily="18" charset="0"/>
              </a:rPr>
              <a:t> la capacité d’assumer la charge de travail liée à mes missions de chef de projet ? </a:t>
            </a:r>
            <a:r>
              <a:rPr lang="fr-FR" sz="1200" i="1">
                <a:solidFill>
                  <a:schemeClr val="tx1"/>
                </a:solidFill>
                <a:latin typeface="Avenir LT Std 55 Roman" panose="020B0503020203020204" pitchFamily="34" charset="0"/>
                <a:cs typeface="Times New Roman" panose="02020603050405020304" pitchFamily="18" charset="0"/>
              </a:rPr>
              <a:t> </a:t>
            </a:r>
            <a:endParaRPr lang="fr-FR" sz="1200" b="1" i="1">
              <a:solidFill>
                <a:schemeClr val="tx1"/>
              </a:solidFill>
              <a:latin typeface="Avenir LT Std 55 Roman" panose="020B0503020203020204" pitchFamily="34" charset="0"/>
              <a:cs typeface="Times New Roman" panose="02020603050405020304" pitchFamily="18" charset="0"/>
            </a:endParaRPr>
          </a:p>
          <a:p>
            <a:pPr marL="176213" lvl="0" indent="-171450" algn="just">
              <a:spcAft>
                <a:spcPts val="1800"/>
              </a:spcAft>
              <a:buFont typeface="Arial" panose="020B0604020202020204" pitchFamily="34" charset="0"/>
              <a:buChar char="•"/>
              <a:tabLst>
                <a:tab pos="361950" algn="l"/>
              </a:tabLst>
              <a:defRPr/>
            </a:pPr>
            <a:r>
              <a:rPr lang="fr-FR" sz="1200" b="1" i="1">
                <a:solidFill>
                  <a:schemeClr val="tx1"/>
                </a:solidFill>
                <a:latin typeface="Avenir LT Std 55 Roman" panose="020B0503020203020204" pitchFamily="34" charset="0"/>
                <a:cs typeface="Times New Roman" panose="02020603050405020304" pitchFamily="18" charset="0"/>
              </a:rPr>
              <a:t>Ai-je évalué la charge de travail du chef de projet </a:t>
            </a:r>
            <a:r>
              <a:rPr lang="fr-FR" sz="12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de bout en bout du projet ainsi qu’en amont du projet ? Ai-je la</a:t>
            </a:r>
            <a:r>
              <a:rPr lang="fr-FR" sz="1200" b="1" i="1">
                <a:solidFill>
                  <a:schemeClr val="tx1"/>
                </a:solidFill>
                <a:latin typeface="Avenir LT Std 55 Roman" panose="020B0503020203020204" pitchFamily="34" charset="0"/>
                <a:cs typeface="Times New Roman" panose="02020603050405020304" pitchFamily="18" charset="0"/>
              </a:rPr>
              <a:t> bande passante</a:t>
            </a:r>
            <a:r>
              <a:rPr lang="fr-FR" sz="12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 pour absorber cette charge de travail compte-tenu de mes autres activités en run ? Le cas échant, ai-je </a:t>
            </a:r>
            <a:r>
              <a:rPr lang="fr-FR" sz="1200" b="1" i="1">
                <a:solidFill>
                  <a:schemeClr val="tx1"/>
                </a:solidFill>
                <a:latin typeface="Avenir LT Std 55 Roman" panose="020B0503020203020204" pitchFamily="34" charset="0"/>
                <a:cs typeface="Times New Roman" panose="02020603050405020304" pitchFamily="18" charset="0"/>
              </a:rPr>
              <a:t>identifié les tâches pouvant être reportées, abandonnées ou déléguées</a:t>
            </a:r>
            <a:r>
              <a:rPr lang="fr-FR" sz="12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 et à qui les déléguer ?</a:t>
            </a:r>
          </a:p>
          <a:p>
            <a:pPr marL="176213" lvl="0" indent="-171450" algn="just">
              <a:spcAft>
                <a:spcPts val="1800"/>
              </a:spcAft>
              <a:buFont typeface="Arial" panose="020B0604020202020204" pitchFamily="34" charset="0"/>
              <a:buChar char="•"/>
              <a:tabLst>
                <a:tab pos="361950" algn="l"/>
              </a:tabLst>
              <a:defRPr/>
            </a:pPr>
            <a:r>
              <a:rPr lang="fr-FR" sz="12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Au regard de l’évaluation de ma charge de travail, </a:t>
            </a:r>
            <a:r>
              <a:rPr lang="fr-FR" sz="1200" b="1" i="1">
                <a:solidFill>
                  <a:schemeClr val="tx1"/>
                </a:solidFill>
                <a:latin typeface="Avenir LT Std 55 Roman" panose="020B0503020203020204" pitchFamily="34" charset="0"/>
                <a:cs typeface="Times New Roman" panose="02020603050405020304" pitchFamily="18" charset="0"/>
              </a:rPr>
              <a:t>dois-je requestionner l’allotissement du projet et la priorisation des tâches </a:t>
            </a:r>
            <a:r>
              <a:rPr lang="fr-FR" sz="1200">
                <a:solidFill>
                  <a:schemeClr val="tx1"/>
                </a:solidFill>
                <a:latin typeface="Avenir LT Std 55 Roman" panose="020B0503020203020204" pitchFamily="34" charset="0"/>
                <a:cs typeface="Times New Roman" panose="02020603050405020304" pitchFamily="18" charset="0"/>
              </a:rPr>
              <a:t>? </a:t>
            </a:r>
          </a:p>
          <a:p>
            <a:pPr marL="176213" lvl="0" indent="-171450" algn="just">
              <a:spcAft>
                <a:spcPts val="1800"/>
              </a:spcAft>
              <a:buFont typeface="Arial" panose="020B0604020202020204" pitchFamily="34" charset="0"/>
              <a:buChar char="•"/>
              <a:tabLst>
                <a:tab pos="361950" algn="l"/>
              </a:tabLst>
              <a:defRPr/>
            </a:pPr>
            <a:r>
              <a:rPr lang="fr-FR" sz="1200" b="1" i="1">
                <a:solidFill>
                  <a:schemeClr val="tx1"/>
                </a:solidFill>
                <a:latin typeface="Avenir LT Std 55 Roman" panose="020B0503020203020204" pitchFamily="34" charset="0"/>
                <a:cs typeface="Times New Roman" panose="02020603050405020304" pitchFamily="18" charset="0"/>
              </a:rPr>
              <a:t>Comment aborder avec ma hiérarchie </a:t>
            </a:r>
            <a:r>
              <a:rPr lang="fr-FR" sz="12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(en entretien Forfait Jour…) mes éventuelles difficultés, risques et besoins liés à ma charge de travail ?</a:t>
            </a:r>
          </a:p>
        </p:txBody>
      </p:sp>
      <p:sp>
        <p:nvSpPr>
          <p:cNvPr id="168" name="Rectangle : coins arrondis 167">
            <a:extLst>
              <a:ext uri="{FF2B5EF4-FFF2-40B4-BE49-F238E27FC236}">
                <a16:creationId xmlns:a16="http://schemas.microsoft.com/office/drawing/2014/main" id="{AD3D0DA1-E9C6-4577-DF29-AE16B4A835D8}"/>
              </a:ext>
            </a:extLst>
          </p:cNvPr>
          <p:cNvSpPr/>
          <p:nvPr/>
        </p:nvSpPr>
        <p:spPr>
          <a:xfrm>
            <a:off x="6229779" y="2285304"/>
            <a:ext cx="5751893" cy="1535231"/>
          </a:xfrm>
          <a:prstGeom prst="roundRect">
            <a:avLst>
              <a:gd name="adj" fmla="val 0"/>
            </a:avLst>
          </a:prstGeom>
          <a:solidFill>
            <a:srgbClr val="F6F9FC"/>
          </a:solid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9050" lvl="0" algn="just">
              <a:lnSpc>
                <a:spcPts val="1400"/>
              </a:lnSpc>
              <a:spcAft>
                <a:spcPts val="600"/>
              </a:spcAft>
              <a:tabLst>
                <a:tab pos="180975" algn="l"/>
              </a:tabLst>
              <a:defRPr/>
            </a:pPr>
            <a:endParaRPr lang="fr-FR" sz="1000" b="1" i="1">
              <a:solidFill>
                <a:srgbClr val="000000"/>
              </a:solidFill>
              <a:latin typeface="Avenir LT Std 55 Roman" panose="020B0503020203020204" pitchFamily="34" charset="0"/>
              <a:cs typeface="Times New Roman" panose="02020603050405020304" pitchFamily="18" charset="0"/>
            </a:endParaRPr>
          </a:p>
        </p:txBody>
      </p:sp>
      <p:sp>
        <p:nvSpPr>
          <p:cNvPr id="108" name="Rectangle : coins arrondis 107">
            <a:extLst>
              <a:ext uri="{FF2B5EF4-FFF2-40B4-BE49-F238E27FC236}">
                <a16:creationId xmlns:a16="http://schemas.microsoft.com/office/drawing/2014/main" id="{11BC4756-BF76-A647-649C-E91CC923D4C3}"/>
              </a:ext>
            </a:extLst>
          </p:cNvPr>
          <p:cNvSpPr/>
          <p:nvPr/>
        </p:nvSpPr>
        <p:spPr>
          <a:xfrm>
            <a:off x="7033223" y="3512400"/>
            <a:ext cx="4737089" cy="928581"/>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sp>
        <p:nvSpPr>
          <p:cNvPr id="107" name="Rectangle : coins arrondis 106">
            <a:extLst>
              <a:ext uri="{FF2B5EF4-FFF2-40B4-BE49-F238E27FC236}">
                <a16:creationId xmlns:a16="http://schemas.microsoft.com/office/drawing/2014/main" id="{714C72A4-9374-5EE4-B5D6-55919B9A59D5}"/>
              </a:ext>
            </a:extLst>
          </p:cNvPr>
          <p:cNvSpPr/>
          <p:nvPr/>
        </p:nvSpPr>
        <p:spPr>
          <a:xfrm>
            <a:off x="7052664" y="3021769"/>
            <a:ext cx="4717648" cy="65912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sp>
        <p:nvSpPr>
          <p:cNvPr id="16" name="Rectangle : coins arrondis 15">
            <a:extLst>
              <a:ext uri="{FF2B5EF4-FFF2-40B4-BE49-F238E27FC236}">
                <a16:creationId xmlns:a16="http://schemas.microsoft.com/office/drawing/2014/main" id="{A9F5949E-1381-9B2B-DA41-56D10B42A853}"/>
              </a:ext>
            </a:extLst>
          </p:cNvPr>
          <p:cNvSpPr/>
          <p:nvPr/>
        </p:nvSpPr>
        <p:spPr>
          <a:xfrm>
            <a:off x="206672" y="1889361"/>
            <a:ext cx="5740809" cy="504694"/>
          </a:xfrm>
          <a:prstGeom prst="roundRect">
            <a:avLst/>
          </a:prstGeom>
          <a:solidFill>
            <a:srgbClr val="00B3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400" b="1" i="1">
                <a:solidFill>
                  <a:schemeClr val="bg1"/>
                </a:solidFill>
              </a:rPr>
              <a:t>Les questions à se poser</a:t>
            </a:r>
          </a:p>
        </p:txBody>
      </p:sp>
      <p:sp>
        <p:nvSpPr>
          <p:cNvPr id="5" name="Rectangle 4">
            <a:extLst>
              <a:ext uri="{FF2B5EF4-FFF2-40B4-BE49-F238E27FC236}">
                <a16:creationId xmlns:a16="http://schemas.microsoft.com/office/drawing/2014/main" id="{C3A4E237-D460-1159-6106-76F05383051B}"/>
              </a:ext>
            </a:extLst>
          </p:cNvPr>
          <p:cNvSpPr/>
          <p:nvPr/>
        </p:nvSpPr>
        <p:spPr>
          <a:xfrm>
            <a:off x="-3064" y="378372"/>
            <a:ext cx="12195063" cy="1427747"/>
          </a:xfrm>
          <a:prstGeom prst="rect">
            <a:avLst/>
          </a:prstGeom>
          <a:solidFill>
            <a:srgbClr val="DFF1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5963" lvl="0">
              <a:spcAft>
                <a:spcPts val="1200"/>
              </a:spcAft>
              <a:buClr>
                <a:schemeClr val="tx1"/>
              </a:buClr>
            </a:pPr>
            <a:r>
              <a:rPr lang="fr-FR">
                <a:solidFill>
                  <a:srgbClr val="00B388"/>
                </a:solidFill>
                <a:latin typeface="Avenir LT Std 65 Medium" panose="020B0803020203020204" pitchFamily="34" charset="0"/>
              </a:rPr>
              <a:t>Evaluer et organiser ma charge de travail </a:t>
            </a:r>
            <a:r>
              <a:rPr lang="fr-FR">
                <a:solidFill>
                  <a:schemeClr val="tx1"/>
                </a:solidFill>
                <a:latin typeface="Avenir LT Std 55 Roman" panose="020B0503020203020204" pitchFamily="34" charset="0"/>
              </a:rPr>
              <a:t>liée au projet et son impact sur mon activité,</a:t>
            </a:r>
            <a:r>
              <a:rPr lang="fr-FR">
                <a:solidFill>
                  <a:schemeClr val="bg1"/>
                </a:solidFill>
                <a:latin typeface="Avenir LT Std 45 Book" panose="020B0502020203020204" pitchFamily="34" charset="0"/>
              </a:rPr>
              <a:t> </a:t>
            </a:r>
            <a:r>
              <a:rPr lang="fr-FR">
                <a:solidFill>
                  <a:srgbClr val="00B388"/>
                </a:solidFill>
                <a:latin typeface="Avenir LT Std 65 Medium" panose="020B0803020203020204" pitchFamily="34" charset="0"/>
              </a:rPr>
              <a:t>et évaluer mon besoin de déléguer</a:t>
            </a:r>
            <a:r>
              <a:rPr lang="fr-FR">
                <a:solidFill>
                  <a:schemeClr val="tx1"/>
                </a:solidFill>
                <a:latin typeface="Avenir LT Std 55 Roman" panose="020B0503020203020204" pitchFamily="34" charset="0"/>
              </a:rPr>
              <a:t>.</a:t>
            </a:r>
            <a:r>
              <a:rPr lang="fr-FR" b="1">
                <a:solidFill>
                  <a:schemeClr val="bg1"/>
                </a:solidFill>
                <a:latin typeface="Avenir LT Std 65 Medium" panose="020B0803020203020204" pitchFamily="34" charset="0"/>
              </a:rPr>
              <a:t> </a:t>
            </a:r>
            <a:endParaRPr lang="fr-FR">
              <a:solidFill>
                <a:schemeClr val="bg1"/>
              </a:solidFill>
              <a:latin typeface="Avenir LT Std 55 Roman" panose="020B0503020203020204" pitchFamily="34" charset="0"/>
            </a:endParaRPr>
          </a:p>
        </p:txBody>
      </p:sp>
      <p:sp>
        <p:nvSpPr>
          <p:cNvPr id="6" name="Triangle isocèle 5">
            <a:extLst>
              <a:ext uri="{FF2B5EF4-FFF2-40B4-BE49-F238E27FC236}">
                <a16:creationId xmlns:a16="http://schemas.microsoft.com/office/drawing/2014/main" id="{191AE8C3-38FB-8D37-08AC-C9857FA38E52}"/>
              </a:ext>
            </a:extLst>
          </p:cNvPr>
          <p:cNvSpPr/>
          <p:nvPr/>
        </p:nvSpPr>
        <p:spPr>
          <a:xfrm rot="5400000">
            <a:off x="34126" y="929868"/>
            <a:ext cx="782530" cy="324754"/>
          </a:xfrm>
          <a:prstGeom prst="triangle">
            <a:avLst/>
          </a:prstGeom>
          <a:solidFill>
            <a:srgbClr val="1547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18" name="Rectangle : coins arrondis 17">
            <a:extLst>
              <a:ext uri="{FF2B5EF4-FFF2-40B4-BE49-F238E27FC236}">
                <a16:creationId xmlns:a16="http://schemas.microsoft.com/office/drawing/2014/main" id="{5749E7A2-3BC9-2C71-8506-0D4A732E41AB}"/>
              </a:ext>
            </a:extLst>
          </p:cNvPr>
          <p:cNvSpPr/>
          <p:nvPr/>
        </p:nvSpPr>
        <p:spPr>
          <a:xfrm>
            <a:off x="6233435" y="1889361"/>
            <a:ext cx="5751893" cy="504694"/>
          </a:xfrm>
          <a:prstGeom prst="round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400" b="1" i="1">
                <a:solidFill>
                  <a:schemeClr val="bg1"/>
                </a:solidFill>
              </a:rPr>
              <a:t>Ressources à ma disposition</a:t>
            </a:r>
          </a:p>
        </p:txBody>
      </p:sp>
      <p:sp>
        <p:nvSpPr>
          <p:cNvPr id="21" name="Rectangle : coins arrondis 20">
            <a:extLst>
              <a:ext uri="{FF2B5EF4-FFF2-40B4-BE49-F238E27FC236}">
                <a16:creationId xmlns:a16="http://schemas.microsoft.com/office/drawing/2014/main" id="{6FF5E76D-8670-E850-ECA3-D58FDE5A71E5}"/>
              </a:ext>
            </a:extLst>
          </p:cNvPr>
          <p:cNvSpPr/>
          <p:nvPr/>
        </p:nvSpPr>
        <p:spPr>
          <a:xfrm>
            <a:off x="6229780" y="3921544"/>
            <a:ext cx="5715146" cy="2415827"/>
          </a:xfrm>
          <a:prstGeom prst="roundRect">
            <a:avLst>
              <a:gd name="adj" fmla="val 9955"/>
            </a:avLst>
          </a:prstGeom>
          <a:solidFill>
            <a:srgbClr val="FBFBFB"/>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defRPr/>
            </a:pPr>
            <a:r>
              <a:rPr kumimoji="0" lang="fr-FR" sz="900" b="0" i="1" u="none" strike="noStrike" kern="1200" cap="none" spc="0" normalizeH="0" baseline="0" noProof="0">
                <a:ln>
                  <a:noFill/>
                </a:ln>
                <a:solidFill>
                  <a:srgbClr val="FFFFFF">
                    <a:lumMod val="50000"/>
                  </a:srgbClr>
                </a:solidFill>
                <a:effectLst/>
                <a:uLnTx/>
                <a:uFillTx/>
                <a:latin typeface="Avenir LT Std 35 Light" panose="020B0402020203020204" pitchFamily="34" charset="0"/>
                <a:ea typeface="+mn-ea"/>
                <a:cs typeface="+mn-cs"/>
              </a:rPr>
              <a:t>Zone de texte libre</a:t>
            </a:r>
          </a:p>
        </p:txBody>
      </p:sp>
      <p:sp>
        <p:nvSpPr>
          <p:cNvPr id="43" name="Ellipse 42">
            <a:extLst>
              <a:ext uri="{FF2B5EF4-FFF2-40B4-BE49-F238E27FC236}">
                <a16:creationId xmlns:a16="http://schemas.microsoft.com/office/drawing/2014/main" id="{017C82AD-CD53-1CFC-099E-EAC9386EF6CE}"/>
              </a:ext>
            </a:extLst>
          </p:cNvPr>
          <p:cNvSpPr/>
          <p:nvPr/>
        </p:nvSpPr>
        <p:spPr>
          <a:xfrm>
            <a:off x="6682059" y="1894046"/>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pic>
        <p:nvPicPr>
          <p:cNvPr id="42" name="Image 41">
            <a:extLst>
              <a:ext uri="{FF2B5EF4-FFF2-40B4-BE49-F238E27FC236}">
                <a16:creationId xmlns:a16="http://schemas.microsoft.com/office/drawing/2014/main" id="{C315BFD3-2D4E-BF04-FDC1-86037CEC51EC}"/>
              </a:ext>
            </a:extLst>
          </p:cNvPr>
          <p:cNvPicPr>
            <a:picLocks noChangeAspect="1"/>
          </p:cNvPicPr>
          <p:nvPr/>
        </p:nvPicPr>
        <p:blipFill>
          <a:blip r:embed="rId3"/>
          <a:stretch>
            <a:fillRect/>
          </a:stretch>
        </p:blipFill>
        <p:spPr>
          <a:xfrm>
            <a:off x="6806176" y="1887770"/>
            <a:ext cx="485486" cy="621422"/>
          </a:xfrm>
          <a:prstGeom prst="rect">
            <a:avLst/>
          </a:prstGeom>
        </p:spPr>
      </p:pic>
      <p:sp>
        <p:nvSpPr>
          <p:cNvPr id="85" name="Rectangle : coins arrondis 84">
            <a:extLst>
              <a:ext uri="{FF2B5EF4-FFF2-40B4-BE49-F238E27FC236}">
                <a16:creationId xmlns:a16="http://schemas.microsoft.com/office/drawing/2014/main" id="{346AA117-F6C0-D807-D07A-6D357DEF7E9A}"/>
              </a:ext>
            </a:extLst>
          </p:cNvPr>
          <p:cNvSpPr/>
          <p:nvPr/>
        </p:nvSpPr>
        <p:spPr>
          <a:xfrm>
            <a:off x="6336832" y="2544206"/>
            <a:ext cx="1883143" cy="35624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ts val="900"/>
              </a:lnSpc>
              <a:spcBef>
                <a:spcPts val="300"/>
              </a:spcBef>
              <a:buClr>
                <a:srgbClr val="0084D4"/>
              </a:buClr>
              <a:defRPr/>
            </a:pPr>
            <a:r>
              <a:rPr lang="fr-FR" sz="1100" b="1" i="1">
                <a:solidFill>
                  <a:schemeClr val="tx1"/>
                </a:solidFill>
                <a:latin typeface="Avenir LT Std 65 Medium" panose="020B0803020203020204" pitchFamily="34" charset="0"/>
              </a:rPr>
              <a:t>Ressource</a:t>
            </a:r>
            <a:br>
              <a:rPr lang="fr-FR" sz="1000" b="1" i="1">
                <a:solidFill>
                  <a:schemeClr val="tx1"/>
                </a:solidFill>
                <a:latin typeface="Avenir LT Std 65 Medium" panose="020B0803020203020204" pitchFamily="34" charset="0"/>
              </a:rPr>
            </a:br>
            <a:r>
              <a:rPr lang="fr-FR" sz="900" i="1">
                <a:solidFill>
                  <a:srgbClr val="FFFFFF">
                    <a:lumMod val="50000"/>
                  </a:srgbClr>
                </a:solidFill>
                <a:latin typeface="Avenir LT Std 35 Light" panose="020B0402020203020204" pitchFamily="34" charset="0"/>
              </a:rPr>
              <a:t>(accessible en cliquant dessus)</a:t>
            </a:r>
          </a:p>
        </p:txBody>
      </p:sp>
      <p:sp>
        <p:nvSpPr>
          <p:cNvPr id="86" name="Rectangle : coins arrondis 85">
            <a:extLst>
              <a:ext uri="{FF2B5EF4-FFF2-40B4-BE49-F238E27FC236}">
                <a16:creationId xmlns:a16="http://schemas.microsoft.com/office/drawing/2014/main" id="{64A1ED17-460F-A8B2-C2B6-D714151F8B37}"/>
              </a:ext>
            </a:extLst>
          </p:cNvPr>
          <p:cNvSpPr/>
          <p:nvPr/>
        </p:nvSpPr>
        <p:spPr>
          <a:xfrm>
            <a:off x="8517576" y="2544206"/>
            <a:ext cx="1959272" cy="32903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000" b="1" i="1">
                <a:solidFill>
                  <a:schemeClr val="tx1"/>
                </a:solidFill>
                <a:latin typeface="Avenir LT Std 65 Medium" panose="020B0803020203020204" pitchFamily="34" charset="0"/>
              </a:rPr>
              <a:t>Ce qu’elle apporte</a:t>
            </a:r>
          </a:p>
        </p:txBody>
      </p:sp>
      <p:sp>
        <p:nvSpPr>
          <p:cNvPr id="84" name="Rectangle 83">
            <a:hlinkClick r:id="rId4" action="ppaction://hlinksldjump"/>
            <a:extLst>
              <a:ext uri="{FF2B5EF4-FFF2-40B4-BE49-F238E27FC236}">
                <a16:creationId xmlns:a16="http://schemas.microsoft.com/office/drawing/2014/main" id="{A6BE101E-7BB3-43EB-98E3-1522CF7F7899}"/>
              </a:ext>
            </a:extLst>
          </p:cNvPr>
          <p:cNvSpPr/>
          <p:nvPr/>
        </p:nvSpPr>
        <p:spPr>
          <a:xfrm>
            <a:off x="6710528" y="3153388"/>
            <a:ext cx="1756912"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tlCol="0" anchor="ctr"/>
          <a:lstStyle/>
          <a:p>
            <a:r>
              <a:rPr lang="fr-FR" sz="1000" b="1">
                <a:solidFill>
                  <a:srgbClr val="306A92"/>
                </a:solidFill>
                <a:latin typeface="Avenir LT Std 45 Book" panose="020B0502020203020204" pitchFamily="34" charset="0"/>
              </a:rPr>
              <a:t>Comment aborder la charge de travail avec les équipes</a:t>
            </a:r>
            <a:endParaRPr lang="fr-FR" sz="1000" b="1">
              <a:solidFill>
                <a:srgbClr val="306A92"/>
              </a:solidFill>
              <a:highlight>
                <a:srgbClr val="FFFF00"/>
              </a:highlight>
              <a:latin typeface="Avenir LT Std 45 Book" panose="020B0502020203020204" pitchFamily="34" charset="0"/>
            </a:endParaRPr>
          </a:p>
        </p:txBody>
      </p:sp>
      <p:sp>
        <p:nvSpPr>
          <p:cNvPr id="89" name="Rectangle 88">
            <a:hlinkClick r:id="rId4" action="ppaction://hlinksldjump"/>
            <a:extLst>
              <a:ext uri="{FF2B5EF4-FFF2-40B4-BE49-F238E27FC236}">
                <a16:creationId xmlns:a16="http://schemas.microsoft.com/office/drawing/2014/main" id="{0A34A16F-F69B-B00E-EE9F-196F1B354B7E}"/>
              </a:ext>
            </a:extLst>
          </p:cNvPr>
          <p:cNvSpPr/>
          <p:nvPr/>
        </p:nvSpPr>
        <p:spPr>
          <a:xfrm>
            <a:off x="8678799" y="3153388"/>
            <a:ext cx="2253382"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defTabSz="914355"/>
            <a:r>
              <a:rPr lang="fr-FR" sz="900">
                <a:solidFill>
                  <a:schemeClr val="tx1"/>
                </a:solidFill>
                <a:latin typeface="Avenir LT Std 35 Light" panose="020B0402020203020204" pitchFamily="34" charset="0"/>
              </a:rPr>
              <a:t>Recommandations pour aborder la charge de travail pour soi-même et avec les équipes</a:t>
            </a:r>
          </a:p>
        </p:txBody>
      </p:sp>
      <p:sp>
        <p:nvSpPr>
          <p:cNvPr id="91" name="Rectangle 90">
            <a:extLst>
              <a:ext uri="{FF2B5EF4-FFF2-40B4-BE49-F238E27FC236}">
                <a16:creationId xmlns:a16="http://schemas.microsoft.com/office/drawing/2014/main" id="{2E40CFE2-ECE5-7DA0-98B7-2E338FCE1A15}"/>
              </a:ext>
            </a:extLst>
          </p:cNvPr>
          <p:cNvSpPr/>
          <p:nvPr/>
        </p:nvSpPr>
        <p:spPr>
          <a:xfrm>
            <a:off x="11005436" y="3153388"/>
            <a:ext cx="594494"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latin typeface="Avenir LT Std 45 Book" panose="020B0502020203020204" pitchFamily="34" charset="0"/>
              </a:rPr>
              <a:t>~ 8 min </a:t>
            </a:r>
          </a:p>
        </p:txBody>
      </p:sp>
      <p:pic>
        <p:nvPicPr>
          <p:cNvPr id="146" name="Graphique 145" descr="Cœur avec un remplissage uni">
            <a:extLst>
              <a:ext uri="{FF2B5EF4-FFF2-40B4-BE49-F238E27FC236}">
                <a16:creationId xmlns:a16="http://schemas.microsoft.com/office/drawing/2014/main" id="{C844988A-3EEE-DCA4-DE75-4B921C9D068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580997" y="2533060"/>
            <a:ext cx="288595" cy="288595"/>
          </a:xfrm>
          <a:prstGeom prst="rect">
            <a:avLst/>
          </a:prstGeom>
        </p:spPr>
      </p:pic>
      <p:pic>
        <p:nvPicPr>
          <p:cNvPr id="148" name="Graphique 147" descr="Sablier plein avec un remplissage uni">
            <a:extLst>
              <a:ext uri="{FF2B5EF4-FFF2-40B4-BE49-F238E27FC236}">
                <a16:creationId xmlns:a16="http://schemas.microsoft.com/office/drawing/2014/main" id="{A9A2CBF9-F310-0B63-3161-264D95E9E58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089885" y="2536313"/>
            <a:ext cx="281763" cy="281763"/>
          </a:xfrm>
          <a:prstGeom prst="rect">
            <a:avLst/>
          </a:prstGeom>
        </p:spPr>
      </p:pic>
      <p:grpSp>
        <p:nvGrpSpPr>
          <p:cNvPr id="152" name="Groupe 151">
            <a:extLst>
              <a:ext uri="{FF2B5EF4-FFF2-40B4-BE49-F238E27FC236}">
                <a16:creationId xmlns:a16="http://schemas.microsoft.com/office/drawing/2014/main" id="{39061097-F63E-FB21-79CE-467E7135EF60}"/>
              </a:ext>
            </a:extLst>
          </p:cNvPr>
          <p:cNvGrpSpPr/>
          <p:nvPr/>
        </p:nvGrpSpPr>
        <p:grpSpPr>
          <a:xfrm>
            <a:off x="11610032" y="3250747"/>
            <a:ext cx="315567" cy="274775"/>
            <a:chOff x="11492282" y="2015291"/>
            <a:chExt cx="315567" cy="274775"/>
          </a:xfrm>
        </p:grpSpPr>
        <p:pic>
          <p:nvPicPr>
            <p:cNvPr id="150" name="Graphique 149" descr="Cœur contour">
              <a:extLst>
                <a:ext uri="{FF2B5EF4-FFF2-40B4-BE49-F238E27FC236}">
                  <a16:creationId xmlns:a16="http://schemas.microsoft.com/office/drawing/2014/main" id="{540D6B37-4E11-133B-1A2D-9A75C32C5A7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492282" y="2015291"/>
              <a:ext cx="214188" cy="214188"/>
            </a:xfrm>
            <a:prstGeom prst="rect">
              <a:avLst/>
            </a:prstGeom>
          </p:spPr>
        </p:pic>
        <p:sp>
          <p:nvSpPr>
            <p:cNvPr id="151" name="Rectangle 150">
              <a:extLst>
                <a:ext uri="{FF2B5EF4-FFF2-40B4-BE49-F238E27FC236}">
                  <a16:creationId xmlns:a16="http://schemas.microsoft.com/office/drawing/2014/main" id="{80A5C14E-54B2-3A6D-ED32-95C07DCAC9D6}"/>
                </a:ext>
              </a:extLst>
            </p:cNvPr>
            <p:cNvSpPr/>
            <p:nvPr/>
          </p:nvSpPr>
          <p:spPr>
            <a:xfrm>
              <a:off x="11593661" y="2101883"/>
              <a:ext cx="214188" cy="1881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306A92"/>
                  </a:solidFill>
                </a:rPr>
                <a:t>2</a:t>
              </a:r>
              <a:endParaRPr lang="fr-FR" sz="1200" b="1">
                <a:solidFill>
                  <a:srgbClr val="306A92"/>
                </a:solidFill>
              </a:endParaRPr>
            </a:p>
          </p:txBody>
        </p:sp>
      </p:grpSp>
      <p:sp>
        <p:nvSpPr>
          <p:cNvPr id="12" name="Ellipse 11">
            <a:extLst>
              <a:ext uri="{FF2B5EF4-FFF2-40B4-BE49-F238E27FC236}">
                <a16:creationId xmlns:a16="http://schemas.microsoft.com/office/drawing/2014/main" id="{5D433AA3-29C5-4462-755C-A0F8C676060F}"/>
              </a:ext>
            </a:extLst>
          </p:cNvPr>
          <p:cNvSpPr/>
          <p:nvPr/>
        </p:nvSpPr>
        <p:spPr>
          <a:xfrm>
            <a:off x="864443" y="1904403"/>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pic>
        <p:nvPicPr>
          <p:cNvPr id="11" name="Graphique 10" descr="Ampoule et crayon avec un remplissage uni">
            <a:extLst>
              <a:ext uri="{FF2B5EF4-FFF2-40B4-BE49-F238E27FC236}">
                <a16:creationId xmlns:a16="http://schemas.microsoft.com/office/drawing/2014/main" id="{CDC1AB5B-3391-8F99-6954-084BC58AE3D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51179" y="1955818"/>
            <a:ext cx="402694" cy="402694"/>
          </a:xfrm>
          <a:prstGeom prst="rect">
            <a:avLst/>
          </a:prstGeom>
        </p:spPr>
      </p:pic>
      <p:pic>
        <p:nvPicPr>
          <p:cNvPr id="2" name="Image 1">
            <a:extLst>
              <a:ext uri="{FF2B5EF4-FFF2-40B4-BE49-F238E27FC236}">
                <a16:creationId xmlns:a16="http://schemas.microsoft.com/office/drawing/2014/main" id="{831F1D5F-D2AA-CC34-246D-7FA6651A1AED}"/>
              </a:ext>
            </a:extLst>
          </p:cNvPr>
          <p:cNvPicPr>
            <a:picLocks noChangeAspect="1"/>
          </p:cNvPicPr>
          <p:nvPr/>
        </p:nvPicPr>
        <p:blipFill>
          <a:blip r:embed="rId9"/>
          <a:stretch>
            <a:fillRect/>
          </a:stretch>
        </p:blipFill>
        <p:spPr>
          <a:xfrm>
            <a:off x="6339779" y="3167288"/>
            <a:ext cx="335309" cy="432854"/>
          </a:xfrm>
          <a:prstGeom prst="rect">
            <a:avLst/>
          </a:prstGeom>
        </p:spPr>
      </p:pic>
      <p:grpSp>
        <p:nvGrpSpPr>
          <p:cNvPr id="10" name="Groupe 9">
            <a:extLst>
              <a:ext uri="{FF2B5EF4-FFF2-40B4-BE49-F238E27FC236}">
                <a16:creationId xmlns:a16="http://schemas.microsoft.com/office/drawing/2014/main" id="{D2B3BF54-D0A2-541A-8CB7-13DBF4FF1342}"/>
              </a:ext>
            </a:extLst>
          </p:cNvPr>
          <p:cNvGrpSpPr>
            <a:grpSpLocks noChangeAspect="1"/>
          </p:cNvGrpSpPr>
          <p:nvPr/>
        </p:nvGrpSpPr>
        <p:grpSpPr>
          <a:xfrm>
            <a:off x="11001871" y="6336764"/>
            <a:ext cx="1082632" cy="444130"/>
            <a:chOff x="5810" y="1578917"/>
            <a:chExt cx="559801" cy="229645"/>
          </a:xfrm>
        </p:grpSpPr>
        <p:sp>
          <p:nvSpPr>
            <p:cNvPr id="13" name="Rectangle : coins arrondis 12">
              <a:extLst>
                <a:ext uri="{FF2B5EF4-FFF2-40B4-BE49-F238E27FC236}">
                  <a16:creationId xmlns:a16="http://schemas.microsoft.com/office/drawing/2014/main" id="{E49A16B8-7192-9678-832C-239BA33A4AFB}"/>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hlinkClick r:id="rId10"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ndParaRPr>
            </a:p>
          </p:txBody>
        </p:sp>
        <p:pic>
          <p:nvPicPr>
            <p:cNvPr id="14" name="Graphique 13" descr="Retour avec un remplissage uni">
              <a:hlinkClick r:id="rId10" action="ppaction://hlinksldjump"/>
              <a:extLst>
                <a:ext uri="{FF2B5EF4-FFF2-40B4-BE49-F238E27FC236}">
                  <a16:creationId xmlns:a16="http://schemas.microsoft.com/office/drawing/2014/main" id="{1600F698-D4A4-5D1C-BF6C-FD82D35A19F0}"/>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9060" y="1578917"/>
              <a:ext cx="229645" cy="229645"/>
            </a:xfrm>
            <a:prstGeom prst="rect">
              <a:avLst/>
            </a:prstGeom>
          </p:spPr>
        </p:pic>
      </p:grpSp>
      <p:sp>
        <p:nvSpPr>
          <p:cNvPr id="7" name="Rectangle : coins arrondis 6">
            <a:extLst>
              <a:ext uri="{FF2B5EF4-FFF2-40B4-BE49-F238E27FC236}">
                <a16:creationId xmlns:a16="http://schemas.microsoft.com/office/drawing/2014/main" id="{0CAA2CEE-5852-ED01-EAAC-28EC4CE8B8FE}"/>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DC582A"/>
                </a:solidFill>
              </a:rPr>
              <a:t>PROTOTYPE</a:t>
            </a:r>
          </a:p>
        </p:txBody>
      </p:sp>
      <p:sp>
        <p:nvSpPr>
          <p:cNvPr id="4" name="Flèche : chevron 8 - 2 - 1">
            <a:extLst>
              <a:ext uri="{FF2B5EF4-FFF2-40B4-BE49-F238E27FC236}">
                <a16:creationId xmlns:a16="http://schemas.microsoft.com/office/drawing/2014/main" id="{090795EF-289A-3929-35AD-098E3D122857}"/>
              </a:ext>
            </a:extLst>
          </p:cNvPr>
          <p:cNvSpPr/>
          <p:nvPr/>
        </p:nvSpPr>
        <p:spPr>
          <a:xfrm>
            <a:off x="6924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impacts humains</a:t>
            </a:r>
          </a:p>
        </p:txBody>
      </p:sp>
      <p:sp>
        <p:nvSpPr>
          <p:cNvPr id="26" name="Flèche : chevron 8 - 2 - 1">
            <a:extLst>
              <a:ext uri="{FF2B5EF4-FFF2-40B4-BE49-F238E27FC236}">
                <a16:creationId xmlns:a16="http://schemas.microsoft.com/office/drawing/2014/main" id="{012CD67F-CCAF-B049-68D2-6A598EE1A013}"/>
              </a:ext>
            </a:extLst>
          </p:cNvPr>
          <p:cNvSpPr/>
          <p:nvPr/>
        </p:nvSpPr>
        <p:spPr>
          <a:xfrm>
            <a:off x="1776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a:t>
            </a:r>
            <a:r>
              <a:rPr lang="fr-FR" sz="1100" b="1" err="1">
                <a:solidFill>
                  <a:schemeClr val="bg1">
                    <a:lumMod val="50000"/>
                  </a:schemeClr>
                </a:solidFill>
                <a:latin typeface="Avenir LT Std 45 Book" panose="020B0502020203020204" pitchFamily="34" charset="0"/>
              </a:rPr>
              <a:t>moi-mëme</a:t>
            </a:r>
            <a:endParaRPr lang="fr-FR" sz="1100" b="1">
              <a:solidFill>
                <a:schemeClr val="bg1">
                  <a:lumMod val="50000"/>
                </a:schemeClr>
              </a:solidFill>
              <a:latin typeface="Avenir LT Std 45 Book" panose="020B0502020203020204" pitchFamily="34" charset="0"/>
            </a:endParaRPr>
          </a:p>
        </p:txBody>
      </p:sp>
      <p:sp>
        <p:nvSpPr>
          <p:cNvPr id="28" name="Flèche : chevron 8 - 2 - 1">
            <a:extLst>
              <a:ext uri="{FF2B5EF4-FFF2-40B4-BE49-F238E27FC236}">
                <a16:creationId xmlns:a16="http://schemas.microsoft.com/office/drawing/2014/main" id="{578DB967-65E8-539B-FA68-7F72C59D9854}"/>
              </a:ext>
            </a:extLst>
          </p:cNvPr>
          <p:cNvSpPr/>
          <p:nvPr/>
        </p:nvSpPr>
        <p:spPr>
          <a:xfrm>
            <a:off x="5244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des impacts humains</a:t>
            </a:r>
          </a:p>
        </p:txBody>
      </p:sp>
      <p:sp>
        <p:nvSpPr>
          <p:cNvPr id="30" name="Flèche : chevron 8 - 2 - 1">
            <a:extLst>
              <a:ext uri="{FF2B5EF4-FFF2-40B4-BE49-F238E27FC236}">
                <a16:creationId xmlns:a16="http://schemas.microsoft.com/office/drawing/2014/main" id="{9599E183-6916-29D3-B3A8-0B9B13115963}"/>
              </a:ext>
            </a:extLst>
          </p:cNvPr>
          <p:cNvSpPr/>
          <p:nvPr/>
        </p:nvSpPr>
        <p:spPr>
          <a:xfrm>
            <a:off x="636000" y="21771"/>
            <a:ext cx="115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Cas d’usage</a:t>
            </a:r>
          </a:p>
        </p:txBody>
      </p:sp>
      <p:sp>
        <p:nvSpPr>
          <p:cNvPr id="32" name="Flèche : chevron 8 - 2 - 1">
            <a:extLst>
              <a:ext uri="{FF2B5EF4-FFF2-40B4-BE49-F238E27FC236}">
                <a16:creationId xmlns:a16="http://schemas.microsoft.com/office/drawing/2014/main" id="{129317FE-17D6-4E96-D5F8-D1766B71B34A}"/>
              </a:ext>
            </a:extLst>
          </p:cNvPr>
          <p:cNvSpPr/>
          <p:nvPr/>
        </p:nvSpPr>
        <p:spPr>
          <a:xfrm>
            <a:off x="3456000" y="21771"/>
            <a:ext cx="1800000" cy="288000"/>
          </a:xfrm>
          <a:prstGeom prst="chevron">
            <a:avLst>
              <a:gd name="adj" fmla="val 28278"/>
            </a:avLst>
          </a:prstGeom>
          <a:solidFill>
            <a:srgbClr val="A1D6CA"/>
          </a:solidFill>
          <a:ln w="28575">
            <a:solidFill>
              <a:srgbClr val="A1D6CA"/>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rgbClr val="154734"/>
                </a:solidFill>
                <a:latin typeface="Avenir LT Std 45 Book" panose="020B0502020203020204" pitchFamily="34" charset="0"/>
              </a:rPr>
              <a:t>Ressources pour moi-même</a:t>
            </a:r>
          </a:p>
        </p:txBody>
      </p:sp>
      <p:sp>
        <p:nvSpPr>
          <p:cNvPr id="34" name="Flèche : pentagone 3">
            <a:extLst>
              <a:ext uri="{FF2B5EF4-FFF2-40B4-BE49-F238E27FC236}">
                <a16:creationId xmlns:a16="http://schemas.microsoft.com/office/drawing/2014/main" id="{209C6095-BC01-6FC5-272A-9733B0439CCF}"/>
              </a:ext>
            </a:extLst>
          </p:cNvPr>
          <p:cNvSpPr/>
          <p:nvPr/>
        </p:nvSpPr>
        <p:spPr>
          <a:xfrm>
            <a:off x="0" y="21771"/>
            <a:ext cx="648000" cy="288000"/>
          </a:xfrm>
          <a:prstGeom prst="homePlate">
            <a:avLst>
              <a:gd name="adj" fmla="val 26503"/>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Accueil</a:t>
            </a:r>
          </a:p>
        </p:txBody>
      </p:sp>
      <p:sp>
        <p:nvSpPr>
          <p:cNvPr id="36" name="Flèche : chevron 8 - 2 - 1">
            <a:extLst>
              <a:ext uri="{FF2B5EF4-FFF2-40B4-BE49-F238E27FC236}">
                <a16:creationId xmlns:a16="http://schemas.microsoft.com/office/drawing/2014/main" id="{0FAD2A20-C751-3D0F-8DCC-96D4740B1EDA}"/>
              </a:ext>
            </a:extLst>
          </p:cNvPr>
          <p:cNvSpPr/>
          <p:nvPr/>
        </p:nvSpPr>
        <p:spPr>
          <a:xfrm>
            <a:off x="8712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a:t>
            </a:r>
            <a:br>
              <a:rPr lang="fr-FR" sz="1100" b="1">
                <a:solidFill>
                  <a:schemeClr val="bg1">
                    <a:lumMod val="50000"/>
                  </a:schemeClr>
                </a:solidFill>
                <a:latin typeface="Avenir LT Std 45 Book" panose="020B0502020203020204" pitchFamily="34" charset="0"/>
              </a:rPr>
            </a:br>
            <a:r>
              <a:rPr lang="fr-FR" sz="1100" b="1">
                <a:solidFill>
                  <a:schemeClr val="bg1">
                    <a:lumMod val="50000"/>
                  </a:schemeClr>
                </a:solidFill>
                <a:latin typeface="Avenir LT Std 45 Book" panose="020B0502020203020204" pitchFamily="34" charset="0"/>
              </a:rPr>
              <a:t>préparer le collectif</a:t>
            </a:r>
          </a:p>
        </p:txBody>
      </p:sp>
      <p:sp>
        <p:nvSpPr>
          <p:cNvPr id="38" name="Flèche : chevron 8 - 2 - 1">
            <a:extLst>
              <a:ext uri="{FF2B5EF4-FFF2-40B4-BE49-F238E27FC236}">
                <a16:creationId xmlns:a16="http://schemas.microsoft.com/office/drawing/2014/main" id="{543CE3CE-AD9E-65F8-BB9C-1E1080B680E7}"/>
              </a:ext>
            </a:extLst>
          </p:cNvPr>
          <p:cNvSpPr/>
          <p:nvPr/>
        </p:nvSpPr>
        <p:spPr>
          <a:xfrm>
            <a:off x="10392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préparation collectif</a:t>
            </a:r>
          </a:p>
        </p:txBody>
      </p:sp>
    </p:spTree>
    <p:extLst>
      <p:ext uri="{BB962C8B-B14F-4D97-AF65-F5344CB8AC3E}">
        <p14:creationId xmlns:p14="http://schemas.microsoft.com/office/powerpoint/2010/main" val="24832870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C0D85-FD72-0FFF-C8AB-C4DCDA19A40D}"/>
            </a:ext>
          </a:extLst>
        </p:cNvPr>
        <p:cNvGrpSpPr/>
        <p:nvPr/>
      </p:nvGrpSpPr>
      <p:grpSpPr>
        <a:xfrm>
          <a:off x="0" y="0"/>
          <a:ext cx="0" cy="0"/>
          <a:chOff x="0" y="0"/>
          <a:chExt cx="0" cy="0"/>
        </a:xfrm>
      </p:grpSpPr>
      <p:sp>
        <p:nvSpPr>
          <p:cNvPr id="8" name="Rectangle : coins arrondis 7">
            <a:extLst>
              <a:ext uri="{FF2B5EF4-FFF2-40B4-BE49-F238E27FC236}">
                <a16:creationId xmlns:a16="http://schemas.microsoft.com/office/drawing/2014/main" id="{CAA7CD99-736F-E906-8448-8C754006D2D3}"/>
              </a:ext>
            </a:extLst>
          </p:cNvPr>
          <p:cNvSpPr/>
          <p:nvPr/>
        </p:nvSpPr>
        <p:spPr>
          <a:xfrm>
            <a:off x="217031" y="1887772"/>
            <a:ext cx="5715147" cy="4449600"/>
          </a:xfrm>
          <a:prstGeom prst="roundRect">
            <a:avLst>
              <a:gd name="adj" fmla="val 3071"/>
            </a:avLst>
          </a:prstGeom>
          <a:solidFill>
            <a:schemeClr val="bg1"/>
          </a:solidFill>
          <a:ln w="38100">
            <a:solidFill>
              <a:srgbClr val="00B388"/>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6213" lvl="0" indent="-171450" algn="just">
              <a:lnSpc>
                <a:spcPts val="1400"/>
              </a:lnSpc>
              <a:spcAft>
                <a:spcPts val="600"/>
              </a:spcAft>
              <a:buFont typeface="Arial" panose="020B0604020202020204" pitchFamily="34" charset="0"/>
              <a:buChar char="•"/>
              <a:tabLst>
                <a:tab pos="176213" algn="l"/>
              </a:tabLst>
              <a:defRPr/>
            </a:pPr>
            <a:endParaRPr lang="fr-FR" sz="1200" b="1" i="1">
              <a:solidFill>
                <a:schemeClr val="tx1"/>
              </a:solidFill>
              <a:latin typeface="Avenir LT Std 55 Roman" panose="020B0503020203020204" pitchFamily="34" charset="0"/>
              <a:cs typeface="Times New Roman" panose="02020603050405020304" pitchFamily="18" charset="0"/>
            </a:endParaRPr>
          </a:p>
          <a:p>
            <a:pPr marL="176213" lvl="0" indent="-171450" algn="just">
              <a:spcAft>
                <a:spcPts val="1800"/>
              </a:spcAft>
              <a:buFont typeface="Arial" panose="020B0604020202020204" pitchFamily="34" charset="0"/>
              <a:buChar char="•"/>
              <a:tabLst>
                <a:tab pos="176213" algn="l"/>
              </a:tabLst>
              <a:defRPr/>
            </a:pPr>
            <a:r>
              <a:rPr lang="fr-FR" sz="1200">
                <a:solidFill>
                  <a:schemeClr val="tx1"/>
                </a:solidFill>
                <a:latin typeface="Avenir LT Std 55 Roman" panose="020B0503020203020204" pitchFamily="34" charset="0"/>
                <a:cs typeface="Times New Roman" panose="02020603050405020304" pitchFamily="18" charset="0"/>
              </a:rPr>
              <a:t>Mener ce projet est-il bien</a:t>
            </a:r>
            <a:r>
              <a:rPr lang="fr-FR" sz="1200" b="1" i="1">
                <a:solidFill>
                  <a:schemeClr val="tx1"/>
                </a:solidFill>
                <a:latin typeface="Avenir LT Std 55 Roman" panose="020B0503020203020204" pitchFamily="34" charset="0"/>
                <a:cs typeface="Times New Roman" panose="02020603050405020304" pitchFamily="18" charset="0"/>
              </a:rPr>
              <a:t> la bonne solution pour atteindre l’objectif fixé par le commanditaire ? </a:t>
            </a:r>
            <a:r>
              <a:rPr lang="fr-FR" sz="12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Ai-je identifié, si besoin, </a:t>
            </a:r>
            <a:r>
              <a:rPr lang="fr-FR" sz="1200" b="1" i="1">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les marges de manœuvre sur la manière de faire</a:t>
            </a:r>
            <a:r>
              <a:rPr lang="fr-FR" sz="12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 pour garantir l’atteinte de cet objectif ?</a:t>
            </a:r>
          </a:p>
          <a:p>
            <a:pPr marL="176213" lvl="0" indent="-171450" algn="just">
              <a:spcAft>
                <a:spcPts val="1800"/>
              </a:spcAft>
              <a:buFont typeface="Arial" panose="020B0604020202020204" pitchFamily="34" charset="0"/>
              <a:buChar char="•"/>
              <a:tabLst>
                <a:tab pos="176213" algn="l"/>
              </a:tabLst>
              <a:defRPr/>
            </a:pPr>
            <a:r>
              <a:rPr lang="fr-FR" sz="12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Ai-je rédigé le </a:t>
            </a:r>
            <a:r>
              <a:rPr lang="fr-FR" sz="1200" b="1" i="1">
                <a:solidFill>
                  <a:schemeClr val="tx1"/>
                </a:solidFill>
                <a:latin typeface="Avenir LT Std 55 Roman" panose="020B0503020203020204" pitchFamily="34" charset="0"/>
                <a:cs typeface="Times New Roman" panose="02020603050405020304" pitchFamily="18" charset="0"/>
              </a:rPr>
              <a:t>mandat de projet </a:t>
            </a:r>
            <a:r>
              <a:rPr lang="fr-FR" sz="12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 Est-il </a:t>
            </a:r>
            <a:r>
              <a:rPr lang="fr-FR" sz="1200" b="1" i="1">
                <a:solidFill>
                  <a:schemeClr val="tx1"/>
                </a:solidFill>
                <a:latin typeface="Avenir LT Std 55 Roman" panose="020B0503020203020204" pitchFamily="34" charset="0"/>
                <a:cs typeface="Times New Roman" panose="02020603050405020304" pitchFamily="18" charset="0"/>
              </a:rPr>
              <a:t>clair, validé et partagé </a:t>
            </a:r>
            <a:r>
              <a:rPr lang="fr-FR" sz="12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a:t>
            </a:r>
          </a:p>
          <a:p>
            <a:pPr marL="176213" lvl="0" indent="-171450" algn="just">
              <a:spcAft>
                <a:spcPts val="1800"/>
              </a:spcAft>
              <a:buFont typeface="Arial" panose="020B0604020202020204" pitchFamily="34" charset="0"/>
              <a:buChar char="•"/>
              <a:tabLst>
                <a:tab pos="176213" algn="l"/>
              </a:tabLst>
              <a:defRPr/>
            </a:pPr>
            <a:r>
              <a:rPr lang="fr-FR" sz="12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Est-ce que le </a:t>
            </a:r>
            <a:r>
              <a:rPr lang="fr-FR" sz="1200" b="1" i="1">
                <a:solidFill>
                  <a:schemeClr val="tx1"/>
                </a:solidFill>
                <a:latin typeface="Avenir LT Std 55 Roman" panose="020B0503020203020204" pitchFamily="34" charset="0"/>
                <a:cs typeface="Times New Roman" panose="02020603050405020304" pitchFamily="18" charset="0"/>
              </a:rPr>
              <a:t>sponsor et/ou le commanditaire est identifié et de bon niveau </a:t>
            </a:r>
            <a:r>
              <a:rPr lang="fr-FR" sz="12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pour assurer son rôle décisionnaire sur le projet ? Est-il </a:t>
            </a:r>
            <a:r>
              <a:rPr lang="fr-FR" sz="1200" b="1" i="1">
                <a:solidFill>
                  <a:schemeClr val="tx1"/>
                </a:solidFill>
                <a:latin typeface="Avenir LT Std 55 Roman" panose="020B0503020203020204" pitchFamily="34" charset="0"/>
                <a:cs typeface="Times New Roman" panose="02020603050405020304" pitchFamily="18" charset="0"/>
              </a:rPr>
              <a:t>mobilisé et en capacité de m’appuyer </a:t>
            </a:r>
            <a:r>
              <a:rPr lang="fr-FR" sz="12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sur le projet ? </a:t>
            </a:r>
          </a:p>
          <a:p>
            <a:pPr marL="176213" lvl="0" indent="-171450" algn="just">
              <a:spcAft>
                <a:spcPts val="1800"/>
              </a:spcAft>
              <a:buFont typeface="Arial" panose="020B0604020202020204" pitchFamily="34" charset="0"/>
              <a:buChar char="•"/>
              <a:tabLst>
                <a:tab pos="176213" algn="l"/>
              </a:tabLst>
              <a:defRPr/>
            </a:pPr>
            <a:r>
              <a:rPr lang="fr-FR" sz="1200" b="1" i="1">
                <a:solidFill>
                  <a:schemeClr val="tx1"/>
                </a:solidFill>
                <a:latin typeface="Avenir LT Std 55 Roman" panose="020B0503020203020204" pitchFamily="34" charset="0"/>
                <a:cs typeface="Times New Roman" panose="02020603050405020304" pitchFamily="18" charset="0"/>
              </a:rPr>
              <a:t>Le projet est-il représenté et porté par un collectif  </a:t>
            </a:r>
            <a:r>
              <a:rPr lang="fr-FR" sz="12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(CODIR…) ? Ce collectif est-il </a:t>
            </a:r>
            <a:r>
              <a:rPr lang="fr-FR" sz="1200" b="1" i="1">
                <a:solidFill>
                  <a:schemeClr val="tx1"/>
                </a:solidFill>
                <a:latin typeface="Avenir LT Std 55 Roman" panose="020B0503020203020204" pitchFamily="34" charset="0"/>
                <a:cs typeface="Times New Roman" panose="02020603050405020304" pitchFamily="18" charset="0"/>
              </a:rPr>
              <a:t>engagé</a:t>
            </a:r>
            <a:r>
              <a:rPr lang="fr-FR" sz="12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 dans le projet ?</a:t>
            </a:r>
          </a:p>
          <a:p>
            <a:pPr marL="176213" lvl="0" indent="-171450" algn="just">
              <a:spcAft>
                <a:spcPts val="1800"/>
              </a:spcAft>
              <a:buFont typeface="Arial" panose="020B0604020202020204" pitchFamily="34" charset="0"/>
              <a:buChar char="•"/>
              <a:tabLst>
                <a:tab pos="176213" algn="l"/>
              </a:tabLst>
              <a:defRPr/>
            </a:pPr>
            <a:r>
              <a:rPr lang="fr-FR" sz="1200" b="1" i="1">
                <a:solidFill>
                  <a:schemeClr val="tx1"/>
                </a:solidFill>
                <a:latin typeface="Avenir LT Std 55 Roman" panose="020B0503020203020204" pitchFamily="34" charset="0"/>
                <a:cs typeface="Times New Roman" panose="02020603050405020304" pitchFamily="18" charset="0"/>
              </a:rPr>
              <a:t>Quelles sont les contraintes locales pour le déploiement </a:t>
            </a:r>
            <a:r>
              <a:rPr lang="fr-FR" sz="12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de la solution apportée par le projet ? Quelles </a:t>
            </a:r>
            <a:r>
              <a:rPr lang="fr-FR" sz="1200" b="1" i="1">
                <a:solidFill>
                  <a:schemeClr val="tx1"/>
                </a:solidFill>
                <a:latin typeface="Avenir LT Std 55 Roman" panose="020B0503020203020204" pitchFamily="34" charset="0"/>
                <a:cs typeface="Times New Roman" panose="02020603050405020304" pitchFamily="18" charset="0"/>
              </a:rPr>
              <a:t>marges de manœuvre possibles </a:t>
            </a:r>
            <a:r>
              <a:rPr lang="fr-FR" sz="12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pour le déploiement au regard des échéances de déploiement non négociables ? Le cas échéant, </a:t>
            </a:r>
            <a:r>
              <a:rPr lang="fr-FR" sz="1200" b="1" i="1">
                <a:solidFill>
                  <a:schemeClr val="tx1"/>
                </a:solidFill>
                <a:latin typeface="Avenir LT Std 55 Roman" panose="020B0503020203020204" pitchFamily="34" charset="0"/>
                <a:cs typeface="Times New Roman" panose="02020603050405020304" pitchFamily="18" charset="0"/>
              </a:rPr>
              <a:t>quels renoncements ou reports </a:t>
            </a:r>
            <a:r>
              <a:rPr lang="fr-FR" sz="12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seront nécessaires par ailleurs ? </a:t>
            </a:r>
          </a:p>
        </p:txBody>
      </p:sp>
      <p:sp>
        <p:nvSpPr>
          <p:cNvPr id="16" name="Rectangle : coins arrondis 15">
            <a:extLst>
              <a:ext uri="{FF2B5EF4-FFF2-40B4-BE49-F238E27FC236}">
                <a16:creationId xmlns:a16="http://schemas.microsoft.com/office/drawing/2014/main" id="{1604ED45-C8C3-D145-3E13-C3FCEDC13EBA}"/>
              </a:ext>
            </a:extLst>
          </p:cNvPr>
          <p:cNvSpPr/>
          <p:nvPr/>
        </p:nvSpPr>
        <p:spPr>
          <a:xfrm>
            <a:off x="206672" y="1889361"/>
            <a:ext cx="5740809" cy="504694"/>
          </a:xfrm>
          <a:prstGeom prst="roundRect">
            <a:avLst/>
          </a:prstGeom>
          <a:solidFill>
            <a:srgbClr val="00B3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400" b="1" i="1">
                <a:solidFill>
                  <a:schemeClr val="bg1"/>
                </a:solidFill>
              </a:rPr>
              <a:t>Les questions à se poser</a:t>
            </a:r>
          </a:p>
        </p:txBody>
      </p:sp>
      <p:sp>
        <p:nvSpPr>
          <p:cNvPr id="5" name="Rectangle 4">
            <a:extLst>
              <a:ext uri="{FF2B5EF4-FFF2-40B4-BE49-F238E27FC236}">
                <a16:creationId xmlns:a16="http://schemas.microsoft.com/office/drawing/2014/main" id="{B73181DC-0C28-331B-7302-C7EDE4F47181}"/>
              </a:ext>
            </a:extLst>
          </p:cNvPr>
          <p:cNvSpPr/>
          <p:nvPr/>
        </p:nvSpPr>
        <p:spPr>
          <a:xfrm>
            <a:off x="-3064" y="378372"/>
            <a:ext cx="12195063" cy="1427747"/>
          </a:xfrm>
          <a:prstGeom prst="rect">
            <a:avLst/>
          </a:prstGeom>
          <a:solidFill>
            <a:srgbClr val="DFF1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5963" lvl="0">
              <a:spcAft>
                <a:spcPts val="1200"/>
              </a:spcAft>
              <a:buClr>
                <a:schemeClr val="tx1"/>
              </a:buClr>
            </a:pPr>
            <a:r>
              <a:rPr lang="fr-FR">
                <a:solidFill>
                  <a:srgbClr val="00B388"/>
                </a:solidFill>
                <a:latin typeface="Avenir LT Std 65 Medium" panose="020B0803020203020204" pitchFamily="34" charset="0"/>
              </a:rPr>
              <a:t>Assurer que le projet réunit toutes les conditions de réussite </a:t>
            </a:r>
            <a:r>
              <a:rPr lang="fr-FR">
                <a:solidFill>
                  <a:schemeClr val="tx1"/>
                </a:solidFill>
                <a:latin typeface="Avenir LT Std 55 Roman" panose="020B0503020203020204" pitchFamily="34" charset="0"/>
              </a:rPr>
              <a:t>(mandat clair et validé, sponsor et/ou commanditaire de bon niveau pour le projet, collectif représentant le projet engagé…).</a:t>
            </a:r>
          </a:p>
        </p:txBody>
      </p:sp>
      <p:sp>
        <p:nvSpPr>
          <p:cNvPr id="6" name="Triangle isocèle 5">
            <a:extLst>
              <a:ext uri="{FF2B5EF4-FFF2-40B4-BE49-F238E27FC236}">
                <a16:creationId xmlns:a16="http://schemas.microsoft.com/office/drawing/2014/main" id="{3A1CB9C3-676E-7C51-C7D8-8455610FD123}"/>
              </a:ext>
            </a:extLst>
          </p:cNvPr>
          <p:cNvSpPr/>
          <p:nvPr/>
        </p:nvSpPr>
        <p:spPr>
          <a:xfrm rot="5400000">
            <a:off x="34126" y="929868"/>
            <a:ext cx="782530" cy="324754"/>
          </a:xfrm>
          <a:prstGeom prst="triangle">
            <a:avLst/>
          </a:prstGeom>
          <a:solidFill>
            <a:srgbClr val="1547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21" name="Rectangle : coins arrondis 20">
            <a:extLst>
              <a:ext uri="{FF2B5EF4-FFF2-40B4-BE49-F238E27FC236}">
                <a16:creationId xmlns:a16="http://schemas.microsoft.com/office/drawing/2014/main" id="{2CC4E212-3172-4F62-AFE1-8D9933651A7F}"/>
              </a:ext>
            </a:extLst>
          </p:cNvPr>
          <p:cNvSpPr/>
          <p:nvPr/>
        </p:nvSpPr>
        <p:spPr>
          <a:xfrm>
            <a:off x="6229780" y="1887772"/>
            <a:ext cx="5715146" cy="4449600"/>
          </a:xfrm>
          <a:prstGeom prst="roundRect">
            <a:avLst>
              <a:gd name="adj" fmla="val 3004"/>
            </a:avLst>
          </a:prstGeom>
          <a:solidFill>
            <a:srgbClr val="FBFBFB"/>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defRPr/>
            </a:pPr>
            <a:r>
              <a:rPr kumimoji="0" lang="fr-FR" sz="900" b="0" i="1" u="none" strike="noStrike" kern="1200" cap="none" spc="0" normalizeH="0" baseline="0" noProof="0">
                <a:ln>
                  <a:noFill/>
                </a:ln>
                <a:solidFill>
                  <a:srgbClr val="FFFFFF">
                    <a:lumMod val="50000"/>
                  </a:srgbClr>
                </a:solidFill>
                <a:effectLst/>
                <a:uLnTx/>
                <a:uFillTx/>
                <a:latin typeface="Avenir LT Std 35 Light" panose="020B0402020203020204" pitchFamily="34" charset="0"/>
                <a:ea typeface="+mn-ea"/>
                <a:cs typeface="+mn-cs"/>
              </a:rPr>
              <a:t>Zone de texte libre</a:t>
            </a:r>
          </a:p>
        </p:txBody>
      </p:sp>
      <p:sp>
        <p:nvSpPr>
          <p:cNvPr id="12" name="Ellipse 11">
            <a:extLst>
              <a:ext uri="{FF2B5EF4-FFF2-40B4-BE49-F238E27FC236}">
                <a16:creationId xmlns:a16="http://schemas.microsoft.com/office/drawing/2014/main" id="{571576F6-B35E-920D-8C44-AD43B907A815}"/>
              </a:ext>
            </a:extLst>
          </p:cNvPr>
          <p:cNvSpPr/>
          <p:nvPr/>
        </p:nvSpPr>
        <p:spPr>
          <a:xfrm>
            <a:off x="864443" y="1904403"/>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pic>
        <p:nvPicPr>
          <p:cNvPr id="11" name="Graphique 10" descr="Ampoule et crayon avec un remplissage uni">
            <a:extLst>
              <a:ext uri="{FF2B5EF4-FFF2-40B4-BE49-F238E27FC236}">
                <a16:creationId xmlns:a16="http://schemas.microsoft.com/office/drawing/2014/main" id="{30559F0A-2D28-2F0B-63DC-D2A2E9CB87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1179" y="1955818"/>
            <a:ext cx="402694" cy="402694"/>
          </a:xfrm>
          <a:prstGeom prst="rect">
            <a:avLst/>
          </a:prstGeom>
        </p:spPr>
      </p:pic>
      <p:grpSp>
        <p:nvGrpSpPr>
          <p:cNvPr id="10" name="Groupe 9">
            <a:extLst>
              <a:ext uri="{FF2B5EF4-FFF2-40B4-BE49-F238E27FC236}">
                <a16:creationId xmlns:a16="http://schemas.microsoft.com/office/drawing/2014/main" id="{76D36851-0886-3B46-6954-5B0B1C7EAA2A}"/>
              </a:ext>
            </a:extLst>
          </p:cNvPr>
          <p:cNvGrpSpPr>
            <a:grpSpLocks noChangeAspect="1"/>
          </p:cNvGrpSpPr>
          <p:nvPr/>
        </p:nvGrpSpPr>
        <p:grpSpPr>
          <a:xfrm>
            <a:off x="11001871" y="6336764"/>
            <a:ext cx="1082632" cy="444130"/>
            <a:chOff x="5810" y="1578917"/>
            <a:chExt cx="559801" cy="229645"/>
          </a:xfrm>
        </p:grpSpPr>
        <p:sp>
          <p:nvSpPr>
            <p:cNvPr id="13" name="Rectangle : coins arrondis 12">
              <a:extLst>
                <a:ext uri="{FF2B5EF4-FFF2-40B4-BE49-F238E27FC236}">
                  <a16:creationId xmlns:a16="http://schemas.microsoft.com/office/drawing/2014/main" id="{10E80A4D-6031-6967-50A3-B5DF89048698}"/>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hlinkClick r:id="rId4"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ndParaRPr>
            </a:p>
          </p:txBody>
        </p:sp>
        <p:pic>
          <p:nvPicPr>
            <p:cNvPr id="14" name="Graphique 13" descr="Retour avec un remplissage uni">
              <a:hlinkClick r:id="rId4" action="ppaction://hlinksldjump"/>
              <a:extLst>
                <a:ext uri="{FF2B5EF4-FFF2-40B4-BE49-F238E27FC236}">
                  <a16:creationId xmlns:a16="http://schemas.microsoft.com/office/drawing/2014/main" id="{183D1B22-B9B1-8675-04E4-E722AECDE89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9060" y="1578917"/>
              <a:ext cx="229645" cy="229645"/>
            </a:xfrm>
            <a:prstGeom prst="rect">
              <a:avLst/>
            </a:prstGeom>
          </p:spPr>
        </p:pic>
      </p:grpSp>
      <p:sp>
        <p:nvSpPr>
          <p:cNvPr id="3" name="Rectangle : coins arrondis 2">
            <a:extLst>
              <a:ext uri="{FF2B5EF4-FFF2-40B4-BE49-F238E27FC236}">
                <a16:creationId xmlns:a16="http://schemas.microsoft.com/office/drawing/2014/main" id="{C09048D3-0404-1D7E-00F7-FDA80013CE31}"/>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DC582A"/>
                </a:solidFill>
              </a:rPr>
              <a:t>PROTOTYPE</a:t>
            </a:r>
          </a:p>
        </p:txBody>
      </p:sp>
      <p:sp>
        <p:nvSpPr>
          <p:cNvPr id="20" name="Flèche : chevron 8 - 2 - 1">
            <a:extLst>
              <a:ext uri="{FF2B5EF4-FFF2-40B4-BE49-F238E27FC236}">
                <a16:creationId xmlns:a16="http://schemas.microsoft.com/office/drawing/2014/main" id="{55B0A9A1-ECEB-BB3C-A91A-4C22120F48E1}"/>
              </a:ext>
            </a:extLst>
          </p:cNvPr>
          <p:cNvSpPr/>
          <p:nvPr/>
        </p:nvSpPr>
        <p:spPr>
          <a:xfrm>
            <a:off x="6924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impacts humains</a:t>
            </a:r>
          </a:p>
        </p:txBody>
      </p:sp>
      <p:sp>
        <p:nvSpPr>
          <p:cNvPr id="24" name="Flèche : chevron 8 - 2 - 1">
            <a:extLst>
              <a:ext uri="{FF2B5EF4-FFF2-40B4-BE49-F238E27FC236}">
                <a16:creationId xmlns:a16="http://schemas.microsoft.com/office/drawing/2014/main" id="{C10CA5FE-9798-16C4-E55B-5F98795829A0}"/>
              </a:ext>
            </a:extLst>
          </p:cNvPr>
          <p:cNvSpPr/>
          <p:nvPr/>
        </p:nvSpPr>
        <p:spPr>
          <a:xfrm>
            <a:off x="1776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a:t>
            </a:r>
            <a:r>
              <a:rPr lang="fr-FR" sz="1100" b="1" err="1">
                <a:solidFill>
                  <a:schemeClr val="bg1">
                    <a:lumMod val="50000"/>
                  </a:schemeClr>
                </a:solidFill>
                <a:latin typeface="Avenir LT Std 45 Book" panose="020B0502020203020204" pitchFamily="34" charset="0"/>
              </a:rPr>
              <a:t>moi-mëme</a:t>
            </a:r>
            <a:endParaRPr lang="fr-FR" sz="1100" b="1">
              <a:solidFill>
                <a:schemeClr val="bg1">
                  <a:lumMod val="50000"/>
                </a:schemeClr>
              </a:solidFill>
              <a:latin typeface="Avenir LT Std 45 Book" panose="020B0502020203020204" pitchFamily="34" charset="0"/>
            </a:endParaRPr>
          </a:p>
        </p:txBody>
      </p:sp>
      <p:sp>
        <p:nvSpPr>
          <p:cNvPr id="26" name="Flèche : chevron 8 - 2 - 1">
            <a:extLst>
              <a:ext uri="{FF2B5EF4-FFF2-40B4-BE49-F238E27FC236}">
                <a16:creationId xmlns:a16="http://schemas.microsoft.com/office/drawing/2014/main" id="{B019A154-0BE5-170D-5EFF-7DD4AE089FEA}"/>
              </a:ext>
            </a:extLst>
          </p:cNvPr>
          <p:cNvSpPr/>
          <p:nvPr/>
        </p:nvSpPr>
        <p:spPr>
          <a:xfrm>
            <a:off x="5244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des impacts humains</a:t>
            </a:r>
          </a:p>
        </p:txBody>
      </p:sp>
      <p:sp>
        <p:nvSpPr>
          <p:cNvPr id="28" name="Flèche : chevron 8 - 2 - 1">
            <a:extLst>
              <a:ext uri="{FF2B5EF4-FFF2-40B4-BE49-F238E27FC236}">
                <a16:creationId xmlns:a16="http://schemas.microsoft.com/office/drawing/2014/main" id="{240C0E35-BE00-5E4F-FEAE-7CC8A3F64140}"/>
              </a:ext>
            </a:extLst>
          </p:cNvPr>
          <p:cNvSpPr/>
          <p:nvPr/>
        </p:nvSpPr>
        <p:spPr>
          <a:xfrm>
            <a:off x="636000" y="21771"/>
            <a:ext cx="115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Cas d’usage</a:t>
            </a:r>
          </a:p>
        </p:txBody>
      </p:sp>
      <p:sp>
        <p:nvSpPr>
          <p:cNvPr id="30" name="Flèche : chevron 8 - 2 - 1">
            <a:extLst>
              <a:ext uri="{FF2B5EF4-FFF2-40B4-BE49-F238E27FC236}">
                <a16:creationId xmlns:a16="http://schemas.microsoft.com/office/drawing/2014/main" id="{E8E306FB-877F-8258-0ED2-B0982C3B53F2}"/>
              </a:ext>
            </a:extLst>
          </p:cNvPr>
          <p:cNvSpPr/>
          <p:nvPr/>
        </p:nvSpPr>
        <p:spPr>
          <a:xfrm>
            <a:off x="3456000" y="21771"/>
            <a:ext cx="1800000" cy="288000"/>
          </a:xfrm>
          <a:prstGeom prst="chevron">
            <a:avLst>
              <a:gd name="adj" fmla="val 28278"/>
            </a:avLst>
          </a:prstGeom>
          <a:solidFill>
            <a:srgbClr val="A1D6CA"/>
          </a:solidFill>
          <a:ln w="28575">
            <a:solidFill>
              <a:srgbClr val="A1D6CA"/>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rgbClr val="154734"/>
                </a:solidFill>
                <a:latin typeface="Avenir LT Std 45 Book" panose="020B0502020203020204" pitchFamily="34" charset="0"/>
              </a:rPr>
              <a:t>Ressources pour moi-même</a:t>
            </a:r>
          </a:p>
        </p:txBody>
      </p:sp>
      <p:sp>
        <p:nvSpPr>
          <p:cNvPr id="32" name="Flèche : pentagone 3">
            <a:extLst>
              <a:ext uri="{FF2B5EF4-FFF2-40B4-BE49-F238E27FC236}">
                <a16:creationId xmlns:a16="http://schemas.microsoft.com/office/drawing/2014/main" id="{419DA969-AEE7-5DBE-DBEE-42180B94AE03}"/>
              </a:ext>
            </a:extLst>
          </p:cNvPr>
          <p:cNvSpPr/>
          <p:nvPr/>
        </p:nvSpPr>
        <p:spPr>
          <a:xfrm>
            <a:off x="0" y="21771"/>
            <a:ext cx="648000" cy="288000"/>
          </a:xfrm>
          <a:prstGeom prst="homePlate">
            <a:avLst>
              <a:gd name="adj" fmla="val 26503"/>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Accueil</a:t>
            </a:r>
          </a:p>
        </p:txBody>
      </p:sp>
      <p:sp>
        <p:nvSpPr>
          <p:cNvPr id="34" name="Flèche : chevron 8 - 2 - 1">
            <a:extLst>
              <a:ext uri="{FF2B5EF4-FFF2-40B4-BE49-F238E27FC236}">
                <a16:creationId xmlns:a16="http://schemas.microsoft.com/office/drawing/2014/main" id="{3A65DC3E-BB56-2AC0-2D33-11CF25BA7EE1}"/>
              </a:ext>
            </a:extLst>
          </p:cNvPr>
          <p:cNvSpPr/>
          <p:nvPr/>
        </p:nvSpPr>
        <p:spPr>
          <a:xfrm>
            <a:off x="8712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a:t>
            </a:r>
            <a:br>
              <a:rPr lang="fr-FR" sz="1100" b="1">
                <a:solidFill>
                  <a:schemeClr val="bg1">
                    <a:lumMod val="50000"/>
                  </a:schemeClr>
                </a:solidFill>
                <a:latin typeface="Avenir LT Std 45 Book" panose="020B0502020203020204" pitchFamily="34" charset="0"/>
              </a:rPr>
            </a:br>
            <a:r>
              <a:rPr lang="fr-FR" sz="1100" b="1">
                <a:solidFill>
                  <a:schemeClr val="bg1">
                    <a:lumMod val="50000"/>
                  </a:schemeClr>
                </a:solidFill>
                <a:latin typeface="Avenir LT Std 45 Book" panose="020B0502020203020204" pitchFamily="34" charset="0"/>
              </a:rPr>
              <a:t>préparer le collectif</a:t>
            </a:r>
          </a:p>
        </p:txBody>
      </p:sp>
      <p:sp>
        <p:nvSpPr>
          <p:cNvPr id="36" name="Flèche : chevron 8 - 2 - 1">
            <a:extLst>
              <a:ext uri="{FF2B5EF4-FFF2-40B4-BE49-F238E27FC236}">
                <a16:creationId xmlns:a16="http://schemas.microsoft.com/office/drawing/2014/main" id="{1085DAB3-EA2D-D679-9A6F-47E5FD955BAF}"/>
              </a:ext>
            </a:extLst>
          </p:cNvPr>
          <p:cNvSpPr/>
          <p:nvPr/>
        </p:nvSpPr>
        <p:spPr>
          <a:xfrm>
            <a:off x="10392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préparation collectif</a:t>
            </a:r>
          </a:p>
        </p:txBody>
      </p:sp>
    </p:spTree>
    <p:extLst>
      <p:ext uri="{BB962C8B-B14F-4D97-AF65-F5344CB8AC3E}">
        <p14:creationId xmlns:p14="http://schemas.microsoft.com/office/powerpoint/2010/main" val="4337344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E134F-AE33-CFE7-9D54-C6B82ED80901}"/>
            </a:ext>
          </a:extLst>
        </p:cNvPr>
        <p:cNvGrpSpPr/>
        <p:nvPr/>
      </p:nvGrpSpPr>
      <p:grpSpPr>
        <a:xfrm>
          <a:off x="0" y="0"/>
          <a:ext cx="0" cy="0"/>
          <a:chOff x="0" y="0"/>
          <a:chExt cx="0" cy="0"/>
        </a:xfrm>
      </p:grpSpPr>
      <p:sp>
        <p:nvSpPr>
          <p:cNvPr id="58" name="ZoneTexte 57">
            <a:extLst>
              <a:ext uri="{FF2B5EF4-FFF2-40B4-BE49-F238E27FC236}">
                <a16:creationId xmlns:a16="http://schemas.microsoft.com/office/drawing/2014/main" id="{8C7F063C-3EF0-99B5-FC02-79EFB6C8B637}"/>
              </a:ext>
            </a:extLst>
          </p:cNvPr>
          <p:cNvSpPr txBox="1"/>
          <p:nvPr/>
        </p:nvSpPr>
        <p:spPr>
          <a:xfrm>
            <a:off x="650179" y="1118205"/>
            <a:ext cx="9360000" cy="5378395"/>
          </a:xfrm>
          <a:prstGeom prst="rect">
            <a:avLst/>
          </a:prstGeom>
          <a:noFill/>
        </p:spPr>
        <p:txBody>
          <a:bodyPr wrap="square">
            <a:spAutoFit/>
          </a:bodyPr>
          <a:lstStyle/>
          <a:p>
            <a:pPr marL="87312" lvl="0" algn="just" defTabSz="908712">
              <a:spcAft>
                <a:spcPts val="900"/>
              </a:spcAft>
              <a:defRPr/>
            </a:pPr>
            <a:r>
              <a:rPr lang="fr-FR" sz="1200" dirty="0">
                <a:solidFill>
                  <a:srgbClr val="3C3732"/>
                </a:solidFill>
                <a:latin typeface="Avenir LT Std 55 Roman" panose="020B0503020203020204" pitchFamily="34" charset="0"/>
              </a:rPr>
              <a:t>Dans le périmètre du projet, </a:t>
            </a:r>
            <a:r>
              <a:rPr lang="fr-FR" sz="1200" dirty="0">
                <a:solidFill>
                  <a:srgbClr val="00B388"/>
                </a:solidFill>
                <a:latin typeface="Avenir LT Std 65 Medium" panose="020B0803020203020204" pitchFamily="34" charset="0"/>
              </a:rPr>
              <a:t>identifier les ou l’entité(s) les ou la plus impactée(s)</a:t>
            </a:r>
            <a:r>
              <a:rPr lang="fr-FR" sz="1200" dirty="0">
                <a:solidFill>
                  <a:srgbClr val="3C3732"/>
                </a:solidFill>
                <a:latin typeface="Avenir LT Std 55 Roman" panose="020B0503020203020204" pitchFamily="34" charset="0"/>
              </a:rPr>
              <a:t>, celle(s) en interface potentiellement impactée(s) ainsi que les </a:t>
            </a:r>
            <a:r>
              <a:rPr lang="fr-FR" sz="1200" dirty="0">
                <a:solidFill>
                  <a:srgbClr val="00B388"/>
                </a:solidFill>
                <a:latin typeface="Avenir LT Std 65 Medium" panose="020B0803020203020204" pitchFamily="34" charset="0"/>
              </a:rPr>
              <a:t>interférences possibles avec d’autres projets </a:t>
            </a:r>
          </a:p>
          <a:p>
            <a:pPr marL="87312" lvl="0" algn="just" defTabSz="908712">
              <a:spcAft>
                <a:spcPts val="900"/>
              </a:spcAft>
              <a:defRPr/>
            </a:pPr>
            <a:r>
              <a:rPr lang="fr-FR" sz="1200" dirty="0">
                <a:solidFill>
                  <a:schemeClr val="accent4"/>
                </a:solidFill>
                <a:latin typeface="Avenir LT Std 55 Roman" panose="020B0503020203020204" pitchFamily="34" charset="0"/>
              </a:rPr>
              <a:t>Consulter le </a:t>
            </a:r>
            <a:r>
              <a:rPr lang="fr-FR" sz="1200" dirty="0">
                <a:solidFill>
                  <a:srgbClr val="00B388"/>
                </a:solidFill>
                <a:latin typeface="Avenir LT Std 65 Medium" panose="020B0803020203020204" pitchFamily="34" charset="0"/>
              </a:rPr>
              <a:t>contexte global et l’historique des RPS </a:t>
            </a:r>
            <a:r>
              <a:rPr lang="fr-FR" sz="1200" dirty="0">
                <a:solidFill>
                  <a:schemeClr val="accent4"/>
                </a:solidFill>
                <a:latin typeface="Avenir LT Std 55 Roman" panose="020B0503020203020204" pitchFamily="34" charset="0"/>
              </a:rPr>
              <a:t>pour disposer d’une vision consolidée des événements passés de l’entité concernée (ex. réorganisation récente…)</a:t>
            </a:r>
          </a:p>
          <a:p>
            <a:pPr marL="87312" lvl="0" algn="just" defTabSz="908712">
              <a:spcAft>
                <a:spcPts val="900"/>
              </a:spcAft>
              <a:defRPr/>
            </a:pPr>
            <a:r>
              <a:rPr lang="fr-FR" sz="1200" dirty="0">
                <a:solidFill>
                  <a:schemeClr val="accent4"/>
                </a:solidFill>
                <a:latin typeface="Avenir LT Std 55 Roman" panose="020B0503020203020204" pitchFamily="34" charset="0"/>
              </a:rPr>
              <a:t>Evaluer si le projet aura un </a:t>
            </a:r>
            <a:r>
              <a:rPr lang="fr-FR" sz="1200" dirty="0">
                <a:solidFill>
                  <a:srgbClr val="00B388"/>
                </a:solidFill>
                <a:latin typeface="Avenir LT Std 65 Medium" panose="020B0803020203020204" pitchFamily="34" charset="0"/>
              </a:rPr>
              <a:t>impact potentiel sur les missions et les pratiques des salariés </a:t>
            </a:r>
            <a:r>
              <a:rPr lang="fr-FR" sz="1200" dirty="0">
                <a:solidFill>
                  <a:schemeClr val="accent4"/>
                </a:solidFill>
                <a:latin typeface="Avenir LT Std 55 Roman" panose="020B0503020203020204" pitchFamily="34" charset="0"/>
              </a:rPr>
              <a:t>(geste métier, compétences, utilisation d’outil, polyvalence, contact client…). Le cas échéant, identifier les actions facilitant la mise en mouvement au changement (validation d’aptitude, adaptation du poste de l’agent, formation existante ou à créer… )</a:t>
            </a:r>
          </a:p>
          <a:p>
            <a:pPr marL="87312" lvl="0" algn="just" defTabSz="908712">
              <a:spcAft>
                <a:spcPts val="900"/>
              </a:spcAft>
              <a:defRPr/>
            </a:pPr>
            <a:r>
              <a:rPr lang="fr-FR" sz="1200" dirty="0">
                <a:solidFill>
                  <a:schemeClr val="accent4"/>
                </a:solidFill>
                <a:latin typeface="Avenir LT Std 55 Roman" panose="020B0503020203020204" pitchFamily="34" charset="0"/>
              </a:rPr>
              <a:t>Evaluer si le projet aura un </a:t>
            </a:r>
            <a:r>
              <a:rPr lang="fr-FR" sz="1200" dirty="0">
                <a:solidFill>
                  <a:srgbClr val="00B388"/>
                </a:solidFill>
                <a:latin typeface="Avenir LT Std 65 Medium" panose="020B0803020203020204" pitchFamily="34" charset="0"/>
              </a:rPr>
              <a:t>impact sur l’emploi des salariés </a:t>
            </a:r>
            <a:r>
              <a:rPr lang="fr-FR" sz="1200" dirty="0">
                <a:solidFill>
                  <a:schemeClr val="accent4"/>
                </a:solidFill>
                <a:latin typeface="Avenir LT Std 55 Roman" panose="020B0503020203020204" pitchFamily="34" charset="0"/>
              </a:rPr>
              <a:t>(création / suppression) et, à plus long terme sur </a:t>
            </a:r>
            <a:r>
              <a:rPr lang="fr-FR" sz="1200" dirty="0">
                <a:solidFill>
                  <a:srgbClr val="00B388"/>
                </a:solidFill>
                <a:latin typeface="Avenir LT Std 65 Medium" panose="020B0803020203020204" pitchFamily="34" charset="0"/>
              </a:rPr>
              <a:t>leur parcours professionnel</a:t>
            </a:r>
            <a:r>
              <a:rPr lang="fr-FR" sz="1200" dirty="0">
                <a:solidFill>
                  <a:srgbClr val="00B388"/>
                </a:solidFill>
                <a:latin typeface="Avenir LT Std 55 Roman" panose="020B0503020203020204" pitchFamily="34" charset="0"/>
              </a:rPr>
              <a:t> </a:t>
            </a:r>
            <a:r>
              <a:rPr lang="fr-FR" sz="1200" dirty="0">
                <a:solidFill>
                  <a:schemeClr val="accent4"/>
                </a:solidFill>
                <a:latin typeface="Avenir LT Std 55 Roman" panose="020B0503020203020204" pitchFamily="34" charset="0"/>
              </a:rPr>
              <a:t>(nouvelle / suppression d’opportunité, employabilité…). Le cas échéant, déterminer dès le début du projet </a:t>
            </a:r>
            <a:r>
              <a:rPr lang="fr-FR" sz="1200" dirty="0">
                <a:solidFill>
                  <a:srgbClr val="00B388"/>
                </a:solidFill>
                <a:latin typeface="Avenir LT Std 65 Medium" panose="020B0803020203020204" pitchFamily="34" charset="0"/>
              </a:rPr>
              <a:t>l’accompagnement spécifique </a:t>
            </a:r>
            <a:r>
              <a:rPr lang="fr-FR" sz="1200" dirty="0">
                <a:solidFill>
                  <a:schemeClr val="accent4"/>
                </a:solidFill>
                <a:latin typeface="Avenir LT Std 55 Roman" panose="020B0503020203020204" pitchFamily="34" charset="0"/>
              </a:rPr>
              <a:t>à mettre en œuvre (ex. reclassement de certains agents...)</a:t>
            </a:r>
          </a:p>
          <a:p>
            <a:pPr marL="87312" lvl="0" algn="just" defTabSz="908712">
              <a:spcAft>
                <a:spcPts val="900"/>
              </a:spcAft>
              <a:defRPr/>
            </a:pPr>
            <a:r>
              <a:rPr lang="fr-FR" sz="1200" dirty="0">
                <a:solidFill>
                  <a:schemeClr val="accent4"/>
                </a:solidFill>
                <a:latin typeface="Avenir LT Std 55 Roman" panose="020B0503020203020204" pitchFamily="34" charset="0"/>
              </a:rPr>
              <a:t>Evaluer si le projet aura un </a:t>
            </a:r>
            <a:r>
              <a:rPr lang="fr-FR" sz="1200" dirty="0">
                <a:solidFill>
                  <a:srgbClr val="00B388"/>
                </a:solidFill>
                <a:latin typeface="Avenir LT Std 65 Medium" panose="020B0803020203020204" pitchFamily="34" charset="0"/>
              </a:rPr>
              <a:t>impact sur les rôles, le périmètre de responsabilité ou le sens du travail </a:t>
            </a:r>
            <a:r>
              <a:rPr lang="fr-FR" sz="1200" dirty="0">
                <a:solidFill>
                  <a:schemeClr val="accent4"/>
                </a:solidFill>
                <a:latin typeface="Avenir LT Std 55 Roman" panose="020B0503020203020204" pitchFamily="34" charset="0"/>
              </a:rPr>
              <a:t>(ex. ennui…) pour les agents concernés</a:t>
            </a:r>
          </a:p>
          <a:p>
            <a:pPr marL="87312" lvl="0" algn="just" defTabSz="908712">
              <a:spcAft>
                <a:spcPts val="900"/>
              </a:spcAft>
              <a:defRPr/>
            </a:pPr>
            <a:r>
              <a:rPr lang="fr-FR" sz="1200" dirty="0">
                <a:solidFill>
                  <a:schemeClr val="accent4"/>
                </a:solidFill>
                <a:latin typeface="Avenir LT Std 55 Roman" panose="020B0503020203020204" pitchFamily="34" charset="0"/>
              </a:rPr>
              <a:t>Evaluer si le projet induira un </a:t>
            </a:r>
            <a:r>
              <a:rPr lang="fr-FR" sz="1200" dirty="0">
                <a:solidFill>
                  <a:srgbClr val="00B388"/>
                </a:solidFill>
                <a:latin typeface="Avenir LT Std 65 Medium" panose="020B0803020203020204" pitchFamily="34" charset="0"/>
              </a:rPr>
              <a:t>impact sur la charge de travail </a:t>
            </a:r>
            <a:r>
              <a:rPr lang="fr-FR" sz="1200" dirty="0">
                <a:solidFill>
                  <a:schemeClr val="accent4"/>
                </a:solidFill>
                <a:latin typeface="Avenir LT Std 55 Roman" panose="020B0503020203020204" pitchFamily="34" charset="0"/>
              </a:rPr>
              <a:t>des agents pendant le projet (participation au projet…) et en run</a:t>
            </a:r>
          </a:p>
          <a:p>
            <a:pPr marL="87312" lvl="0" algn="just" defTabSz="908712">
              <a:spcAft>
                <a:spcPts val="900"/>
              </a:spcAft>
              <a:defRPr/>
            </a:pPr>
            <a:r>
              <a:rPr lang="fr-FR" sz="1200" dirty="0">
                <a:solidFill>
                  <a:schemeClr val="accent4"/>
                </a:solidFill>
                <a:latin typeface="Avenir LT Std 55 Roman" panose="020B0503020203020204" pitchFamily="34" charset="0"/>
              </a:rPr>
              <a:t>Identifier si le projet fait évoluer les </a:t>
            </a:r>
            <a:r>
              <a:rPr lang="fr-FR" sz="1200" dirty="0">
                <a:solidFill>
                  <a:srgbClr val="00B388"/>
                </a:solidFill>
                <a:latin typeface="Avenir LT Std 65 Medium" panose="020B0803020203020204" pitchFamily="34" charset="0"/>
              </a:rPr>
              <a:t>conditions de travail des agents </a:t>
            </a:r>
            <a:r>
              <a:rPr lang="fr-FR" sz="1200" dirty="0">
                <a:solidFill>
                  <a:schemeClr val="accent4"/>
                </a:solidFill>
                <a:latin typeface="Avenir LT Std 55 Roman" panose="020B0503020203020204" pitchFamily="34" charset="0"/>
              </a:rPr>
              <a:t>(amplitude horaire, travail de nuit, autonomie, télétravail, diversité des tâches…)</a:t>
            </a:r>
          </a:p>
          <a:p>
            <a:pPr marL="87312" lvl="0" algn="just" defTabSz="908712">
              <a:spcAft>
                <a:spcPts val="900"/>
              </a:spcAft>
              <a:defRPr/>
            </a:pPr>
            <a:r>
              <a:rPr lang="fr-FR" sz="1200" dirty="0">
                <a:solidFill>
                  <a:schemeClr val="accent4"/>
                </a:solidFill>
                <a:latin typeface="Avenir LT Std 55 Roman" panose="020B0503020203020204" pitchFamily="34" charset="0"/>
              </a:rPr>
              <a:t>Identifier si le projet implique un </a:t>
            </a:r>
            <a:r>
              <a:rPr lang="fr-FR" sz="1200" dirty="0">
                <a:solidFill>
                  <a:srgbClr val="00B388"/>
                </a:solidFill>
                <a:latin typeface="Avenir LT Std 65 Medium" panose="020B0803020203020204" pitchFamily="34" charset="0"/>
              </a:rPr>
              <a:t>changement géographique avec des impacts directs sur les agents </a:t>
            </a:r>
            <a:r>
              <a:rPr lang="fr-FR" sz="1200" dirty="0">
                <a:solidFill>
                  <a:schemeClr val="accent4"/>
                </a:solidFill>
                <a:latin typeface="Avenir LT Std 55 Roman" panose="020B0503020203020204" pitchFamily="34" charset="0"/>
              </a:rPr>
              <a:t>(déménagement, temps de déplacement supplémentaire…) ou </a:t>
            </a:r>
            <a:r>
              <a:rPr lang="fr-FR" sz="1200" dirty="0">
                <a:solidFill>
                  <a:srgbClr val="00B388"/>
                </a:solidFill>
                <a:latin typeface="Avenir LT Std 65 Medium" panose="020B0803020203020204" pitchFamily="34" charset="0"/>
              </a:rPr>
              <a:t>d’autres impacts sur leur organisation personnelle </a:t>
            </a:r>
            <a:r>
              <a:rPr lang="fr-FR" sz="1200" dirty="0">
                <a:solidFill>
                  <a:schemeClr val="accent4"/>
                </a:solidFill>
                <a:latin typeface="Avenir LT Std 55 Roman" panose="020B0503020203020204" pitchFamily="34" charset="0"/>
              </a:rPr>
              <a:t>(fatigue supplémentaire, organisation personnelle / familiale à revoir…)</a:t>
            </a:r>
          </a:p>
          <a:p>
            <a:pPr marL="87312" lvl="0" algn="just" defTabSz="908712">
              <a:spcAft>
                <a:spcPts val="900"/>
              </a:spcAft>
              <a:defRPr/>
            </a:pPr>
            <a:r>
              <a:rPr lang="fr-FR" sz="1200" dirty="0">
                <a:solidFill>
                  <a:schemeClr val="accent4"/>
                </a:solidFill>
                <a:latin typeface="Avenir LT Std 55 Roman" panose="020B0503020203020204" pitchFamily="34" charset="0"/>
              </a:rPr>
              <a:t>Evaluer </a:t>
            </a:r>
            <a:r>
              <a:rPr lang="fr-FR" sz="1200" dirty="0">
                <a:solidFill>
                  <a:srgbClr val="00B388"/>
                </a:solidFill>
                <a:latin typeface="Avenir LT Std 65 Medium" panose="020B0803020203020204" pitchFamily="34" charset="0"/>
              </a:rPr>
              <a:t>les impacts financiers du projet pour les agents </a:t>
            </a:r>
            <a:r>
              <a:rPr lang="fr-FR" sz="1200" dirty="0">
                <a:solidFill>
                  <a:srgbClr val="00B388"/>
                </a:solidFill>
                <a:latin typeface="Avenir LT Std 55 Roman" panose="020B0503020203020204" pitchFamily="34" charset="0"/>
              </a:rPr>
              <a:t>: </a:t>
            </a:r>
            <a:r>
              <a:rPr lang="fr-FR" sz="1200" dirty="0">
                <a:solidFill>
                  <a:schemeClr val="accent4"/>
                </a:solidFill>
                <a:latin typeface="Avenir LT Std 55 Roman" panose="020B0503020203020204" pitchFamily="34" charset="0"/>
              </a:rPr>
              <a:t>directs (rémunération, évolutions des astreintes, …) et indirects (frais de déplacement, frais de garde d’enfants…) </a:t>
            </a:r>
          </a:p>
          <a:p>
            <a:pPr marL="87312" lvl="0" algn="just" defTabSz="908712">
              <a:spcAft>
                <a:spcPts val="900"/>
              </a:spcAft>
              <a:defRPr/>
            </a:pPr>
            <a:r>
              <a:rPr lang="fr-FR" sz="1200" dirty="0">
                <a:solidFill>
                  <a:srgbClr val="4A412A"/>
                </a:solidFill>
                <a:latin typeface="Avenir LT Std 55 Roman" panose="020B0503020203020204" pitchFamily="34" charset="0"/>
              </a:rPr>
              <a:t>Déterminer si le projet induit des </a:t>
            </a:r>
            <a:r>
              <a:rPr lang="fr-FR" sz="1200" dirty="0">
                <a:solidFill>
                  <a:srgbClr val="00B388"/>
                </a:solidFill>
                <a:latin typeface="Avenir LT Std 65 Medium" panose="020B0803020203020204" pitchFamily="34" charset="0"/>
              </a:rPr>
              <a:t>changements par rapport à la culture du collectif</a:t>
            </a:r>
            <a:r>
              <a:rPr lang="fr-FR" sz="1200" dirty="0">
                <a:solidFill>
                  <a:srgbClr val="0071CB"/>
                </a:solidFill>
                <a:latin typeface="Avenir LT Std 65 Medium" panose="020B0803020203020204" pitchFamily="34" charset="0"/>
              </a:rPr>
              <a:t> </a:t>
            </a:r>
            <a:r>
              <a:rPr lang="fr-FR" sz="1200" dirty="0">
                <a:solidFill>
                  <a:srgbClr val="4A412A"/>
                </a:solidFill>
                <a:latin typeface="Avenir LT Std 55 Roman" panose="020B0503020203020204" pitchFamily="34" charset="0"/>
              </a:rPr>
              <a:t>(ex. nouvelle culture hiérarchique liée à une évolution de la répartition de l’expertise, évolution de l’identité métier et du sentiment d’appartenance, évolution des modalités de reconnaissance…)</a:t>
            </a:r>
            <a:endParaRPr lang="fr-FR" sz="1200" dirty="0">
              <a:solidFill>
                <a:schemeClr val="accent4"/>
              </a:solidFill>
              <a:latin typeface="Avenir LT Std 55 Roman" panose="020B0503020203020204" pitchFamily="34" charset="0"/>
            </a:endParaRPr>
          </a:p>
        </p:txBody>
      </p:sp>
      <p:pic>
        <p:nvPicPr>
          <p:cNvPr id="8" name="Graphique 7" descr="Loupe avec un remplissage uni">
            <a:hlinkClick r:id="rId3" action="ppaction://hlinksldjump"/>
            <a:extLst>
              <a:ext uri="{FF2B5EF4-FFF2-40B4-BE49-F238E27FC236}">
                <a16:creationId xmlns:a16="http://schemas.microsoft.com/office/drawing/2014/main" id="{03711CC7-3DCD-4EB3-4C36-3C12CCCAA8B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48707" y="1209454"/>
            <a:ext cx="324000" cy="324000"/>
          </a:xfrm>
          <a:prstGeom prst="rect">
            <a:avLst/>
          </a:prstGeom>
        </p:spPr>
      </p:pic>
      <p:pic>
        <p:nvPicPr>
          <p:cNvPr id="22" name="Graphique 21" descr="Loupe avec un remplissage uni">
            <a:hlinkClick r:id="rId5" action="ppaction://hlinksldjump"/>
            <a:extLst>
              <a:ext uri="{FF2B5EF4-FFF2-40B4-BE49-F238E27FC236}">
                <a16:creationId xmlns:a16="http://schemas.microsoft.com/office/drawing/2014/main" id="{3FC4F40F-7DD9-B691-455C-7A2780DEFC2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48707" y="1665668"/>
            <a:ext cx="324000" cy="324000"/>
          </a:xfrm>
          <a:prstGeom prst="rect">
            <a:avLst/>
          </a:prstGeom>
        </p:spPr>
      </p:pic>
      <p:pic>
        <p:nvPicPr>
          <p:cNvPr id="27" name="Graphique 26" descr="Loupe avec un remplissage uni">
            <a:hlinkClick r:id="rId6" action="ppaction://hlinksldjump"/>
            <a:extLst>
              <a:ext uri="{FF2B5EF4-FFF2-40B4-BE49-F238E27FC236}">
                <a16:creationId xmlns:a16="http://schemas.microsoft.com/office/drawing/2014/main" id="{02BEF69F-2CD0-CA3F-519D-9C765CC1787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48707" y="2268359"/>
            <a:ext cx="324000" cy="324000"/>
          </a:xfrm>
          <a:prstGeom prst="rect">
            <a:avLst/>
          </a:prstGeom>
        </p:spPr>
      </p:pic>
      <p:pic>
        <p:nvPicPr>
          <p:cNvPr id="32" name="Graphique 31" descr="Loupe avec un remplissage uni">
            <a:hlinkClick r:id="rId7" action="ppaction://hlinksldjump"/>
            <a:extLst>
              <a:ext uri="{FF2B5EF4-FFF2-40B4-BE49-F238E27FC236}">
                <a16:creationId xmlns:a16="http://schemas.microsoft.com/office/drawing/2014/main" id="{E79BE3B6-2B28-3E40-C2A4-3C698148BC6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48707" y="2928998"/>
            <a:ext cx="324000" cy="324000"/>
          </a:xfrm>
          <a:prstGeom prst="rect">
            <a:avLst/>
          </a:prstGeom>
        </p:spPr>
      </p:pic>
      <p:pic>
        <p:nvPicPr>
          <p:cNvPr id="37" name="Graphique 36" descr="Loupe avec un remplissage uni">
            <a:hlinkClick r:id="rId8" action="ppaction://hlinksldjump"/>
            <a:extLst>
              <a:ext uri="{FF2B5EF4-FFF2-40B4-BE49-F238E27FC236}">
                <a16:creationId xmlns:a16="http://schemas.microsoft.com/office/drawing/2014/main" id="{477BDF4B-1B58-96BD-375B-67D911ABF49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48707" y="3475689"/>
            <a:ext cx="324000" cy="324000"/>
          </a:xfrm>
          <a:prstGeom prst="rect">
            <a:avLst/>
          </a:prstGeom>
        </p:spPr>
      </p:pic>
      <p:pic>
        <p:nvPicPr>
          <p:cNvPr id="42" name="Graphique 41" descr="Loupe avec un remplissage uni">
            <a:hlinkClick r:id="rId9" action="ppaction://hlinksldjump"/>
            <a:extLst>
              <a:ext uri="{FF2B5EF4-FFF2-40B4-BE49-F238E27FC236}">
                <a16:creationId xmlns:a16="http://schemas.microsoft.com/office/drawing/2014/main" id="{A79A0FC3-E042-FA10-E852-FCE33BE81D4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48707" y="3884528"/>
            <a:ext cx="324000" cy="324000"/>
          </a:xfrm>
          <a:prstGeom prst="rect">
            <a:avLst/>
          </a:prstGeom>
        </p:spPr>
      </p:pic>
      <p:pic>
        <p:nvPicPr>
          <p:cNvPr id="47" name="Graphique 46" descr="Loupe avec un remplissage uni">
            <a:hlinkClick r:id="rId10" action="ppaction://hlinksldjump"/>
            <a:extLst>
              <a:ext uri="{FF2B5EF4-FFF2-40B4-BE49-F238E27FC236}">
                <a16:creationId xmlns:a16="http://schemas.microsoft.com/office/drawing/2014/main" id="{1AA255A9-723D-0A9E-3985-EE511A07A5C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48707" y="4251960"/>
            <a:ext cx="324000" cy="324000"/>
          </a:xfrm>
          <a:prstGeom prst="rect">
            <a:avLst/>
          </a:prstGeom>
        </p:spPr>
      </p:pic>
      <p:pic>
        <p:nvPicPr>
          <p:cNvPr id="52" name="Graphique 51" descr="Loupe avec un remplissage uni">
            <a:hlinkClick r:id="rId11" action="ppaction://hlinksldjump"/>
            <a:extLst>
              <a:ext uri="{FF2B5EF4-FFF2-40B4-BE49-F238E27FC236}">
                <a16:creationId xmlns:a16="http://schemas.microsoft.com/office/drawing/2014/main" id="{93415200-C617-2069-2633-E7192A68251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48707" y="4871035"/>
            <a:ext cx="324000" cy="324000"/>
          </a:xfrm>
          <a:prstGeom prst="rect">
            <a:avLst/>
          </a:prstGeom>
        </p:spPr>
      </p:pic>
      <p:pic>
        <p:nvPicPr>
          <p:cNvPr id="60" name="Graphique 59" descr="Loupe avec un remplissage uni">
            <a:hlinkClick r:id="rId12" action="ppaction://hlinksldjump"/>
            <a:extLst>
              <a:ext uri="{FF2B5EF4-FFF2-40B4-BE49-F238E27FC236}">
                <a16:creationId xmlns:a16="http://schemas.microsoft.com/office/drawing/2014/main" id="{468BEC59-C74F-D717-CF31-B58775F973F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48707" y="5388477"/>
            <a:ext cx="324000" cy="324000"/>
          </a:xfrm>
          <a:prstGeom prst="rect">
            <a:avLst/>
          </a:prstGeom>
        </p:spPr>
      </p:pic>
      <p:pic>
        <p:nvPicPr>
          <p:cNvPr id="79" name="Graphique 78" descr="Loupe avec un remplissage uni">
            <a:hlinkClick r:id="rId13" action="ppaction://hlinksldjump"/>
            <a:extLst>
              <a:ext uri="{FF2B5EF4-FFF2-40B4-BE49-F238E27FC236}">
                <a16:creationId xmlns:a16="http://schemas.microsoft.com/office/drawing/2014/main" id="{C72D5ED5-4044-632F-7805-AB0D9048349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48707" y="5989427"/>
            <a:ext cx="324000" cy="324000"/>
          </a:xfrm>
          <a:prstGeom prst="rect">
            <a:avLst/>
          </a:prstGeom>
        </p:spPr>
      </p:pic>
      <p:sp>
        <p:nvSpPr>
          <p:cNvPr id="80" name="Rectangle : coins arrondis 79">
            <a:extLst>
              <a:ext uri="{FF2B5EF4-FFF2-40B4-BE49-F238E27FC236}">
                <a16:creationId xmlns:a16="http://schemas.microsoft.com/office/drawing/2014/main" id="{F04CC6EE-C865-8EC0-AD55-3D0B4B3F0AE8}"/>
              </a:ext>
            </a:extLst>
          </p:cNvPr>
          <p:cNvSpPr/>
          <p:nvPr/>
        </p:nvSpPr>
        <p:spPr>
          <a:xfrm>
            <a:off x="10365348" y="1642655"/>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defRPr/>
            </a:pPr>
            <a:r>
              <a:rPr lang="fr-FR" sz="800" i="1">
                <a:solidFill>
                  <a:srgbClr val="A4C8E1">
                    <a:lumMod val="50000"/>
                  </a:srgbClr>
                </a:solidFill>
                <a:latin typeface="Avenir LT Std 55 Roman" panose="020B0503020203020204" pitchFamily="34" charset="0"/>
                <a:cs typeface="Times New Roman" panose="02020603050405020304" pitchFamily="18" charset="0"/>
              </a:rPr>
              <a:t>~ 10 min</a:t>
            </a:r>
            <a:endPar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endParaRPr>
          </a:p>
        </p:txBody>
      </p:sp>
      <p:sp>
        <p:nvSpPr>
          <p:cNvPr id="81" name="Rectangle : coins arrondis 80">
            <a:extLst>
              <a:ext uri="{FF2B5EF4-FFF2-40B4-BE49-F238E27FC236}">
                <a16:creationId xmlns:a16="http://schemas.microsoft.com/office/drawing/2014/main" id="{629B592A-B625-D058-1C19-F373506B09D7}"/>
              </a:ext>
            </a:extLst>
          </p:cNvPr>
          <p:cNvSpPr/>
          <p:nvPr/>
        </p:nvSpPr>
        <p:spPr>
          <a:xfrm>
            <a:off x="10365348" y="3452676"/>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00" i="1">
                <a:solidFill>
                  <a:srgbClr val="A4C8E1">
                    <a:lumMod val="50000"/>
                  </a:srgbClr>
                </a:solidFill>
                <a:latin typeface="Avenir LT Std 55 Roman" panose="020B0503020203020204" pitchFamily="34" charset="0"/>
                <a:cs typeface="Times New Roman" panose="02020603050405020304" pitchFamily="18" charset="0"/>
              </a:rPr>
              <a:t>~ 15 min</a:t>
            </a:r>
            <a:endPar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endParaRPr>
          </a:p>
        </p:txBody>
      </p:sp>
      <p:sp>
        <p:nvSpPr>
          <p:cNvPr id="82" name="Rectangle : coins arrondis 81">
            <a:extLst>
              <a:ext uri="{FF2B5EF4-FFF2-40B4-BE49-F238E27FC236}">
                <a16:creationId xmlns:a16="http://schemas.microsoft.com/office/drawing/2014/main" id="{6C853C42-41F4-34F3-38D6-DE04AF8EC030}"/>
              </a:ext>
            </a:extLst>
          </p:cNvPr>
          <p:cNvSpPr/>
          <p:nvPr/>
        </p:nvSpPr>
        <p:spPr>
          <a:xfrm>
            <a:off x="10365348" y="4228947"/>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rPr>
              <a:t>~ 20 min</a:t>
            </a:r>
          </a:p>
        </p:txBody>
      </p:sp>
      <p:sp>
        <p:nvSpPr>
          <p:cNvPr id="83" name="Rectangle : coins arrondis 82">
            <a:extLst>
              <a:ext uri="{FF2B5EF4-FFF2-40B4-BE49-F238E27FC236}">
                <a16:creationId xmlns:a16="http://schemas.microsoft.com/office/drawing/2014/main" id="{BEE85645-CF39-971C-B7F0-F292EB5DF89A}"/>
              </a:ext>
            </a:extLst>
          </p:cNvPr>
          <p:cNvSpPr/>
          <p:nvPr/>
        </p:nvSpPr>
        <p:spPr>
          <a:xfrm>
            <a:off x="10365348" y="5365464"/>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00" i="1">
                <a:solidFill>
                  <a:srgbClr val="A4C8E1">
                    <a:lumMod val="50000"/>
                  </a:srgbClr>
                </a:solidFill>
                <a:latin typeface="Avenir LT Std 55 Roman" panose="020B0503020203020204" pitchFamily="34" charset="0"/>
                <a:cs typeface="Times New Roman" panose="02020603050405020304" pitchFamily="18" charset="0"/>
              </a:rPr>
              <a:t>~15 min</a:t>
            </a:r>
            <a:endPar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endParaRPr>
          </a:p>
        </p:txBody>
      </p:sp>
      <p:sp>
        <p:nvSpPr>
          <p:cNvPr id="18" name="Rectangle : coins arrondis 17">
            <a:extLst>
              <a:ext uri="{FF2B5EF4-FFF2-40B4-BE49-F238E27FC236}">
                <a16:creationId xmlns:a16="http://schemas.microsoft.com/office/drawing/2014/main" id="{7F32EE38-19F9-4EFC-2DEF-9E8BB072CD55}"/>
              </a:ext>
            </a:extLst>
          </p:cNvPr>
          <p:cNvSpPr/>
          <p:nvPr/>
        </p:nvSpPr>
        <p:spPr>
          <a:xfrm>
            <a:off x="10365348" y="1186441"/>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00" i="1">
                <a:solidFill>
                  <a:srgbClr val="A4C8E1">
                    <a:lumMod val="50000"/>
                  </a:srgbClr>
                </a:solidFill>
                <a:latin typeface="Avenir LT Std 55 Roman" panose="020B0503020203020204" pitchFamily="34" charset="0"/>
                <a:cs typeface="Times New Roman" panose="02020603050405020304" pitchFamily="18" charset="0"/>
              </a:rPr>
              <a:t>~ 5 min</a:t>
            </a:r>
            <a:endPar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endParaRPr>
          </a:p>
        </p:txBody>
      </p:sp>
      <p:sp>
        <p:nvSpPr>
          <p:cNvPr id="119" name="Rectangle : coins arrondis 118">
            <a:extLst>
              <a:ext uri="{FF2B5EF4-FFF2-40B4-BE49-F238E27FC236}">
                <a16:creationId xmlns:a16="http://schemas.microsoft.com/office/drawing/2014/main" id="{0FCF6DEE-8310-7B77-629D-3EA7B129BFB3}"/>
              </a:ext>
            </a:extLst>
          </p:cNvPr>
          <p:cNvSpPr/>
          <p:nvPr/>
        </p:nvSpPr>
        <p:spPr>
          <a:xfrm>
            <a:off x="10365348" y="2245346"/>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defRPr/>
            </a:pPr>
            <a:r>
              <a:rPr lang="fr-FR" sz="800" i="1">
                <a:solidFill>
                  <a:srgbClr val="A4C8E1">
                    <a:lumMod val="50000"/>
                  </a:srgbClr>
                </a:solidFill>
                <a:latin typeface="Avenir LT Std 55 Roman" panose="020B0503020203020204" pitchFamily="34" charset="0"/>
                <a:cs typeface="Times New Roman" panose="02020603050405020304" pitchFamily="18" charset="0"/>
              </a:rPr>
              <a:t>~ 15 min</a:t>
            </a:r>
            <a:endPar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endParaRPr>
          </a:p>
        </p:txBody>
      </p:sp>
      <p:sp>
        <p:nvSpPr>
          <p:cNvPr id="120" name="Rectangle : coins arrondis 119">
            <a:extLst>
              <a:ext uri="{FF2B5EF4-FFF2-40B4-BE49-F238E27FC236}">
                <a16:creationId xmlns:a16="http://schemas.microsoft.com/office/drawing/2014/main" id="{378BF5CF-CAB9-10E0-8FF9-72EE8468D29E}"/>
              </a:ext>
            </a:extLst>
          </p:cNvPr>
          <p:cNvSpPr/>
          <p:nvPr/>
        </p:nvSpPr>
        <p:spPr>
          <a:xfrm>
            <a:off x="10365348" y="3861515"/>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00" i="1">
                <a:solidFill>
                  <a:srgbClr val="A4C8E1">
                    <a:lumMod val="50000"/>
                  </a:srgbClr>
                </a:solidFill>
                <a:latin typeface="Avenir LT Std 55 Roman" panose="020B0503020203020204" pitchFamily="34" charset="0"/>
                <a:cs typeface="Times New Roman" panose="02020603050405020304" pitchFamily="18" charset="0"/>
              </a:rPr>
              <a:t>~ 20 min</a:t>
            </a:r>
            <a:endPar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endParaRPr>
          </a:p>
        </p:txBody>
      </p:sp>
      <p:sp>
        <p:nvSpPr>
          <p:cNvPr id="121" name="Rectangle : coins arrondis 120">
            <a:extLst>
              <a:ext uri="{FF2B5EF4-FFF2-40B4-BE49-F238E27FC236}">
                <a16:creationId xmlns:a16="http://schemas.microsoft.com/office/drawing/2014/main" id="{C72D4DD2-8FEC-8AAA-6831-6ADC8643F834}"/>
              </a:ext>
            </a:extLst>
          </p:cNvPr>
          <p:cNvSpPr/>
          <p:nvPr/>
        </p:nvSpPr>
        <p:spPr>
          <a:xfrm>
            <a:off x="10365348" y="4848022"/>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rPr>
              <a:t>~ 10 min</a:t>
            </a:r>
          </a:p>
        </p:txBody>
      </p:sp>
      <p:sp>
        <p:nvSpPr>
          <p:cNvPr id="122" name="Rectangle : coins arrondis 121">
            <a:extLst>
              <a:ext uri="{FF2B5EF4-FFF2-40B4-BE49-F238E27FC236}">
                <a16:creationId xmlns:a16="http://schemas.microsoft.com/office/drawing/2014/main" id="{9AB44534-25C4-7AAD-472B-7127397BFE5F}"/>
              </a:ext>
            </a:extLst>
          </p:cNvPr>
          <p:cNvSpPr/>
          <p:nvPr/>
        </p:nvSpPr>
        <p:spPr>
          <a:xfrm>
            <a:off x="10365348" y="5966414"/>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00" i="1">
                <a:solidFill>
                  <a:srgbClr val="A4C8E1">
                    <a:lumMod val="50000"/>
                  </a:srgbClr>
                </a:solidFill>
                <a:latin typeface="Avenir LT Std 55 Roman" panose="020B0503020203020204" pitchFamily="34" charset="0"/>
                <a:cs typeface="Times New Roman" panose="02020603050405020304" pitchFamily="18" charset="0"/>
              </a:rPr>
              <a:t>~10 min</a:t>
            </a:r>
            <a:endPar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endParaRPr>
          </a:p>
        </p:txBody>
      </p:sp>
      <p:sp>
        <p:nvSpPr>
          <p:cNvPr id="123" name="Rectangle : coins arrondis 122">
            <a:extLst>
              <a:ext uri="{FF2B5EF4-FFF2-40B4-BE49-F238E27FC236}">
                <a16:creationId xmlns:a16="http://schemas.microsoft.com/office/drawing/2014/main" id="{5ED64649-5D35-CE96-60E3-CE9FF2529CE9}"/>
              </a:ext>
            </a:extLst>
          </p:cNvPr>
          <p:cNvSpPr/>
          <p:nvPr/>
        </p:nvSpPr>
        <p:spPr>
          <a:xfrm>
            <a:off x="10365348" y="2905985"/>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defRPr/>
            </a:pPr>
            <a:r>
              <a:rPr lang="fr-FR" sz="800" i="1">
                <a:solidFill>
                  <a:srgbClr val="A4C8E1">
                    <a:lumMod val="50000"/>
                  </a:srgbClr>
                </a:solidFill>
                <a:latin typeface="Avenir LT Std 55 Roman" panose="020B0503020203020204" pitchFamily="34" charset="0"/>
                <a:cs typeface="Times New Roman" panose="02020603050405020304" pitchFamily="18" charset="0"/>
              </a:rPr>
              <a:t>~ 15 min</a:t>
            </a:r>
            <a:endPar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endParaRPr>
          </a:p>
        </p:txBody>
      </p:sp>
      <p:pic>
        <p:nvPicPr>
          <p:cNvPr id="19" name="Graphique 18" descr="Sablier terminé avec un remplissage uni">
            <a:extLst>
              <a:ext uri="{FF2B5EF4-FFF2-40B4-BE49-F238E27FC236}">
                <a16:creationId xmlns:a16="http://schemas.microsoft.com/office/drawing/2014/main" id="{C92A2038-601A-38DC-2913-BAE525B71C53}"/>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0182660" y="1186441"/>
            <a:ext cx="306421" cy="306421"/>
          </a:xfrm>
          <a:prstGeom prst="rect">
            <a:avLst/>
          </a:prstGeom>
        </p:spPr>
      </p:pic>
      <p:pic>
        <p:nvPicPr>
          <p:cNvPr id="20" name="Graphique 19" descr="Sablier terminé avec un remplissage uni">
            <a:extLst>
              <a:ext uri="{FF2B5EF4-FFF2-40B4-BE49-F238E27FC236}">
                <a16:creationId xmlns:a16="http://schemas.microsoft.com/office/drawing/2014/main" id="{621526BD-9E27-944B-7643-C33036DF17E4}"/>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0182660" y="1642655"/>
            <a:ext cx="306421" cy="306421"/>
          </a:xfrm>
          <a:prstGeom prst="rect">
            <a:avLst/>
          </a:prstGeom>
        </p:spPr>
      </p:pic>
      <p:pic>
        <p:nvPicPr>
          <p:cNvPr id="23" name="Graphique 22" descr="Sablier terminé avec un remplissage uni">
            <a:extLst>
              <a:ext uri="{FF2B5EF4-FFF2-40B4-BE49-F238E27FC236}">
                <a16:creationId xmlns:a16="http://schemas.microsoft.com/office/drawing/2014/main" id="{20C2EB6B-9437-80D4-0DC0-89ED54C6346F}"/>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0182660" y="2245346"/>
            <a:ext cx="306421" cy="306421"/>
          </a:xfrm>
          <a:prstGeom prst="rect">
            <a:avLst/>
          </a:prstGeom>
        </p:spPr>
      </p:pic>
      <p:pic>
        <p:nvPicPr>
          <p:cNvPr id="24" name="Graphique 23" descr="Sablier terminé avec un remplissage uni">
            <a:extLst>
              <a:ext uri="{FF2B5EF4-FFF2-40B4-BE49-F238E27FC236}">
                <a16:creationId xmlns:a16="http://schemas.microsoft.com/office/drawing/2014/main" id="{03A0C793-6714-F58D-35D3-F1BC9E2188D1}"/>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0182660" y="2905985"/>
            <a:ext cx="306421" cy="306421"/>
          </a:xfrm>
          <a:prstGeom prst="rect">
            <a:avLst/>
          </a:prstGeom>
        </p:spPr>
      </p:pic>
      <p:pic>
        <p:nvPicPr>
          <p:cNvPr id="25" name="Graphique 24" descr="Sablier terminé avec un remplissage uni">
            <a:extLst>
              <a:ext uri="{FF2B5EF4-FFF2-40B4-BE49-F238E27FC236}">
                <a16:creationId xmlns:a16="http://schemas.microsoft.com/office/drawing/2014/main" id="{F281313D-2737-4D85-469B-D96AB2D0CCC8}"/>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0182660" y="3452676"/>
            <a:ext cx="306421" cy="306421"/>
          </a:xfrm>
          <a:prstGeom prst="rect">
            <a:avLst/>
          </a:prstGeom>
        </p:spPr>
      </p:pic>
      <p:pic>
        <p:nvPicPr>
          <p:cNvPr id="28" name="Graphique 27" descr="Sablier terminé avec un remplissage uni">
            <a:extLst>
              <a:ext uri="{FF2B5EF4-FFF2-40B4-BE49-F238E27FC236}">
                <a16:creationId xmlns:a16="http://schemas.microsoft.com/office/drawing/2014/main" id="{C323D606-39A6-69C2-2828-F6699E98715A}"/>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0182660" y="3861515"/>
            <a:ext cx="306421" cy="306421"/>
          </a:xfrm>
          <a:prstGeom prst="rect">
            <a:avLst/>
          </a:prstGeom>
        </p:spPr>
      </p:pic>
      <p:pic>
        <p:nvPicPr>
          <p:cNvPr id="29" name="Graphique 28" descr="Sablier terminé avec un remplissage uni">
            <a:extLst>
              <a:ext uri="{FF2B5EF4-FFF2-40B4-BE49-F238E27FC236}">
                <a16:creationId xmlns:a16="http://schemas.microsoft.com/office/drawing/2014/main" id="{AD5F8417-53A7-327F-21CE-5A4CE784D6D1}"/>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0182660" y="4228947"/>
            <a:ext cx="306421" cy="306421"/>
          </a:xfrm>
          <a:prstGeom prst="rect">
            <a:avLst/>
          </a:prstGeom>
        </p:spPr>
      </p:pic>
      <p:pic>
        <p:nvPicPr>
          <p:cNvPr id="30" name="Graphique 29" descr="Sablier terminé avec un remplissage uni">
            <a:extLst>
              <a:ext uri="{FF2B5EF4-FFF2-40B4-BE49-F238E27FC236}">
                <a16:creationId xmlns:a16="http://schemas.microsoft.com/office/drawing/2014/main" id="{E2B38378-6AB1-A4ED-B7D8-6576CD40425D}"/>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0182660" y="4848022"/>
            <a:ext cx="306421" cy="306421"/>
          </a:xfrm>
          <a:prstGeom prst="rect">
            <a:avLst/>
          </a:prstGeom>
        </p:spPr>
      </p:pic>
      <p:pic>
        <p:nvPicPr>
          <p:cNvPr id="33" name="Graphique 32" descr="Sablier terminé avec un remplissage uni">
            <a:extLst>
              <a:ext uri="{FF2B5EF4-FFF2-40B4-BE49-F238E27FC236}">
                <a16:creationId xmlns:a16="http://schemas.microsoft.com/office/drawing/2014/main" id="{C82EAB50-55E0-710E-87EE-417064555533}"/>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0182660" y="5365464"/>
            <a:ext cx="306421" cy="306421"/>
          </a:xfrm>
          <a:prstGeom prst="rect">
            <a:avLst/>
          </a:prstGeom>
        </p:spPr>
      </p:pic>
      <p:pic>
        <p:nvPicPr>
          <p:cNvPr id="34" name="Graphique 33" descr="Sablier terminé avec un remplissage uni">
            <a:extLst>
              <a:ext uri="{FF2B5EF4-FFF2-40B4-BE49-F238E27FC236}">
                <a16:creationId xmlns:a16="http://schemas.microsoft.com/office/drawing/2014/main" id="{1C1ABA13-8452-8844-E020-4ECDB4E58DE6}"/>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0182660" y="5966414"/>
            <a:ext cx="306421" cy="306421"/>
          </a:xfrm>
          <a:prstGeom prst="rect">
            <a:avLst/>
          </a:prstGeom>
        </p:spPr>
      </p:pic>
      <p:sp>
        <p:nvSpPr>
          <p:cNvPr id="49" name="Triangle isocèle 48">
            <a:hlinkClick r:id="rId15" action="ppaction://hlinksldjump"/>
            <a:extLst>
              <a:ext uri="{FF2B5EF4-FFF2-40B4-BE49-F238E27FC236}">
                <a16:creationId xmlns:a16="http://schemas.microsoft.com/office/drawing/2014/main" id="{B79244B4-71B2-C692-394D-E49230BF2F1B}"/>
              </a:ext>
            </a:extLst>
          </p:cNvPr>
          <p:cNvSpPr/>
          <p:nvPr/>
        </p:nvSpPr>
        <p:spPr>
          <a:xfrm>
            <a:off x="-11167" y="5468129"/>
            <a:ext cx="2334810" cy="405019"/>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grpSp>
        <p:nvGrpSpPr>
          <p:cNvPr id="59" name="Groupe 58">
            <a:extLst>
              <a:ext uri="{FF2B5EF4-FFF2-40B4-BE49-F238E27FC236}">
                <a16:creationId xmlns:a16="http://schemas.microsoft.com/office/drawing/2014/main" id="{B7EBFDFE-DAFE-85F3-BEBF-8ACAB8DC4209}"/>
              </a:ext>
            </a:extLst>
          </p:cNvPr>
          <p:cNvGrpSpPr>
            <a:grpSpLocks noChangeAspect="1"/>
          </p:cNvGrpSpPr>
          <p:nvPr/>
        </p:nvGrpSpPr>
        <p:grpSpPr>
          <a:xfrm>
            <a:off x="11001871" y="6336764"/>
            <a:ext cx="1082632" cy="444130"/>
            <a:chOff x="5810" y="1578917"/>
            <a:chExt cx="559801" cy="229645"/>
          </a:xfrm>
        </p:grpSpPr>
        <p:sp>
          <p:nvSpPr>
            <p:cNvPr id="62" name="Rectangle : coins arrondis 61">
              <a:hlinkClick r:id="rId16" action="ppaction://hlinksldjump"/>
              <a:extLst>
                <a:ext uri="{FF2B5EF4-FFF2-40B4-BE49-F238E27FC236}">
                  <a16:creationId xmlns:a16="http://schemas.microsoft.com/office/drawing/2014/main" id="{00F60078-7F1B-8558-2A5C-98D7617CE17B}"/>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hlinkClick r:id="rId16"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ndParaRPr>
            </a:p>
          </p:txBody>
        </p:sp>
        <p:pic>
          <p:nvPicPr>
            <p:cNvPr id="63" name="Graphique 62" descr="Retour avec un remplissage uni">
              <a:hlinkClick r:id="rId16" action="ppaction://hlinksldjump"/>
              <a:extLst>
                <a:ext uri="{FF2B5EF4-FFF2-40B4-BE49-F238E27FC236}">
                  <a16:creationId xmlns:a16="http://schemas.microsoft.com/office/drawing/2014/main" id="{141EEC7B-D418-09F8-A4F3-7577330F1AB9}"/>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9060" y="1578917"/>
              <a:ext cx="229645" cy="229645"/>
            </a:xfrm>
            <a:prstGeom prst="rect">
              <a:avLst/>
            </a:prstGeom>
          </p:spPr>
        </p:pic>
      </p:grpSp>
      <p:sp>
        <p:nvSpPr>
          <p:cNvPr id="21" name="Rectangle : coins arrondis 20">
            <a:extLst>
              <a:ext uri="{FF2B5EF4-FFF2-40B4-BE49-F238E27FC236}">
                <a16:creationId xmlns:a16="http://schemas.microsoft.com/office/drawing/2014/main" id="{2C4B924F-070C-133F-AEB2-C98D05ED7899}"/>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DC582A"/>
                </a:solidFill>
              </a:rPr>
              <a:t>PROTOTYPE</a:t>
            </a:r>
          </a:p>
        </p:txBody>
      </p:sp>
      <p:sp>
        <p:nvSpPr>
          <p:cNvPr id="36" name="Rectangle 35">
            <a:extLst>
              <a:ext uri="{FF2B5EF4-FFF2-40B4-BE49-F238E27FC236}">
                <a16:creationId xmlns:a16="http://schemas.microsoft.com/office/drawing/2014/main" id="{2910328E-6425-E707-F155-C3C964639940}"/>
              </a:ext>
            </a:extLst>
          </p:cNvPr>
          <p:cNvSpPr/>
          <p:nvPr/>
        </p:nvSpPr>
        <p:spPr>
          <a:xfrm>
            <a:off x="10082865" y="675387"/>
            <a:ext cx="925856" cy="4121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fr-FR" sz="1000" i="1">
                <a:solidFill>
                  <a:schemeClr val="tx1">
                    <a:lumMod val="75000"/>
                    <a:lumOff val="25000"/>
                  </a:schemeClr>
                </a:solidFill>
                <a:latin typeface="Avenir LT Std 35 Light" panose="020B0402020203020204" pitchFamily="34" charset="0"/>
              </a:rPr>
              <a:t>Combien de temps pour le faire ?</a:t>
            </a:r>
          </a:p>
        </p:txBody>
      </p:sp>
      <p:sp>
        <p:nvSpPr>
          <p:cNvPr id="38" name="Rectangle 37">
            <a:extLst>
              <a:ext uri="{FF2B5EF4-FFF2-40B4-BE49-F238E27FC236}">
                <a16:creationId xmlns:a16="http://schemas.microsoft.com/office/drawing/2014/main" id="{F7DDEB39-CD7A-30B4-C8FB-DCE9D1EDC5B7}"/>
              </a:ext>
            </a:extLst>
          </p:cNvPr>
          <p:cNvSpPr/>
          <p:nvPr/>
        </p:nvSpPr>
        <p:spPr>
          <a:xfrm>
            <a:off x="11342119" y="675387"/>
            <a:ext cx="737176" cy="4121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fr-FR" sz="1000" i="1">
                <a:solidFill>
                  <a:schemeClr val="tx1">
                    <a:lumMod val="75000"/>
                    <a:lumOff val="25000"/>
                  </a:schemeClr>
                </a:solidFill>
                <a:latin typeface="Avenir LT Std 35 Light" panose="020B0402020203020204" pitchFamily="34" charset="0"/>
              </a:rPr>
              <a:t>Pour aller plus loin</a:t>
            </a:r>
          </a:p>
        </p:txBody>
      </p:sp>
      <p:grpSp>
        <p:nvGrpSpPr>
          <p:cNvPr id="45" name="Groupe 44">
            <a:extLst>
              <a:ext uri="{FF2B5EF4-FFF2-40B4-BE49-F238E27FC236}">
                <a16:creationId xmlns:a16="http://schemas.microsoft.com/office/drawing/2014/main" id="{A841239A-48F5-ED99-4132-1B2F1A749E30}"/>
              </a:ext>
            </a:extLst>
          </p:cNvPr>
          <p:cNvGrpSpPr/>
          <p:nvPr/>
        </p:nvGrpSpPr>
        <p:grpSpPr>
          <a:xfrm>
            <a:off x="216339" y="1180235"/>
            <a:ext cx="302577" cy="302577"/>
            <a:chOff x="229671" y="2122077"/>
            <a:chExt cx="302577" cy="302577"/>
          </a:xfrm>
        </p:grpSpPr>
        <p:sp>
          <p:nvSpPr>
            <p:cNvPr id="72" name="Bouton d’action : vide 71">
              <a:hlinkClick r:id="" action="ppaction://noaction" highlightClick="1"/>
              <a:extLst>
                <a:ext uri="{FF2B5EF4-FFF2-40B4-BE49-F238E27FC236}">
                  <a16:creationId xmlns:a16="http://schemas.microsoft.com/office/drawing/2014/main" id="{2EA15E1E-276E-BCF4-6703-FF52AB15F1E2}"/>
                </a:ext>
              </a:extLst>
            </p:cNvPr>
            <p:cNvSpPr/>
            <p:nvPr/>
          </p:nvSpPr>
          <p:spPr>
            <a:xfrm>
              <a:off x="252322" y="2155667"/>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pic>
          <p:nvPicPr>
            <p:cNvPr id="73" name="Graphique 72" descr="Coche avec un remplissage uni">
              <a:extLst>
                <a:ext uri="{FF2B5EF4-FFF2-40B4-BE49-F238E27FC236}">
                  <a16:creationId xmlns:a16="http://schemas.microsoft.com/office/drawing/2014/main" id="{FCFFE174-4322-53C5-2431-DD6A490C53DB}"/>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229671" y="2122077"/>
              <a:ext cx="302577" cy="302577"/>
            </a:xfrm>
            <a:prstGeom prst="rect">
              <a:avLst/>
            </a:prstGeom>
          </p:spPr>
        </p:pic>
      </p:grpSp>
      <p:grpSp>
        <p:nvGrpSpPr>
          <p:cNvPr id="46" name="Groupe 45">
            <a:extLst>
              <a:ext uri="{FF2B5EF4-FFF2-40B4-BE49-F238E27FC236}">
                <a16:creationId xmlns:a16="http://schemas.microsoft.com/office/drawing/2014/main" id="{A1D3AE8E-97C4-ED1E-440A-0C742DBF8150}"/>
              </a:ext>
            </a:extLst>
          </p:cNvPr>
          <p:cNvGrpSpPr/>
          <p:nvPr/>
        </p:nvGrpSpPr>
        <p:grpSpPr>
          <a:xfrm>
            <a:off x="216339" y="2238436"/>
            <a:ext cx="302577" cy="302577"/>
            <a:chOff x="229671" y="2122077"/>
            <a:chExt cx="302577" cy="302577"/>
          </a:xfrm>
        </p:grpSpPr>
        <p:sp>
          <p:nvSpPr>
            <p:cNvPr id="70" name="Bouton d’action : vide 69">
              <a:hlinkClick r:id="" action="ppaction://noaction" highlightClick="1"/>
              <a:extLst>
                <a:ext uri="{FF2B5EF4-FFF2-40B4-BE49-F238E27FC236}">
                  <a16:creationId xmlns:a16="http://schemas.microsoft.com/office/drawing/2014/main" id="{AFC5F2DF-F13A-A1D8-DC8F-429A82C64710}"/>
                </a:ext>
              </a:extLst>
            </p:cNvPr>
            <p:cNvSpPr/>
            <p:nvPr/>
          </p:nvSpPr>
          <p:spPr>
            <a:xfrm>
              <a:off x="252322" y="2155667"/>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pic>
          <p:nvPicPr>
            <p:cNvPr id="71" name="Graphique 70" descr="Coche avec un remplissage uni">
              <a:extLst>
                <a:ext uri="{FF2B5EF4-FFF2-40B4-BE49-F238E27FC236}">
                  <a16:creationId xmlns:a16="http://schemas.microsoft.com/office/drawing/2014/main" id="{B9BDE28E-BF64-31CF-4929-AA7E480139BF}"/>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229671" y="2122077"/>
              <a:ext cx="302577" cy="302577"/>
            </a:xfrm>
            <a:prstGeom prst="rect">
              <a:avLst/>
            </a:prstGeom>
          </p:spPr>
        </p:pic>
      </p:grpSp>
      <p:grpSp>
        <p:nvGrpSpPr>
          <p:cNvPr id="51" name="Groupe 50">
            <a:extLst>
              <a:ext uri="{FF2B5EF4-FFF2-40B4-BE49-F238E27FC236}">
                <a16:creationId xmlns:a16="http://schemas.microsoft.com/office/drawing/2014/main" id="{13C0BB58-041A-FADB-00EE-AECCADFDE097}"/>
              </a:ext>
            </a:extLst>
          </p:cNvPr>
          <p:cNvGrpSpPr/>
          <p:nvPr/>
        </p:nvGrpSpPr>
        <p:grpSpPr>
          <a:xfrm>
            <a:off x="216339" y="2901989"/>
            <a:ext cx="302577" cy="302577"/>
            <a:chOff x="229671" y="2122077"/>
            <a:chExt cx="302577" cy="302577"/>
          </a:xfrm>
        </p:grpSpPr>
        <p:sp>
          <p:nvSpPr>
            <p:cNvPr id="68" name="Bouton d’action : vide 67">
              <a:hlinkClick r:id="" action="ppaction://noaction" highlightClick="1"/>
              <a:extLst>
                <a:ext uri="{FF2B5EF4-FFF2-40B4-BE49-F238E27FC236}">
                  <a16:creationId xmlns:a16="http://schemas.microsoft.com/office/drawing/2014/main" id="{8A744F0D-49B3-B61B-D701-49B4280D7B2E}"/>
                </a:ext>
              </a:extLst>
            </p:cNvPr>
            <p:cNvSpPr/>
            <p:nvPr/>
          </p:nvSpPr>
          <p:spPr>
            <a:xfrm>
              <a:off x="252322" y="2155667"/>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pic>
          <p:nvPicPr>
            <p:cNvPr id="69" name="Graphique 68" descr="Coche avec un remplissage uni">
              <a:extLst>
                <a:ext uri="{FF2B5EF4-FFF2-40B4-BE49-F238E27FC236}">
                  <a16:creationId xmlns:a16="http://schemas.microsoft.com/office/drawing/2014/main" id="{C0C24086-17DE-23DA-39A0-093B54C3DB75}"/>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229671" y="2122077"/>
              <a:ext cx="302577" cy="302577"/>
            </a:xfrm>
            <a:prstGeom prst="rect">
              <a:avLst/>
            </a:prstGeom>
          </p:spPr>
        </p:pic>
      </p:grpSp>
      <p:sp>
        <p:nvSpPr>
          <p:cNvPr id="53" name="Bouton d’action : vide 52">
            <a:hlinkClick r:id="" action="ppaction://noaction" highlightClick="1"/>
            <a:extLst>
              <a:ext uri="{FF2B5EF4-FFF2-40B4-BE49-F238E27FC236}">
                <a16:creationId xmlns:a16="http://schemas.microsoft.com/office/drawing/2014/main" id="{B98D1107-7F26-0408-99C8-80CB7D9B3546}"/>
              </a:ext>
            </a:extLst>
          </p:cNvPr>
          <p:cNvSpPr/>
          <p:nvPr/>
        </p:nvSpPr>
        <p:spPr>
          <a:xfrm>
            <a:off x="241627" y="1682101"/>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57" name="Bouton d’action : vide 56">
            <a:hlinkClick r:id="" action="ppaction://noaction" highlightClick="1"/>
            <a:extLst>
              <a:ext uri="{FF2B5EF4-FFF2-40B4-BE49-F238E27FC236}">
                <a16:creationId xmlns:a16="http://schemas.microsoft.com/office/drawing/2014/main" id="{1DC2D3BB-1807-DF69-76BC-9218AFA7F3EE}"/>
              </a:ext>
            </a:extLst>
          </p:cNvPr>
          <p:cNvSpPr/>
          <p:nvPr/>
        </p:nvSpPr>
        <p:spPr>
          <a:xfrm>
            <a:off x="241627" y="5998378"/>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61" name="Bouton d’action : vide 60">
            <a:hlinkClick r:id="" action="ppaction://noaction" highlightClick="1"/>
            <a:extLst>
              <a:ext uri="{FF2B5EF4-FFF2-40B4-BE49-F238E27FC236}">
                <a16:creationId xmlns:a16="http://schemas.microsoft.com/office/drawing/2014/main" id="{2A24448E-F3FB-94CE-7CD7-85650AC6F50C}"/>
              </a:ext>
            </a:extLst>
          </p:cNvPr>
          <p:cNvSpPr/>
          <p:nvPr/>
        </p:nvSpPr>
        <p:spPr>
          <a:xfrm>
            <a:off x="241627" y="3484008"/>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64" name="Bouton d’action : vide 63">
            <a:hlinkClick r:id="" action="ppaction://noaction" highlightClick="1"/>
            <a:extLst>
              <a:ext uri="{FF2B5EF4-FFF2-40B4-BE49-F238E27FC236}">
                <a16:creationId xmlns:a16="http://schemas.microsoft.com/office/drawing/2014/main" id="{2D35DE21-D3F6-E4B6-67CA-2238791BD970}"/>
              </a:ext>
            </a:extLst>
          </p:cNvPr>
          <p:cNvSpPr/>
          <p:nvPr/>
        </p:nvSpPr>
        <p:spPr>
          <a:xfrm>
            <a:off x="241627" y="3889972"/>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65" name="Bouton d’action : vide 64">
            <a:hlinkClick r:id="" action="ppaction://noaction" highlightClick="1"/>
            <a:extLst>
              <a:ext uri="{FF2B5EF4-FFF2-40B4-BE49-F238E27FC236}">
                <a16:creationId xmlns:a16="http://schemas.microsoft.com/office/drawing/2014/main" id="{FDB65DBC-CB4D-3A61-C5F0-12CAD684CE29}"/>
              </a:ext>
            </a:extLst>
          </p:cNvPr>
          <p:cNvSpPr/>
          <p:nvPr/>
        </p:nvSpPr>
        <p:spPr>
          <a:xfrm>
            <a:off x="241627" y="4267744"/>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66" name="Bouton d’action : vide 65">
            <a:hlinkClick r:id="" action="ppaction://noaction" highlightClick="1"/>
            <a:extLst>
              <a:ext uri="{FF2B5EF4-FFF2-40B4-BE49-F238E27FC236}">
                <a16:creationId xmlns:a16="http://schemas.microsoft.com/office/drawing/2014/main" id="{33A31829-0782-CFF1-AF88-068A1431C455}"/>
              </a:ext>
            </a:extLst>
          </p:cNvPr>
          <p:cNvSpPr/>
          <p:nvPr/>
        </p:nvSpPr>
        <p:spPr>
          <a:xfrm>
            <a:off x="241627" y="4852688"/>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67" name="Bouton d’action : vide 66">
            <a:hlinkClick r:id="" action="ppaction://noaction" highlightClick="1"/>
            <a:extLst>
              <a:ext uri="{FF2B5EF4-FFF2-40B4-BE49-F238E27FC236}">
                <a16:creationId xmlns:a16="http://schemas.microsoft.com/office/drawing/2014/main" id="{61C930F4-836B-EEC9-A489-59DC9CBB5712}"/>
              </a:ext>
            </a:extLst>
          </p:cNvPr>
          <p:cNvSpPr/>
          <p:nvPr/>
        </p:nvSpPr>
        <p:spPr>
          <a:xfrm>
            <a:off x="241627" y="5404255"/>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74" name="Rectangle 73">
            <a:extLst>
              <a:ext uri="{FF2B5EF4-FFF2-40B4-BE49-F238E27FC236}">
                <a16:creationId xmlns:a16="http://schemas.microsoft.com/office/drawing/2014/main" id="{CCD6E145-C602-3EE0-C2C2-BB4AE5046CA5}"/>
              </a:ext>
            </a:extLst>
          </p:cNvPr>
          <p:cNvSpPr/>
          <p:nvPr/>
        </p:nvSpPr>
        <p:spPr>
          <a:xfrm>
            <a:off x="0" y="675387"/>
            <a:ext cx="9569223" cy="4121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fr-FR" sz="1200" b="1" i="1">
                <a:solidFill>
                  <a:schemeClr val="tx1">
                    <a:lumMod val="75000"/>
                    <a:lumOff val="25000"/>
                  </a:schemeClr>
                </a:solidFill>
                <a:latin typeface="Avenir LT Std 35 Light" panose="020B0402020203020204" pitchFamily="34" charset="0"/>
              </a:rPr>
              <a:t>Les points essentiels à réaliser</a:t>
            </a:r>
          </a:p>
        </p:txBody>
      </p:sp>
      <p:sp>
        <p:nvSpPr>
          <p:cNvPr id="3" name="Flèche : chevron 8 - 2 - 1">
            <a:extLst>
              <a:ext uri="{FF2B5EF4-FFF2-40B4-BE49-F238E27FC236}">
                <a16:creationId xmlns:a16="http://schemas.microsoft.com/office/drawing/2014/main" id="{53821AA5-7FBB-A106-CA4E-5224EDF7E660}"/>
              </a:ext>
            </a:extLst>
          </p:cNvPr>
          <p:cNvSpPr/>
          <p:nvPr/>
        </p:nvSpPr>
        <p:spPr>
          <a:xfrm>
            <a:off x="6924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impacts humains</a:t>
            </a:r>
          </a:p>
        </p:txBody>
      </p:sp>
      <p:sp>
        <p:nvSpPr>
          <p:cNvPr id="5" name="Flèche : chevron 8 - 2 - 1">
            <a:extLst>
              <a:ext uri="{FF2B5EF4-FFF2-40B4-BE49-F238E27FC236}">
                <a16:creationId xmlns:a16="http://schemas.microsoft.com/office/drawing/2014/main" id="{6579AA99-5118-16AA-BE1D-2B2DC78D928A}"/>
              </a:ext>
            </a:extLst>
          </p:cNvPr>
          <p:cNvSpPr/>
          <p:nvPr/>
        </p:nvSpPr>
        <p:spPr>
          <a:xfrm>
            <a:off x="1776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a:t>
            </a:r>
            <a:r>
              <a:rPr lang="fr-FR" sz="1100" b="1" err="1">
                <a:solidFill>
                  <a:schemeClr val="bg1">
                    <a:lumMod val="50000"/>
                  </a:schemeClr>
                </a:solidFill>
                <a:latin typeface="Avenir LT Std 45 Book" panose="020B0502020203020204" pitchFamily="34" charset="0"/>
              </a:rPr>
              <a:t>moi-mëme</a:t>
            </a:r>
            <a:endParaRPr lang="fr-FR" sz="1100" b="1">
              <a:solidFill>
                <a:schemeClr val="bg1">
                  <a:lumMod val="50000"/>
                </a:schemeClr>
              </a:solidFill>
              <a:latin typeface="Avenir LT Std 45 Book" panose="020B0502020203020204" pitchFamily="34" charset="0"/>
            </a:endParaRPr>
          </a:p>
        </p:txBody>
      </p:sp>
      <p:sp>
        <p:nvSpPr>
          <p:cNvPr id="15" name="Flèche : chevron 8 - 2 - 1">
            <a:extLst>
              <a:ext uri="{FF2B5EF4-FFF2-40B4-BE49-F238E27FC236}">
                <a16:creationId xmlns:a16="http://schemas.microsoft.com/office/drawing/2014/main" id="{EE341281-856C-4131-8954-ADC55F7A9874}"/>
              </a:ext>
            </a:extLst>
          </p:cNvPr>
          <p:cNvSpPr/>
          <p:nvPr/>
        </p:nvSpPr>
        <p:spPr>
          <a:xfrm>
            <a:off x="5244000" y="21771"/>
            <a:ext cx="1692000" cy="288000"/>
          </a:xfrm>
          <a:prstGeom prst="chevron">
            <a:avLst>
              <a:gd name="adj" fmla="val 28278"/>
            </a:avLst>
          </a:prstGeom>
          <a:solidFill>
            <a:srgbClr val="A1D6CA"/>
          </a:solidFill>
          <a:ln w="28575">
            <a:solidFill>
              <a:srgbClr val="A1D6CA"/>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rgbClr val="154734"/>
                </a:solidFill>
                <a:latin typeface="Avenir LT Std 45 Book" panose="020B0502020203020204" pitchFamily="34" charset="0"/>
              </a:rPr>
              <a:t>Checklist des impacts humains</a:t>
            </a:r>
          </a:p>
        </p:txBody>
      </p:sp>
      <p:sp>
        <p:nvSpPr>
          <p:cNvPr id="26" name="Flèche : chevron 8 - 2 - 1">
            <a:extLst>
              <a:ext uri="{FF2B5EF4-FFF2-40B4-BE49-F238E27FC236}">
                <a16:creationId xmlns:a16="http://schemas.microsoft.com/office/drawing/2014/main" id="{7357694D-853A-31B4-A0EF-A1C075EDF090}"/>
              </a:ext>
            </a:extLst>
          </p:cNvPr>
          <p:cNvSpPr/>
          <p:nvPr/>
        </p:nvSpPr>
        <p:spPr>
          <a:xfrm>
            <a:off x="636000" y="21771"/>
            <a:ext cx="115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Cas d’usage</a:t>
            </a:r>
          </a:p>
        </p:txBody>
      </p:sp>
      <p:sp>
        <p:nvSpPr>
          <p:cNvPr id="35" name="Flèche : chevron 8 - 2 - 1">
            <a:extLst>
              <a:ext uri="{FF2B5EF4-FFF2-40B4-BE49-F238E27FC236}">
                <a16:creationId xmlns:a16="http://schemas.microsoft.com/office/drawing/2014/main" id="{E20F7CCD-2864-2C84-CFC9-4FA967D15284}"/>
              </a:ext>
            </a:extLst>
          </p:cNvPr>
          <p:cNvSpPr/>
          <p:nvPr/>
        </p:nvSpPr>
        <p:spPr>
          <a:xfrm>
            <a:off x="3456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pour moi-même</a:t>
            </a:r>
          </a:p>
        </p:txBody>
      </p:sp>
      <p:sp>
        <p:nvSpPr>
          <p:cNvPr id="40" name="Flèche : pentagone 3">
            <a:extLst>
              <a:ext uri="{FF2B5EF4-FFF2-40B4-BE49-F238E27FC236}">
                <a16:creationId xmlns:a16="http://schemas.microsoft.com/office/drawing/2014/main" id="{66CC733A-4284-8EA8-43C6-3E68B11A4E76}"/>
              </a:ext>
            </a:extLst>
          </p:cNvPr>
          <p:cNvSpPr/>
          <p:nvPr/>
        </p:nvSpPr>
        <p:spPr>
          <a:xfrm>
            <a:off x="0" y="21771"/>
            <a:ext cx="648000" cy="288000"/>
          </a:xfrm>
          <a:prstGeom prst="homePlate">
            <a:avLst>
              <a:gd name="adj" fmla="val 26503"/>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Accueil</a:t>
            </a:r>
          </a:p>
        </p:txBody>
      </p:sp>
      <p:sp>
        <p:nvSpPr>
          <p:cNvPr id="43" name="Flèche : chevron 8 - 2 - 1">
            <a:extLst>
              <a:ext uri="{FF2B5EF4-FFF2-40B4-BE49-F238E27FC236}">
                <a16:creationId xmlns:a16="http://schemas.microsoft.com/office/drawing/2014/main" id="{F882D862-F11A-5D2C-BC86-16C250ED8108}"/>
              </a:ext>
            </a:extLst>
          </p:cNvPr>
          <p:cNvSpPr/>
          <p:nvPr/>
        </p:nvSpPr>
        <p:spPr>
          <a:xfrm>
            <a:off x="8712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a:t>
            </a:r>
            <a:br>
              <a:rPr lang="fr-FR" sz="1100" b="1">
                <a:solidFill>
                  <a:schemeClr val="bg1">
                    <a:lumMod val="50000"/>
                  </a:schemeClr>
                </a:solidFill>
                <a:latin typeface="Avenir LT Std 45 Book" panose="020B0502020203020204" pitchFamily="34" charset="0"/>
              </a:rPr>
            </a:br>
            <a:r>
              <a:rPr lang="fr-FR" sz="1100" b="1">
                <a:solidFill>
                  <a:schemeClr val="bg1">
                    <a:lumMod val="50000"/>
                  </a:schemeClr>
                </a:solidFill>
                <a:latin typeface="Avenir LT Std 45 Book" panose="020B0502020203020204" pitchFamily="34" charset="0"/>
              </a:rPr>
              <a:t>préparer le collectif</a:t>
            </a:r>
          </a:p>
        </p:txBody>
      </p:sp>
      <p:sp>
        <p:nvSpPr>
          <p:cNvPr id="48" name="Flèche : chevron 8 - 2 - 1">
            <a:extLst>
              <a:ext uri="{FF2B5EF4-FFF2-40B4-BE49-F238E27FC236}">
                <a16:creationId xmlns:a16="http://schemas.microsoft.com/office/drawing/2014/main" id="{BC23090F-2E43-5CE9-3781-B83F55956BCD}"/>
              </a:ext>
            </a:extLst>
          </p:cNvPr>
          <p:cNvSpPr/>
          <p:nvPr/>
        </p:nvSpPr>
        <p:spPr>
          <a:xfrm>
            <a:off x="10392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préparation collectif</a:t>
            </a:r>
          </a:p>
        </p:txBody>
      </p:sp>
    </p:spTree>
    <p:extLst>
      <p:ext uri="{BB962C8B-B14F-4D97-AF65-F5344CB8AC3E}">
        <p14:creationId xmlns:p14="http://schemas.microsoft.com/office/powerpoint/2010/main" val="39033140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1CEA3-AF27-908E-3D7C-55A3A060657F}"/>
            </a:ext>
          </a:extLst>
        </p:cNvPr>
        <p:cNvGrpSpPr/>
        <p:nvPr/>
      </p:nvGrpSpPr>
      <p:grpSpPr>
        <a:xfrm>
          <a:off x="0" y="0"/>
          <a:ext cx="0" cy="0"/>
          <a:chOff x="0" y="0"/>
          <a:chExt cx="0" cy="0"/>
        </a:xfrm>
      </p:grpSpPr>
      <p:sp>
        <p:nvSpPr>
          <p:cNvPr id="8" name="Rectangle : coins arrondis 7">
            <a:extLst>
              <a:ext uri="{FF2B5EF4-FFF2-40B4-BE49-F238E27FC236}">
                <a16:creationId xmlns:a16="http://schemas.microsoft.com/office/drawing/2014/main" id="{ACC97FE9-D425-B8C1-EB48-AF867ED72526}"/>
              </a:ext>
            </a:extLst>
          </p:cNvPr>
          <p:cNvSpPr/>
          <p:nvPr/>
        </p:nvSpPr>
        <p:spPr>
          <a:xfrm>
            <a:off x="217031" y="1887771"/>
            <a:ext cx="5715147" cy="4449600"/>
          </a:xfrm>
          <a:prstGeom prst="roundRect">
            <a:avLst>
              <a:gd name="adj" fmla="val 3071"/>
            </a:avLst>
          </a:prstGeom>
          <a:solidFill>
            <a:schemeClr val="bg1"/>
          </a:solidFill>
          <a:ln w="38100">
            <a:solidFill>
              <a:srgbClr val="00B388"/>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6213" lvl="0" indent="-171450" algn="just">
              <a:lnSpc>
                <a:spcPts val="1400"/>
              </a:lnSpc>
              <a:spcAft>
                <a:spcPts val="600"/>
              </a:spcAft>
              <a:buFont typeface="Arial" panose="020B0604020202020204" pitchFamily="34" charset="0"/>
              <a:buChar char="•"/>
              <a:tabLst>
                <a:tab pos="176213" algn="l"/>
              </a:tabLst>
              <a:defRPr/>
            </a:pPr>
            <a:endParaRPr lang="fr-FR" sz="1200" b="1" i="1">
              <a:solidFill>
                <a:schemeClr val="tx1"/>
              </a:solidFill>
              <a:latin typeface="Avenir LT Std 55 Roman" panose="020B0503020203020204" pitchFamily="34" charset="0"/>
              <a:cs typeface="Times New Roman" panose="02020603050405020304" pitchFamily="18" charset="0"/>
            </a:endParaRPr>
          </a:p>
          <a:p>
            <a:pPr marL="176213" indent="-171450" algn="just">
              <a:spcAft>
                <a:spcPts val="1800"/>
              </a:spcAft>
              <a:buFont typeface="Arial" panose="020B0604020202020204" pitchFamily="34" charset="0"/>
              <a:buChar char="•"/>
              <a:tabLst>
                <a:tab pos="176213" algn="l"/>
              </a:tabLst>
              <a:defRPr/>
            </a:pPr>
            <a:r>
              <a:rPr lang="fr-FR" sz="1200">
                <a:solidFill>
                  <a:schemeClr val="tx1"/>
                </a:solidFill>
                <a:latin typeface="Avenir LT Std 55 Roman" panose="020B0503020203020204" pitchFamily="34" charset="0"/>
                <a:cs typeface="Times New Roman" panose="02020603050405020304" pitchFamily="18" charset="0"/>
              </a:rPr>
              <a:t>Dans le périmètre du projet, certaines </a:t>
            </a:r>
            <a:r>
              <a:rPr lang="fr-FR" sz="1200" b="1" i="1">
                <a:solidFill>
                  <a:schemeClr val="tx1"/>
                </a:solidFill>
                <a:latin typeface="Avenir LT Std 55 Roman" panose="020B0503020203020204" pitchFamily="34" charset="0"/>
                <a:cs typeface="Times New Roman" panose="02020603050405020304" pitchFamily="18" charset="0"/>
              </a:rPr>
              <a:t>entités sont-elles plus impactées ou plus à risque </a:t>
            </a:r>
            <a:r>
              <a:rPr lang="fr-FR" sz="1200">
                <a:solidFill>
                  <a:schemeClr val="tx1"/>
                </a:solidFill>
                <a:latin typeface="Avenir LT Std 55 Roman" panose="020B0503020203020204" pitchFamily="34" charset="0"/>
                <a:cs typeface="Times New Roman" panose="02020603050405020304" pitchFamily="18" charset="0"/>
              </a:rPr>
              <a:t>et nécessiteraient une vigilance accrue dans l’accompagnement humain de leurs équipes ?</a:t>
            </a:r>
          </a:p>
          <a:p>
            <a:pPr marL="176213" indent="-171450" algn="just">
              <a:spcAft>
                <a:spcPts val="1800"/>
              </a:spcAft>
              <a:buFont typeface="Arial" panose="020B0604020202020204" pitchFamily="34" charset="0"/>
              <a:buChar char="•"/>
              <a:tabLst>
                <a:tab pos="176213" algn="l"/>
              </a:tabLst>
              <a:defRPr/>
            </a:pPr>
            <a:r>
              <a:rPr lang="fr-FR" sz="1200">
                <a:solidFill>
                  <a:schemeClr val="tx1"/>
                </a:solidFill>
                <a:latin typeface="Avenir LT Std 55 Roman" panose="020B0503020203020204" pitchFamily="34" charset="0"/>
                <a:cs typeface="Times New Roman" panose="02020603050405020304" pitchFamily="18" charset="0"/>
              </a:rPr>
              <a:t>Est-ce que </a:t>
            </a:r>
            <a:r>
              <a:rPr lang="fr-FR" sz="1200" b="1" i="1">
                <a:solidFill>
                  <a:schemeClr val="tx1"/>
                </a:solidFill>
                <a:latin typeface="Avenir LT Std 55 Roman" panose="020B0503020203020204" pitchFamily="34" charset="0"/>
                <a:cs typeface="Times New Roman" panose="02020603050405020304" pitchFamily="18" charset="0"/>
              </a:rPr>
              <a:t>des entités en interface</a:t>
            </a:r>
            <a:r>
              <a:rPr lang="fr-FR" sz="1200">
                <a:solidFill>
                  <a:schemeClr val="tx1"/>
                </a:solidFill>
                <a:latin typeface="Avenir LT Std 55 Roman" panose="020B0503020203020204" pitchFamily="34" charset="0"/>
                <a:cs typeface="Times New Roman" panose="02020603050405020304" pitchFamily="18" charset="0"/>
              </a:rPr>
              <a:t> de celles impliquées dans le périmètre du projet seraient potentiellement impactées également par le projet ? Quelle est la </a:t>
            </a:r>
            <a:r>
              <a:rPr lang="fr-FR" sz="1200" b="1" i="1">
                <a:solidFill>
                  <a:schemeClr val="tx1"/>
                </a:solidFill>
                <a:latin typeface="Avenir LT Std 55 Roman" panose="020B0503020203020204" pitchFamily="34" charset="0"/>
                <a:cs typeface="Times New Roman" panose="02020603050405020304" pitchFamily="18" charset="0"/>
              </a:rPr>
              <a:t>nature des impacts </a:t>
            </a:r>
            <a:r>
              <a:rPr lang="fr-FR" sz="1200">
                <a:solidFill>
                  <a:schemeClr val="tx1"/>
                </a:solidFill>
                <a:latin typeface="Avenir LT Std 55 Roman" panose="020B0503020203020204" pitchFamily="34" charset="0"/>
                <a:cs typeface="Times New Roman" panose="02020603050405020304" pitchFamily="18" charset="0"/>
              </a:rPr>
              <a:t>? besoin de vigiler l’accompagnement humain des équipes concernées ? </a:t>
            </a:r>
          </a:p>
          <a:p>
            <a:pPr marL="176213" indent="-171450" algn="just">
              <a:spcAft>
                <a:spcPts val="1800"/>
              </a:spcAft>
              <a:buFont typeface="Arial" panose="020B0604020202020204" pitchFamily="34" charset="0"/>
              <a:buChar char="•"/>
              <a:tabLst>
                <a:tab pos="176213" algn="l"/>
              </a:tabLst>
              <a:defRPr/>
            </a:pPr>
            <a:r>
              <a:rPr lang="fr-FR" sz="1200">
                <a:solidFill>
                  <a:schemeClr val="tx1"/>
                </a:solidFill>
                <a:latin typeface="Avenir LT Std 55 Roman" panose="020B0503020203020204" pitchFamily="34" charset="0"/>
                <a:cs typeface="Times New Roman" panose="02020603050405020304" pitchFamily="18" charset="0"/>
              </a:rPr>
              <a:t>Quelles adhérences du projet avec d’autres projets en cours ?  Quelles </a:t>
            </a:r>
            <a:r>
              <a:rPr lang="fr-FR" sz="1200" b="1" i="1">
                <a:solidFill>
                  <a:schemeClr val="tx1"/>
                </a:solidFill>
                <a:latin typeface="Avenir LT Std 55 Roman" panose="020B0503020203020204" pitchFamily="34" charset="0"/>
                <a:cs typeface="Times New Roman" panose="02020603050405020304" pitchFamily="18" charset="0"/>
              </a:rPr>
              <a:t>interférences potentielles avec ces projets, </a:t>
            </a:r>
            <a:r>
              <a:rPr lang="fr-FR" sz="1200">
                <a:solidFill>
                  <a:schemeClr val="tx1"/>
                </a:solidFill>
                <a:latin typeface="Avenir LT Std 55 Roman" panose="020B0503020203020204" pitchFamily="34" charset="0"/>
                <a:cs typeface="Times New Roman" panose="02020603050405020304" pitchFamily="18" charset="0"/>
              </a:rPr>
              <a:t>y compris sur le </a:t>
            </a:r>
            <a:r>
              <a:rPr lang="fr-FR" sz="1200" b="1" i="1">
                <a:solidFill>
                  <a:schemeClr val="tx1"/>
                </a:solidFill>
                <a:latin typeface="Avenir LT Std 55 Roman" panose="020B0503020203020204" pitchFamily="34" charset="0"/>
                <a:cs typeface="Times New Roman" panose="02020603050405020304" pitchFamily="18" charset="0"/>
              </a:rPr>
              <a:t>timing</a:t>
            </a:r>
            <a:r>
              <a:rPr lang="fr-FR" sz="1200">
                <a:solidFill>
                  <a:schemeClr val="tx1"/>
                </a:solidFill>
                <a:latin typeface="Avenir LT Std 55 Roman" panose="020B0503020203020204" pitchFamily="34" charset="0"/>
                <a:cs typeface="Times New Roman" panose="02020603050405020304" pitchFamily="18" charset="0"/>
              </a:rPr>
              <a:t> ? </a:t>
            </a:r>
          </a:p>
          <a:p>
            <a:pPr marL="176213" indent="-171450" algn="just">
              <a:spcAft>
                <a:spcPts val="1800"/>
              </a:spcAft>
              <a:buFont typeface="Arial" panose="020B0604020202020204" pitchFamily="34" charset="0"/>
              <a:buChar char="•"/>
              <a:tabLst>
                <a:tab pos="176213" algn="l"/>
              </a:tabLst>
              <a:defRPr/>
            </a:pPr>
            <a:r>
              <a:rPr lang="fr-FR" sz="1200">
                <a:solidFill>
                  <a:schemeClr val="tx1"/>
                </a:solidFill>
                <a:latin typeface="Avenir LT Std 55 Roman" panose="020B0503020203020204" pitchFamily="34" charset="0"/>
                <a:cs typeface="Times New Roman" panose="02020603050405020304" pitchFamily="18" charset="0"/>
              </a:rPr>
              <a:t>Quelles </a:t>
            </a:r>
            <a:r>
              <a:rPr lang="fr-FR" sz="1200" b="1" i="1">
                <a:solidFill>
                  <a:schemeClr val="tx1"/>
                </a:solidFill>
                <a:latin typeface="Avenir LT Std 55 Roman" panose="020B0503020203020204" pitchFamily="34" charset="0"/>
                <a:cs typeface="Times New Roman" panose="02020603050405020304" pitchFamily="18" charset="0"/>
              </a:rPr>
              <a:t>mesures d’accompagnement prévoir </a:t>
            </a:r>
            <a:r>
              <a:rPr lang="fr-FR" sz="1200">
                <a:solidFill>
                  <a:schemeClr val="tx1"/>
                </a:solidFill>
                <a:latin typeface="Avenir LT Std 55 Roman" panose="020B0503020203020204" pitchFamily="34" charset="0"/>
                <a:cs typeface="Times New Roman" panose="02020603050405020304" pitchFamily="18" charset="0"/>
              </a:rPr>
              <a:t>pour les entités les plus impactées ? Pour les entités en interface ?</a:t>
            </a:r>
          </a:p>
        </p:txBody>
      </p:sp>
      <p:sp>
        <p:nvSpPr>
          <p:cNvPr id="168" name="Rectangle : coins arrondis 167">
            <a:extLst>
              <a:ext uri="{FF2B5EF4-FFF2-40B4-BE49-F238E27FC236}">
                <a16:creationId xmlns:a16="http://schemas.microsoft.com/office/drawing/2014/main" id="{50AE8AC7-74E6-4A28-0F25-25282BCCA496}"/>
              </a:ext>
            </a:extLst>
          </p:cNvPr>
          <p:cNvSpPr/>
          <p:nvPr/>
        </p:nvSpPr>
        <p:spPr>
          <a:xfrm>
            <a:off x="6229779" y="2285304"/>
            <a:ext cx="5751893" cy="1978547"/>
          </a:xfrm>
          <a:prstGeom prst="roundRect">
            <a:avLst>
              <a:gd name="adj" fmla="val 0"/>
            </a:avLst>
          </a:prstGeom>
          <a:solidFill>
            <a:srgbClr val="F6F9FC"/>
          </a:solid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9050" lvl="0" algn="just">
              <a:lnSpc>
                <a:spcPts val="1400"/>
              </a:lnSpc>
              <a:spcAft>
                <a:spcPts val="600"/>
              </a:spcAft>
              <a:tabLst>
                <a:tab pos="180975" algn="l"/>
              </a:tabLst>
              <a:defRPr/>
            </a:pPr>
            <a:endParaRPr lang="fr-FR" sz="1000">
              <a:solidFill>
                <a:srgbClr val="000000"/>
              </a:solidFill>
              <a:latin typeface="Avenir LT Std 55 Roman" panose="020B0503020203020204" pitchFamily="34" charset="0"/>
              <a:cs typeface="Times New Roman" panose="02020603050405020304" pitchFamily="18" charset="0"/>
            </a:endParaRPr>
          </a:p>
        </p:txBody>
      </p:sp>
      <p:sp>
        <p:nvSpPr>
          <p:cNvPr id="107" name="Rectangle : coins arrondis 106">
            <a:extLst>
              <a:ext uri="{FF2B5EF4-FFF2-40B4-BE49-F238E27FC236}">
                <a16:creationId xmlns:a16="http://schemas.microsoft.com/office/drawing/2014/main" id="{3D60D9E6-3F24-686F-C001-EC8933AFA496}"/>
              </a:ext>
            </a:extLst>
          </p:cNvPr>
          <p:cNvSpPr/>
          <p:nvPr/>
        </p:nvSpPr>
        <p:spPr>
          <a:xfrm>
            <a:off x="7052664" y="2949514"/>
            <a:ext cx="4717648" cy="65912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sp>
        <p:nvSpPr>
          <p:cNvPr id="16" name="Rectangle : coins arrondis 15">
            <a:extLst>
              <a:ext uri="{FF2B5EF4-FFF2-40B4-BE49-F238E27FC236}">
                <a16:creationId xmlns:a16="http://schemas.microsoft.com/office/drawing/2014/main" id="{E91AD3E0-CC8D-6081-5FF0-48203E7FE4BE}"/>
              </a:ext>
            </a:extLst>
          </p:cNvPr>
          <p:cNvSpPr/>
          <p:nvPr/>
        </p:nvSpPr>
        <p:spPr>
          <a:xfrm>
            <a:off x="206672" y="1889361"/>
            <a:ext cx="5740809" cy="504694"/>
          </a:xfrm>
          <a:prstGeom prst="roundRect">
            <a:avLst/>
          </a:prstGeom>
          <a:solidFill>
            <a:srgbClr val="00B3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400" b="1" i="1">
                <a:solidFill>
                  <a:schemeClr val="bg1"/>
                </a:solidFill>
              </a:rPr>
              <a:t>Les questions à se poser</a:t>
            </a:r>
          </a:p>
        </p:txBody>
      </p:sp>
      <p:sp>
        <p:nvSpPr>
          <p:cNvPr id="5" name="Rectangle 4">
            <a:extLst>
              <a:ext uri="{FF2B5EF4-FFF2-40B4-BE49-F238E27FC236}">
                <a16:creationId xmlns:a16="http://schemas.microsoft.com/office/drawing/2014/main" id="{01589D24-2AC6-E574-05C9-14A673DD2CEE}"/>
              </a:ext>
            </a:extLst>
          </p:cNvPr>
          <p:cNvSpPr/>
          <p:nvPr/>
        </p:nvSpPr>
        <p:spPr>
          <a:xfrm>
            <a:off x="-3064" y="378372"/>
            <a:ext cx="12195063" cy="1427747"/>
          </a:xfrm>
          <a:prstGeom prst="rect">
            <a:avLst/>
          </a:prstGeom>
          <a:solidFill>
            <a:srgbClr val="DFF1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5963" lvl="0">
              <a:spcAft>
                <a:spcPts val="1200"/>
              </a:spcAft>
              <a:buClr>
                <a:schemeClr val="tx1"/>
              </a:buClr>
            </a:pPr>
            <a:r>
              <a:rPr lang="fr-FR" dirty="0">
                <a:solidFill>
                  <a:schemeClr val="tx1"/>
                </a:solidFill>
                <a:latin typeface="Avenir LT Std 55 Roman" panose="020B0503020203020204" pitchFamily="34" charset="0"/>
              </a:rPr>
              <a:t>Dans le périmètre du projet, identifier </a:t>
            </a:r>
            <a:r>
              <a:rPr lang="fr-FR" dirty="0">
                <a:solidFill>
                  <a:srgbClr val="00B388"/>
                </a:solidFill>
                <a:latin typeface="Avenir LT Std 65 Medium" panose="020B0803020203020204" pitchFamily="34" charset="0"/>
              </a:rPr>
              <a:t>les ou l’entité(s) les ou la plus impactée(s), celle(s) en interface potentiellement impactée(s)</a:t>
            </a:r>
            <a:r>
              <a:rPr lang="fr-FR" dirty="0">
                <a:solidFill>
                  <a:srgbClr val="0070C0"/>
                </a:solidFill>
                <a:latin typeface="Avenir LT Std 65 Medium" panose="020B0803020203020204" pitchFamily="34" charset="0"/>
              </a:rPr>
              <a:t> </a:t>
            </a:r>
            <a:r>
              <a:rPr lang="fr-FR" dirty="0">
                <a:solidFill>
                  <a:schemeClr val="tx1"/>
                </a:solidFill>
                <a:latin typeface="Avenir LT Std 55 Roman" panose="020B0503020203020204" pitchFamily="34" charset="0"/>
              </a:rPr>
              <a:t>ainsi que les </a:t>
            </a:r>
            <a:r>
              <a:rPr lang="fr-FR" dirty="0">
                <a:solidFill>
                  <a:srgbClr val="00B388"/>
                </a:solidFill>
                <a:latin typeface="Avenir LT Std 65 Medium" panose="020B0803020203020204" pitchFamily="34" charset="0"/>
              </a:rPr>
              <a:t>interférences possibles avec d’autres projets. </a:t>
            </a:r>
          </a:p>
        </p:txBody>
      </p:sp>
      <p:sp>
        <p:nvSpPr>
          <p:cNvPr id="6" name="Triangle isocèle 5">
            <a:extLst>
              <a:ext uri="{FF2B5EF4-FFF2-40B4-BE49-F238E27FC236}">
                <a16:creationId xmlns:a16="http://schemas.microsoft.com/office/drawing/2014/main" id="{60E0DA5E-B030-99B4-8E33-5D4EB05F0B31}"/>
              </a:ext>
            </a:extLst>
          </p:cNvPr>
          <p:cNvSpPr/>
          <p:nvPr/>
        </p:nvSpPr>
        <p:spPr>
          <a:xfrm rot="5400000">
            <a:off x="34126" y="929868"/>
            <a:ext cx="782530" cy="324754"/>
          </a:xfrm>
          <a:prstGeom prst="triangle">
            <a:avLst/>
          </a:prstGeom>
          <a:solidFill>
            <a:srgbClr val="1547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18" name="Rectangle : coins arrondis 17">
            <a:extLst>
              <a:ext uri="{FF2B5EF4-FFF2-40B4-BE49-F238E27FC236}">
                <a16:creationId xmlns:a16="http://schemas.microsoft.com/office/drawing/2014/main" id="{4E64AAB2-3B87-0EE5-B0F4-3CE80FC2A61F}"/>
              </a:ext>
            </a:extLst>
          </p:cNvPr>
          <p:cNvSpPr/>
          <p:nvPr/>
        </p:nvSpPr>
        <p:spPr>
          <a:xfrm>
            <a:off x="6233435" y="1889361"/>
            <a:ext cx="5751893" cy="504694"/>
          </a:xfrm>
          <a:prstGeom prst="round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400" b="1" i="1">
                <a:solidFill>
                  <a:schemeClr val="bg1"/>
                </a:solidFill>
              </a:rPr>
              <a:t>Ressources à ma disposition</a:t>
            </a:r>
          </a:p>
        </p:txBody>
      </p:sp>
      <p:sp>
        <p:nvSpPr>
          <p:cNvPr id="21" name="Rectangle : coins arrondis 20">
            <a:extLst>
              <a:ext uri="{FF2B5EF4-FFF2-40B4-BE49-F238E27FC236}">
                <a16:creationId xmlns:a16="http://schemas.microsoft.com/office/drawing/2014/main" id="{9AD5CA57-E377-0D9E-5993-99BCEE711F85}"/>
              </a:ext>
            </a:extLst>
          </p:cNvPr>
          <p:cNvSpPr/>
          <p:nvPr/>
        </p:nvSpPr>
        <p:spPr>
          <a:xfrm>
            <a:off x="6229780" y="4333687"/>
            <a:ext cx="5715146" cy="2003684"/>
          </a:xfrm>
          <a:prstGeom prst="roundRect">
            <a:avLst>
              <a:gd name="adj" fmla="val 7884"/>
            </a:avLst>
          </a:prstGeom>
          <a:solidFill>
            <a:srgbClr val="FBFBFB"/>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defRPr/>
            </a:pPr>
            <a:r>
              <a:rPr kumimoji="0" lang="fr-FR" sz="900" b="0" i="1" u="none" strike="noStrike" kern="1200" cap="none" spc="0" normalizeH="0" baseline="0" noProof="0">
                <a:ln>
                  <a:noFill/>
                </a:ln>
                <a:solidFill>
                  <a:srgbClr val="FFFFFF">
                    <a:lumMod val="50000"/>
                  </a:srgbClr>
                </a:solidFill>
                <a:effectLst/>
                <a:uLnTx/>
                <a:uFillTx/>
                <a:latin typeface="Avenir LT Std 35 Light" panose="020B0402020203020204" pitchFamily="34" charset="0"/>
                <a:ea typeface="+mn-ea"/>
                <a:cs typeface="+mn-cs"/>
              </a:rPr>
              <a:t>Zone de texte libre</a:t>
            </a:r>
          </a:p>
        </p:txBody>
      </p:sp>
      <p:sp>
        <p:nvSpPr>
          <p:cNvPr id="43" name="Ellipse 42">
            <a:extLst>
              <a:ext uri="{FF2B5EF4-FFF2-40B4-BE49-F238E27FC236}">
                <a16:creationId xmlns:a16="http://schemas.microsoft.com/office/drawing/2014/main" id="{551BB454-20D5-3E2D-C62C-B09DCEFE3264}"/>
              </a:ext>
            </a:extLst>
          </p:cNvPr>
          <p:cNvSpPr/>
          <p:nvPr/>
        </p:nvSpPr>
        <p:spPr>
          <a:xfrm>
            <a:off x="6682059" y="1894046"/>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pic>
        <p:nvPicPr>
          <p:cNvPr id="42" name="Image 41">
            <a:extLst>
              <a:ext uri="{FF2B5EF4-FFF2-40B4-BE49-F238E27FC236}">
                <a16:creationId xmlns:a16="http://schemas.microsoft.com/office/drawing/2014/main" id="{D250C89A-D62A-DB13-1A24-20D54BAA6660}"/>
              </a:ext>
            </a:extLst>
          </p:cNvPr>
          <p:cNvPicPr>
            <a:picLocks noChangeAspect="1"/>
          </p:cNvPicPr>
          <p:nvPr/>
        </p:nvPicPr>
        <p:blipFill>
          <a:blip r:embed="rId3"/>
          <a:stretch>
            <a:fillRect/>
          </a:stretch>
        </p:blipFill>
        <p:spPr>
          <a:xfrm>
            <a:off x="6806176" y="1887770"/>
            <a:ext cx="485486" cy="621422"/>
          </a:xfrm>
          <a:prstGeom prst="rect">
            <a:avLst/>
          </a:prstGeom>
        </p:spPr>
      </p:pic>
      <p:sp>
        <p:nvSpPr>
          <p:cNvPr id="85" name="Rectangle : coins arrondis 84">
            <a:extLst>
              <a:ext uri="{FF2B5EF4-FFF2-40B4-BE49-F238E27FC236}">
                <a16:creationId xmlns:a16="http://schemas.microsoft.com/office/drawing/2014/main" id="{8D593EC6-2FC9-DA6C-907D-DD10D8387D63}"/>
              </a:ext>
            </a:extLst>
          </p:cNvPr>
          <p:cNvSpPr/>
          <p:nvPr/>
        </p:nvSpPr>
        <p:spPr>
          <a:xfrm>
            <a:off x="6336832" y="2544206"/>
            <a:ext cx="1883143" cy="35624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ts val="900"/>
              </a:lnSpc>
              <a:spcBef>
                <a:spcPts val="300"/>
              </a:spcBef>
              <a:buClr>
                <a:srgbClr val="0084D4"/>
              </a:buClr>
              <a:defRPr/>
            </a:pPr>
            <a:r>
              <a:rPr lang="fr-FR" sz="1100" b="1" i="1">
                <a:solidFill>
                  <a:schemeClr val="tx1"/>
                </a:solidFill>
                <a:latin typeface="Avenir LT Std 65 Medium" panose="020B0803020203020204" pitchFamily="34" charset="0"/>
              </a:rPr>
              <a:t>Ressource</a:t>
            </a:r>
            <a:br>
              <a:rPr lang="fr-FR" sz="1000" b="1" i="1">
                <a:solidFill>
                  <a:schemeClr val="tx1"/>
                </a:solidFill>
                <a:latin typeface="Avenir LT Std 65 Medium" panose="020B0803020203020204" pitchFamily="34" charset="0"/>
              </a:rPr>
            </a:br>
            <a:r>
              <a:rPr lang="fr-FR" sz="900" i="1">
                <a:solidFill>
                  <a:srgbClr val="FFFFFF">
                    <a:lumMod val="50000"/>
                  </a:srgbClr>
                </a:solidFill>
                <a:latin typeface="Avenir LT Std 35 Light" panose="020B0402020203020204" pitchFamily="34" charset="0"/>
              </a:rPr>
              <a:t>(accessible en cliquant dessus)</a:t>
            </a:r>
          </a:p>
        </p:txBody>
      </p:sp>
      <p:sp>
        <p:nvSpPr>
          <p:cNvPr id="86" name="Rectangle : coins arrondis 85">
            <a:extLst>
              <a:ext uri="{FF2B5EF4-FFF2-40B4-BE49-F238E27FC236}">
                <a16:creationId xmlns:a16="http://schemas.microsoft.com/office/drawing/2014/main" id="{ACA3FED0-F598-F449-EBAE-8E9A23BB55A5}"/>
              </a:ext>
            </a:extLst>
          </p:cNvPr>
          <p:cNvSpPr/>
          <p:nvPr/>
        </p:nvSpPr>
        <p:spPr>
          <a:xfrm>
            <a:off x="8517576" y="2544206"/>
            <a:ext cx="1959272" cy="32903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000" b="1" i="1">
                <a:solidFill>
                  <a:schemeClr val="tx1"/>
                </a:solidFill>
                <a:latin typeface="Avenir LT Std 65 Medium" panose="020B0803020203020204" pitchFamily="34" charset="0"/>
              </a:rPr>
              <a:t>Ce qu’elle apporte</a:t>
            </a:r>
          </a:p>
        </p:txBody>
      </p:sp>
      <p:sp>
        <p:nvSpPr>
          <p:cNvPr id="84" name="Rectangle 83">
            <a:extLst>
              <a:ext uri="{FF2B5EF4-FFF2-40B4-BE49-F238E27FC236}">
                <a16:creationId xmlns:a16="http://schemas.microsoft.com/office/drawing/2014/main" id="{0BE1FAD7-A9ED-E5D4-13E6-F8841D70681C}"/>
              </a:ext>
            </a:extLst>
          </p:cNvPr>
          <p:cNvSpPr/>
          <p:nvPr/>
        </p:nvSpPr>
        <p:spPr>
          <a:xfrm>
            <a:off x="6710527" y="2949513"/>
            <a:ext cx="1885365" cy="659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tlCol="0" anchor="ctr"/>
          <a:lstStyle/>
          <a:p>
            <a:r>
              <a:rPr lang="fr-FR" sz="1000" b="1">
                <a:solidFill>
                  <a:srgbClr val="306A92"/>
                </a:solidFill>
                <a:latin typeface="Avenir LT Std 45 Book" panose="020B0502020203020204" pitchFamily="34" charset="0"/>
              </a:rPr>
              <a:t>Power apps RPS</a:t>
            </a:r>
          </a:p>
        </p:txBody>
      </p:sp>
      <p:sp>
        <p:nvSpPr>
          <p:cNvPr id="89" name="Rectangle 88">
            <a:extLst>
              <a:ext uri="{FF2B5EF4-FFF2-40B4-BE49-F238E27FC236}">
                <a16:creationId xmlns:a16="http://schemas.microsoft.com/office/drawing/2014/main" id="{7045A75E-425D-C1B7-E7C1-7271C5D2C15A}"/>
              </a:ext>
            </a:extLst>
          </p:cNvPr>
          <p:cNvSpPr/>
          <p:nvPr/>
        </p:nvSpPr>
        <p:spPr>
          <a:xfrm>
            <a:off x="8697272" y="3077892"/>
            <a:ext cx="2282056" cy="7448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defTabSz="914355"/>
            <a:r>
              <a:rPr lang="fr-FR" sz="900" b="1" i="1">
                <a:solidFill>
                  <a:schemeClr val="tx1"/>
                </a:solidFill>
                <a:latin typeface="Avenir LT Std 35 Light" panose="020B0402020203020204" pitchFamily="34" charset="0"/>
              </a:rPr>
              <a:t>A utiliser avec votre préventeur qui est habilité à l’outil</a:t>
            </a:r>
          </a:p>
          <a:p>
            <a:pPr defTabSz="914355"/>
            <a:r>
              <a:rPr lang="fr-FR" sz="900">
                <a:solidFill>
                  <a:schemeClr val="tx1"/>
                </a:solidFill>
                <a:latin typeface="Avenir LT Std 35 Light" panose="020B0402020203020204" pitchFamily="34" charset="0"/>
              </a:rPr>
              <a:t>Evaluation RPS qui se base sur les questions issues du RH970</a:t>
            </a:r>
          </a:p>
        </p:txBody>
      </p:sp>
      <p:sp>
        <p:nvSpPr>
          <p:cNvPr id="91" name="Rectangle 90">
            <a:extLst>
              <a:ext uri="{FF2B5EF4-FFF2-40B4-BE49-F238E27FC236}">
                <a16:creationId xmlns:a16="http://schemas.microsoft.com/office/drawing/2014/main" id="{91995373-2E90-DBFC-0744-4719B79EF0FD}"/>
              </a:ext>
            </a:extLst>
          </p:cNvPr>
          <p:cNvSpPr/>
          <p:nvPr/>
        </p:nvSpPr>
        <p:spPr>
          <a:xfrm>
            <a:off x="10989435" y="3077892"/>
            <a:ext cx="623068"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latin typeface="Avenir LT Std 45 Book" panose="020B0502020203020204" pitchFamily="34" charset="0"/>
              </a:rPr>
              <a:t>~ 1 h</a:t>
            </a:r>
          </a:p>
        </p:txBody>
      </p:sp>
      <p:pic>
        <p:nvPicPr>
          <p:cNvPr id="146" name="Graphique 145" descr="Cœur avec un remplissage uni">
            <a:extLst>
              <a:ext uri="{FF2B5EF4-FFF2-40B4-BE49-F238E27FC236}">
                <a16:creationId xmlns:a16="http://schemas.microsoft.com/office/drawing/2014/main" id="{DF40B400-E12D-B609-74F4-21730B73342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80997" y="2533060"/>
            <a:ext cx="288595" cy="288595"/>
          </a:xfrm>
          <a:prstGeom prst="rect">
            <a:avLst/>
          </a:prstGeom>
        </p:spPr>
      </p:pic>
      <p:pic>
        <p:nvPicPr>
          <p:cNvPr id="148" name="Graphique 147" descr="Sablier plein avec un remplissage uni">
            <a:extLst>
              <a:ext uri="{FF2B5EF4-FFF2-40B4-BE49-F238E27FC236}">
                <a16:creationId xmlns:a16="http://schemas.microsoft.com/office/drawing/2014/main" id="{FE8B3C6B-FACC-DE8B-1A34-D2AA5AB79D6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089885" y="2536313"/>
            <a:ext cx="281763" cy="281763"/>
          </a:xfrm>
          <a:prstGeom prst="rect">
            <a:avLst/>
          </a:prstGeom>
        </p:spPr>
      </p:pic>
      <p:grpSp>
        <p:nvGrpSpPr>
          <p:cNvPr id="152" name="Groupe 151">
            <a:extLst>
              <a:ext uri="{FF2B5EF4-FFF2-40B4-BE49-F238E27FC236}">
                <a16:creationId xmlns:a16="http://schemas.microsoft.com/office/drawing/2014/main" id="{A11AF5C5-03A5-4BFA-1334-8BF8B422D89D}"/>
              </a:ext>
            </a:extLst>
          </p:cNvPr>
          <p:cNvGrpSpPr/>
          <p:nvPr/>
        </p:nvGrpSpPr>
        <p:grpSpPr>
          <a:xfrm>
            <a:off x="11610032" y="3141690"/>
            <a:ext cx="315567" cy="274775"/>
            <a:chOff x="11492282" y="2015291"/>
            <a:chExt cx="315567" cy="274775"/>
          </a:xfrm>
        </p:grpSpPr>
        <p:pic>
          <p:nvPicPr>
            <p:cNvPr id="150" name="Graphique 149" descr="Cœur contour">
              <a:extLst>
                <a:ext uri="{FF2B5EF4-FFF2-40B4-BE49-F238E27FC236}">
                  <a16:creationId xmlns:a16="http://schemas.microsoft.com/office/drawing/2014/main" id="{C6400250-2A7D-C5DB-5B87-DD97C2EF7C4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492282" y="2015291"/>
              <a:ext cx="214188" cy="214188"/>
            </a:xfrm>
            <a:prstGeom prst="rect">
              <a:avLst/>
            </a:prstGeom>
          </p:spPr>
        </p:pic>
        <p:sp>
          <p:nvSpPr>
            <p:cNvPr id="151" name="Rectangle 150">
              <a:extLst>
                <a:ext uri="{FF2B5EF4-FFF2-40B4-BE49-F238E27FC236}">
                  <a16:creationId xmlns:a16="http://schemas.microsoft.com/office/drawing/2014/main" id="{A6624632-AF64-4D63-2B60-86159D7BC333}"/>
                </a:ext>
              </a:extLst>
            </p:cNvPr>
            <p:cNvSpPr/>
            <p:nvPr/>
          </p:nvSpPr>
          <p:spPr>
            <a:xfrm>
              <a:off x="11593661" y="2101883"/>
              <a:ext cx="214188" cy="1881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a:solidFill>
                    <a:srgbClr val="306A92"/>
                  </a:solidFill>
                </a:rPr>
                <a:t>x</a:t>
              </a:r>
            </a:p>
          </p:txBody>
        </p:sp>
      </p:grpSp>
      <p:sp>
        <p:nvSpPr>
          <p:cNvPr id="12" name="Ellipse 11">
            <a:extLst>
              <a:ext uri="{FF2B5EF4-FFF2-40B4-BE49-F238E27FC236}">
                <a16:creationId xmlns:a16="http://schemas.microsoft.com/office/drawing/2014/main" id="{D4FE1203-DB90-871C-DEF4-C6DF13C9F07F}"/>
              </a:ext>
            </a:extLst>
          </p:cNvPr>
          <p:cNvSpPr/>
          <p:nvPr/>
        </p:nvSpPr>
        <p:spPr>
          <a:xfrm>
            <a:off x="864443" y="1904403"/>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pic>
        <p:nvPicPr>
          <p:cNvPr id="11" name="Graphique 10" descr="Ampoule et crayon avec un remplissage uni">
            <a:extLst>
              <a:ext uri="{FF2B5EF4-FFF2-40B4-BE49-F238E27FC236}">
                <a16:creationId xmlns:a16="http://schemas.microsoft.com/office/drawing/2014/main" id="{CC612552-7182-660D-92D8-0425D8372A9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51179" y="1955818"/>
            <a:ext cx="402694" cy="402694"/>
          </a:xfrm>
          <a:prstGeom prst="rect">
            <a:avLst/>
          </a:prstGeom>
        </p:spPr>
      </p:pic>
      <p:pic>
        <p:nvPicPr>
          <p:cNvPr id="2" name="Graphique 1" descr="Outils avec un remplissage uni">
            <a:extLst>
              <a:ext uri="{FF2B5EF4-FFF2-40B4-BE49-F238E27FC236}">
                <a16:creationId xmlns:a16="http://schemas.microsoft.com/office/drawing/2014/main" id="{1629C776-7455-F8AD-7823-2071D2D93BB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flipH="1">
            <a:off x="6364276" y="3133665"/>
            <a:ext cx="290825" cy="290825"/>
          </a:xfrm>
          <a:prstGeom prst="rect">
            <a:avLst/>
          </a:prstGeom>
        </p:spPr>
      </p:pic>
      <p:sp>
        <p:nvSpPr>
          <p:cNvPr id="7" name="Rectangle 6">
            <a:extLst>
              <a:ext uri="{FF2B5EF4-FFF2-40B4-BE49-F238E27FC236}">
                <a16:creationId xmlns:a16="http://schemas.microsoft.com/office/drawing/2014/main" id="{9A981063-65EA-1390-CD58-D8E17E0C1428}"/>
              </a:ext>
            </a:extLst>
          </p:cNvPr>
          <p:cNvSpPr/>
          <p:nvPr/>
        </p:nvSpPr>
        <p:spPr>
          <a:xfrm>
            <a:off x="6789598" y="3443462"/>
            <a:ext cx="873752" cy="100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fr-FR" sz="800" b="1">
                <a:latin typeface="Avenir LT Std 45 Book" panose="020B0502020203020204" pitchFamily="34" charset="0"/>
              </a:rPr>
              <a:t>Non disponible</a:t>
            </a:r>
          </a:p>
        </p:txBody>
      </p:sp>
      <p:grpSp>
        <p:nvGrpSpPr>
          <p:cNvPr id="9" name="Groupe 8">
            <a:extLst>
              <a:ext uri="{FF2B5EF4-FFF2-40B4-BE49-F238E27FC236}">
                <a16:creationId xmlns:a16="http://schemas.microsoft.com/office/drawing/2014/main" id="{9BFE3AA6-71FF-09A1-0D1C-EFA1606F7C73}"/>
              </a:ext>
            </a:extLst>
          </p:cNvPr>
          <p:cNvGrpSpPr>
            <a:grpSpLocks noChangeAspect="1"/>
          </p:cNvGrpSpPr>
          <p:nvPr/>
        </p:nvGrpSpPr>
        <p:grpSpPr>
          <a:xfrm>
            <a:off x="11001871" y="6336764"/>
            <a:ext cx="1082632" cy="444130"/>
            <a:chOff x="5810" y="1578917"/>
            <a:chExt cx="559801" cy="229645"/>
          </a:xfrm>
        </p:grpSpPr>
        <p:sp>
          <p:nvSpPr>
            <p:cNvPr id="10" name="Rectangle : coins arrondis 9">
              <a:hlinkClick r:id="rId9" action="ppaction://hlinksldjump"/>
              <a:extLst>
                <a:ext uri="{FF2B5EF4-FFF2-40B4-BE49-F238E27FC236}">
                  <a16:creationId xmlns:a16="http://schemas.microsoft.com/office/drawing/2014/main" id="{DCFDFA06-7919-08B0-15BF-472F0786358C}"/>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hlinkClick r:id="rId9"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ndParaRPr>
            </a:p>
          </p:txBody>
        </p:sp>
        <p:pic>
          <p:nvPicPr>
            <p:cNvPr id="13" name="Graphique 12" descr="Retour avec un remplissage uni">
              <a:hlinkClick r:id="rId9" action="ppaction://hlinksldjump"/>
              <a:extLst>
                <a:ext uri="{FF2B5EF4-FFF2-40B4-BE49-F238E27FC236}">
                  <a16:creationId xmlns:a16="http://schemas.microsoft.com/office/drawing/2014/main" id="{E240A0FE-9484-F1A8-820F-4EAF26D3058F}"/>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9060" y="1578917"/>
              <a:ext cx="229645" cy="229645"/>
            </a:xfrm>
            <a:prstGeom prst="rect">
              <a:avLst/>
            </a:prstGeom>
          </p:spPr>
        </p:pic>
      </p:grpSp>
      <p:sp>
        <p:nvSpPr>
          <p:cNvPr id="25" name="Rectangle : coins arrondis 24">
            <a:extLst>
              <a:ext uri="{FF2B5EF4-FFF2-40B4-BE49-F238E27FC236}">
                <a16:creationId xmlns:a16="http://schemas.microsoft.com/office/drawing/2014/main" id="{CE41AD78-1CEF-9512-5A7C-046D328C430A}"/>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DC582A"/>
                </a:solidFill>
              </a:rPr>
              <a:t>PROTOTYPE</a:t>
            </a:r>
          </a:p>
        </p:txBody>
      </p:sp>
      <p:sp>
        <p:nvSpPr>
          <p:cNvPr id="28" name="Flèche : chevron 8 - 2 - 1">
            <a:extLst>
              <a:ext uri="{FF2B5EF4-FFF2-40B4-BE49-F238E27FC236}">
                <a16:creationId xmlns:a16="http://schemas.microsoft.com/office/drawing/2014/main" id="{83954875-1BCC-CE6E-A8FE-C7B533AB5F56}"/>
              </a:ext>
            </a:extLst>
          </p:cNvPr>
          <p:cNvSpPr/>
          <p:nvPr/>
        </p:nvSpPr>
        <p:spPr>
          <a:xfrm>
            <a:off x="6924000" y="21771"/>
            <a:ext cx="1800000" cy="288000"/>
          </a:xfrm>
          <a:prstGeom prst="chevron">
            <a:avLst>
              <a:gd name="adj" fmla="val 28278"/>
            </a:avLst>
          </a:prstGeom>
          <a:solidFill>
            <a:srgbClr val="A1D6CA"/>
          </a:solidFill>
          <a:ln w="28575">
            <a:solidFill>
              <a:srgbClr val="A1D6CA"/>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rgbClr val="154734"/>
                </a:solidFill>
                <a:latin typeface="Avenir LT Std 45 Book" panose="020B0502020203020204" pitchFamily="34" charset="0"/>
              </a:rPr>
              <a:t>Ressources impacts humains</a:t>
            </a:r>
          </a:p>
        </p:txBody>
      </p:sp>
      <p:sp>
        <p:nvSpPr>
          <p:cNvPr id="30" name="Flèche : chevron 8 - 2 - 1">
            <a:extLst>
              <a:ext uri="{FF2B5EF4-FFF2-40B4-BE49-F238E27FC236}">
                <a16:creationId xmlns:a16="http://schemas.microsoft.com/office/drawing/2014/main" id="{E4DE5745-B165-9AD4-A15B-46A602CE43F9}"/>
              </a:ext>
            </a:extLst>
          </p:cNvPr>
          <p:cNvSpPr/>
          <p:nvPr/>
        </p:nvSpPr>
        <p:spPr>
          <a:xfrm>
            <a:off x="1776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a:t>
            </a:r>
            <a:r>
              <a:rPr lang="fr-FR" sz="1100" b="1" err="1">
                <a:solidFill>
                  <a:schemeClr val="bg1">
                    <a:lumMod val="50000"/>
                  </a:schemeClr>
                </a:solidFill>
                <a:latin typeface="Avenir LT Std 45 Book" panose="020B0502020203020204" pitchFamily="34" charset="0"/>
              </a:rPr>
              <a:t>moi-mëme</a:t>
            </a:r>
            <a:endParaRPr lang="fr-FR" sz="1100" b="1">
              <a:solidFill>
                <a:schemeClr val="bg1">
                  <a:lumMod val="50000"/>
                </a:schemeClr>
              </a:solidFill>
              <a:latin typeface="Avenir LT Std 45 Book" panose="020B0502020203020204" pitchFamily="34" charset="0"/>
            </a:endParaRPr>
          </a:p>
        </p:txBody>
      </p:sp>
      <p:sp>
        <p:nvSpPr>
          <p:cNvPr id="32" name="Flèche : chevron 8 - 2 - 1">
            <a:extLst>
              <a:ext uri="{FF2B5EF4-FFF2-40B4-BE49-F238E27FC236}">
                <a16:creationId xmlns:a16="http://schemas.microsoft.com/office/drawing/2014/main" id="{A110AEFD-EF32-C9F6-154B-A5B6C6269C32}"/>
              </a:ext>
            </a:extLst>
          </p:cNvPr>
          <p:cNvSpPr/>
          <p:nvPr/>
        </p:nvSpPr>
        <p:spPr>
          <a:xfrm>
            <a:off x="5244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des impacts humains</a:t>
            </a:r>
          </a:p>
        </p:txBody>
      </p:sp>
      <p:sp>
        <p:nvSpPr>
          <p:cNvPr id="34" name="Flèche : chevron 8 - 2 - 1">
            <a:extLst>
              <a:ext uri="{FF2B5EF4-FFF2-40B4-BE49-F238E27FC236}">
                <a16:creationId xmlns:a16="http://schemas.microsoft.com/office/drawing/2014/main" id="{BD2A602F-60C9-A7EA-90BB-9B165904B11B}"/>
              </a:ext>
            </a:extLst>
          </p:cNvPr>
          <p:cNvSpPr/>
          <p:nvPr/>
        </p:nvSpPr>
        <p:spPr>
          <a:xfrm>
            <a:off x="636000" y="21771"/>
            <a:ext cx="115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Cas d’usage</a:t>
            </a:r>
          </a:p>
        </p:txBody>
      </p:sp>
      <p:sp>
        <p:nvSpPr>
          <p:cNvPr id="36" name="Flèche : chevron 8 - 2 - 1">
            <a:extLst>
              <a:ext uri="{FF2B5EF4-FFF2-40B4-BE49-F238E27FC236}">
                <a16:creationId xmlns:a16="http://schemas.microsoft.com/office/drawing/2014/main" id="{41CC2354-9980-8969-8A8E-95A1DB06C1B7}"/>
              </a:ext>
            </a:extLst>
          </p:cNvPr>
          <p:cNvSpPr/>
          <p:nvPr/>
        </p:nvSpPr>
        <p:spPr>
          <a:xfrm>
            <a:off x="3456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pour moi-même</a:t>
            </a:r>
          </a:p>
        </p:txBody>
      </p:sp>
      <p:sp>
        <p:nvSpPr>
          <p:cNvPr id="38" name="Flèche : pentagone 3">
            <a:extLst>
              <a:ext uri="{FF2B5EF4-FFF2-40B4-BE49-F238E27FC236}">
                <a16:creationId xmlns:a16="http://schemas.microsoft.com/office/drawing/2014/main" id="{4E201216-A969-2EBE-A7CE-7A964240058B}"/>
              </a:ext>
            </a:extLst>
          </p:cNvPr>
          <p:cNvSpPr/>
          <p:nvPr/>
        </p:nvSpPr>
        <p:spPr>
          <a:xfrm>
            <a:off x="0" y="21771"/>
            <a:ext cx="648000" cy="288000"/>
          </a:xfrm>
          <a:prstGeom prst="homePlate">
            <a:avLst>
              <a:gd name="adj" fmla="val 26503"/>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Accueil</a:t>
            </a:r>
          </a:p>
        </p:txBody>
      </p:sp>
      <p:sp>
        <p:nvSpPr>
          <p:cNvPr id="40" name="Flèche : chevron 8 - 2 - 1">
            <a:extLst>
              <a:ext uri="{FF2B5EF4-FFF2-40B4-BE49-F238E27FC236}">
                <a16:creationId xmlns:a16="http://schemas.microsoft.com/office/drawing/2014/main" id="{42982FFB-5456-58F7-13C0-146370335079}"/>
              </a:ext>
            </a:extLst>
          </p:cNvPr>
          <p:cNvSpPr/>
          <p:nvPr/>
        </p:nvSpPr>
        <p:spPr>
          <a:xfrm>
            <a:off x="8712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a:t>
            </a:r>
            <a:br>
              <a:rPr lang="fr-FR" sz="1100" b="1">
                <a:solidFill>
                  <a:schemeClr val="bg1">
                    <a:lumMod val="50000"/>
                  </a:schemeClr>
                </a:solidFill>
                <a:latin typeface="Avenir LT Std 45 Book" panose="020B0502020203020204" pitchFamily="34" charset="0"/>
              </a:rPr>
            </a:br>
            <a:r>
              <a:rPr lang="fr-FR" sz="1100" b="1">
                <a:solidFill>
                  <a:schemeClr val="bg1">
                    <a:lumMod val="50000"/>
                  </a:schemeClr>
                </a:solidFill>
                <a:latin typeface="Avenir LT Std 45 Book" panose="020B0502020203020204" pitchFamily="34" charset="0"/>
              </a:rPr>
              <a:t>préparer le collectif</a:t>
            </a:r>
          </a:p>
        </p:txBody>
      </p:sp>
      <p:sp>
        <p:nvSpPr>
          <p:cNvPr id="44" name="Flèche : chevron 8 - 2 - 1">
            <a:extLst>
              <a:ext uri="{FF2B5EF4-FFF2-40B4-BE49-F238E27FC236}">
                <a16:creationId xmlns:a16="http://schemas.microsoft.com/office/drawing/2014/main" id="{FB39F29A-654E-80E4-F71E-BEB32C586BBC}"/>
              </a:ext>
            </a:extLst>
          </p:cNvPr>
          <p:cNvSpPr/>
          <p:nvPr/>
        </p:nvSpPr>
        <p:spPr>
          <a:xfrm>
            <a:off x="10392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préparation collectif</a:t>
            </a:r>
          </a:p>
        </p:txBody>
      </p:sp>
    </p:spTree>
    <p:extLst>
      <p:ext uri="{BB962C8B-B14F-4D97-AF65-F5344CB8AC3E}">
        <p14:creationId xmlns:p14="http://schemas.microsoft.com/office/powerpoint/2010/main" val="40214943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F662E-6B7C-7E5F-EAD6-B079E6838219}"/>
            </a:ext>
          </a:extLst>
        </p:cNvPr>
        <p:cNvGrpSpPr/>
        <p:nvPr/>
      </p:nvGrpSpPr>
      <p:grpSpPr>
        <a:xfrm>
          <a:off x="0" y="0"/>
          <a:ext cx="0" cy="0"/>
          <a:chOff x="0" y="0"/>
          <a:chExt cx="0" cy="0"/>
        </a:xfrm>
      </p:grpSpPr>
      <p:sp>
        <p:nvSpPr>
          <p:cNvPr id="8" name="Rectangle : coins arrondis 7">
            <a:extLst>
              <a:ext uri="{FF2B5EF4-FFF2-40B4-BE49-F238E27FC236}">
                <a16:creationId xmlns:a16="http://schemas.microsoft.com/office/drawing/2014/main" id="{C1BDF813-46BF-594C-62AA-B3BA00229E5D}"/>
              </a:ext>
            </a:extLst>
          </p:cNvPr>
          <p:cNvSpPr/>
          <p:nvPr/>
        </p:nvSpPr>
        <p:spPr>
          <a:xfrm>
            <a:off x="217031" y="1887771"/>
            <a:ext cx="5715147" cy="4449600"/>
          </a:xfrm>
          <a:prstGeom prst="roundRect">
            <a:avLst>
              <a:gd name="adj" fmla="val 3071"/>
            </a:avLst>
          </a:prstGeom>
          <a:solidFill>
            <a:schemeClr val="bg1"/>
          </a:solidFill>
          <a:ln w="38100">
            <a:solidFill>
              <a:srgbClr val="00B388"/>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763" lvl="0" algn="just">
              <a:spcAft>
                <a:spcPts val="600"/>
              </a:spcAft>
              <a:tabLst>
                <a:tab pos="176213" algn="l"/>
              </a:tabLst>
              <a:defRPr/>
            </a:pPr>
            <a:endParaRPr lang="fr-FR" sz="1200" b="1" i="1">
              <a:solidFill>
                <a:schemeClr val="tx1"/>
              </a:solidFill>
              <a:latin typeface="Avenir LT Std 55 Roman" panose="020B0503020203020204" pitchFamily="34" charset="0"/>
              <a:cs typeface="Times New Roman" panose="02020603050405020304" pitchFamily="18" charset="0"/>
            </a:endParaRPr>
          </a:p>
          <a:p>
            <a:pPr marL="176213" lvl="0" indent="-171450" algn="just">
              <a:spcBef>
                <a:spcPts val="600"/>
              </a:spcBef>
              <a:spcAft>
                <a:spcPts val="600"/>
              </a:spcAft>
              <a:buFont typeface="Arial" panose="020B0604020202020204" pitchFamily="34" charset="0"/>
              <a:buChar char="•"/>
              <a:tabLst>
                <a:tab pos="176213" algn="l"/>
              </a:tabLst>
              <a:defRPr/>
            </a:pPr>
            <a:r>
              <a:rPr lang="fr-FR" sz="1200" b="1" i="1">
                <a:solidFill>
                  <a:schemeClr val="tx1"/>
                </a:solidFill>
                <a:latin typeface="Avenir LT Std 55 Roman" panose="020B0503020203020204" pitchFamily="34" charset="0"/>
                <a:cs typeface="Times New Roman" panose="02020603050405020304" pitchFamily="18" charset="0"/>
              </a:rPr>
              <a:t>Ai-je pris en compte le contexte global en termes de RPS </a:t>
            </a:r>
            <a:r>
              <a:rPr lang="fr-FR" sz="1200">
                <a:solidFill>
                  <a:schemeClr val="tx1"/>
                </a:solidFill>
                <a:latin typeface="Avenir LT Std 55 Roman" panose="020B0503020203020204" pitchFamily="34" charset="0"/>
                <a:cs typeface="Times New Roman" panose="02020603050405020304" pitchFamily="18" charset="0"/>
              </a:rPr>
              <a:t>au sein de l’entité concernée par le projet (résultats du baromètre C’est à Vous dont le pré-diagnostic RPS, résultats de l’enquête Pulse le cas échéant, résultats de l’</a:t>
            </a:r>
            <a:r>
              <a:rPr lang="fr-FR" sz="1200" err="1">
                <a:solidFill>
                  <a:schemeClr val="tx1"/>
                </a:solidFill>
                <a:latin typeface="Avenir LT Std 55 Roman" panose="020B0503020203020204" pitchFamily="34" charset="0"/>
                <a:cs typeface="Times New Roman" panose="02020603050405020304" pitchFamily="18" charset="0"/>
              </a:rPr>
              <a:t>EvRPS</a:t>
            </a:r>
            <a:r>
              <a:rPr lang="fr-FR" sz="1200">
                <a:solidFill>
                  <a:schemeClr val="tx1"/>
                </a:solidFill>
                <a:latin typeface="Avenir LT Std 55 Roman" panose="020B0503020203020204" pitchFamily="34" charset="0"/>
                <a:cs typeface="Times New Roman" panose="02020603050405020304" pitchFamily="18" charset="0"/>
              </a:rPr>
              <a:t>, démarche d’évaluation des RPS initiale menée sur le projet, indicateurs RH (absentéisme, arrêts maladie, départs et mobilité, accidents...)…) ?</a:t>
            </a:r>
          </a:p>
          <a:p>
            <a:pPr marL="176213" lvl="0" indent="-171450" algn="just">
              <a:spcBef>
                <a:spcPts val="600"/>
              </a:spcBef>
              <a:spcAft>
                <a:spcPts val="600"/>
              </a:spcAft>
              <a:buFont typeface="Arial" panose="020B0604020202020204" pitchFamily="34" charset="0"/>
              <a:buChar char="•"/>
              <a:tabLst>
                <a:tab pos="176213" algn="l"/>
              </a:tabLst>
              <a:defRPr/>
            </a:pPr>
            <a:r>
              <a:rPr lang="fr-FR" sz="1200" b="1" i="1">
                <a:solidFill>
                  <a:schemeClr val="tx1"/>
                </a:solidFill>
                <a:latin typeface="Avenir LT Std 55 Roman" panose="020B0503020203020204" pitchFamily="34" charset="0"/>
                <a:cs typeface="Times New Roman" panose="02020603050405020304" pitchFamily="18" charset="0"/>
              </a:rPr>
              <a:t>Ai-je la vision des événements vécus ces dernières années par l’entité concernée </a:t>
            </a:r>
            <a:r>
              <a:rPr lang="fr-FR" sz="1200">
                <a:solidFill>
                  <a:schemeClr val="tx1"/>
                </a:solidFill>
                <a:latin typeface="Avenir LT Std 55 Roman" panose="020B0503020203020204" pitchFamily="34" charset="0"/>
                <a:cs typeface="Times New Roman" panose="02020603050405020304" pitchFamily="18" charset="0"/>
              </a:rPr>
              <a:t>qui ont pu avoir un impact négatif sur son niveau de RPS (par exemple, réorganisation récente subie, conflit dans l’équipe, changement managérial, déménagement…) ? Ai-je consulté la ligne managériale, les RH et les préventeurs de l’entité concernée pour en savoir plus à ce sujet ?</a:t>
            </a:r>
          </a:p>
          <a:p>
            <a:pPr marL="176213" lvl="0" indent="-171450" algn="just">
              <a:spcBef>
                <a:spcPts val="600"/>
              </a:spcBef>
              <a:spcAft>
                <a:spcPts val="600"/>
              </a:spcAft>
              <a:buFont typeface="Arial" panose="020B0604020202020204" pitchFamily="34" charset="0"/>
              <a:buChar char="•"/>
              <a:tabLst>
                <a:tab pos="176213" algn="l"/>
              </a:tabLst>
              <a:defRPr/>
            </a:pPr>
            <a:r>
              <a:rPr lang="fr-FR" sz="1200" b="1" i="1">
                <a:solidFill>
                  <a:schemeClr val="tx1"/>
                </a:solidFill>
                <a:latin typeface="Avenir LT Std 55 Roman" panose="020B0503020203020204" pitchFamily="34" charset="0"/>
                <a:cs typeface="Times New Roman" panose="02020603050405020304" pitchFamily="18" charset="0"/>
              </a:rPr>
              <a:t>Une évaluation RPS des entités impactées</a:t>
            </a:r>
            <a:r>
              <a:rPr lang="fr-FR" sz="1200" i="1">
                <a:solidFill>
                  <a:schemeClr val="tx1"/>
                </a:solidFill>
                <a:latin typeface="Avenir LT Std 55 Roman" panose="020B0503020203020204" pitchFamily="34" charset="0"/>
                <a:cs typeface="Times New Roman" panose="02020603050405020304" pitchFamily="18" charset="0"/>
              </a:rPr>
              <a:t> </a:t>
            </a:r>
            <a:r>
              <a:rPr lang="fr-FR" sz="1200">
                <a:solidFill>
                  <a:schemeClr val="tx1"/>
                </a:solidFill>
                <a:latin typeface="Avenir LT Std 55 Roman" panose="020B0503020203020204" pitchFamily="34" charset="0"/>
                <a:cs typeface="Times New Roman" panose="02020603050405020304" pitchFamily="18" charset="0"/>
              </a:rPr>
              <a:t>par le projet a-t-elle déjà été faite ?</a:t>
            </a:r>
          </a:p>
          <a:p>
            <a:pPr marL="176213" lvl="0" indent="-171450" algn="just">
              <a:spcBef>
                <a:spcPts val="600"/>
              </a:spcBef>
              <a:spcAft>
                <a:spcPts val="600"/>
              </a:spcAft>
              <a:buFont typeface="Arial" panose="020B0604020202020204" pitchFamily="34" charset="0"/>
              <a:buChar char="•"/>
              <a:tabLst>
                <a:tab pos="176213" algn="l"/>
              </a:tabLst>
              <a:defRPr/>
            </a:pPr>
            <a:r>
              <a:rPr lang="fr-FR" sz="1200">
                <a:solidFill>
                  <a:schemeClr val="tx1"/>
                </a:solidFill>
                <a:latin typeface="Avenir LT Std 55 Roman" panose="020B0503020203020204" pitchFamily="34" charset="0"/>
                <a:cs typeface="Times New Roman" panose="02020603050405020304" pitchFamily="18" charset="0"/>
              </a:rPr>
              <a:t>Quel est </a:t>
            </a:r>
            <a:r>
              <a:rPr lang="fr-FR" sz="1200" b="1" i="1">
                <a:solidFill>
                  <a:schemeClr val="tx1"/>
                </a:solidFill>
                <a:latin typeface="Avenir LT Std 55 Roman" panose="020B0503020203020204" pitchFamily="34" charset="0"/>
                <a:cs typeface="Times New Roman" panose="02020603050405020304" pitchFamily="18" charset="0"/>
              </a:rPr>
              <a:t>l’impact du projet à court terme </a:t>
            </a:r>
            <a:r>
              <a:rPr lang="fr-FR" sz="1200">
                <a:solidFill>
                  <a:schemeClr val="tx1"/>
                </a:solidFill>
                <a:latin typeface="Avenir LT Std 55 Roman" panose="020B0503020203020204" pitchFamily="34" charset="0"/>
                <a:cs typeface="Times New Roman" panose="02020603050405020304" pitchFamily="18" charset="0"/>
              </a:rPr>
              <a:t>pour l’équipe concernée ? Est-ce que </a:t>
            </a:r>
            <a:r>
              <a:rPr lang="fr-FR" sz="1200" b="1" i="1">
                <a:solidFill>
                  <a:schemeClr val="tx1"/>
                </a:solidFill>
                <a:latin typeface="Avenir LT Std 55 Roman" panose="020B0503020203020204" pitchFamily="34" charset="0"/>
                <a:cs typeface="Times New Roman" panose="02020603050405020304" pitchFamily="18" charset="0"/>
              </a:rPr>
              <a:t>les mesures d’accompagnement prévues tiennent compte du contexte RPS </a:t>
            </a:r>
            <a:r>
              <a:rPr lang="fr-FR" sz="1200">
                <a:solidFill>
                  <a:schemeClr val="tx1"/>
                </a:solidFill>
                <a:latin typeface="Avenir LT Std 55 Roman" panose="020B0503020203020204" pitchFamily="34" charset="0"/>
                <a:cs typeface="Times New Roman" panose="02020603050405020304" pitchFamily="18" charset="0"/>
              </a:rPr>
              <a:t>de l’entité ? </a:t>
            </a:r>
            <a:r>
              <a:rPr lang="fr-FR" sz="1200" b="1" i="1">
                <a:solidFill>
                  <a:schemeClr val="tx1"/>
                </a:solidFill>
                <a:latin typeface="Avenir LT Std 55 Roman" panose="020B0503020203020204" pitchFamily="34" charset="0"/>
                <a:cs typeface="Times New Roman" panose="02020603050405020304" pitchFamily="18" charset="0"/>
              </a:rPr>
              <a:t>Quelles marges de manœuvres sont possibles </a:t>
            </a:r>
            <a:r>
              <a:rPr lang="fr-FR" sz="1200">
                <a:solidFill>
                  <a:schemeClr val="tx1"/>
                </a:solidFill>
                <a:latin typeface="Avenir LT Std 55 Roman" panose="020B0503020203020204" pitchFamily="34" charset="0"/>
                <a:cs typeface="Times New Roman" panose="02020603050405020304" pitchFamily="18" charset="0"/>
              </a:rPr>
              <a:t>pour adapter le déploiement du projet ?</a:t>
            </a:r>
            <a:endParaRPr lang="fr-FR" sz="12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endParaRPr>
          </a:p>
        </p:txBody>
      </p:sp>
      <p:sp>
        <p:nvSpPr>
          <p:cNvPr id="168" name="Rectangle : coins arrondis 167">
            <a:extLst>
              <a:ext uri="{FF2B5EF4-FFF2-40B4-BE49-F238E27FC236}">
                <a16:creationId xmlns:a16="http://schemas.microsoft.com/office/drawing/2014/main" id="{6271586B-C4C3-BC19-9AE3-A6539BB54F8E}"/>
              </a:ext>
            </a:extLst>
          </p:cNvPr>
          <p:cNvSpPr/>
          <p:nvPr/>
        </p:nvSpPr>
        <p:spPr>
          <a:xfrm>
            <a:off x="6229779" y="2285304"/>
            <a:ext cx="5751893" cy="1806119"/>
          </a:xfrm>
          <a:prstGeom prst="roundRect">
            <a:avLst>
              <a:gd name="adj" fmla="val 0"/>
            </a:avLst>
          </a:prstGeom>
          <a:solidFill>
            <a:srgbClr val="F6F9FC"/>
          </a:solid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9050" lvl="0" algn="just">
              <a:lnSpc>
                <a:spcPts val="1400"/>
              </a:lnSpc>
              <a:spcAft>
                <a:spcPts val="600"/>
              </a:spcAft>
              <a:tabLst>
                <a:tab pos="180975" algn="l"/>
              </a:tabLst>
              <a:defRPr/>
            </a:pPr>
            <a:endParaRPr lang="fr-FR" sz="1000">
              <a:solidFill>
                <a:srgbClr val="000000"/>
              </a:solidFill>
              <a:latin typeface="Avenir LT Std 55 Roman" panose="020B0503020203020204" pitchFamily="34" charset="0"/>
              <a:cs typeface="Times New Roman" panose="02020603050405020304" pitchFamily="18" charset="0"/>
            </a:endParaRPr>
          </a:p>
        </p:txBody>
      </p:sp>
      <p:sp>
        <p:nvSpPr>
          <p:cNvPr id="16" name="Rectangle : coins arrondis 15">
            <a:extLst>
              <a:ext uri="{FF2B5EF4-FFF2-40B4-BE49-F238E27FC236}">
                <a16:creationId xmlns:a16="http://schemas.microsoft.com/office/drawing/2014/main" id="{5A7CFBA6-847E-7115-0F36-E150060EF635}"/>
              </a:ext>
            </a:extLst>
          </p:cNvPr>
          <p:cNvSpPr/>
          <p:nvPr/>
        </p:nvSpPr>
        <p:spPr>
          <a:xfrm>
            <a:off x="206672" y="1889361"/>
            <a:ext cx="5740809" cy="504694"/>
          </a:xfrm>
          <a:prstGeom prst="roundRect">
            <a:avLst/>
          </a:prstGeom>
          <a:solidFill>
            <a:srgbClr val="00B3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400" b="1" i="1">
                <a:solidFill>
                  <a:schemeClr val="bg1"/>
                </a:solidFill>
              </a:rPr>
              <a:t>Les questions à se poser</a:t>
            </a:r>
          </a:p>
        </p:txBody>
      </p:sp>
      <p:sp>
        <p:nvSpPr>
          <p:cNvPr id="5" name="Rectangle 4">
            <a:extLst>
              <a:ext uri="{FF2B5EF4-FFF2-40B4-BE49-F238E27FC236}">
                <a16:creationId xmlns:a16="http://schemas.microsoft.com/office/drawing/2014/main" id="{F9E931BA-27BD-DB48-ED2C-F5DCF7E0CF98}"/>
              </a:ext>
            </a:extLst>
          </p:cNvPr>
          <p:cNvSpPr/>
          <p:nvPr/>
        </p:nvSpPr>
        <p:spPr>
          <a:xfrm>
            <a:off x="-3064" y="378372"/>
            <a:ext cx="12195063" cy="1427747"/>
          </a:xfrm>
          <a:prstGeom prst="rect">
            <a:avLst/>
          </a:prstGeom>
          <a:solidFill>
            <a:srgbClr val="DFF1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5963" lvl="0">
              <a:spcAft>
                <a:spcPts val="1200"/>
              </a:spcAft>
              <a:buClr>
                <a:schemeClr val="tx1"/>
              </a:buClr>
            </a:pPr>
            <a:r>
              <a:rPr lang="fr-FR">
                <a:solidFill>
                  <a:schemeClr val="tx1"/>
                </a:solidFill>
                <a:latin typeface="Avenir LT Std 55 Roman" panose="020B0503020203020204" pitchFamily="34" charset="0"/>
              </a:rPr>
              <a:t>Consulter le </a:t>
            </a:r>
            <a:r>
              <a:rPr lang="fr-FR">
                <a:solidFill>
                  <a:srgbClr val="00B388"/>
                </a:solidFill>
                <a:latin typeface="Avenir LT Std 65 Medium" panose="020B0803020203020204" pitchFamily="34" charset="0"/>
              </a:rPr>
              <a:t>contexte global et l’historique des RPS </a:t>
            </a:r>
            <a:r>
              <a:rPr lang="fr-FR">
                <a:solidFill>
                  <a:schemeClr val="tx1"/>
                </a:solidFill>
                <a:latin typeface="Avenir LT Std 55 Roman" panose="020B0503020203020204" pitchFamily="34" charset="0"/>
              </a:rPr>
              <a:t>pour disposer d’une vision consolidée des événements passés de l’entité concernée (ex. réorganisation récente…).</a:t>
            </a:r>
          </a:p>
        </p:txBody>
      </p:sp>
      <p:sp>
        <p:nvSpPr>
          <p:cNvPr id="6" name="Triangle isocèle 5">
            <a:extLst>
              <a:ext uri="{FF2B5EF4-FFF2-40B4-BE49-F238E27FC236}">
                <a16:creationId xmlns:a16="http://schemas.microsoft.com/office/drawing/2014/main" id="{09D0CDCB-EDB1-AE78-FB74-A291331AB82E}"/>
              </a:ext>
            </a:extLst>
          </p:cNvPr>
          <p:cNvSpPr/>
          <p:nvPr/>
        </p:nvSpPr>
        <p:spPr>
          <a:xfrm rot="5400000">
            <a:off x="34126" y="929868"/>
            <a:ext cx="782530" cy="324754"/>
          </a:xfrm>
          <a:prstGeom prst="triangle">
            <a:avLst/>
          </a:prstGeom>
          <a:solidFill>
            <a:srgbClr val="1547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18" name="Rectangle : coins arrondis 17">
            <a:extLst>
              <a:ext uri="{FF2B5EF4-FFF2-40B4-BE49-F238E27FC236}">
                <a16:creationId xmlns:a16="http://schemas.microsoft.com/office/drawing/2014/main" id="{FD26C9D3-F504-E86F-14DC-B8E6D9FB58B7}"/>
              </a:ext>
            </a:extLst>
          </p:cNvPr>
          <p:cNvSpPr/>
          <p:nvPr/>
        </p:nvSpPr>
        <p:spPr>
          <a:xfrm>
            <a:off x="6233435" y="1889361"/>
            <a:ext cx="5751893" cy="504694"/>
          </a:xfrm>
          <a:prstGeom prst="round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400" b="1" i="1">
                <a:solidFill>
                  <a:schemeClr val="bg1"/>
                </a:solidFill>
              </a:rPr>
              <a:t>Ressources à ma disposition</a:t>
            </a:r>
          </a:p>
        </p:txBody>
      </p:sp>
      <p:sp>
        <p:nvSpPr>
          <p:cNvPr id="21" name="Rectangle : coins arrondis 20">
            <a:extLst>
              <a:ext uri="{FF2B5EF4-FFF2-40B4-BE49-F238E27FC236}">
                <a16:creationId xmlns:a16="http://schemas.microsoft.com/office/drawing/2014/main" id="{8DEDE4AC-689D-1D96-8F3C-0B61269893AB}"/>
              </a:ext>
            </a:extLst>
          </p:cNvPr>
          <p:cNvSpPr/>
          <p:nvPr/>
        </p:nvSpPr>
        <p:spPr>
          <a:xfrm>
            <a:off x="6229780" y="4124611"/>
            <a:ext cx="5715146" cy="2212760"/>
          </a:xfrm>
          <a:prstGeom prst="roundRect">
            <a:avLst>
              <a:gd name="adj" fmla="val 7884"/>
            </a:avLst>
          </a:prstGeom>
          <a:solidFill>
            <a:srgbClr val="FBFBFB"/>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defRPr/>
            </a:pPr>
            <a:r>
              <a:rPr kumimoji="0" lang="fr-FR" sz="900" b="0" i="1" u="none" strike="noStrike" kern="1200" cap="none" spc="0" normalizeH="0" baseline="0" noProof="0">
                <a:ln>
                  <a:noFill/>
                </a:ln>
                <a:solidFill>
                  <a:srgbClr val="FFFFFF">
                    <a:lumMod val="50000"/>
                  </a:srgbClr>
                </a:solidFill>
                <a:effectLst/>
                <a:uLnTx/>
                <a:uFillTx/>
                <a:latin typeface="Avenir LT Std 35 Light" panose="020B0402020203020204" pitchFamily="34" charset="0"/>
                <a:ea typeface="+mn-ea"/>
                <a:cs typeface="+mn-cs"/>
              </a:rPr>
              <a:t>Zone de texte libre</a:t>
            </a:r>
          </a:p>
        </p:txBody>
      </p:sp>
      <p:sp>
        <p:nvSpPr>
          <p:cNvPr id="43" name="Ellipse 42">
            <a:extLst>
              <a:ext uri="{FF2B5EF4-FFF2-40B4-BE49-F238E27FC236}">
                <a16:creationId xmlns:a16="http://schemas.microsoft.com/office/drawing/2014/main" id="{084C8966-0DA7-C615-BECF-07920128937F}"/>
              </a:ext>
            </a:extLst>
          </p:cNvPr>
          <p:cNvSpPr/>
          <p:nvPr/>
        </p:nvSpPr>
        <p:spPr>
          <a:xfrm>
            <a:off x="6682059" y="1894046"/>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pic>
        <p:nvPicPr>
          <p:cNvPr id="42" name="Image 41">
            <a:extLst>
              <a:ext uri="{FF2B5EF4-FFF2-40B4-BE49-F238E27FC236}">
                <a16:creationId xmlns:a16="http://schemas.microsoft.com/office/drawing/2014/main" id="{2AE95B72-A580-82EC-3D44-8EFDA64E51AC}"/>
              </a:ext>
            </a:extLst>
          </p:cNvPr>
          <p:cNvPicPr>
            <a:picLocks noChangeAspect="1"/>
          </p:cNvPicPr>
          <p:nvPr/>
        </p:nvPicPr>
        <p:blipFill>
          <a:blip r:embed="rId3"/>
          <a:stretch>
            <a:fillRect/>
          </a:stretch>
        </p:blipFill>
        <p:spPr>
          <a:xfrm>
            <a:off x="6806176" y="1887770"/>
            <a:ext cx="485486" cy="621422"/>
          </a:xfrm>
          <a:prstGeom prst="rect">
            <a:avLst/>
          </a:prstGeom>
        </p:spPr>
      </p:pic>
      <p:sp>
        <p:nvSpPr>
          <p:cNvPr id="85" name="Rectangle : coins arrondis 84">
            <a:extLst>
              <a:ext uri="{FF2B5EF4-FFF2-40B4-BE49-F238E27FC236}">
                <a16:creationId xmlns:a16="http://schemas.microsoft.com/office/drawing/2014/main" id="{040CA32B-D9C5-F9D1-06C2-3500F46C088D}"/>
              </a:ext>
            </a:extLst>
          </p:cNvPr>
          <p:cNvSpPr/>
          <p:nvPr/>
        </p:nvSpPr>
        <p:spPr>
          <a:xfrm>
            <a:off x="6336832" y="2544206"/>
            <a:ext cx="1883143" cy="35624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ts val="900"/>
              </a:lnSpc>
              <a:spcBef>
                <a:spcPts val="300"/>
              </a:spcBef>
              <a:buClr>
                <a:srgbClr val="0084D4"/>
              </a:buClr>
              <a:defRPr/>
            </a:pPr>
            <a:r>
              <a:rPr lang="fr-FR" sz="1100" b="1" i="1">
                <a:solidFill>
                  <a:schemeClr val="tx1"/>
                </a:solidFill>
                <a:latin typeface="Avenir LT Std 65 Medium" panose="020B0803020203020204" pitchFamily="34" charset="0"/>
              </a:rPr>
              <a:t>Ressource</a:t>
            </a:r>
            <a:br>
              <a:rPr lang="fr-FR" sz="1000" b="1" i="1">
                <a:solidFill>
                  <a:schemeClr val="tx1"/>
                </a:solidFill>
                <a:latin typeface="Avenir LT Std 65 Medium" panose="020B0803020203020204" pitchFamily="34" charset="0"/>
              </a:rPr>
            </a:br>
            <a:r>
              <a:rPr lang="fr-FR" sz="900" i="1">
                <a:solidFill>
                  <a:srgbClr val="FFFFFF">
                    <a:lumMod val="50000"/>
                  </a:srgbClr>
                </a:solidFill>
                <a:latin typeface="Avenir LT Std 35 Light" panose="020B0402020203020204" pitchFamily="34" charset="0"/>
              </a:rPr>
              <a:t>(accessible en cliquant dessus)</a:t>
            </a:r>
          </a:p>
        </p:txBody>
      </p:sp>
      <p:sp>
        <p:nvSpPr>
          <p:cNvPr id="86" name="Rectangle : coins arrondis 85">
            <a:extLst>
              <a:ext uri="{FF2B5EF4-FFF2-40B4-BE49-F238E27FC236}">
                <a16:creationId xmlns:a16="http://schemas.microsoft.com/office/drawing/2014/main" id="{F2616FD0-4299-1151-34BF-DD4101D6CA03}"/>
              </a:ext>
            </a:extLst>
          </p:cNvPr>
          <p:cNvSpPr/>
          <p:nvPr/>
        </p:nvSpPr>
        <p:spPr>
          <a:xfrm>
            <a:off x="8517576" y="2544206"/>
            <a:ext cx="1959272" cy="32903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000" b="1" i="1">
                <a:solidFill>
                  <a:schemeClr val="tx1"/>
                </a:solidFill>
                <a:latin typeface="Avenir LT Std 65 Medium" panose="020B0803020203020204" pitchFamily="34" charset="0"/>
              </a:rPr>
              <a:t>Ce qu’elle apporte</a:t>
            </a:r>
          </a:p>
        </p:txBody>
      </p:sp>
      <p:pic>
        <p:nvPicPr>
          <p:cNvPr id="146" name="Graphique 145" descr="Cœur avec un remplissage uni">
            <a:extLst>
              <a:ext uri="{FF2B5EF4-FFF2-40B4-BE49-F238E27FC236}">
                <a16:creationId xmlns:a16="http://schemas.microsoft.com/office/drawing/2014/main" id="{4DC683CF-3A68-FFAF-D689-4199F4D6EFF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80997" y="2533060"/>
            <a:ext cx="288595" cy="288595"/>
          </a:xfrm>
          <a:prstGeom prst="rect">
            <a:avLst/>
          </a:prstGeom>
        </p:spPr>
      </p:pic>
      <p:pic>
        <p:nvPicPr>
          <p:cNvPr id="148" name="Graphique 147" descr="Sablier plein avec un remplissage uni">
            <a:extLst>
              <a:ext uri="{FF2B5EF4-FFF2-40B4-BE49-F238E27FC236}">
                <a16:creationId xmlns:a16="http://schemas.microsoft.com/office/drawing/2014/main" id="{4BC43E28-068D-8586-8B4E-B520FC0D6A0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089885" y="2536313"/>
            <a:ext cx="281763" cy="281763"/>
          </a:xfrm>
          <a:prstGeom prst="rect">
            <a:avLst/>
          </a:prstGeom>
        </p:spPr>
      </p:pic>
      <p:sp>
        <p:nvSpPr>
          <p:cNvPr id="12" name="Ellipse 11">
            <a:extLst>
              <a:ext uri="{FF2B5EF4-FFF2-40B4-BE49-F238E27FC236}">
                <a16:creationId xmlns:a16="http://schemas.microsoft.com/office/drawing/2014/main" id="{BD389800-BFDB-65F7-1E7E-A15D6EF0A63D}"/>
              </a:ext>
            </a:extLst>
          </p:cNvPr>
          <p:cNvSpPr/>
          <p:nvPr/>
        </p:nvSpPr>
        <p:spPr>
          <a:xfrm>
            <a:off x="864443" y="1904403"/>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pic>
        <p:nvPicPr>
          <p:cNvPr id="11" name="Graphique 10" descr="Ampoule et crayon avec un remplissage uni">
            <a:extLst>
              <a:ext uri="{FF2B5EF4-FFF2-40B4-BE49-F238E27FC236}">
                <a16:creationId xmlns:a16="http://schemas.microsoft.com/office/drawing/2014/main" id="{171CF46A-E8A1-1636-95BF-323ED258E74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51179" y="1955818"/>
            <a:ext cx="402694" cy="402694"/>
          </a:xfrm>
          <a:prstGeom prst="rect">
            <a:avLst/>
          </a:prstGeom>
        </p:spPr>
      </p:pic>
      <p:grpSp>
        <p:nvGrpSpPr>
          <p:cNvPr id="9" name="Groupe 8">
            <a:extLst>
              <a:ext uri="{FF2B5EF4-FFF2-40B4-BE49-F238E27FC236}">
                <a16:creationId xmlns:a16="http://schemas.microsoft.com/office/drawing/2014/main" id="{4DBE8F12-DBC9-7448-3056-5312278E8D92}"/>
              </a:ext>
            </a:extLst>
          </p:cNvPr>
          <p:cNvGrpSpPr>
            <a:grpSpLocks noChangeAspect="1"/>
          </p:cNvGrpSpPr>
          <p:nvPr/>
        </p:nvGrpSpPr>
        <p:grpSpPr>
          <a:xfrm>
            <a:off x="11001871" y="6336764"/>
            <a:ext cx="1082632" cy="444130"/>
            <a:chOff x="5810" y="1578917"/>
            <a:chExt cx="559801" cy="229645"/>
          </a:xfrm>
        </p:grpSpPr>
        <p:sp>
          <p:nvSpPr>
            <p:cNvPr id="10" name="Rectangle : coins arrondis 9">
              <a:hlinkClick r:id="rId7" action="ppaction://hlinksldjump"/>
              <a:extLst>
                <a:ext uri="{FF2B5EF4-FFF2-40B4-BE49-F238E27FC236}">
                  <a16:creationId xmlns:a16="http://schemas.microsoft.com/office/drawing/2014/main" id="{B4A89AAE-3838-67DF-6B97-5BB76152B1CD}"/>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hlinkClick r:id="rId7"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ndParaRPr>
            </a:p>
          </p:txBody>
        </p:sp>
        <p:pic>
          <p:nvPicPr>
            <p:cNvPr id="14" name="Graphique 13" descr="Retour avec un remplissage uni">
              <a:hlinkClick r:id="rId7" action="ppaction://hlinksldjump"/>
              <a:extLst>
                <a:ext uri="{FF2B5EF4-FFF2-40B4-BE49-F238E27FC236}">
                  <a16:creationId xmlns:a16="http://schemas.microsoft.com/office/drawing/2014/main" id="{BAB00E3A-7AE0-840D-17C7-D61B95EBDE6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9060" y="1578917"/>
              <a:ext cx="229645" cy="229645"/>
            </a:xfrm>
            <a:prstGeom prst="rect">
              <a:avLst/>
            </a:prstGeom>
          </p:spPr>
        </p:pic>
      </p:grpSp>
      <p:sp>
        <p:nvSpPr>
          <p:cNvPr id="41" name="Rectangle : coins arrondis 40">
            <a:extLst>
              <a:ext uri="{FF2B5EF4-FFF2-40B4-BE49-F238E27FC236}">
                <a16:creationId xmlns:a16="http://schemas.microsoft.com/office/drawing/2014/main" id="{EA884734-F4D4-A01D-6603-50494CF46A86}"/>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DC582A"/>
                </a:solidFill>
              </a:rPr>
              <a:t>PROTOTYPE</a:t>
            </a:r>
          </a:p>
        </p:txBody>
      </p:sp>
      <p:sp>
        <p:nvSpPr>
          <p:cNvPr id="19" name="Flèche : chevron 8 - 2 - 1">
            <a:extLst>
              <a:ext uri="{FF2B5EF4-FFF2-40B4-BE49-F238E27FC236}">
                <a16:creationId xmlns:a16="http://schemas.microsoft.com/office/drawing/2014/main" id="{3F190CC0-95C8-D9A3-1CFF-94156DFFA0E8}"/>
              </a:ext>
            </a:extLst>
          </p:cNvPr>
          <p:cNvSpPr/>
          <p:nvPr/>
        </p:nvSpPr>
        <p:spPr>
          <a:xfrm>
            <a:off x="6924000" y="21771"/>
            <a:ext cx="1800000" cy="288000"/>
          </a:xfrm>
          <a:prstGeom prst="chevron">
            <a:avLst>
              <a:gd name="adj" fmla="val 28278"/>
            </a:avLst>
          </a:prstGeom>
          <a:solidFill>
            <a:srgbClr val="A1D6CA"/>
          </a:solidFill>
          <a:ln w="28575">
            <a:solidFill>
              <a:srgbClr val="A1D6CA"/>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rgbClr val="154734"/>
                </a:solidFill>
                <a:latin typeface="Avenir LT Std 45 Book" panose="020B0502020203020204" pitchFamily="34" charset="0"/>
              </a:rPr>
              <a:t>Ressources impacts humains</a:t>
            </a:r>
          </a:p>
        </p:txBody>
      </p:sp>
      <p:sp>
        <p:nvSpPr>
          <p:cNvPr id="22" name="Flèche : chevron 8 - 2 - 1">
            <a:extLst>
              <a:ext uri="{FF2B5EF4-FFF2-40B4-BE49-F238E27FC236}">
                <a16:creationId xmlns:a16="http://schemas.microsoft.com/office/drawing/2014/main" id="{66CBF17A-F20B-A747-116E-D2AFE96E0A4E}"/>
              </a:ext>
            </a:extLst>
          </p:cNvPr>
          <p:cNvSpPr/>
          <p:nvPr/>
        </p:nvSpPr>
        <p:spPr>
          <a:xfrm>
            <a:off x="1776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a:t>
            </a:r>
            <a:r>
              <a:rPr lang="fr-FR" sz="1100" b="1" err="1">
                <a:solidFill>
                  <a:schemeClr val="bg1">
                    <a:lumMod val="50000"/>
                  </a:schemeClr>
                </a:solidFill>
                <a:latin typeface="Avenir LT Std 45 Book" panose="020B0502020203020204" pitchFamily="34" charset="0"/>
              </a:rPr>
              <a:t>moi-mëme</a:t>
            </a:r>
            <a:endParaRPr lang="fr-FR" sz="1100" b="1">
              <a:solidFill>
                <a:schemeClr val="bg1">
                  <a:lumMod val="50000"/>
                </a:schemeClr>
              </a:solidFill>
              <a:latin typeface="Avenir LT Std 45 Book" panose="020B0502020203020204" pitchFamily="34" charset="0"/>
            </a:endParaRPr>
          </a:p>
        </p:txBody>
      </p:sp>
      <p:sp>
        <p:nvSpPr>
          <p:cNvPr id="28" name="Flèche : chevron 8 - 2 - 1">
            <a:extLst>
              <a:ext uri="{FF2B5EF4-FFF2-40B4-BE49-F238E27FC236}">
                <a16:creationId xmlns:a16="http://schemas.microsoft.com/office/drawing/2014/main" id="{5E5DAB41-1ED8-1ADE-190C-44953FCE976B}"/>
              </a:ext>
            </a:extLst>
          </p:cNvPr>
          <p:cNvSpPr/>
          <p:nvPr/>
        </p:nvSpPr>
        <p:spPr>
          <a:xfrm>
            <a:off x="5244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des impacts humains</a:t>
            </a:r>
          </a:p>
        </p:txBody>
      </p:sp>
      <p:sp>
        <p:nvSpPr>
          <p:cNvPr id="30" name="Flèche : chevron 8 - 2 - 1">
            <a:extLst>
              <a:ext uri="{FF2B5EF4-FFF2-40B4-BE49-F238E27FC236}">
                <a16:creationId xmlns:a16="http://schemas.microsoft.com/office/drawing/2014/main" id="{00B9FB63-AF7A-5933-26A3-2015DE9C31E4}"/>
              </a:ext>
            </a:extLst>
          </p:cNvPr>
          <p:cNvSpPr/>
          <p:nvPr/>
        </p:nvSpPr>
        <p:spPr>
          <a:xfrm>
            <a:off x="636000" y="21771"/>
            <a:ext cx="115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Cas d’usage</a:t>
            </a:r>
          </a:p>
        </p:txBody>
      </p:sp>
      <p:sp>
        <p:nvSpPr>
          <p:cNvPr id="32" name="Flèche : chevron 8 - 2 - 1">
            <a:extLst>
              <a:ext uri="{FF2B5EF4-FFF2-40B4-BE49-F238E27FC236}">
                <a16:creationId xmlns:a16="http://schemas.microsoft.com/office/drawing/2014/main" id="{9C171CDB-6DB8-BA9A-34D6-5A7DB6024058}"/>
              </a:ext>
            </a:extLst>
          </p:cNvPr>
          <p:cNvSpPr/>
          <p:nvPr/>
        </p:nvSpPr>
        <p:spPr>
          <a:xfrm>
            <a:off x="3456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pour moi-même</a:t>
            </a:r>
          </a:p>
        </p:txBody>
      </p:sp>
      <p:sp>
        <p:nvSpPr>
          <p:cNvPr id="45" name="Flèche : pentagone 3">
            <a:extLst>
              <a:ext uri="{FF2B5EF4-FFF2-40B4-BE49-F238E27FC236}">
                <a16:creationId xmlns:a16="http://schemas.microsoft.com/office/drawing/2014/main" id="{08FCA4E4-AE61-8D47-8E98-2795EF19F30B}"/>
              </a:ext>
            </a:extLst>
          </p:cNvPr>
          <p:cNvSpPr/>
          <p:nvPr/>
        </p:nvSpPr>
        <p:spPr>
          <a:xfrm>
            <a:off x="0" y="21771"/>
            <a:ext cx="648000" cy="288000"/>
          </a:xfrm>
          <a:prstGeom prst="homePlate">
            <a:avLst>
              <a:gd name="adj" fmla="val 26503"/>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Accueil</a:t>
            </a:r>
          </a:p>
        </p:txBody>
      </p:sp>
      <p:sp>
        <p:nvSpPr>
          <p:cNvPr id="47" name="Flèche : chevron 8 - 2 - 1">
            <a:extLst>
              <a:ext uri="{FF2B5EF4-FFF2-40B4-BE49-F238E27FC236}">
                <a16:creationId xmlns:a16="http://schemas.microsoft.com/office/drawing/2014/main" id="{05EB2F5E-C4E8-4504-5C38-C2223D50B4BB}"/>
              </a:ext>
            </a:extLst>
          </p:cNvPr>
          <p:cNvSpPr/>
          <p:nvPr/>
        </p:nvSpPr>
        <p:spPr>
          <a:xfrm>
            <a:off x="8712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a:t>
            </a:r>
            <a:br>
              <a:rPr lang="fr-FR" sz="1100" b="1">
                <a:solidFill>
                  <a:schemeClr val="bg1">
                    <a:lumMod val="50000"/>
                  </a:schemeClr>
                </a:solidFill>
                <a:latin typeface="Avenir LT Std 45 Book" panose="020B0502020203020204" pitchFamily="34" charset="0"/>
              </a:rPr>
            </a:br>
            <a:r>
              <a:rPr lang="fr-FR" sz="1100" b="1">
                <a:solidFill>
                  <a:schemeClr val="bg1">
                    <a:lumMod val="50000"/>
                  </a:schemeClr>
                </a:solidFill>
                <a:latin typeface="Avenir LT Std 45 Book" panose="020B0502020203020204" pitchFamily="34" charset="0"/>
              </a:rPr>
              <a:t>préparer le collectif</a:t>
            </a:r>
          </a:p>
        </p:txBody>
      </p:sp>
      <p:sp>
        <p:nvSpPr>
          <p:cNvPr id="49" name="Flèche : chevron 8 - 2 - 1">
            <a:extLst>
              <a:ext uri="{FF2B5EF4-FFF2-40B4-BE49-F238E27FC236}">
                <a16:creationId xmlns:a16="http://schemas.microsoft.com/office/drawing/2014/main" id="{31504CEA-E26F-C527-98B7-D5285BB71B3B}"/>
              </a:ext>
            </a:extLst>
          </p:cNvPr>
          <p:cNvSpPr/>
          <p:nvPr/>
        </p:nvSpPr>
        <p:spPr>
          <a:xfrm>
            <a:off x="10392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préparation collectif</a:t>
            </a:r>
          </a:p>
        </p:txBody>
      </p:sp>
      <p:sp>
        <p:nvSpPr>
          <p:cNvPr id="17" name="Rectangle : coins arrondis 16">
            <a:extLst>
              <a:ext uri="{FF2B5EF4-FFF2-40B4-BE49-F238E27FC236}">
                <a16:creationId xmlns:a16="http://schemas.microsoft.com/office/drawing/2014/main" id="{CA3CB2FC-697D-9253-0AE5-5C2C18A17DE9}"/>
              </a:ext>
            </a:extLst>
          </p:cNvPr>
          <p:cNvSpPr/>
          <p:nvPr/>
        </p:nvSpPr>
        <p:spPr>
          <a:xfrm>
            <a:off x="7052664" y="2949514"/>
            <a:ext cx="4717648" cy="65912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sp>
        <p:nvSpPr>
          <p:cNvPr id="26" name="Rectangle 25">
            <a:extLst>
              <a:ext uri="{FF2B5EF4-FFF2-40B4-BE49-F238E27FC236}">
                <a16:creationId xmlns:a16="http://schemas.microsoft.com/office/drawing/2014/main" id="{854B13F5-751F-227B-E954-F1491523E6AE}"/>
              </a:ext>
            </a:extLst>
          </p:cNvPr>
          <p:cNvSpPr/>
          <p:nvPr/>
        </p:nvSpPr>
        <p:spPr>
          <a:xfrm>
            <a:off x="6710527" y="2949513"/>
            <a:ext cx="1885365" cy="659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tlCol="0" anchor="ctr"/>
          <a:lstStyle/>
          <a:p>
            <a:r>
              <a:rPr lang="fr-FR" sz="1000" b="1">
                <a:solidFill>
                  <a:srgbClr val="306A92"/>
                </a:solidFill>
                <a:latin typeface="Avenir LT Std 45 Book" panose="020B0502020203020204" pitchFamily="34" charset="0"/>
              </a:rPr>
              <a:t>Power apps RPS</a:t>
            </a:r>
          </a:p>
        </p:txBody>
      </p:sp>
      <p:sp>
        <p:nvSpPr>
          <p:cNvPr id="29" name="Rectangle 28">
            <a:extLst>
              <a:ext uri="{FF2B5EF4-FFF2-40B4-BE49-F238E27FC236}">
                <a16:creationId xmlns:a16="http://schemas.microsoft.com/office/drawing/2014/main" id="{D97AB967-1A1D-0175-9D56-E94438242CE2}"/>
              </a:ext>
            </a:extLst>
          </p:cNvPr>
          <p:cNvSpPr/>
          <p:nvPr/>
        </p:nvSpPr>
        <p:spPr>
          <a:xfrm>
            <a:off x="8697272" y="3077892"/>
            <a:ext cx="2282056" cy="7448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defTabSz="914355"/>
            <a:r>
              <a:rPr lang="fr-FR" sz="900" b="1" i="1">
                <a:solidFill>
                  <a:schemeClr val="tx1"/>
                </a:solidFill>
                <a:latin typeface="Avenir LT Std 35 Light" panose="020B0402020203020204" pitchFamily="34" charset="0"/>
              </a:rPr>
              <a:t>A utiliser avec votre préventeur qui est habilité à l’outil</a:t>
            </a:r>
          </a:p>
          <a:p>
            <a:pPr defTabSz="914355"/>
            <a:r>
              <a:rPr lang="fr-FR" sz="900">
                <a:solidFill>
                  <a:schemeClr val="tx1"/>
                </a:solidFill>
                <a:latin typeface="Avenir LT Std 35 Light" panose="020B0402020203020204" pitchFamily="34" charset="0"/>
              </a:rPr>
              <a:t>Evaluation RPS qui se base sur les questions issues du RH970</a:t>
            </a:r>
          </a:p>
        </p:txBody>
      </p:sp>
      <p:sp>
        <p:nvSpPr>
          <p:cNvPr id="31" name="Rectangle 30">
            <a:extLst>
              <a:ext uri="{FF2B5EF4-FFF2-40B4-BE49-F238E27FC236}">
                <a16:creationId xmlns:a16="http://schemas.microsoft.com/office/drawing/2014/main" id="{E5808038-F3AD-CF67-3307-818BB9029E9A}"/>
              </a:ext>
            </a:extLst>
          </p:cNvPr>
          <p:cNvSpPr/>
          <p:nvPr/>
        </p:nvSpPr>
        <p:spPr>
          <a:xfrm>
            <a:off x="10989435" y="3077892"/>
            <a:ext cx="623068"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latin typeface="Avenir LT Std 45 Book" panose="020B0502020203020204" pitchFamily="34" charset="0"/>
              </a:rPr>
              <a:t>~ 1 h</a:t>
            </a:r>
          </a:p>
        </p:txBody>
      </p:sp>
      <p:grpSp>
        <p:nvGrpSpPr>
          <p:cNvPr id="33" name="Groupe 32">
            <a:extLst>
              <a:ext uri="{FF2B5EF4-FFF2-40B4-BE49-F238E27FC236}">
                <a16:creationId xmlns:a16="http://schemas.microsoft.com/office/drawing/2014/main" id="{2376A1C5-C45B-7CB6-9535-0E2CDF79D357}"/>
              </a:ext>
            </a:extLst>
          </p:cNvPr>
          <p:cNvGrpSpPr/>
          <p:nvPr/>
        </p:nvGrpSpPr>
        <p:grpSpPr>
          <a:xfrm>
            <a:off x="11610032" y="3141690"/>
            <a:ext cx="315567" cy="274775"/>
            <a:chOff x="11492282" y="2015291"/>
            <a:chExt cx="315567" cy="274775"/>
          </a:xfrm>
        </p:grpSpPr>
        <p:pic>
          <p:nvPicPr>
            <p:cNvPr id="34" name="Graphique 33" descr="Cœur contour">
              <a:extLst>
                <a:ext uri="{FF2B5EF4-FFF2-40B4-BE49-F238E27FC236}">
                  <a16:creationId xmlns:a16="http://schemas.microsoft.com/office/drawing/2014/main" id="{BB19CD23-BBF0-9812-280A-C334A72B49E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1492282" y="2015291"/>
              <a:ext cx="214188" cy="214188"/>
            </a:xfrm>
            <a:prstGeom prst="rect">
              <a:avLst/>
            </a:prstGeom>
          </p:spPr>
        </p:pic>
        <p:sp>
          <p:nvSpPr>
            <p:cNvPr id="35" name="Rectangle 34">
              <a:extLst>
                <a:ext uri="{FF2B5EF4-FFF2-40B4-BE49-F238E27FC236}">
                  <a16:creationId xmlns:a16="http://schemas.microsoft.com/office/drawing/2014/main" id="{2B408476-BB87-70B7-21BD-2E1464C93FE2}"/>
                </a:ext>
              </a:extLst>
            </p:cNvPr>
            <p:cNvSpPr/>
            <p:nvPr/>
          </p:nvSpPr>
          <p:spPr>
            <a:xfrm>
              <a:off x="11593661" y="2101883"/>
              <a:ext cx="214188" cy="1881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a:solidFill>
                    <a:srgbClr val="306A92"/>
                  </a:solidFill>
                </a:rPr>
                <a:t>x</a:t>
              </a:r>
            </a:p>
          </p:txBody>
        </p:sp>
      </p:grpSp>
      <p:pic>
        <p:nvPicPr>
          <p:cNvPr id="36" name="Graphique 35" descr="Outils avec un remplissage uni">
            <a:extLst>
              <a:ext uri="{FF2B5EF4-FFF2-40B4-BE49-F238E27FC236}">
                <a16:creationId xmlns:a16="http://schemas.microsoft.com/office/drawing/2014/main" id="{73F3038D-6A54-4A59-8A02-B935C6E0DEDF}"/>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flipH="1">
            <a:off x="6364276" y="3133665"/>
            <a:ext cx="290825" cy="290825"/>
          </a:xfrm>
          <a:prstGeom prst="rect">
            <a:avLst/>
          </a:prstGeom>
        </p:spPr>
      </p:pic>
      <p:sp>
        <p:nvSpPr>
          <p:cNvPr id="37" name="Rectangle 36">
            <a:extLst>
              <a:ext uri="{FF2B5EF4-FFF2-40B4-BE49-F238E27FC236}">
                <a16:creationId xmlns:a16="http://schemas.microsoft.com/office/drawing/2014/main" id="{657B2CD2-94B2-A1DB-5ABF-7D73D2673188}"/>
              </a:ext>
            </a:extLst>
          </p:cNvPr>
          <p:cNvSpPr/>
          <p:nvPr/>
        </p:nvSpPr>
        <p:spPr>
          <a:xfrm>
            <a:off x="6789598" y="3443462"/>
            <a:ext cx="873752" cy="100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fr-FR" sz="800" b="1">
                <a:latin typeface="Avenir LT Std 45 Book" panose="020B0502020203020204" pitchFamily="34" charset="0"/>
              </a:rPr>
              <a:t>Non disponible</a:t>
            </a:r>
          </a:p>
        </p:txBody>
      </p:sp>
    </p:spTree>
    <p:extLst>
      <p:ext uri="{BB962C8B-B14F-4D97-AF65-F5344CB8AC3E}">
        <p14:creationId xmlns:p14="http://schemas.microsoft.com/office/powerpoint/2010/main" val="12685886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0D5D1-9EB6-7D58-B920-8FD0CF36F623}"/>
            </a:ext>
          </a:extLst>
        </p:cNvPr>
        <p:cNvGrpSpPr/>
        <p:nvPr/>
      </p:nvGrpSpPr>
      <p:grpSpPr>
        <a:xfrm>
          <a:off x="0" y="0"/>
          <a:ext cx="0" cy="0"/>
          <a:chOff x="0" y="0"/>
          <a:chExt cx="0" cy="0"/>
        </a:xfrm>
      </p:grpSpPr>
      <p:sp>
        <p:nvSpPr>
          <p:cNvPr id="34" name="Rectangle : coins arrondis 33">
            <a:extLst>
              <a:ext uri="{FF2B5EF4-FFF2-40B4-BE49-F238E27FC236}">
                <a16:creationId xmlns:a16="http://schemas.microsoft.com/office/drawing/2014/main" id="{E8D7B90C-6052-46A1-9410-380D974DBD46}"/>
              </a:ext>
            </a:extLst>
          </p:cNvPr>
          <p:cNvSpPr/>
          <p:nvPr/>
        </p:nvSpPr>
        <p:spPr>
          <a:xfrm>
            <a:off x="212670" y="1889361"/>
            <a:ext cx="5715147" cy="4449600"/>
          </a:xfrm>
          <a:prstGeom prst="roundRect">
            <a:avLst>
              <a:gd name="adj" fmla="val 3071"/>
            </a:avLst>
          </a:prstGeom>
          <a:solidFill>
            <a:schemeClr val="bg1"/>
          </a:solidFill>
          <a:ln w="38100">
            <a:solidFill>
              <a:srgbClr val="00B388"/>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763" lvl="0" algn="just">
              <a:spcAft>
                <a:spcPts val="1200"/>
              </a:spcAft>
              <a:tabLst>
                <a:tab pos="176213" algn="l"/>
              </a:tabLst>
              <a:defRPr/>
            </a:pPr>
            <a:endParaRPr lang="fr-FR" sz="1050">
              <a:solidFill>
                <a:schemeClr val="tx1"/>
              </a:solidFill>
              <a:latin typeface="Avenir LT Std 55 Roman" panose="020B0503020203020204" pitchFamily="34" charset="0"/>
              <a:cs typeface="Times New Roman" panose="02020603050405020304" pitchFamily="18" charset="0"/>
            </a:endParaRPr>
          </a:p>
          <a:p>
            <a:pPr marL="176213" lvl="0" indent="-171450" algn="just">
              <a:spcAft>
                <a:spcPts val="1200"/>
              </a:spcAft>
              <a:buFont typeface="Arial" panose="020B0604020202020204" pitchFamily="34" charset="0"/>
              <a:buChar char="•"/>
              <a:tabLst>
                <a:tab pos="176213" algn="l"/>
              </a:tabLst>
              <a:defRPr/>
            </a:pPr>
            <a:r>
              <a:rPr lang="fr-FR" sz="1050">
                <a:solidFill>
                  <a:schemeClr val="tx1"/>
                </a:solidFill>
                <a:latin typeface="Avenir LT Std 55 Roman" panose="020B0503020203020204" pitchFamily="34" charset="0"/>
                <a:cs typeface="Times New Roman" panose="02020603050405020304" pitchFamily="18" charset="0"/>
              </a:rPr>
              <a:t>Le projet induit-il de </a:t>
            </a:r>
            <a:r>
              <a:rPr lang="fr-FR" sz="1050" b="1" i="1">
                <a:solidFill>
                  <a:schemeClr val="tx1"/>
                </a:solidFill>
                <a:latin typeface="Avenir LT Std 55 Roman" panose="020B0503020203020204" pitchFamily="34" charset="0"/>
                <a:cs typeface="Times New Roman" panose="02020603050405020304" pitchFamily="18" charset="0"/>
              </a:rPr>
              <a:t>nouveaux gestes métiers</a:t>
            </a:r>
            <a:r>
              <a:rPr lang="fr-FR" sz="1050">
                <a:solidFill>
                  <a:schemeClr val="tx1"/>
                </a:solidFill>
                <a:latin typeface="Avenir LT Std 55 Roman" panose="020B0503020203020204" pitchFamily="34" charset="0"/>
                <a:cs typeface="Times New Roman" panose="02020603050405020304" pitchFamily="18" charset="0"/>
              </a:rPr>
              <a:t>, une </a:t>
            </a:r>
            <a:r>
              <a:rPr lang="fr-FR" sz="1050" b="1" i="1">
                <a:solidFill>
                  <a:schemeClr val="tx1"/>
                </a:solidFill>
                <a:latin typeface="Avenir LT Std 55 Roman" panose="020B0503020203020204" pitchFamily="34" charset="0"/>
                <a:cs typeface="Times New Roman" panose="02020603050405020304" pitchFamily="18" charset="0"/>
              </a:rPr>
              <a:t>modification des gestes métiers ou supprime certains gestes métiers </a:t>
            </a:r>
            <a:r>
              <a:rPr lang="fr-FR" sz="1050">
                <a:solidFill>
                  <a:schemeClr val="tx1"/>
                </a:solidFill>
                <a:latin typeface="Avenir LT Std 55 Roman" panose="020B0503020203020204" pitchFamily="34" charset="0"/>
                <a:cs typeface="Times New Roman" panose="02020603050405020304" pitchFamily="18" charset="0"/>
              </a:rPr>
              <a:t>pour réaliser les missions des salariés ?</a:t>
            </a:r>
          </a:p>
          <a:p>
            <a:pPr marL="176213" lvl="0" indent="-171450" algn="just">
              <a:spcAft>
                <a:spcPts val="1200"/>
              </a:spcAft>
              <a:buFont typeface="Arial" panose="020B0604020202020204" pitchFamily="34" charset="0"/>
              <a:buChar char="•"/>
              <a:tabLst>
                <a:tab pos="176213" algn="l"/>
              </a:tabLst>
              <a:defRPr/>
            </a:pPr>
            <a:r>
              <a:rPr lang="fr-FR" sz="1050">
                <a:solidFill>
                  <a:schemeClr val="tx1"/>
                </a:solidFill>
                <a:latin typeface="Avenir LT Std 55 Roman" panose="020B0503020203020204" pitchFamily="34" charset="0"/>
                <a:cs typeface="Times New Roman" panose="02020603050405020304" pitchFamily="18" charset="0"/>
              </a:rPr>
              <a:t>Les salariés doivent-ils acquérir de </a:t>
            </a:r>
            <a:r>
              <a:rPr lang="fr-FR" sz="1050" b="1" i="1">
                <a:solidFill>
                  <a:schemeClr val="tx1"/>
                </a:solidFill>
                <a:latin typeface="Avenir LT Std 55 Roman" panose="020B0503020203020204" pitchFamily="34" charset="0"/>
                <a:cs typeface="Times New Roman" panose="02020603050405020304" pitchFamily="18" charset="0"/>
              </a:rPr>
              <a:t>nouvelles compétences pour réaliser leurs missions</a:t>
            </a:r>
            <a:r>
              <a:rPr lang="fr-FR" sz="1050">
                <a:solidFill>
                  <a:schemeClr val="tx1"/>
                </a:solidFill>
                <a:latin typeface="Avenir LT Std 55 Roman" panose="020B0503020203020204" pitchFamily="34" charset="0"/>
                <a:cs typeface="Times New Roman" panose="02020603050405020304" pitchFamily="18" charset="0"/>
              </a:rPr>
              <a:t> ou faire évoluer leurs compétences (non utilisation de compétences acquises par exemple) ? Est-ce que le projet induit ou impacte la </a:t>
            </a:r>
            <a:r>
              <a:rPr lang="fr-FR" sz="1050" b="1" i="1">
                <a:solidFill>
                  <a:schemeClr val="tx1"/>
                </a:solidFill>
                <a:latin typeface="Avenir LT Std 55 Roman" panose="020B0503020203020204" pitchFamily="34" charset="0"/>
                <a:cs typeface="Times New Roman" panose="02020603050405020304" pitchFamily="18" charset="0"/>
              </a:rPr>
              <a:t>polyvalence </a:t>
            </a:r>
            <a:r>
              <a:rPr lang="fr-FR" sz="1050">
                <a:solidFill>
                  <a:schemeClr val="tx1"/>
                </a:solidFill>
                <a:latin typeface="Avenir LT Std 55 Roman" panose="020B0503020203020204" pitchFamily="34" charset="0"/>
                <a:cs typeface="Times New Roman" panose="02020603050405020304" pitchFamily="18" charset="0"/>
              </a:rPr>
              <a:t>des salariés ?</a:t>
            </a:r>
          </a:p>
          <a:p>
            <a:pPr marL="176213" lvl="0" indent="-171450" algn="just">
              <a:spcAft>
                <a:spcPts val="1200"/>
              </a:spcAft>
              <a:buFont typeface="Arial" panose="020B0604020202020204" pitchFamily="34" charset="0"/>
              <a:buChar char="•"/>
              <a:tabLst>
                <a:tab pos="176213" algn="l"/>
              </a:tabLst>
              <a:defRPr/>
            </a:pPr>
            <a:r>
              <a:rPr lang="fr-FR" sz="1050">
                <a:solidFill>
                  <a:schemeClr val="tx1"/>
                </a:solidFill>
                <a:latin typeface="Avenir LT Std 55 Roman" panose="020B0503020203020204" pitchFamily="34" charset="0"/>
                <a:cs typeface="Times New Roman" panose="02020603050405020304" pitchFamily="18" charset="0"/>
              </a:rPr>
              <a:t>Le projet fait-il évoluer </a:t>
            </a:r>
            <a:r>
              <a:rPr lang="fr-FR" sz="1050" b="1" i="1">
                <a:solidFill>
                  <a:schemeClr val="tx1"/>
                </a:solidFill>
                <a:latin typeface="Avenir LT Std 55 Roman" panose="020B0503020203020204" pitchFamily="34" charset="0"/>
                <a:cs typeface="Times New Roman" panose="02020603050405020304" pitchFamily="18" charset="0"/>
              </a:rPr>
              <a:t>l’outillage ou le matériel utilisé </a:t>
            </a:r>
            <a:r>
              <a:rPr lang="fr-FR" sz="1050">
                <a:solidFill>
                  <a:schemeClr val="tx1"/>
                </a:solidFill>
                <a:latin typeface="Avenir LT Std 55 Roman" panose="020B0503020203020204" pitchFamily="34" charset="0"/>
                <a:cs typeface="Times New Roman" panose="02020603050405020304" pitchFamily="18" charset="0"/>
              </a:rPr>
              <a:t>pour réaliser les missions (utilisation d’un nouvel outil SI, évolution d’un matériel…) ?</a:t>
            </a:r>
          </a:p>
          <a:p>
            <a:pPr marL="176213" lvl="0" indent="-171450" algn="just">
              <a:spcAft>
                <a:spcPts val="1200"/>
              </a:spcAft>
              <a:buFont typeface="Arial" panose="020B0604020202020204" pitchFamily="34" charset="0"/>
              <a:buChar char="•"/>
              <a:tabLst>
                <a:tab pos="176213" algn="l"/>
              </a:tabLst>
              <a:defRPr/>
            </a:pPr>
            <a:r>
              <a:rPr lang="fr-FR" sz="1050">
                <a:solidFill>
                  <a:schemeClr val="tx1"/>
                </a:solidFill>
                <a:latin typeface="Avenir LT Std 55 Roman" panose="020B0503020203020204" pitchFamily="34" charset="0"/>
                <a:cs typeface="Times New Roman" panose="02020603050405020304" pitchFamily="18" charset="0"/>
              </a:rPr>
              <a:t>Quel est l’impact du projet sur l</a:t>
            </a:r>
            <a:r>
              <a:rPr lang="fr-FR" sz="1050" b="1" i="1">
                <a:solidFill>
                  <a:schemeClr val="tx1"/>
                </a:solidFill>
                <a:latin typeface="Avenir LT Std 55 Roman" panose="020B0503020203020204" pitchFamily="34" charset="0"/>
                <a:cs typeface="Times New Roman" panose="02020603050405020304" pitchFamily="18" charset="0"/>
              </a:rPr>
              <a:t>’exigence émotionnelle demandée aux salariés </a:t>
            </a:r>
            <a:r>
              <a:rPr lang="fr-FR" sz="1050">
                <a:solidFill>
                  <a:schemeClr val="tx1"/>
                </a:solidFill>
                <a:latin typeface="Avenir LT Std 55 Roman" panose="020B0503020203020204" pitchFamily="34" charset="0"/>
                <a:cs typeface="Times New Roman" panose="02020603050405020304" pitchFamily="18" charset="0"/>
              </a:rPr>
              <a:t>(plage de contact avec les clients plus longue ou courte, augmentation ou diminution des interactions sociales, évolution des niveaux hiérarchiques avec lesquelles être en interface, évolution du nombre d’interlocuteurs, interaction avec des nouvelles EF…) ?</a:t>
            </a:r>
          </a:p>
          <a:p>
            <a:pPr marL="176213" lvl="0" indent="-171450" algn="just">
              <a:spcAft>
                <a:spcPts val="1200"/>
              </a:spcAft>
              <a:buFont typeface="Arial" panose="020B0604020202020204" pitchFamily="34" charset="0"/>
              <a:buChar char="•"/>
              <a:tabLst>
                <a:tab pos="176213" algn="l"/>
              </a:tabLst>
              <a:defRPr/>
            </a:pPr>
            <a:r>
              <a:rPr lang="fr-FR" sz="1050">
                <a:solidFill>
                  <a:schemeClr val="tx1"/>
                </a:solidFill>
                <a:latin typeface="Avenir LT Std 55 Roman" panose="020B0503020203020204" pitchFamily="34" charset="0"/>
                <a:cs typeface="Times New Roman" panose="02020603050405020304" pitchFamily="18" charset="0"/>
              </a:rPr>
              <a:t>Est-ce que le projet induit une </a:t>
            </a:r>
            <a:r>
              <a:rPr lang="fr-FR" sz="1050" b="1" i="1">
                <a:solidFill>
                  <a:schemeClr val="tx1"/>
                </a:solidFill>
                <a:latin typeface="Avenir LT Std 55 Roman" panose="020B0503020203020204" pitchFamily="34" charset="0"/>
                <a:cs typeface="Times New Roman" panose="02020603050405020304" pitchFamily="18" charset="0"/>
              </a:rPr>
              <a:t>modification substantielle de poste </a:t>
            </a:r>
            <a:r>
              <a:rPr lang="fr-FR" sz="1050">
                <a:solidFill>
                  <a:schemeClr val="tx1"/>
                </a:solidFill>
                <a:latin typeface="Avenir LT Std 55 Roman" panose="020B0503020203020204" pitchFamily="34" charset="0"/>
                <a:cs typeface="Times New Roman" panose="02020603050405020304" pitchFamily="18" charset="0"/>
              </a:rPr>
              <a:t>? Le cas échéant, ai-je bien prévu de mettre en place les </a:t>
            </a:r>
            <a:r>
              <a:rPr lang="fr-FR" sz="1050" b="1" i="1">
                <a:solidFill>
                  <a:schemeClr val="tx1"/>
                </a:solidFill>
                <a:latin typeface="Avenir LT Std 55 Roman" panose="020B0503020203020204" pitchFamily="34" charset="0"/>
                <a:cs typeface="Times New Roman" panose="02020603050405020304" pitchFamily="18" charset="0"/>
              </a:rPr>
              <a:t>actions d’accompagnement des salariés </a:t>
            </a:r>
            <a:r>
              <a:rPr lang="fr-FR" sz="1050">
                <a:solidFill>
                  <a:schemeClr val="tx1"/>
                </a:solidFill>
                <a:latin typeface="Avenir LT Std 55 Roman" panose="020B0503020203020204" pitchFamily="34" charset="0"/>
                <a:cs typeface="Times New Roman" panose="02020603050405020304" pitchFamily="18" charset="0"/>
              </a:rPr>
              <a:t>nécessaires : </a:t>
            </a:r>
            <a:r>
              <a:rPr lang="fr-FR" sz="1050" b="1" i="1">
                <a:solidFill>
                  <a:schemeClr val="tx1"/>
                </a:solidFill>
                <a:latin typeface="Avenir LT Std 55 Roman" panose="020B0503020203020204" pitchFamily="34" charset="0"/>
                <a:cs typeface="Times New Roman" panose="02020603050405020304" pitchFamily="18" charset="0"/>
              </a:rPr>
              <a:t>anticiper les actions de formation </a:t>
            </a:r>
            <a:r>
              <a:rPr lang="fr-FR" sz="1050">
                <a:solidFill>
                  <a:schemeClr val="tx1"/>
                </a:solidFill>
                <a:latin typeface="Avenir LT Std 55 Roman" panose="020B0503020203020204" pitchFamily="34" charset="0"/>
                <a:cs typeface="Times New Roman" panose="02020603050405020304" pitchFamily="18" charset="0"/>
              </a:rPr>
              <a:t>nécessaires en évaluant le besoin de créer une formation si non existante, </a:t>
            </a:r>
            <a:r>
              <a:rPr lang="fr-FR" sz="1050" b="1" i="1">
                <a:solidFill>
                  <a:schemeClr val="tx1"/>
                </a:solidFill>
                <a:latin typeface="Avenir LT Std 55 Roman" panose="020B0503020203020204" pitchFamily="34" charset="0"/>
                <a:cs typeface="Times New Roman" panose="02020603050405020304" pitchFamily="18" charset="0"/>
              </a:rPr>
              <a:t>évaluer l'aptitude de l'agent pour les nouvelles missions </a:t>
            </a:r>
            <a:r>
              <a:rPr lang="fr-FR" sz="1050">
                <a:solidFill>
                  <a:schemeClr val="tx1"/>
                </a:solidFill>
                <a:latin typeface="Avenir LT Std 55 Roman" panose="020B0503020203020204" pitchFamily="34" charset="0"/>
                <a:cs typeface="Times New Roman" panose="02020603050405020304" pitchFamily="18" charset="0"/>
              </a:rPr>
              <a:t>en prévoyant une visite médicale, </a:t>
            </a:r>
            <a:r>
              <a:rPr lang="fr-FR" sz="1050" b="1" i="1">
                <a:solidFill>
                  <a:schemeClr val="tx1"/>
                </a:solidFill>
                <a:latin typeface="Avenir LT Std 55 Roman" panose="020B0503020203020204" pitchFamily="34" charset="0"/>
                <a:cs typeface="Times New Roman" panose="02020603050405020304" pitchFamily="18" charset="0"/>
              </a:rPr>
              <a:t>adapter le poste de travail de l'agent</a:t>
            </a:r>
            <a:r>
              <a:rPr lang="fr-FR" sz="1050">
                <a:solidFill>
                  <a:schemeClr val="tx1"/>
                </a:solidFill>
                <a:latin typeface="Avenir LT Std 55 Roman" panose="020B0503020203020204" pitchFamily="34" charset="0"/>
                <a:cs typeface="Times New Roman" panose="02020603050405020304" pitchFamily="18" charset="0"/>
              </a:rPr>
              <a:t> avec les équipements adéquats, </a:t>
            </a:r>
            <a:r>
              <a:rPr lang="fr-FR" sz="1050" b="1" i="1">
                <a:solidFill>
                  <a:schemeClr val="tx1"/>
                </a:solidFill>
                <a:latin typeface="Avenir LT Std 55 Roman" panose="020B0503020203020204" pitchFamily="34" charset="0"/>
                <a:cs typeface="Times New Roman" panose="02020603050405020304" pitchFamily="18" charset="0"/>
              </a:rPr>
              <a:t>demander les changements d’habilitations </a:t>
            </a:r>
            <a:r>
              <a:rPr lang="fr-FR" sz="1050">
                <a:solidFill>
                  <a:schemeClr val="tx1"/>
                </a:solidFill>
                <a:latin typeface="Avenir LT Std 55 Roman" panose="020B0503020203020204" pitchFamily="34" charset="0"/>
                <a:cs typeface="Times New Roman" panose="02020603050405020304" pitchFamily="18" charset="0"/>
              </a:rPr>
              <a:t>(aux outils, accès à des locaux…), </a:t>
            </a:r>
            <a:r>
              <a:rPr lang="fr-FR" sz="1050" b="1" i="1">
                <a:solidFill>
                  <a:schemeClr val="tx1"/>
                </a:solidFill>
                <a:latin typeface="Avenir LT Std 55 Roman" panose="020B0503020203020204" pitchFamily="34" charset="0"/>
                <a:cs typeface="Times New Roman" panose="02020603050405020304" pitchFamily="18" charset="0"/>
              </a:rPr>
              <a:t>prévoir une période de montée en compétence </a:t>
            </a:r>
            <a:r>
              <a:rPr lang="fr-FR" sz="1050">
                <a:solidFill>
                  <a:schemeClr val="tx1"/>
                </a:solidFill>
                <a:latin typeface="Avenir LT Std 55 Roman" panose="020B0503020203020204" pitchFamily="34" charset="0"/>
                <a:cs typeface="Times New Roman" panose="02020603050405020304" pitchFamily="18" charset="0"/>
              </a:rPr>
              <a:t>en adaptant les objectifs des salariés, prévoir les </a:t>
            </a:r>
            <a:r>
              <a:rPr lang="fr-FR" sz="1050" b="1" i="1">
                <a:solidFill>
                  <a:schemeClr val="tx1"/>
                </a:solidFill>
                <a:latin typeface="Avenir LT Std 55 Roman" panose="020B0503020203020204" pitchFamily="34" charset="0"/>
                <a:cs typeface="Times New Roman" panose="02020603050405020304" pitchFamily="18" charset="0"/>
              </a:rPr>
              <a:t>changements de matériel</a:t>
            </a:r>
            <a:r>
              <a:rPr lang="fr-FR" sz="1050">
                <a:solidFill>
                  <a:schemeClr val="tx1"/>
                </a:solidFill>
                <a:latin typeface="Avenir LT Std 55 Roman" panose="020B0503020203020204" pitchFamily="34" charset="0"/>
                <a:cs typeface="Times New Roman" panose="02020603050405020304" pitchFamily="18" charset="0"/>
              </a:rPr>
              <a:t>… ?</a:t>
            </a:r>
          </a:p>
        </p:txBody>
      </p:sp>
      <p:sp>
        <p:nvSpPr>
          <p:cNvPr id="168" name="Rectangle : coins arrondis 167">
            <a:extLst>
              <a:ext uri="{FF2B5EF4-FFF2-40B4-BE49-F238E27FC236}">
                <a16:creationId xmlns:a16="http://schemas.microsoft.com/office/drawing/2014/main" id="{F33562BE-5EC9-5253-320A-9C7F8A3B7A90}"/>
              </a:ext>
            </a:extLst>
          </p:cNvPr>
          <p:cNvSpPr/>
          <p:nvPr/>
        </p:nvSpPr>
        <p:spPr>
          <a:xfrm>
            <a:off x="6229779" y="2285304"/>
            <a:ext cx="5751893" cy="1408825"/>
          </a:xfrm>
          <a:prstGeom prst="roundRect">
            <a:avLst>
              <a:gd name="adj" fmla="val 0"/>
            </a:avLst>
          </a:prstGeom>
          <a:solidFill>
            <a:srgbClr val="F6F9FC"/>
          </a:solid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9050" lvl="0" algn="just">
              <a:lnSpc>
                <a:spcPts val="1400"/>
              </a:lnSpc>
              <a:spcAft>
                <a:spcPts val="600"/>
              </a:spcAft>
              <a:tabLst>
                <a:tab pos="180975" algn="l"/>
              </a:tabLst>
              <a:defRPr/>
            </a:pPr>
            <a:endParaRPr lang="fr-FR" sz="1000">
              <a:solidFill>
                <a:srgbClr val="000000"/>
              </a:solidFill>
              <a:latin typeface="Avenir LT Std 55 Roman" panose="020B0503020203020204" pitchFamily="34" charset="0"/>
              <a:cs typeface="Times New Roman" panose="02020603050405020304" pitchFamily="18" charset="0"/>
            </a:endParaRPr>
          </a:p>
        </p:txBody>
      </p:sp>
      <p:sp>
        <p:nvSpPr>
          <p:cNvPr id="107" name="Rectangle : coins arrondis 106">
            <a:extLst>
              <a:ext uri="{FF2B5EF4-FFF2-40B4-BE49-F238E27FC236}">
                <a16:creationId xmlns:a16="http://schemas.microsoft.com/office/drawing/2014/main" id="{31ABCF5A-025A-003A-B05E-A26FFC9533F2}"/>
              </a:ext>
            </a:extLst>
          </p:cNvPr>
          <p:cNvSpPr/>
          <p:nvPr/>
        </p:nvSpPr>
        <p:spPr>
          <a:xfrm>
            <a:off x="7052664" y="2875465"/>
            <a:ext cx="4717648" cy="65912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sp>
        <p:nvSpPr>
          <p:cNvPr id="16" name="Rectangle : coins arrondis 15">
            <a:extLst>
              <a:ext uri="{FF2B5EF4-FFF2-40B4-BE49-F238E27FC236}">
                <a16:creationId xmlns:a16="http://schemas.microsoft.com/office/drawing/2014/main" id="{1B72B59D-86CD-7D77-E05D-808F35D5B1D6}"/>
              </a:ext>
            </a:extLst>
          </p:cNvPr>
          <p:cNvSpPr/>
          <p:nvPr/>
        </p:nvSpPr>
        <p:spPr>
          <a:xfrm>
            <a:off x="206672" y="1889361"/>
            <a:ext cx="5740809" cy="504694"/>
          </a:xfrm>
          <a:prstGeom prst="roundRect">
            <a:avLst/>
          </a:prstGeom>
          <a:solidFill>
            <a:srgbClr val="00B3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400" b="1" i="1">
                <a:solidFill>
                  <a:schemeClr val="bg1"/>
                </a:solidFill>
              </a:rPr>
              <a:t>Les questions à se poser</a:t>
            </a:r>
          </a:p>
        </p:txBody>
      </p:sp>
      <p:sp>
        <p:nvSpPr>
          <p:cNvPr id="5" name="Rectangle 4">
            <a:extLst>
              <a:ext uri="{FF2B5EF4-FFF2-40B4-BE49-F238E27FC236}">
                <a16:creationId xmlns:a16="http://schemas.microsoft.com/office/drawing/2014/main" id="{E1122BC0-26EB-E719-D0D9-7D0C89AE7A56}"/>
              </a:ext>
            </a:extLst>
          </p:cNvPr>
          <p:cNvSpPr/>
          <p:nvPr/>
        </p:nvSpPr>
        <p:spPr>
          <a:xfrm>
            <a:off x="-3064" y="378372"/>
            <a:ext cx="12195064" cy="1427747"/>
          </a:xfrm>
          <a:prstGeom prst="rect">
            <a:avLst/>
          </a:prstGeom>
          <a:solidFill>
            <a:srgbClr val="DFF1ED"/>
          </a:solidFill>
          <a:ln>
            <a:noFill/>
          </a:ln>
        </p:spPr>
        <p:style>
          <a:lnRef idx="2">
            <a:schemeClr val="accent1">
              <a:shade val="50000"/>
            </a:schemeClr>
          </a:lnRef>
          <a:fillRef idx="1">
            <a:schemeClr val="accent1"/>
          </a:fillRef>
          <a:effectRef idx="0">
            <a:schemeClr val="accent1"/>
          </a:effectRef>
          <a:fontRef idx="minor">
            <a:schemeClr val="lt1"/>
          </a:fontRef>
        </p:style>
        <p:txBody>
          <a:bodyPr tIns="180000" rIns="0" rtlCol="0" anchor="ctr"/>
          <a:lstStyle/>
          <a:p>
            <a:pPr marL="715963" lvl="0">
              <a:spcBef>
                <a:spcPts val="600"/>
              </a:spcBef>
              <a:spcAft>
                <a:spcPts val="1200"/>
              </a:spcAft>
              <a:buClr>
                <a:schemeClr val="tx1"/>
              </a:buClr>
            </a:pPr>
            <a:r>
              <a:rPr lang="fr-FR">
                <a:solidFill>
                  <a:schemeClr val="tx1"/>
                </a:solidFill>
                <a:latin typeface="Avenir LT Std 55 Roman" panose="020B0503020203020204" pitchFamily="34" charset="0"/>
              </a:rPr>
              <a:t>Evaluer si le projet aura un </a:t>
            </a:r>
            <a:r>
              <a:rPr lang="fr-FR">
                <a:solidFill>
                  <a:srgbClr val="00B388"/>
                </a:solidFill>
                <a:latin typeface="Avenir LT Std 65 Medium" panose="020B0803020203020204" pitchFamily="34" charset="0"/>
              </a:rPr>
              <a:t>impact potentiel sur les missions et les pratiques des salariés </a:t>
            </a:r>
            <a:r>
              <a:rPr lang="fr-FR">
                <a:solidFill>
                  <a:schemeClr val="tx1"/>
                </a:solidFill>
                <a:latin typeface="Avenir LT Std 55 Roman" panose="020B0503020203020204" pitchFamily="34" charset="0"/>
              </a:rPr>
              <a:t>(geste métier, compétences, utilisation d’outil, polyvalence, contact client…). Le cas échéant, identifier les actions facilitant la mise en mouvement au changement (validation d’aptitude, adaptation du poste de l’agent, formation existante ou à créer…).</a:t>
            </a:r>
          </a:p>
        </p:txBody>
      </p:sp>
      <p:sp>
        <p:nvSpPr>
          <p:cNvPr id="6" name="Triangle isocèle 5">
            <a:extLst>
              <a:ext uri="{FF2B5EF4-FFF2-40B4-BE49-F238E27FC236}">
                <a16:creationId xmlns:a16="http://schemas.microsoft.com/office/drawing/2014/main" id="{63593C5E-D651-4539-7A17-55E0943E7A6B}"/>
              </a:ext>
            </a:extLst>
          </p:cNvPr>
          <p:cNvSpPr/>
          <p:nvPr/>
        </p:nvSpPr>
        <p:spPr>
          <a:xfrm rot="5400000">
            <a:off x="34126" y="929868"/>
            <a:ext cx="782530" cy="324754"/>
          </a:xfrm>
          <a:prstGeom prst="triangle">
            <a:avLst/>
          </a:prstGeom>
          <a:solidFill>
            <a:srgbClr val="1547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18" name="Rectangle : coins arrondis 17">
            <a:extLst>
              <a:ext uri="{FF2B5EF4-FFF2-40B4-BE49-F238E27FC236}">
                <a16:creationId xmlns:a16="http://schemas.microsoft.com/office/drawing/2014/main" id="{1CA1EBAD-FC90-C7AD-7899-485DB13EE1C3}"/>
              </a:ext>
            </a:extLst>
          </p:cNvPr>
          <p:cNvSpPr/>
          <p:nvPr/>
        </p:nvSpPr>
        <p:spPr>
          <a:xfrm>
            <a:off x="6233435" y="1889361"/>
            <a:ext cx="5751893" cy="504694"/>
          </a:xfrm>
          <a:prstGeom prst="round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400" b="1" i="1">
                <a:solidFill>
                  <a:schemeClr val="bg1"/>
                </a:solidFill>
              </a:rPr>
              <a:t>Ressources à ma disposition</a:t>
            </a:r>
          </a:p>
        </p:txBody>
      </p:sp>
      <p:sp>
        <p:nvSpPr>
          <p:cNvPr id="21" name="Rectangle : coins arrondis 20">
            <a:extLst>
              <a:ext uri="{FF2B5EF4-FFF2-40B4-BE49-F238E27FC236}">
                <a16:creationId xmlns:a16="http://schemas.microsoft.com/office/drawing/2014/main" id="{7D10775F-2363-8C17-5590-60143A6A249F}"/>
              </a:ext>
            </a:extLst>
          </p:cNvPr>
          <p:cNvSpPr/>
          <p:nvPr/>
        </p:nvSpPr>
        <p:spPr>
          <a:xfrm>
            <a:off x="6229780" y="3804113"/>
            <a:ext cx="5715146" cy="2534848"/>
          </a:xfrm>
          <a:prstGeom prst="roundRect">
            <a:avLst>
              <a:gd name="adj" fmla="val 7884"/>
            </a:avLst>
          </a:prstGeom>
          <a:solidFill>
            <a:srgbClr val="FBFBFB"/>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defRPr/>
            </a:pPr>
            <a:r>
              <a:rPr kumimoji="0" lang="fr-FR" sz="900" b="0" i="1" u="none" strike="noStrike" kern="1200" cap="none" spc="0" normalizeH="0" baseline="0" noProof="0">
                <a:ln>
                  <a:noFill/>
                </a:ln>
                <a:solidFill>
                  <a:srgbClr val="FFFFFF">
                    <a:lumMod val="50000"/>
                  </a:srgbClr>
                </a:solidFill>
                <a:effectLst/>
                <a:uLnTx/>
                <a:uFillTx/>
                <a:latin typeface="Avenir LT Std 35 Light" panose="020B0402020203020204" pitchFamily="34" charset="0"/>
                <a:ea typeface="+mn-ea"/>
                <a:cs typeface="+mn-cs"/>
              </a:rPr>
              <a:t>Zone de texte libre</a:t>
            </a:r>
          </a:p>
        </p:txBody>
      </p:sp>
      <p:sp>
        <p:nvSpPr>
          <p:cNvPr id="43" name="Ellipse 42">
            <a:extLst>
              <a:ext uri="{FF2B5EF4-FFF2-40B4-BE49-F238E27FC236}">
                <a16:creationId xmlns:a16="http://schemas.microsoft.com/office/drawing/2014/main" id="{BAEFA0B7-B685-749B-1231-D3618E237FE7}"/>
              </a:ext>
            </a:extLst>
          </p:cNvPr>
          <p:cNvSpPr/>
          <p:nvPr/>
        </p:nvSpPr>
        <p:spPr>
          <a:xfrm>
            <a:off x="6682059" y="1894046"/>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pic>
        <p:nvPicPr>
          <p:cNvPr id="42" name="Image 41">
            <a:extLst>
              <a:ext uri="{FF2B5EF4-FFF2-40B4-BE49-F238E27FC236}">
                <a16:creationId xmlns:a16="http://schemas.microsoft.com/office/drawing/2014/main" id="{6DA2CC68-6BB0-20A7-9B1B-62B9CB1F01FC}"/>
              </a:ext>
            </a:extLst>
          </p:cNvPr>
          <p:cNvPicPr>
            <a:picLocks noChangeAspect="1"/>
          </p:cNvPicPr>
          <p:nvPr/>
        </p:nvPicPr>
        <p:blipFill>
          <a:blip r:embed="rId3"/>
          <a:stretch>
            <a:fillRect/>
          </a:stretch>
        </p:blipFill>
        <p:spPr>
          <a:xfrm>
            <a:off x="6806176" y="1887770"/>
            <a:ext cx="485486" cy="621422"/>
          </a:xfrm>
          <a:prstGeom prst="rect">
            <a:avLst/>
          </a:prstGeom>
        </p:spPr>
      </p:pic>
      <p:sp>
        <p:nvSpPr>
          <p:cNvPr id="85" name="Rectangle : coins arrondis 84">
            <a:extLst>
              <a:ext uri="{FF2B5EF4-FFF2-40B4-BE49-F238E27FC236}">
                <a16:creationId xmlns:a16="http://schemas.microsoft.com/office/drawing/2014/main" id="{6B92096F-4966-191F-6913-D183D2EFD908}"/>
              </a:ext>
            </a:extLst>
          </p:cNvPr>
          <p:cNvSpPr/>
          <p:nvPr/>
        </p:nvSpPr>
        <p:spPr>
          <a:xfrm>
            <a:off x="6336832" y="2544206"/>
            <a:ext cx="1883143" cy="35624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ts val="900"/>
              </a:lnSpc>
              <a:spcBef>
                <a:spcPts val="300"/>
              </a:spcBef>
              <a:buClr>
                <a:srgbClr val="0084D4"/>
              </a:buClr>
              <a:defRPr/>
            </a:pPr>
            <a:r>
              <a:rPr lang="fr-FR" sz="1100" b="1" i="1">
                <a:solidFill>
                  <a:schemeClr val="tx1"/>
                </a:solidFill>
                <a:latin typeface="Avenir LT Std 65 Medium" panose="020B0803020203020204" pitchFamily="34" charset="0"/>
              </a:rPr>
              <a:t>Ressource</a:t>
            </a:r>
            <a:br>
              <a:rPr lang="fr-FR" sz="1000" b="1" i="1">
                <a:solidFill>
                  <a:schemeClr val="tx1"/>
                </a:solidFill>
                <a:latin typeface="Avenir LT Std 65 Medium" panose="020B0803020203020204" pitchFamily="34" charset="0"/>
              </a:rPr>
            </a:br>
            <a:r>
              <a:rPr lang="fr-FR" sz="900" i="1">
                <a:solidFill>
                  <a:srgbClr val="FFFFFF">
                    <a:lumMod val="50000"/>
                  </a:srgbClr>
                </a:solidFill>
                <a:latin typeface="Avenir LT Std 35 Light" panose="020B0402020203020204" pitchFamily="34" charset="0"/>
              </a:rPr>
              <a:t>(accessible en cliquant dessus)</a:t>
            </a:r>
          </a:p>
        </p:txBody>
      </p:sp>
      <p:sp>
        <p:nvSpPr>
          <p:cNvPr id="86" name="Rectangle : coins arrondis 85">
            <a:extLst>
              <a:ext uri="{FF2B5EF4-FFF2-40B4-BE49-F238E27FC236}">
                <a16:creationId xmlns:a16="http://schemas.microsoft.com/office/drawing/2014/main" id="{E6F8C7CE-D816-7483-1704-E1C69162ECAE}"/>
              </a:ext>
            </a:extLst>
          </p:cNvPr>
          <p:cNvSpPr/>
          <p:nvPr/>
        </p:nvSpPr>
        <p:spPr>
          <a:xfrm>
            <a:off x="8517576" y="2544206"/>
            <a:ext cx="1959272" cy="32903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000" b="1" i="1">
                <a:solidFill>
                  <a:schemeClr val="tx1"/>
                </a:solidFill>
                <a:latin typeface="Avenir LT Std 65 Medium" panose="020B0803020203020204" pitchFamily="34" charset="0"/>
              </a:rPr>
              <a:t>Ce qu’elle apporte</a:t>
            </a:r>
          </a:p>
        </p:txBody>
      </p:sp>
      <p:sp>
        <p:nvSpPr>
          <p:cNvPr id="84" name="Rectangle 83">
            <a:extLst>
              <a:ext uri="{FF2B5EF4-FFF2-40B4-BE49-F238E27FC236}">
                <a16:creationId xmlns:a16="http://schemas.microsoft.com/office/drawing/2014/main" id="{528C03DB-747F-A5BD-3D8F-CCF849DBB991}"/>
              </a:ext>
            </a:extLst>
          </p:cNvPr>
          <p:cNvSpPr/>
          <p:nvPr/>
        </p:nvSpPr>
        <p:spPr>
          <a:xfrm>
            <a:off x="6710527" y="3056244"/>
            <a:ext cx="1760373"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tlCol="0" anchor="ctr"/>
          <a:lstStyle/>
          <a:p>
            <a:r>
              <a:rPr lang="fr-FR" sz="1000" b="1">
                <a:solidFill>
                  <a:srgbClr val="306A92"/>
                </a:solidFill>
                <a:latin typeface="Avenir LT Std 45 Book" panose="020B0502020203020204" pitchFamily="34" charset="0"/>
              </a:rPr>
              <a:t>Outil d’évaluation des impacts humains </a:t>
            </a:r>
            <a:endParaRPr lang="fr-FR" sz="1000" b="1">
              <a:solidFill>
                <a:srgbClr val="306A92"/>
              </a:solidFill>
              <a:highlight>
                <a:srgbClr val="FFFF00"/>
              </a:highlight>
              <a:latin typeface="Avenir LT Std 45 Book" panose="020B0502020203020204" pitchFamily="34" charset="0"/>
            </a:endParaRPr>
          </a:p>
        </p:txBody>
      </p:sp>
      <p:sp>
        <p:nvSpPr>
          <p:cNvPr id="89" name="Rectangle 88">
            <a:extLst>
              <a:ext uri="{FF2B5EF4-FFF2-40B4-BE49-F238E27FC236}">
                <a16:creationId xmlns:a16="http://schemas.microsoft.com/office/drawing/2014/main" id="{E45EEAA6-F3F6-0D19-EE54-004A48059570}"/>
              </a:ext>
            </a:extLst>
          </p:cNvPr>
          <p:cNvSpPr/>
          <p:nvPr/>
        </p:nvSpPr>
        <p:spPr>
          <a:xfrm>
            <a:off x="8539585" y="3087022"/>
            <a:ext cx="2327272"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defTabSz="914355"/>
            <a:r>
              <a:rPr lang="fr-FR" sz="900">
                <a:solidFill>
                  <a:schemeClr val="tx1"/>
                </a:solidFill>
                <a:latin typeface="Avenir LT Std 35 Light" panose="020B0402020203020204" pitchFamily="34" charset="0"/>
              </a:rPr>
              <a:t>Une trame pour prendre en note toute votre réflexion sur les impacts humains du projet et qui permet une évaluation globale du risque humain sous forme de jauge</a:t>
            </a:r>
          </a:p>
        </p:txBody>
      </p:sp>
      <p:sp>
        <p:nvSpPr>
          <p:cNvPr id="91" name="Rectangle 90">
            <a:extLst>
              <a:ext uri="{FF2B5EF4-FFF2-40B4-BE49-F238E27FC236}">
                <a16:creationId xmlns:a16="http://schemas.microsoft.com/office/drawing/2014/main" id="{EF5A0C3E-A242-C637-B01B-95EE9DFFC620}"/>
              </a:ext>
            </a:extLst>
          </p:cNvPr>
          <p:cNvSpPr/>
          <p:nvPr/>
        </p:nvSpPr>
        <p:spPr>
          <a:xfrm>
            <a:off x="10932284" y="3007084"/>
            <a:ext cx="674091"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latin typeface="Avenir LT Std 45 Book" panose="020B0502020203020204" pitchFamily="34" charset="0"/>
              </a:rPr>
              <a:t>~ 15 min</a:t>
            </a:r>
          </a:p>
        </p:txBody>
      </p:sp>
      <p:pic>
        <p:nvPicPr>
          <p:cNvPr id="146" name="Graphique 145" descr="Cœur avec un remplissage uni">
            <a:extLst>
              <a:ext uri="{FF2B5EF4-FFF2-40B4-BE49-F238E27FC236}">
                <a16:creationId xmlns:a16="http://schemas.microsoft.com/office/drawing/2014/main" id="{4E7BAE98-92B7-1E9F-14A5-FA6DE6C9247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80997" y="2533060"/>
            <a:ext cx="288595" cy="288595"/>
          </a:xfrm>
          <a:prstGeom prst="rect">
            <a:avLst/>
          </a:prstGeom>
        </p:spPr>
      </p:pic>
      <p:pic>
        <p:nvPicPr>
          <p:cNvPr id="148" name="Graphique 147" descr="Sablier plein avec un remplissage uni">
            <a:extLst>
              <a:ext uri="{FF2B5EF4-FFF2-40B4-BE49-F238E27FC236}">
                <a16:creationId xmlns:a16="http://schemas.microsoft.com/office/drawing/2014/main" id="{0B3C6705-39C4-55E9-6E65-6720F806E58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089885" y="2536313"/>
            <a:ext cx="281763" cy="281763"/>
          </a:xfrm>
          <a:prstGeom prst="rect">
            <a:avLst/>
          </a:prstGeom>
        </p:spPr>
      </p:pic>
      <p:grpSp>
        <p:nvGrpSpPr>
          <p:cNvPr id="152" name="Groupe 151">
            <a:extLst>
              <a:ext uri="{FF2B5EF4-FFF2-40B4-BE49-F238E27FC236}">
                <a16:creationId xmlns:a16="http://schemas.microsoft.com/office/drawing/2014/main" id="{4461D706-4876-BEE2-7732-736AE72BACE8}"/>
              </a:ext>
            </a:extLst>
          </p:cNvPr>
          <p:cNvGrpSpPr/>
          <p:nvPr/>
        </p:nvGrpSpPr>
        <p:grpSpPr>
          <a:xfrm>
            <a:off x="11610032" y="3104443"/>
            <a:ext cx="315567" cy="274775"/>
            <a:chOff x="11492282" y="2015291"/>
            <a:chExt cx="315567" cy="274775"/>
          </a:xfrm>
        </p:grpSpPr>
        <p:pic>
          <p:nvPicPr>
            <p:cNvPr id="150" name="Graphique 149" descr="Cœur contour">
              <a:extLst>
                <a:ext uri="{FF2B5EF4-FFF2-40B4-BE49-F238E27FC236}">
                  <a16:creationId xmlns:a16="http://schemas.microsoft.com/office/drawing/2014/main" id="{0CD5E297-2953-DDBE-2F26-0CE01EF5E43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492282" y="2015291"/>
              <a:ext cx="214188" cy="214188"/>
            </a:xfrm>
            <a:prstGeom prst="rect">
              <a:avLst/>
            </a:prstGeom>
          </p:spPr>
        </p:pic>
        <p:sp>
          <p:nvSpPr>
            <p:cNvPr id="151" name="Rectangle 150">
              <a:extLst>
                <a:ext uri="{FF2B5EF4-FFF2-40B4-BE49-F238E27FC236}">
                  <a16:creationId xmlns:a16="http://schemas.microsoft.com/office/drawing/2014/main" id="{E5E64706-A505-AB36-72B8-FCB60C023574}"/>
                </a:ext>
              </a:extLst>
            </p:cNvPr>
            <p:cNvSpPr/>
            <p:nvPr/>
          </p:nvSpPr>
          <p:spPr>
            <a:xfrm>
              <a:off x="11593661" y="2101883"/>
              <a:ext cx="214188" cy="1881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306A92"/>
                  </a:solidFill>
                </a:rPr>
                <a:t>x</a:t>
              </a:r>
              <a:endParaRPr lang="fr-FR" sz="1200" b="1">
                <a:solidFill>
                  <a:srgbClr val="306A92"/>
                </a:solidFill>
              </a:endParaRPr>
            </a:p>
          </p:txBody>
        </p:sp>
      </p:grpSp>
      <p:sp>
        <p:nvSpPr>
          <p:cNvPr id="12" name="Ellipse 11">
            <a:extLst>
              <a:ext uri="{FF2B5EF4-FFF2-40B4-BE49-F238E27FC236}">
                <a16:creationId xmlns:a16="http://schemas.microsoft.com/office/drawing/2014/main" id="{831E5380-B157-CC46-307C-A5DB84A55E3D}"/>
              </a:ext>
            </a:extLst>
          </p:cNvPr>
          <p:cNvSpPr/>
          <p:nvPr/>
        </p:nvSpPr>
        <p:spPr>
          <a:xfrm>
            <a:off x="864443" y="1904403"/>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pic>
        <p:nvPicPr>
          <p:cNvPr id="11" name="Graphique 10" descr="Ampoule et crayon avec un remplissage uni">
            <a:extLst>
              <a:ext uri="{FF2B5EF4-FFF2-40B4-BE49-F238E27FC236}">
                <a16:creationId xmlns:a16="http://schemas.microsoft.com/office/drawing/2014/main" id="{2554BFD3-1E17-5B3C-53F5-A0ED24BDD2C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51179" y="1955818"/>
            <a:ext cx="402694" cy="402694"/>
          </a:xfrm>
          <a:prstGeom prst="rect">
            <a:avLst/>
          </a:prstGeom>
        </p:spPr>
      </p:pic>
      <p:pic>
        <p:nvPicPr>
          <p:cNvPr id="66" name="Graphique 65" descr="Outils avec un remplissage uni">
            <a:extLst>
              <a:ext uri="{FF2B5EF4-FFF2-40B4-BE49-F238E27FC236}">
                <a16:creationId xmlns:a16="http://schemas.microsoft.com/office/drawing/2014/main" id="{B2C7DAA5-3349-C3EE-346E-102FE33ACE5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flipH="1">
            <a:off x="6364276" y="3133665"/>
            <a:ext cx="290825" cy="290825"/>
          </a:xfrm>
          <a:prstGeom prst="rect">
            <a:avLst/>
          </a:prstGeom>
        </p:spPr>
      </p:pic>
      <p:sp>
        <p:nvSpPr>
          <p:cNvPr id="7" name="Rectangle 6">
            <a:extLst>
              <a:ext uri="{FF2B5EF4-FFF2-40B4-BE49-F238E27FC236}">
                <a16:creationId xmlns:a16="http://schemas.microsoft.com/office/drawing/2014/main" id="{38B2E172-089C-428A-8A7C-A91AEB640A3E}"/>
              </a:ext>
            </a:extLst>
          </p:cNvPr>
          <p:cNvSpPr/>
          <p:nvPr/>
        </p:nvSpPr>
        <p:spPr>
          <a:xfrm>
            <a:off x="6789598" y="3443462"/>
            <a:ext cx="873752" cy="100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fr-FR" sz="800" b="1">
                <a:latin typeface="Avenir LT Std 45 Book" panose="020B0502020203020204" pitchFamily="34" charset="0"/>
              </a:rPr>
              <a:t>Non disponible</a:t>
            </a:r>
          </a:p>
        </p:txBody>
      </p:sp>
      <p:grpSp>
        <p:nvGrpSpPr>
          <p:cNvPr id="4" name="Groupe 3">
            <a:extLst>
              <a:ext uri="{FF2B5EF4-FFF2-40B4-BE49-F238E27FC236}">
                <a16:creationId xmlns:a16="http://schemas.microsoft.com/office/drawing/2014/main" id="{7A8556E5-4099-AD20-8BC2-5BCF8950B9AF}"/>
              </a:ext>
            </a:extLst>
          </p:cNvPr>
          <p:cNvGrpSpPr>
            <a:grpSpLocks noChangeAspect="1"/>
          </p:cNvGrpSpPr>
          <p:nvPr/>
        </p:nvGrpSpPr>
        <p:grpSpPr>
          <a:xfrm>
            <a:off x="11001871" y="6336764"/>
            <a:ext cx="1082632" cy="444130"/>
            <a:chOff x="5810" y="1578917"/>
            <a:chExt cx="559801" cy="229645"/>
          </a:xfrm>
        </p:grpSpPr>
        <p:sp>
          <p:nvSpPr>
            <p:cNvPr id="13" name="Rectangle : coins arrondis 12">
              <a:hlinkClick r:id="rId9" action="ppaction://hlinksldjump"/>
              <a:extLst>
                <a:ext uri="{FF2B5EF4-FFF2-40B4-BE49-F238E27FC236}">
                  <a16:creationId xmlns:a16="http://schemas.microsoft.com/office/drawing/2014/main" id="{DACDEEB5-7596-39E1-BBFA-602F0A8BAAA0}"/>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hlinkClick r:id="rId9"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ndParaRPr>
            </a:p>
          </p:txBody>
        </p:sp>
        <p:pic>
          <p:nvPicPr>
            <p:cNvPr id="14" name="Graphique 13" descr="Retour avec un remplissage uni">
              <a:hlinkClick r:id="rId9" action="ppaction://hlinksldjump"/>
              <a:extLst>
                <a:ext uri="{FF2B5EF4-FFF2-40B4-BE49-F238E27FC236}">
                  <a16:creationId xmlns:a16="http://schemas.microsoft.com/office/drawing/2014/main" id="{8C451BBC-3B79-9D3D-48E8-3DE0FCE33D8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9060" y="1578917"/>
              <a:ext cx="229645" cy="229645"/>
            </a:xfrm>
            <a:prstGeom prst="rect">
              <a:avLst/>
            </a:prstGeom>
          </p:spPr>
        </p:pic>
      </p:grpSp>
      <p:sp>
        <p:nvSpPr>
          <p:cNvPr id="33" name="Rectangle : coins arrondis 32">
            <a:extLst>
              <a:ext uri="{FF2B5EF4-FFF2-40B4-BE49-F238E27FC236}">
                <a16:creationId xmlns:a16="http://schemas.microsoft.com/office/drawing/2014/main" id="{5AC119A7-D265-5B95-8A4B-A61F9D12F097}"/>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DC582A"/>
                </a:solidFill>
              </a:rPr>
              <a:t>PROTOTYPE</a:t>
            </a:r>
          </a:p>
        </p:txBody>
      </p:sp>
      <p:sp>
        <p:nvSpPr>
          <p:cNvPr id="3" name="Flèche : chevron 8 - 2 - 1">
            <a:extLst>
              <a:ext uri="{FF2B5EF4-FFF2-40B4-BE49-F238E27FC236}">
                <a16:creationId xmlns:a16="http://schemas.microsoft.com/office/drawing/2014/main" id="{3023BE5C-4690-18FF-6A53-47D57E4F0F0F}"/>
              </a:ext>
            </a:extLst>
          </p:cNvPr>
          <p:cNvSpPr/>
          <p:nvPr/>
        </p:nvSpPr>
        <p:spPr>
          <a:xfrm>
            <a:off x="6924000" y="21771"/>
            <a:ext cx="1800000" cy="288000"/>
          </a:xfrm>
          <a:prstGeom prst="chevron">
            <a:avLst>
              <a:gd name="adj" fmla="val 28278"/>
            </a:avLst>
          </a:prstGeom>
          <a:solidFill>
            <a:srgbClr val="A1D6CA"/>
          </a:solidFill>
          <a:ln w="28575">
            <a:solidFill>
              <a:srgbClr val="A1D6CA"/>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rgbClr val="154734"/>
                </a:solidFill>
                <a:latin typeface="Avenir LT Std 45 Book" panose="020B0502020203020204" pitchFamily="34" charset="0"/>
              </a:rPr>
              <a:t>Ressources impacts humains</a:t>
            </a:r>
          </a:p>
        </p:txBody>
      </p:sp>
      <p:sp>
        <p:nvSpPr>
          <p:cNvPr id="9" name="Flèche : chevron 8 - 2 - 1">
            <a:extLst>
              <a:ext uri="{FF2B5EF4-FFF2-40B4-BE49-F238E27FC236}">
                <a16:creationId xmlns:a16="http://schemas.microsoft.com/office/drawing/2014/main" id="{76A934DD-13B6-B3A3-B5A1-A5946AF6712B}"/>
              </a:ext>
            </a:extLst>
          </p:cNvPr>
          <p:cNvSpPr/>
          <p:nvPr/>
        </p:nvSpPr>
        <p:spPr>
          <a:xfrm>
            <a:off x="1776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a:t>
            </a:r>
            <a:r>
              <a:rPr lang="fr-FR" sz="1100" b="1" err="1">
                <a:solidFill>
                  <a:schemeClr val="bg1">
                    <a:lumMod val="50000"/>
                  </a:schemeClr>
                </a:solidFill>
                <a:latin typeface="Avenir LT Std 45 Book" panose="020B0502020203020204" pitchFamily="34" charset="0"/>
              </a:rPr>
              <a:t>moi-mëme</a:t>
            </a:r>
            <a:endParaRPr lang="fr-FR" sz="1100" b="1">
              <a:solidFill>
                <a:schemeClr val="bg1">
                  <a:lumMod val="50000"/>
                </a:schemeClr>
              </a:solidFill>
              <a:latin typeface="Avenir LT Std 45 Book" panose="020B0502020203020204" pitchFamily="34" charset="0"/>
            </a:endParaRPr>
          </a:p>
        </p:txBody>
      </p:sp>
      <p:sp>
        <p:nvSpPr>
          <p:cNvPr id="15" name="Flèche : chevron 8 - 2 - 1">
            <a:extLst>
              <a:ext uri="{FF2B5EF4-FFF2-40B4-BE49-F238E27FC236}">
                <a16:creationId xmlns:a16="http://schemas.microsoft.com/office/drawing/2014/main" id="{832C7CDF-B0AA-321A-BD99-8764D1364294}"/>
              </a:ext>
            </a:extLst>
          </p:cNvPr>
          <p:cNvSpPr/>
          <p:nvPr/>
        </p:nvSpPr>
        <p:spPr>
          <a:xfrm>
            <a:off x="5244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des impacts humains</a:t>
            </a:r>
          </a:p>
        </p:txBody>
      </p:sp>
      <p:sp>
        <p:nvSpPr>
          <p:cNvPr id="19" name="Flèche : chevron 8 - 2 - 1">
            <a:extLst>
              <a:ext uri="{FF2B5EF4-FFF2-40B4-BE49-F238E27FC236}">
                <a16:creationId xmlns:a16="http://schemas.microsoft.com/office/drawing/2014/main" id="{41D6B71F-D3C0-5B35-5B46-B47FA1AA4042}"/>
              </a:ext>
            </a:extLst>
          </p:cNvPr>
          <p:cNvSpPr/>
          <p:nvPr/>
        </p:nvSpPr>
        <p:spPr>
          <a:xfrm>
            <a:off x="636000" y="21771"/>
            <a:ext cx="115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Cas d’usage</a:t>
            </a:r>
          </a:p>
        </p:txBody>
      </p:sp>
      <p:sp>
        <p:nvSpPr>
          <p:cNvPr id="22" name="Flèche : chevron 8 - 2 - 1">
            <a:extLst>
              <a:ext uri="{FF2B5EF4-FFF2-40B4-BE49-F238E27FC236}">
                <a16:creationId xmlns:a16="http://schemas.microsoft.com/office/drawing/2014/main" id="{42C0C427-867E-BE0D-6A46-60D64A6E4BB5}"/>
              </a:ext>
            </a:extLst>
          </p:cNvPr>
          <p:cNvSpPr/>
          <p:nvPr/>
        </p:nvSpPr>
        <p:spPr>
          <a:xfrm>
            <a:off x="3456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pour moi-même</a:t>
            </a:r>
          </a:p>
        </p:txBody>
      </p:sp>
      <p:sp>
        <p:nvSpPr>
          <p:cNvPr id="29" name="Flèche : pentagone 3">
            <a:extLst>
              <a:ext uri="{FF2B5EF4-FFF2-40B4-BE49-F238E27FC236}">
                <a16:creationId xmlns:a16="http://schemas.microsoft.com/office/drawing/2014/main" id="{66ACC978-916E-E399-1928-938C4C511E8F}"/>
              </a:ext>
            </a:extLst>
          </p:cNvPr>
          <p:cNvSpPr/>
          <p:nvPr/>
        </p:nvSpPr>
        <p:spPr>
          <a:xfrm>
            <a:off x="0" y="21771"/>
            <a:ext cx="648000" cy="288000"/>
          </a:xfrm>
          <a:prstGeom prst="homePlate">
            <a:avLst>
              <a:gd name="adj" fmla="val 26503"/>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Accueil</a:t>
            </a:r>
          </a:p>
        </p:txBody>
      </p:sp>
      <p:sp>
        <p:nvSpPr>
          <p:cNvPr id="36" name="Flèche : chevron 8 - 2 - 1">
            <a:extLst>
              <a:ext uri="{FF2B5EF4-FFF2-40B4-BE49-F238E27FC236}">
                <a16:creationId xmlns:a16="http://schemas.microsoft.com/office/drawing/2014/main" id="{44D07014-5707-47D8-AA3E-503148CE8E95}"/>
              </a:ext>
            </a:extLst>
          </p:cNvPr>
          <p:cNvSpPr/>
          <p:nvPr/>
        </p:nvSpPr>
        <p:spPr>
          <a:xfrm>
            <a:off x="8712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a:t>
            </a:r>
            <a:br>
              <a:rPr lang="fr-FR" sz="1100" b="1">
                <a:solidFill>
                  <a:schemeClr val="bg1">
                    <a:lumMod val="50000"/>
                  </a:schemeClr>
                </a:solidFill>
                <a:latin typeface="Avenir LT Std 45 Book" panose="020B0502020203020204" pitchFamily="34" charset="0"/>
              </a:rPr>
            </a:br>
            <a:r>
              <a:rPr lang="fr-FR" sz="1100" b="1">
                <a:solidFill>
                  <a:schemeClr val="bg1">
                    <a:lumMod val="50000"/>
                  </a:schemeClr>
                </a:solidFill>
                <a:latin typeface="Avenir LT Std 45 Book" panose="020B0502020203020204" pitchFamily="34" charset="0"/>
              </a:rPr>
              <a:t>préparer le collectif</a:t>
            </a:r>
          </a:p>
        </p:txBody>
      </p:sp>
      <p:sp>
        <p:nvSpPr>
          <p:cNvPr id="38" name="Flèche : chevron 8 - 2 - 1">
            <a:extLst>
              <a:ext uri="{FF2B5EF4-FFF2-40B4-BE49-F238E27FC236}">
                <a16:creationId xmlns:a16="http://schemas.microsoft.com/office/drawing/2014/main" id="{4E4DB1C1-C938-DA76-CD76-E5353F02121C}"/>
              </a:ext>
            </a:extLst>
          </p:cNvPr>
          <p:cNvSpPr/>
          <p:nvPr/>
        </p:nvSpPr>
        <p:spPr>
          <a:xfrm>
            <a:off x="10392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préparation collectif</a:t>
            </a:r>
          </a:p>
        </p:txBody>
      </p:sp>
    </p:spTree>
    <p:extLst>
      <p:ext uri="{BB962C8B-B14F-4D97-AF65-F5344CB8AC3E}">
        <p14:creationId xmlns:p14="http://schemas.microsoft.com/office/powerpoint/2010/main" val="12912234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0EE70-723A-C8FF-5BD0-72F7B30F0165}"/>
            </a:ext>
          </a:extLst>
        </p:cNvPr>
        <p:cNvGrpSpPr/>
        <p:nvPr/>
      </p:nvGrpSpPr>
      <p:grpSpPr>
        <a:xfrm>
          <a:off x="0" y="0"/>
          <a:ext cx="0" cy="0"/>
          <a:chOff x="0" y="0"/>
          <a:chExt cx="0" cy="0"/>
        </a:xfrm>
      </p:grpSpPr>
      <p:sp>
        <p:nvSpPr>
          <p:cNvPr id="41" name="Rectangle : coins arrondis 40">
            <a:extLst>
              <a:ext uri="{FF2B5EF4-FFF2-40B4-BE49-F238E27FC236}">
                <a16:creationId xmlns:a16="http://schemas.microsoft.com/office/drawing/2014/main" id="{04DC20D5-833A-EFF9-2FE1-946EFD22B8C3}"/>
              </a:ext>
            </a:extLst>
          </p:cNvPr>
          <p:cNvSpPr/>
          <p:nvPr/>
        </p:nvSpPr>
        <p:spPr>
          <a:xfrm>
            <a:off x="216504" y="1889361"/>
            <a:ext cx="5715147" cy="4449600"/>
          </a:xfrm>
          <a:prstGeom prst="roundRect">
            <a:avLst>
              <a:gd name="adj" fmla="val 3071"/>
            </a:avLst>
          </a:prstGeom>
          <a:solidFill>
            <a:schemeClr val="bg1"/>
          </a:solidFill>
          <a:ln w="38100">
            <a:solidFill>
              <a:srgbClr val="00B388"/>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6213" lvl="0" indent="-171450" algn="just">
              <a:spcAft>
                <a:spcPts val="1800"/>
              </a:spcAft>
              <a:buFont typeface="Arial" panose="020B0604020202020204" pitchFamily="34" charset="0"/>
              <a:buChar char="•"/>
              <a:tabLst>
                <a:tab pos="176213" algn="l"/>
              </a:tabLst>
              <a:defRPr/>
            </a:pPr>
            <a:r>
              <a:rPr lang="fr-FR" sz="1200">
                <a:solidFill>
                  <a:schemeClr val="tx1"/>
                </a:solidFill>
                <a:latin typeface="Avenir LT Std 55 Roman" panose="020B0503020203020204" pitchFamily="34" charset="0"/>
                <a:cs typeface="Times New Roman" panose="02020603050405020304" pitchFamily="18" charset="0"/>
              </a:rPr>
              <a:t>Est-ce que le projet </a:t>
            </a:r>
            <a:r>
              <a:rPr lang="fr-FR" sz="1200" b="1" i="1">
                <a:solidFill>
                  <a:schemeClr val="tx1"/>
                </a:solidFill>
                <a:latin typeface="Avenir LT Std 55 Roman" panose="020B0503020203020204" pitchFamily="34" charset="0"/>
                <a:cs typeface="Times New Roman" panose="02020603050405020304" pitchFamily="18" charset="0"/>
              </a:rPr>
              <a:t>supprime des postes existants ou en crée de nouveaux ? </a:t>
            </a:r>
          </a:p>
          <a:p>
            <a:pPr marL="176213" lvl="0" indent="-171450" algn="just">
              <a:spcAft>
                <a:spcPts val="1800"/>
              </a:spcAft>
              <a:buFont typeface="Arial" panose="020B0604020202020204" pitchFamily="34" charset="0"/>
              <a:buChar char="•"/>
              <a:tabLst>
                <a:tab pos="176213" algn="l"/>
              </a:tabLst>
              <a:defRPr/>
            </a:pPr>
            <a:r>
              <a:rPr lang="fr-FR" sz="1200">
                <a:solidFill>
                  <a:schemeClr val="tx1"/>
                </a:solidFill>
                <a:latin typeface="Avenir LT Std 55 Roman" panose="020B0503020203020204" pitchFamily="34" charset="0"/>
                <a:cs typeface="Times New Roman" panose="02020603050405020304" pitchFamily="18" charset="0"/>
              </a:rPr>
              <a:t>Est-ce que l’impact du projet sur les emplois nécessite </a:t>
            </a:r>
            <a:r>
              <a:rPr lang="fr-FR" sz="1200" b="1" i="1">
                <a:solidFill>
                  <a:schemeClr val="tx1"/>
                </a:solidFill>
                <a:latin typeface="Avenir LT Std 55 Roman" panose="020B0503020203020204" pitchFamily="34" charset="0"/>
                <a:cs typeface="Times New Roman" panose="02020603050405020304" pitchFamily="18" charset="0"/>
              </a:rPr>
              <a:t>d’anticiper des reclassements </a:t>
            </a:r>
            <a:r>
              <a:rPr lang="fr-FR" sz="1200">
                <a:solidFill>
                  <a:schemeClr val="tx1"/>
                </a:solidFill>
                <a:latin typeface="Avenir LT Std 55 Roman" panose="020B0503020203020204" pitchFamily="34" charset="0"/>
                <a:cs typeface="Times New Roman" panose="02020603050405020304" pitchFamily="18" charset="0"/>
              </a:rPr>
              <a:t>pour certains salariés ?</a:t>
            </a:r>
            <a:r>
              <a:rPr lang="fr-FR" sz="1200">
                <a:solidFill>
                  <a:schemeClr val="tx1"/>
                </a:solidFill>
                <a:latin typeface="Avenir LT Std 35 Light" panose="020B0402020203020204" pitchFamily="34" charset="0"/>
              </a:rPr>
              <a:t> Ai-je prévu de me </a:t>
            </a:r>
            <a:r>
              <a:rPr lang="fr-FR" sz="1200" b="1" i="1">
                <a:solidFill>
                  <a:schemeClr val="tx1"/>
                </a:solidFill>
                <a:latin typeface="Avenir LT Std 55 Roman" panose="020B0503020203020204" pitchFamily="34" charset="0"/>
                <a:cs typeface="Times New Roman" panose="02020603050405020304" pitchFamily="18" charset="0"/>
              </a:rPr>
              <a:t>rapprocher de l’ATM </a:t>
            </a:r>
            <a:r>
              <a:rPr lang="fr-FR" sz="1200">
                <a:solidFill>
                  <a:schemeClr val="tx1"/>
                </a:solidFill>
                <a:latin typeface="Avenir LT Std 35 Light" panose="020B0402020203020204" pitchFamily="34" charset="0"/>
              </a:rPr>
              <a:t>pour préparer l’accompagnement ?</a:t>
            </a:r>
            <a:endParaRPr lang="fr-FR" sz="1200">
              <a:solidFill>
                <a:schemeClr val="tx1"/>
              </a:solidFill>
              <a:latin typeface="Avenir LT Std 55 Roman" panose="020B0503020203020204" pitchFamily="34" charset="0"/>
              <a:cs typeface="Times New Roman" panose="02020603050405020304" pitchFamily="18" charset="0"/>
            </a:endParaRPr>
          </a:p>
          <a:p>
            <a:pPr marL="176213" lvl="0" indent="-171450" algn="just">
              <a:spcAft>
                <a:spcPts val="1800"/>
              </a:spcAft>
              <a:buFont typeface="Arial" panose="020B0604020202020204" pitchFamily="34" charset="0"/>
              <a:buChar char="•"/>
              <a:tabLst>
                <a:tab pos="176213" algn="l"/>
              </a:tabLst>
              <a:defRPr/>
            </a:pPr>
            <a:r>
              <a:rPr lang="fr-FR" sz="1200">
                <a:solidFill>
                  <a:schemeClr val="tx1"/>
                </a:solidFill>
                <a:latin typeface="Avenir LT Std 55 Roman" panose="020B0503020203020204" pitchFamily="34" charset="0"/>
                <a:cs typeface="Times New Roman" panose="02020603050405020304" pitchFamily="18" charset="0"/>
              </a:rPr>
              <a:t>L’impact du projet sur l’emploi de l’agent est-il </a:t>
            </a:r>
            <a:r>
              <a:rPr lang="fr-FR" sz="1200" b="1" i="1">
                <a:solidFill>
                  <a:schemeClr val="tx1"/>
                </a:solidFill>
                <a:latin typeface="Avenir LT Std 55 Roman" panose="020B0503020203020204" pitchFamily="34" charset="0"/>
                <a:cs typeface="Times New Roman" panose="02020603050405020304" pitchFamily="18" charset="0"/>
              </a:rPr>
              <a:t>positif ou négatif quant à son parcours professionnel à moyen-long terme</a:t>
            </a:r>
            <a:r>
              <a:rPr lang="fr-FR" sz="1200">
                <a:solidFill>
                  <a:schemeClr val="tx1"/>
                </a:solidFill>
                <a:latin typeface="Avenir LT Std 55 Roman" panose="020B0503020203020204" pitchFamily="34" charset="0"/>
                <a:cs typeface="Times New Roman" panose="02020603050405020304" pitchFamily="18" charset="0"/>
              </a:rPr>
              <a:t> (prérequis nécessaire pour un futur poste, accès à de futurs postes, mobilité interne envisageable, progression hiérarchique, intégration au parcours hauts potentiels…) ?</a:t>
            </a:r>
          </a:p>
          <a:p>
            <a:pPr marL="176213" lvl="0" indent="-171450" algn="just">
              <a:spcAft>
                <a:spcPts val="1800"/>
              </a:spcAft>
              <a:buFont typeface="Arial" panose="020B0604020202020204" pitchFamily="34" charset="0"/>
              <a:buChar char="•"/>
              <a:tabLst>
                <a:tab pos="176213" algn="l"/>
              </a:tabLst>
              <a:defRPr/>
            </a:pPr>
            <a:r>
              <a:rPr lang="fr-FR" sz="1200">
                <a:solidFill>
                  <a:schemeClr val="tx1"/>
                </a:solidFill>
                <a:latin typeface="Avenir LT Std 55 Roman" panose="020B0503020203020204" pitchFamily="34" charset="0"/>
                <a:cs typeface="Times New Roman" panose="02020603050405020304" pitchFamily="18" charset="0"/>
              </a:rPr>
              <a:t>Quel est l’impact du projet sur </a:t>
            </a:r>
            <a:r>
              <a:rPr lang="fr-FR" sz="1200" b="1" i="1">
                <a:solidFill>
                  <a:schemeClr val="tx1"/>
                </a:solidFill>
                <a:latin typeface="Avenir LT Std 55 Roman" panose="020B0503020203020204" pitchFamily="34" charset="0"/>
                <a:cs typeface="Times New Roman" panose="02020603050405020304" pitchFamily="18" charset="0"/>
              </a:rPr>
              <a:t>l’employabilité par rapport au bassin d'emploi local </a:t>
            </a:r>
            <a:r>
              <a:rPr lang="fr-FR" sz="1200">
                <a:solidFill>
                  <a:schemeClr val="tx1"/>
                </a:solidFill>
                <a:latin typeface="Avenir LT Std 55 Roman" panose="020B0503020203020204" pitchFamily="34" charset="0"/>
                <a:cs typeface="Times New Roman" panose="02020603050405020304" pitchFamily="18" charset="0"/>
              </a:rPr>
              <a:t>(progression possible à l’externe, valorisation du poste à l’externe…) ?</a:t>
            </a:r>
          </a:p>
        </p:txBody>
      </p:sp>
      <p:sp>
        <p:nvSpPr>
          <p:cNvPr id="168" name="Rectangle : coins arrondis 167">
            <a:extLst>
              <a:ext uri="{FF2B5EF4-FFF2-40B4-BE49-F238E27FC236}">
                <a16:creationId xmlns:a16="http://schemas.microsoft.com/office/drawing/2014/main" id="{78A442FA-7853-744B-5D53-6882E96017B0}"/>
              </a:ext>
            </a:extLst>
          </p:cNvPr>
          <p:cNvSpPr/>
          <p:nvPr/>
        </p:nvSpPr>
        <p:spPr>
          <a:xfrm>
            <a:off x="6229779" y="2285304"/>
            <a:ext cx="5751893" cy="1465597"/>
          </a:xfrm>
          <a:prstGeom prst="roundRect">
            <a:avLst>
              <a:gd name="adj" fmla="val 0"/>
            </a:avLst>
          </a:prstGeom>
          <a:solidFill>
            <a:srgbClr val="F6F9FC"/>
          </a:solid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9050" lvl="0" algn="just">
              <a:lnSpc>
                <a:spcPts val="1400"/>
              </a:lnSpc>
              <a:spcAft>
                <a:spcPts val="600"/>
              </a:spcAft>
              <a:tabLst>
                <a:tab pos="180975" algn="l"/>
              </a:tabLst>
              <a:defRPr/>
            </a:pPr>
            <a:endParaRPr lang="fr-FR" sz="1000">
              <a:solidFill>
                <a:srgbClr val="000000"/>
              </a:solidFill>
              <a:latin typeface="Avenir LT Std 55 Roman" panose="020B0503020203020204" pitchFamily="34" charset="0"/>
              <a:cs typeface="Times New Roman" panose="02020603050405020304" pitchFamily="18" charset="0"/>
            </a:endParaRPr>
          </a:p>
        </p:txBody>
      </p:sp>
      <p:sp>
        <p:nvSpPr>
          <p:cNvPr id="107" name="Rectangle : coins arrondis 106">
            <a:extLst>
              <a:ext uri="{FF2B5EF4-FFF2-40B4-BE49-F238E27FC236}">
                <a16:creationId xmlns:a16="http://schemas.microsoft.com/office/drawing/2014/main" id="{489B2CD8-6663-15AC-DB59-5F609267ABD3}"/>
              </a:ext>
            </a:extLst>
          </p:cNvPr>
          <p:cNvSpPr/>
          <p:nvPr/>
        </p:nvSpPr>
        <p:spPr>
          <a:xfrm>
            <a:off x="7052664" y="2875465"/>
            <a:ext cx="4717648" cy="65912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sp>
        <p:nvSpPr>
          <p:cNvPr id="16" name="Rectangle : coins arrondis 15">
            <a:extLst>
              <a:ext uri="{FF2B5EF4-FFF2-40B4-BE49-F238E27FC236}">
                <a16:creationId xmlns:a16="http://schemas.microsoft.com/office/drawing/2014/main" id="{48822CBA-97A1-4DA0-E8F3-CD8DA8E428BC}"/>
              </a:ext>
            </a:extLst>
          </p:cNvPr>
          <p:cNvSpPr/>
          <p:nvPr/>
        </p:nvSpPr>
        <p:spPr>
          <a:xfrm>
            <a:off x="206672" y="1889361"/>
            <a:ext cx="5740809" cy="504694"/>
          </a:xfrm>
          <a:prstGeom prst="roundRect">
            <a:avLst/>
          </a:prstGeom>
          <a:solidFill>
            <a:srgbClr val="00B3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400" b="1" i="1">
                <a:solidFill>
                  <a:schemeClr val="bg1"/>
                </a:solidFill>
              </a:rPr>
              <a:t>Les questions à se poser</a:t>
            </a:r>
          </a:p>
        </p:txBody>
      </p:sp>
      <p:sp>
        <p:nvSpPr>
          <p:cNvPr id="5" name="Rectangle 4">
            <a:extLst>
              <a:ext uri="{FF2B5EF4-FFF2-40B4-BE49-F238E27FC236}">
                <a16:creationId xmlns:a16="http://schemas.microsoft.com/office/drawing/2014/main" id="{197C2D62-0DD4-1E2F-0564-BCE4093FA70E}"/>
              </a:ext>
            </a:extLst>
          </p:cNvPr>
          <p:cNvSpPr/>
          <p:nvPr/>
        </p:nvSpPr>
        <p:spPr>
          <a:xfrm>
            <a:off x="-3064" y="378372"/>
            <a:ext cx="12195063" cy="1427747"/>
          </a:xfrm>
          <a:prstGeom prst="rect">
            <a:avLst/>
          </a:prstGeom>
          <a:solidFill>
            <a:srgbClr val="DFF1ED"/>
          </a:solidFill>
          <a:ln>
            <a:noFill/>
          </a:ln>
        </p:spPr>
        <p:style>
          <a:lnRef idx="2">
            <a:schemeClr val="accent1">
              <a:shade val="50000"/>
            </a:schemeClr>
          </a:lnRef>
          <a:fillRef idx="1">
            <a:schemeClr val="accent1"/>
          </a:fillRef>
          <a:effectRef idx="0">
            <a:schemeClr val="accent1"/>
          </a:effectRef>
          <a:fontRef idx="minor">
            <a:schemeClr val="lt1"/>
          </a:fontRef>
        </p:style>
        <p:txBody>
          <a:bodyPr tIns="180000" rIns="0" rtlCol="0" anchor="ctr"/>
          <a:lstStyle/>
          <a:p>
            <a:pPr marL="715963" lvl="0">
              <a:spcBef>
                <a:spcPts val="600"/>
              </a:spcBef>
              <a:spcAft>
                <a:spcPts val="1200"/>
              </a:spcAft>
              <a:buClr>
                <a:schemeClr val="tx1"/>
              </a:buClr>
            </a:pPr>
            <a:r>
              <a:rPr lang="fr-FR">
                <a:solidFill>
                  <a:schemeClr val="tx1"/>
                </a:solidFill>
                <a:latin typeface="Avenir LT Std 55 Roman" panose="020B0503020203020204" pitchFamily="34" charset="0"/>
              </a:rPr>
              <a:t>Evaluer si le projet aura un </a:t>
            </a:r>
            <a:r>
              <a:rPr lang="fr-FR">
                <a:solidFill>
                  <a:srgbClr val="00B388"/>
                </a:solidFill>
                <a:latin typeface="Avenir LT Std 65 Medium" panose="020B0803020203020204" pitchFamily="34" charset="0"/>
              </a:rPr>
              <a:t>impact sur l’emploi des salariés </a:t>
            </a:r>
            <a:r>
              <a:rPr lang="fr-FR">
                <a:solidFill>
                  <a:schemeClr val="tx1"/>
                </a:solidFill>
                <a:latin typeface="Avenir LT Std 55 Roman" panose="020B0503020203020204" pitchFamily="34" charset="0"/>
              </a:rPr>
              <a:t>(création / suppression / modification substantielle de postes) et, à plus long terme sur </a:t>
            </a:r>
            <a:r>
              <a:rPr lang="fr-FR">
                <a:solidFill>
                  <a:srgbClr val="00B388"/>
                </a:solidFill>
                <a:latin typeface="Avenir LT Std 65 Medium" panose="020B0803020203020204" pitchFamily="34" charset="0"/>
              </a:rPr>
              <a:t>leur parcours professionnel </a:t>
            </a:r>
            <a:r>
              <a:rPr lang="fr-FR">
                <a:solidFill>
                  <a:schemeClr val="tx1"/>
                </a:solidFill>
                <a:latin typeface="Avenir LT Std 55 Roman" panose="020B0503020203020204" pitchFamily="34" charset="0"/>
              </a:rPr>
              <a:t>(nouvelle / suppression d’opportunité, employabilité…). Le cas échéant, déterminer dès le début du projet </a:t>
            </a:r>
            <a:r>
              <a:rPr lang="fr-FR">
                <a:solidFill>
                  <a:srgbClr val="00B388"/>
                </a:solidFill>
                <a:latin typeface="Avenir LT Std 65 Medium" panose="020B0803020203020204" pitchFamily="34" charset="0"/>
              </a:rPr>
              <a:t>l’accompagnement spécifique </a:t>
            </a:r>
            <a:r>
              <a:rPr lang="fr-FR">
                <a:solidFill>
                  <a:schemeClr val="tx1"/>
                </a:solidFill>
                <a:latin typeface="Avenir LT Std 55 Roman" panose="020B0503020203020204" pitchFamily="34" charset="0"/>
              </a:rPr>
              <a:t>à mettre en œuvre (ex. reclassement de certains agents...).</a:t>
            </a:r>
          </a:p>
        </p:txBody>
      </p:sp>
      <p:sp>
        <p:nvSpPr>
          <p:cNvPr id="6" name="Triangle isocèle 5">
            <a:extLst>
              <a:ext uri="{FF2B5EF4-FFF2-40B4-BE49-F238E27FC236}">
                <a16:creationId xmlns:a16="http://schemas.microsoft.com/office/drawing/2014/main" id="{E147FFF8-DC38-1861-1D9C-8AB95EFC5C43}"/>
              </a:ext>
            </a:extLst>
          </p:cNvPr>
          <p:cNvSpPr/>
          <p:nvPr/>
        </p:nvSpPr>
        <p:spPr>
          <a:xfrm rot="5400000">
            <a:off x="34126" y="929868"/>
            <a:ext cx="782530" cy="324754"/>
          </a:xfrm>
          <a:prstGeom prst="triangle">
            <a:avLst/>
          </a:prstGeom>
          <a:solidFill>
            <a:srgbClr val="1547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18" name="Rectangle : coins arrondis 17">
            <a:extLst>
              <a:ext uri="{FF2B5EF4-FFF2-40B4-BE49-F238E27FC236}">
                <a16:creationId xmlns:a16="http://schemas.microsoft.com/office/drawing/2014/main" id="{43BFD70F-8CDF-68D6-6926-C8E0AF7AEB56}"/>
              </a:ext>
            </a:extLst>
          </p:cNvPr>
          <p:cNvSpPr/>
          <p:nvPr/>
        </p:nvSpPr>
        <p:spPr>
          <a:xfrm>
            <a:off x="6233435" y="1889361"/>
            <a:ext cx="5751893" cy="504694"/>
          </a:xfrm>
          <a:prstGeom prst="round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400" b="1" i="1">
                <a:solidFill>
                  <a:schemeClr val="bg1"/>
                </a:solidFill>
              </a:rPr>
              <a:t>Ressources à ma disposition</a:t>
            </a:r>
          </a:p>
        </p:txBody>
      </p:sp>
      <p:sp>
        <p:nvSpPr>
          <p:cNvPr id="43" name="Ellipse 42">
            <a:extLst>
              <a:ext uri="{FF2B5EF4-FFF2-40B4-BE49-F238E27FC236}">
                <a16:creationId xmlns:a16="http://schemas.microsoft.com/office/drawing/2014/main" id="{53AC429F-541B-363E-6613-C2C809C54850}"/>
              </a:ext>
            </a:extLst>
          </p:cNvPr>
          <p:cNvSpPr/>
          <p:nvPr/>
        </p:nvSpPr>
        <p:spPr>
          <a:xfrm>
            <a:off x="6682059" y="1894046"/>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pic>
        <p:nvPicPr>
          <p:cNvPr id="42" name="Image 41">
            <a:extLst>
              <a:ext uri="{FF2B5EF4-FFF2-40B4-BE49-F238E27FC236}">
                <a16:creationId xmlns:a16="http://schemas.microsoft.com/office/drawing/2014/main" id="{D62B2B1B-6A68-4F02-6FDA-1E2AE71F50C6}"/>
              </a:ext>
            </a:extLst>
          </p:cNvPr>
          <p:cNvPicPr>
            <a:picLocks noChangeAspect="1"/>
          </p:cNvPicPr>
          <p:nvPr/>
        </p:nvPicPr>
        <p:blipFill>
          <a:blip r:embed="rId3"/>
          <a:stretch>
            <a:fillRect/>
          </a:stretch>
        </p:blipFill>
        <p:spPr>
          <a:xfrm>
            <a:off x="6806176" y="1887770"/>
            <a:ext cx="485486" cy="621422"/>
          </a:xfrm>
          <a:prstGeom prst="rect">
            <a:avLst/>
          </a:prstGeom>
        </p:spPr>
      </p:pic>
      <p:sp>
        <p:nvSpPr>
          <p:cNvPr id="85" name="Rectangle : coins arrondis 84">
            <a:extLst>
              <a:ext uri="{FF2B5EF4-FFF2-40B4-BE49-F238E27FC236}">
                <a16:creationId xmlns:a16="http://schemas.microsoft.com/office/drawing/2014/main" id="{B87E42E0-77B7-4878-10C3-1F7640B05F93}"/>
              </a:ext>
            </a:extLst>
          </p:cNvPr>
          <p:cNvSpPr/>
          <p:nvPr/>
        </p:nvSpPr>
        <p:spPr>
          <a:xfrm>
            <a:off x="6336832" y="2544206"/>
            <a:ext cx="1883143" cy="35624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ts val="900"/>
              </a:lnSpc>
              <a:spcBef>
                <a:spcPts val="300"/>
              </a:spcBef>
              <a:buClr>
                <a:srgbClr val="0084D4"/>
              </a:buClr>
              <a:defRPr/>
            </a:pPr>
            <a:r>
              <a:rPr lang="fr-FR" sz="1100" b="1" i="1">
                <a:solidFill>
                  <a:schemeClr val="tx1"/>
                </a:solidFill>
                <a:latin typeface="Avenir LT Std 65 Medium" panose="020B0803020203020204" pitchFamily="34" charset="0"/>
              </a:rPr>
              <a:t>Ressource</a:t>
            </a:r>
            <a:br>
              <a:rPr lang="fr-FR" sz="1000" b="1" i="1">
                <a:solidFill>
                  <a:schemeClr val="tx1"/>
                </a:solidFill>
                <a:latin typeface="Avenir LT Std 65 Medium" panose="020B0803020203020204" pitchFamily="34" charset="0"/>
              </a:rPr>
            </a:br>
            <a:r>
              <a:rPr lang="fr-FR" sz="900" i="1">
                <a:solidFill>
                  <a:srgbClr val="FFFFFF">
                    <a:lumMod val="50000"/>
                  </a:srgbClr>
                </a:solidFill>
                <a:latin typeface="Avenir LT Std 35 Light" panose="020B0402020203020204" pitchFamily="34" charset="0"/>
              </a:rPr>
              <a:t>(accessible en cliquant dessus)</a:t>
            </a:r>
          </a:p>
        </p:txBody>
      </p:sp>
      <p:sp>
        <p:nvSpPr>
          <p:cNvPr id="86" name="Rectangle : coins arrondis 85">
            <a:extLst>
              <a:ext uri="{FF2B5EF4-FFF2-40B4-BE49-F238E27FC236}">
                <a16:creationId xmlns:a16="http://schemas.microsoft.com/office/drawing/2014/main" id="{584CCA87-075D-14D9-2064-298B7CE9DBED}"/>
              </a:ext>
            </a:extLst>
          </p:cNvPr>
          <p:cNvSpPr/>
          <p:nvPr/>
        </p:nvSpPr>
        <p:spPr>
          <a:xfrm>
            <a:off x="8517576" y="2544206"/>
            <a:ext cx="1959272" cy="32903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000" b="1" i="1">
                <a:solidFill>
                  <a:schemeClr val="tx1"/>
                </a:solidFill>
                <a:latin typeface="Avenir LT Std 65 Medium" panose="020B0803020203020204" pitchFamily="34" charset="0"/>
              </a:rPr>
              <a:t>Ce qu’elle apporte</a:t>
            </a:r>
          </a:p>
        </p:txBody>
      </p:sp>
      <p:pic>
        <p:nvPicPr>
          <p:cNvPr id="146" name="Graphique 145" descr="Cœur avec un remplissage uni">
            <a:extLst>
              <a:ext uri="{FF2B5EF4-FFF2-40B4-BE49-F238E27FC236}">
                <a16:creationId xmlns:a16="http://schemas.microsoft.com/office/drawing/2014/main" id="{30CA62F0-E1BC-C36F-0B98-5FB437C0CC4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80997" y="2533060"/>
            <a:ext cx="288595" cy="288595"/>
          </a:xfrm>
          <a:prstGeom prst="rect">
            <a:avLst/>
          </a:prstGeom>
        </p:spPr>
      </p:pic>
      <p:pic>
        <p:nvPicPr>
          <p:cNvPr id="148" name="Graphique 147" descr="Sablier plein avec un remplissage uni">
            <a:extLst>
              <a:ext uri="{FF2B5EF4-FFF2-40B4-BE49-F238E27FC236}">
                <a16:creationId xmlns:a16="http://schemas.microsoft.com/office/drawing/2014/main" id="{ED28E41C-DBD9-1D32-740C-31B1576BC02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089885" y="2536313"/>
            <a:ext cx="281763" cy="281763"/>
          </a:xfrm>
          <a:prstGeom prst="rect">
            <a:avLst/>
          </a:prstGeom>
        </p:spPr>
      </p:pic>
      <p:sp>
        <p:nvSpPr>
          <p:cNvPr id="12" name="Ellipse 11">
            <a:extLst>
              <a:ext uri="{FF2B5EF4-FFF2-40B4-BE49-F238E27FC236}">
                <a16:creationId xmlns:a16="http://schemas.microsoft.com/office/drawing/2014/main" id="{4F56969A-D1ED-676B-CA4E-52E45A07E21A}"/>
              </a:ext>
            </a:extLst>
          </p:cNvPr>
          <p:cNvSpPr/>
          <p:nvPr/>
        </p:nvSpPr>
        <p:spPr>
          <a:xfrm>
            <a:off x="864443" y="1904403"/>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pic>
        <p:nvPicPr>
          <p:cNvPr id="11" name="Graphique 10" descr="Ampoule et crayon avec un remplissage uni">
            <a:extLst>
              <a:ext uri="{FF2B5EF4-FFF2-40B4-BE49-F238E27FC236}">
                <a16:creationId xmlns:a16="http://schemas.microsoft.com/office/drawing/2014/main" id="{DB9C4F1C-7C88-BE0C-B4C2-12BBC2C3057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51179" y="1955818"/>
            <a:ext cx="402694" cy="402694"/>
          </a:xfrm>
          <a:prstGeom prst="rect">
            <a:avLst/>
          </a:prstGeom>
        </p:spPr>
      </p:pic>
      <p:sp>
        <p:nvSpPr>
          <p:cNvPr id="4" name="Rectangle : coins arrondis 3">
            <a:extLst>
              <a:ext uri="{FF2B5EF4-FFF2-40B4-BE49-F238E27FC236}">
                <a16:creationId xmlns:a16="http://schemas.microsoft.com/office/drawing/2014/main" id="{D7925F12-1B67-60F8-C7F1-6AEC238037E1}"/>
              </a:ext>
            </a:extLst>
          </p:cNvPr>
          <p:cNvSpPr/>
          <p:nvPr/>
        </p:nvSpPr>
        <p:spPr>
          <a:xfrm>
            <a:off x="7052664" y="2875465"/>
            <a:ext cx="4717648" cy="65912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sp>
        <p:nvSpPr>
          <p:cNvPr id="7" name="Rectangle : coins arrondis 6">
            <a:extLst>
              <a:ext uri="{FF2B5EF4-FFF2-40B4-BE49-F238E27FC236}">
                <a16:creationId xmlns:a16="http://schemas.microsoft.com/office/drawing/2014/main" id="{F06217B3-4F1E-37C5-4527-039DA3EFFEF7}"/>
              </a:ext>
            </a:extLst>
          </p:cNvPr>
          <p:cNvSpPr/>
          <p:nvPr/>
        </p:nvSpPr>
        <p:spPr>
          <a:xfrm>
            <a:off x="6229780" y="3804113"/>
            <a:ext cx="5715146" cy="2534848"/>
          </a:xfrm>
          <a:prstGeom prst="roundRect">
            <a:avLst>
              <a:gd name="adj" fmla="val 7884"/>
            </a:avLst>
          </a:prstGeom>
          <a:solidFill>
            <a:srgbClr val="FBFBFB"/>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defRPr/>
            </a:pPr>
            <a:r>
              <a:rPr kumimoji="0" lang="fr-FR" sz="900" b="0" i="1" u="none" strike="noStrike" kern="1200" cap="none" spc="0" normalizeH="0" baseline="0" noProof="0">
                <a:ln>
                  <a:noFill/>
                </a:ln>
                <a:solidFill>
                  <a:srgbClr val="FFFFFF">
                    <a:lumMod val="50000"/>
                  </a:srgbClr>
                </a:solidFill>
                <a:effectLst/>
                <a:uLnTx/>
                <a:uFillTx/>
                <a:latin typeface="Avenir LT Std 35 Light" panose="020B0402020203020204" pitchFamily="34" charset="0"/>
                <a:ea typeface="+mn-ea"/>
                <a:cs typeface="+mn-cs"/>
              </a:rPr>
              <a:t>Zone de texte libre</a:t>
            </a:r>
          </a:p>
        </p:txBody>
      </p:sp>
      <p:sp>
        <p:nvSpPr>
          <p:cNvPr id="15" name="Rectangle 14">
            <a:extLst>
              <a:ext uri="{FF2B5EF4-FFF2-40B4-BE49-F238E27FC236}">
                <a16:creationId xmlns:a16="http://schemas.microsoft.com/office/drawing/2014/main" id="{380546C6-5ED1-67F3-2B37-41A3C686A4D3}"/>
              </a:ext>
            </a:extLst>
          </p:cNvPr>
          <p:cNvSpPr/>
          <p:nvPr/>
        </p:nvSpPr>
        <p:spPr>
          <a:xfrm>
            <a:off x="6710527" y="3056244"/>
            <a:ext cx="1760373"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tlCol="0" anchor="ctr"/>
          <a:lstStyle/>
          <a:p>
            <a:r>
              <a:rPr lang="fr-FR" sz="1000" b="1">
                <a:solidFill>
                  <a:srgbClr val="306A92"/>
                </a:solidFill>
                <a:latin typeface="Avenir LT Std 45 Book" panose="020B0502020203020204" pitchFamily="34" charset="0"/>
              </a:rPr>
              <a:t>Outil d’évaluation des impacts humains </a:t>
            </a:r>
            <a:endParaRPr lang="fr-FR" sz="1000" b="1">
              <a:solidFill>
                <a:srgbClr val="306A92"/>
              </a:solidFill>
              <a:highlight>
                <a:srgbClr val="FFFF00"/>
              </a:highlight>
              <a:latin typeface="Avenir LT Std 45 Book" panose="020B0502020203020204" pitchFamily="34" charset="0"/>
            </a:endParaRPr>
          </a:p>
        </p:txBody>
      </p:sp>
      <p:sp>
        <p:nvSpPr>
          <p:cNvPr id="23" name="Rectangle 22">
            <a:extLst>
              <a:ext uri="{FF2B5EF4-FFF2-40B4-BE49-F238E27FC236}">
                <a16:creationId xmlns:a16="http://schemas.microsoft.com/office/drawing/2014/main" id="{DDB00757-E6E8-22F6-F658-09D7F4961DEC}"/>
              </a:ext>
            </a:extLst>
          </p:cNvPr>
          <p:cNvSpPr/>
          <p:nvPr/>
        </p:nvSpPr>
        <p:spPr>
          <a:xfrm>
            <a:off x="8539585" y="3087022"/>
            <a:ext cx="2327272"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defTabSz="914355"/>
            <a:r>
              <a:rPr lang="fr-FR" sz="900">
                <a:solidFill>
                  <a:schemeClr val="tx1"/>
                </a:solidFill>
                <a:latin typeface="Avenir LT Std 35 Light" panose="020B0402020203020204" pitchFamily="34" charset="0"/>
              </a:rPr>
              <a:t>Une trame pour prendre en note toute votre réflexion sur les impacts humains du projet et qui permet une évaluation globale du risque humain sous forme de jauge</a:t>
            </a:r>
          </a:p>
        </p:txBody>
      </p:sp>
      <p:sp>
        <p:nvSpPr>
          <p:cNvPr id="24" name="Rectangle 23">
            <a:extLst>
              <a:ext uri="{FF2B5EF4-FFF2-40B4-BE49-F238E27FC236}">
                <a16:creationId xmlns:a16="http://schemas.microsoft.com/office/drawing/2014/main" id="{E55587CE-AFCB-33AF-116C-60D40C901AB9}"/>
              </a:ext>
            </a:extLst>
          </p:cNvPr>
          <p:cNvSpPr/>
          <p:nvPr/>
        </p:nvSpPr>
        <p:spPr>
          <a:xfrm>
            <a:off x="10932284" y="3007084"/>
            <a:ext cx="674091"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latin typeface="Avenir LT Std 45 Book" panose="020B0502020203020204" pitchFamily="34" charset="0"/>
              </a:rPr>
              <a:t>~ 15 min</a:t>
            </a:r>
          </a:p>
        </p:txBody>
      </p:sp>
      <p:grpSp>
        <p:nvGrpSpPr>
          <p:cNvPr id="25" name="Groupe 24">
            <a:extLst>
              <a:ext uri="{FF2B5EF4-FFF2-40B4-BE49-F238E27FC236}">
                <a16:creationId xmlns:a16="http://schemas.microsoft.com/office/drawing/2014/main" id="{AD063040-E5CC-9820-EB95-5641A60D2C90}"/>
              </a:ext>
            </a:extLst>
          </p:cNvPr>
          <p:cNvGrpSpPr/>
          <p:nvPr/>
        </p:nvGrpSpPr>
        <p:grpSpPr>
          <a:xfrm>
            <a:off x="11610032" y="3104443"/>
            <a:ext cx="315567" cy="274775"/>
            <a:chOff x="11492282" y="2015291"/>
            <a:chExt cx="315567" cy="274775"/>
          </a:xfrm>
        </p:grpSpPr>
        <p:pic>
          <p:nvPicPr>
            <p:cNvPr id="27" name="Graphique 26" descr="Cœur contour">
              <a:extLst>
                <a:ext uri="{FF2B5EF4-FFF2-40B4-BE49-F238E27FC236}">
                  <a16:creationId xmlns:a16="http://schemas.microsoft.com/office/drawing/2014/main" id="{6BFDA196-28B0-A912-592C-F2D0EACDC51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492282" y="2015291"/>
              <a:ext cx="214188" cy="214188"/>
            </a:xfrm>
            <a:prstGeom prst="rect">
              <a:avLst/>
            </a:prstGeom>
          </p:spPr>
        </p:pic>
        <p:sp>
          <p:nvSpPr>
            <p:cNvPr id="28" name="Rectangle 27">
              <a:extLst>
                <a:ext uri="{FF2B5EF4-FFF2-40B4-BE49-F238E27FC236}">
                  <a16:creationId xmlns:a16="http://schemas.microsoft.com/office/drawing/2014/main" id="{02149FEF-8A5F-6F63-364C-0EBBF54E5D1D}"/>
                </a:ext>
              </a:extLst>
            </p:cNvPr>
            <p:cNvSpPr/>
            <p:nvPr/>
          </p:nvSpPr>
          <p:spPr>
            <a:xfrm>
              <a:off x="11593661" y="2101883"/>
              <a:ext cx="214188" cy="1881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306A92"/>
                  </a:solidFill>
                </a:rPr>
                <a:t>x</a:t>
              </a:r>
              <a:endParaRPr lang="fr-FR" sz="1200" b="1">
                <a:solidFill>
                  <a:srgbClr val="306A92"/>
                </a:solidFill>
              </a:endParaRPr>
            </a:p>
          </p:txBody>
        </p:sp>
      </p:grpSp>
      <p:pic>
        <p:nvPicPr>
          <p:cNvPr id="29" name="Graphique 28" descr="Outils avec un remplissage uni">
            <a:extLst>
              <a:ext uri="{FF2B5EF4-FFF2-40B4-BE49-F238E27FC236}">
                <a16:creationId xmlns:a16="http://schemas.microsoft.com/office/drawing/2014/main" id="{BE0686C1-6CFD-0D1B-7C65-4C3EF5762CF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flipH="1">
            <a:off x="6364276" y="3133665"/>
            <a:ext cx="290825" cy="290825"/>
          </a:xfrm>
          <a:prstGeom prst="rect">
            <a:avLst/>
          </a:prstGeom>
        </p:spPr>
      </p:pic>
      <p:sp>
        <p:nvSpPr>
          <p:cNvPr id="14" name="Rectangle 13">
            <a:extLst>
              <a:ext uri="{FF2B5EF4-FFF2-40B4-BE49-F238E27FC236}">
                <a16:creationId xmlns:a16="http://schemas.microsoft.com/office/drawing/2014/main" id="{4C77E058-DA2F-A139-CADC-3202ACEE8416}"/>
              </a:ext>
            </a:extLst>
          </p:cNvPr>
          <p:cNvSpPr/>
          <p:nvPr/>
        </p:nvSpPr>
        <p:spPr>
          <a:xfrm>
            <a:off x="6789598" y="3443462"/>
            <a:ext cx="873752" cy="100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fr-FR" sz="800" b="1">
                <a:latin typeface="Avenir LT Std 45 Book" panose="020B0502020203020204" pitchFamily="34" charset="0"/>
              </a:rPr>
              <a:t>Non disponible</a:t>
            </a:r>
          </a:p>
        </p:txBody>
      </p:sp>
      <p:grpSp>
        <p:nvGrpSpPr>
          <p:cNvPr id="13" name="Groupe 12">
            <a:extLst>
              <a:ext uri="{FF2B5EF4-FFF2-40B4-BE49-F238E27FC236}">
                <a16:creationId xmlns:a16="http://schemas.microsoft.com/office/drawing/2014/main" id="{7FF12E6E-964A-0895-44AF-DCA00E23BE82}"/>
              </a:ext>
            </a:extLst>
          </p:cNvPr>
          <p:cNvGrpSpPr>
            <a:grpSpLocks noChangeAspect="1"/>
          </p:cNvGrpSpPr>
          <p:nvPr/>
        </p:nvGrpSpPr>
        <p:grpSpPr>
          <a:xfrm>
            <a:off x="11001871" y="6336764"/>
            <a:ext cx="1082632" cy="444130"/>
            <a:chOff x="5810" y="1578917"/>
            <a:chExt cx="559801" cy="229645"/>
          </a:xfrm>
        </p:grpSpPr>
        <p:sp>
          <p:nvSpPr>
            <p:cNvPr id="17" name="Rectangle : coins arrondis 16">
              <a:hlinkClick r:id="rId9" action="ppaction://hlinksldjump"/>
              <a:extLst>
                <a:ext uri="{FF2B5EF4-FFF2-40B4-BE49-F238E27FC236}">
                  <a16:creationId xmlns:a16="http://schemas.microsoft.com/office/drawing/2014/main" id="{FDB1B65A-7214-421A-7FDA-9D8F0166C037}"/>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hlinkClick r:id="rId9"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ndParaRPr>
            </a:p>
          </p:txBody>
        </p:sp>
        <p:pic>
          <p:nvPicPr>
            <p:cNvPr id="19" name="Graphique 18" descr="Retour avec un remplissage uni">
              <a:hlinkClick r:id="rId9" action="ppaction://hlinksldjump"/>
              <a:extLst>
                <a:ext uri="{FF2B5EF4-FFF2-40B4-BE49-F238E27FC236}">
                  <a16:creationId xmlns:a16="http://schemas.microsoft.com/office/drawing/2014/main" id="{990ACBF5-0A4F-016B-529C-D81901659DE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9060" y="1578917"/>
              <a:ext cx="229645" cy="229645"/>
            </a:xfrm>
            <a:prstGeom prst="rect">
              <a:avLst/>
            </a:prstGeom>
          </p:spPr>
        </p:pic>
      </p:grpSp>
      <p:sp>
        <p:nvSpPr>
          <p:cNvPr id="44" name="Rectangle : coins arrondis 43">
            <a:extLst>
              <a:ext uri="{FF2B5EF4-FFF2-40B4-BE49-F238E27FC236}">
                <a16:creationId xmlns:a16="http://schemas.microsoft.com/office/drawing/2014/main" id="{4EB6FEF7-A131-9ED7-470A-F419E3D0BF61}"/>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DC582A"/>
                </a:solidFill>
              </a:rPr>
              <a:t>PROTOTYPE</a:t>
            </a:r>
          </a:p>
        </p:txBody>
      </p:sp>
      <p:sp>
        <p:nvSpPr>
          <p:cNvPr id="3" name="Flèche : chevron 8 - 2 - 1">
            <a:extLst>
              <a:ext uri="{FF2B5EF4-FFF2-40B4-BE49-F238E27FC236}">
                <a16:creationId xmlns:a16="http://schemas.microsoft.com/office/drawing/2014/main" id="{51EF08FC-4578-FD54-E58F-6620AFD5E54B}"/>
              </a:ext>
            </a:extLst>
          </p:cNvPr>
          <p:cNvSpPr/>
          <p:nvPr/>
        </p:nvSpPr>
        <p:spPr>
          <a:xfrm>
            <a:off x="6924000" y="21771"/>
            <a:ext cx="1800000" cy="288000"/>
          </a:xfrm>
          <a:prstGeom prst="chevron">
            <a:avLst>
              <a:gd name="adj" fmla="val 28278"/>
            </a:avLst>
          </a:prstGeom>
          <a:solidFill>
            <a:srgbClr val="A1D6CA"/>
          </a:solidFill>
          <a:ln w="28575">
            <a:solidFill>
              <a:srgbClr val="A1D6CA"/>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rgbClr val="154734"/>
                </a:solidFill>
                <a:latin typeface="Avenir LT Std 45 Book" panose="020B0502020203020204" pitchFamily="34" charset="0"/>
              </a:rPr>
              <a:t>Ressources impacts humains</a:t>
            </a:r>
          </a:p>
        </p:txBody>
      </p:sp>
      <p:sp>
        <p:nvSpPr>
          <p:cNvPr id="9" name="Flèche : chevron 8 - 2 - 1">
            <a:extLst>
              <a:ext uri="{FF2B5EF4-FFF2-40B4-BE49-F238E27FC236}">
                <a16:creationId xmlns:a16="http://schemas.microsoft.com/office/drawing/2014/main" id="{3C607EA0-D0C4-41F9-56E8-738F754B2AD7}"/>
              </a:ext>
            </a:extLst>
          </p:cNvPr>
          <p:cNvSpPr/>
          <p:nvPr/>
        </p:nvSpPr>
        <p:spPr>
          <a:xfrm>
            <a:off x="1776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a:t>
            </a:r>
            <a:r>
              <a:rPr lang="fr-FR" sz="1100" b="1" err="1">
                <a:solidFill>
                  <a:schemeClr val="bg1">
                    <a:lumMod val="50000"/>
                  </a:schemeClr>
                </a:solidFill>
                <a:latin typeface="Avenir LT Std 45 Book" panose="020B0502020203020204" pitchFamily="34" charset="0"/>
              </a:rPr>
              <a:t>moi-mëme</a:t>
            </a:r>
            <a:endParaRPr lang="fr-FR" sz="1100" b="1">
              <a:solidFill>
                <a:schemeClr val="bg1">
                  <a:lumMod val="50000"/>
                </a:schemeClr>
              </a:solidFill>
              <a:latin typeface="Avenir LT Std 45 Book" panose="020B0502020203020204" pitchFamily="34" charset="0"/>
            </a:endParaRPr>
          </a:p>
        </p:txBody>
      </p:sp>
      <p:sp>
        <p:nvSpPr>
          <p:cNvPr id="20" name="Flèche : chevron 8 - 2 - 1">
            <a:extLst>
              <a:ext uri="{FF2B5EF4-FFF2-40B4-BE49-F238E27FC236}">
                <a16:creationId xmlns:a16="http://schemas.microsoft.com/office/drawing/2014/main" id="{DC3FB229-D4AE-C647-404D-F529A7BC4E8F}"/>
              </a:ext>
            </a:extLst>
          </p:cNvPr>
          <p:cNvSpPr/>
          <p:nvPr/>
        </p:nvSpPr>
        <p:spPr>
          <a:xfrm>
            <a:off x="5244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des impacts humains</a:t>
            </a:r>
          </a:p>
        </p:txBody>
      </p:sp>
      <p:sp>
        <p:nvSpPr>
          <p:cNvPr id="22" name="Flèche : chevron 8 - 2 - 1">
            <a:extLst>
              <a:ext uri="{FF2B5EF4-FFF2-40B4-BE49-F238E27FC236}">
                <a16:creationId xmlns:a16="http://schemas.microsoft.com/office/drawing/2014/main" id="{03DB0B53-026F-7DEC-1C04-CDE5054FD996}"/>
              </a:ext>
            </a:extLst>
          </p:cNvPr>
          <p:cNvSpPr/>
          <p:nvPr/>
        </p:nvSpPr>
        <p:spPr>
          <a:xfrm>
            <a:off x="636000" y="21771"/>
            <a:ext cx="115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Cas d’usage</a:t>
            </a:r>
          </a:p>
        </p:txBody>
      </p:sp>
      <p:sp>
        <p:nvSpPr>
          <p:cNvPr id="30" name="Flèche : chevron 8 - 2 - 1">
            <a:extLst>
              <a:ext uri="{FF2B5EF4-FFF2-40B4-BE49-F238E27FC236}">
                <a16:creationId xmlns:a16="http://schemas.microsoft.com/office/drawing/2014/main" id="{CB12B901-B034-7454-0E9F-F7204B8AF0C7}"/>
              </a:ext>
            </a:extLst>
          </p:cNvPr>
          <p:cNvSpPr/>
          <p:nvPr/>
        </p:nvSpPr>
        <p:spPr>
          <a:xfrm>
            <a:off x="3456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pour moi-même</a:t>
            </a:r>
          </a:p>
        </p:txBody>
      </p:sp>
      <p:sp>
        <p:nvSpPr>
          <p:cNvPr id="32" name="Flèche : pentagone 3">
            <a:extLst>
              <a:ext uri="{FF2B5EF4-FFF2-40B4-BE49-F238E27FC236}">
                <a16:creationId xmlns:a16="http://schemas.microsoft.com/office/drawing/2014/main" id="{122306E2-120D-1FFF-9E92-561CEDC05B62}"/>
              </a:ext>
            </a:extLst>
          </p:cNvPr>
          <p:cNvSpPr/>
          <p:nvPr/>
        </p:nvSpPr>
        <p:spPr>
          <a:xfrm>
            <a:off x="0" y="21771"/>
            <a:ext cx="648000" cy="288000"/>
          </a:xfrm>
          <a:prstGeom prst="homePlate">
            <a:avLst>
              <a:gd name="adj" fmla="val 26503"/>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Accueil</a:t>
            </a:r>
          </a:p>
        </p:txBody>
      </p:sp>
      <p:sp>
        <p:nvSpPr>
          <p:cNvPr id="46" name="Flèche : chevron 8 - 2 - 1">
            <a:extLst>
              <a:ext uri="{FF2B5EF4-FFF2-40B4-BE49-F238E27FC236}">
                <a16:creationId xmlns:a16="http://schemas.microsoft.com/office/drawing/2014/main" id="{B0A937DA-D97C-B103-B5A7-E0943081DAE9}"/>
              </a:ext>
            </a:extLst>
          </p:cNvPr>
          <p:cNvSpPr/>
          <p:nvPr/>
        </p:nvSpPr>
        <p:spPr>
          <a:xfrm>
            <a:off x="8712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a:t>
            </a:r>
            <a:br>
              <a:rPr lang="fr-FR" sz="1100" b="1">
                <a:solidFill>
                  <a:schemeClr val="bg1">
                    <a:lumMod val="50000"/>
                  </a:schemeClr>
                </a:solidFill>
                <a:latin typeface="Avenir LT Std 45 Book" panose="020B0502020203020204" pitchFamily="34" charset="0"/>
              </a:rPr>
            </a:br>
            <a:r>
              <a:rPr lang="fr-FR" sz="1100" b="1">
                <a:solidFill>
                  <a:schemeClr val="bg1">
                    <a:lumMod val="50000"/>
                  </a:schemeClr>
                </a:solidFill>
                <a:latin typeface="Avenir LT Std 45 Book" panose="020B0502020203020204" pitchFamily="34" charset="0"/>
              </a:rPr>
              <a:t>préparer le collectif</a:t>
            </a:r>
          </a:p>
        </p:txBody>
      </p:sp>
      <p:sp>
        <p:nvSpPr>
          <p:cNvPr id="48" name="Flèche : chevron 8 - 2 - 1">
            <a:extLst>
              <a:ext uri="{FF2B5EF4-FFF2-40B4-BE49-F238E27FC236}">
                <a16:creationId xmlns:a16="http://schemas.microsoft.com/office/drawing/2014/main" id="{A1D4218F-7EE0-5A91-19B9-471ABB1F0C1D}"/>
              </a:ext>
            </a:extLst>
          </p:cNvPr>
          <p:cNvSpPr/>
          <p:nvPr/>
        </p:nvSpPr>
        <p:spPr>
          <a:xfrm>
            <a:off x="10392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préparation collectif</a:t>
            </a:r>
          </a:p>
        </p:txBody>
      </p:sp>
    </p:spTree>
    <p:extLst>
      <p:ext uri="{BB962C8B-B14F-4D97-AF65-F5344CB8AC3E}">
        <p14:creationId xmlns:p14="http://schemas.microsoft.com/office/powerpoint/2010/main" val="11762002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4017C-4EDE-7143-2799-983A5EA7133A}"/>
            </a:ext>
          </a:extLst>
        </p:cNvPr>
        <p:cNvGrpSpPr/>
        <p:nvPr/>
      </p:nvGrpSpPr>
      <p:grpSpPr>
        <a:xfrm>
          <a:off x="0" y="0"/>
          <a:ext cx="0" cy="0"/>
          <a:chOff x="0" y="0"/>
          <a:chExt cx="0" cy="0"/>
        </a:xfrm>
      </p:grpSpPr>
      <p:sp>
        <p:nvSpPr>
          <p:cNvPr id="52" name="Rectangle : coins arrondis 51">
            <a:extLst>
              <a:ext uri="{FF2B5EF4-FFF2-40B4-BE49-F238E27FC236}">
                <a16:creationId xmlns:a16="http://schemas.microsoft.com/office/drawing/2014/main" id="{86D58B55-8CB4-97AC-51D0-FA70FBCF044D}"/>
              </a:ext>
            </a:extLst>
          </p:cNvPr>
          <p:cNvSpPr/>
          <p:nvPr/>
        </p:nvSpPr>
        <p:spPr>
          <a:xfrm>
            <a:off x="216504" y="1889361"/>
            <a:ext cx="5715147" cy="4449600"/>
          </a:xfrm>
          <a:prstGeom prst="roundRect">
            <a:avLst>
              <a:gd name="adj" fmla="val 3071"/>
            </a:avLst>
          </a:prstGeom>
          <a:solidFill>
            <a:schemeClr val="bg1"/>
          </a:solidFill>
          <a:ln w="38100">
            <a:solidFill>
              <a:srgbClr val="00B388"/>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176213" lvl="0" indent="-171450" algn="just">
              <a:spcAft>
                <a:spcPts val="1200"/>
              </a:spcAft>
              <a:buFont typeface="Arial" panose="020B0604020202020204" pitchFamily="34" charset="0"/>
              <a:buChar char="•"/>
              <a:tabLst>
                <a:tab pos="176213" algn="l"/>
              </a:tabLst>
              <a:defRPr/>
            </a:pPr>
            <a:endParaRPr lang="fr-FR" sz="1200">
              <a:solidFill>
                <a:schemeClr val="tx1"/>
              </a:solidFill>
              <a:latin typeface="Avenir LT Std 55 Roman" panose="020B0503020203020204" pitchFamily="34" charset="0"/>
              <a:cs typeface="Times New Roman" panose="02020603050405020304" pitchFamily="18" charset="0"/>
            </a:endParaRPr>
          </a:p>
          <a:p>
            <a:pPr marL="176213" lvl="0" indent="-171450" algn="just">
              <a:spcAft>
                <a:spcPts val="1200"/>
              </a:spcAft>
              <a:buFont typeface="Arial" panose="020B0604020202020204" pitchFamily="34" charset="0"/>
              <a:buChar char="•"/>
              <a:tabLst>
                <a:tab pos="176213" algn="l"/>
              </a:tabLst>
              <a:defRPr/>
            </a:pPr>
            <a:r>
              <a:rPr lang="fr-FR" sz="1200">
                <a:solidFill>
                  <a:schemeClr val="tx1"/>
                </a:solidFill>
                <a:latin typeface="Avenir LT Std 55 Roman" panose="020B0503020203020204" pitchFamily="34" charset="0"/>
                <a:cs typeface="Times New Roman" panose="02020603050405020304" pitchFamily="18" charset="0"/>
              </a:rPr>
              <a:t>Quel est l’impact du projet sur </a:t>
            </a:r>
            <a:r>
              <a:rPr lang="fr-FR" sz="1200" b="1" i="1">
                <a:solidFill>
                  <a:schemeClr val="tx1"/>
                </a:solidFill>
                <a:latin typeface="Avenir LT Std 55 Roman" panose="020B0503020203020204" pitchFamily="34" charset="0"/>
                <a:cs typeface="Times New Roman" panose="02020603050405020304" pitchFamily="18" charset="0"/>
              </a:rPr>
              <a:t>le rôle ou le périmètre de responsabilité de l’agent</a:t>
            </a:r>
            <a:r>
              <a:rPr lang="fr-FR" sz="1200">
                <a:solidFill>
                  <a:schemeClr val="tx1"/>
                </a:solidFill>
                <a:latin typeface="Avenir LT Std 55 Roman" panose="020B0503020203020204" pitchFamily="34" charset="0"/>
                <a:cs typeface="Times New Roman" panose="02020603050405020304" pitchFamily="18" charset="0"/>
              </a:rPr>
              <a:t> : évolution des responsabilités de l’agent, nouvelle répartition des tâches au sein de l’équipe impliquant une évolution du rôle de l’agent (par ex. évolution du rôle d’expert de l’agent au sein de l’équipe…), chevauchement de responsabilités… ?</a:t>
            </a:r>
          </a:p>
          <a:p>
            <a:pPr marL="176213" lvl="0" indent="-171450" algn="just">
              <a:spcAft>
                <a:spcPts val="1200"/>
              </a:spcAft>
              <a:buFont typeface="Arial" panose="020B0604020202020204" pitchFamily="34" charset="0"/>
              <a:buChar char="•"/>
              <a:tabLst>
                <a:tab pos="176213" algn="l"/>
              </a:tabLst>
              <a:defRPr/>
            </a:pPr>
            <a:r>
              <a:rPr lang="fr-FR" sz="1200">
                <a:solidFill>
                  <a:schemeClr val="tx1"/>
                </a:solidFill>
                <a:latin typeface="Avenir LT Std 55 Roman" panose="020B0503020203020204" pitchFamily="34" charset="0"/>
                <a:cs typeface="Times New Roman" panose="02020603050405020304" pitchFamily="18" charset="0"/>
              </a:rPr>
              <a:t>Est-ce que les nouveaux périmètres peuvent conduire à un </a:t>
            </a:r>
            <a:r>
              <a:rPr lang="fr-FR" sz="1200" b="1" i="1">
                <a:solidFill>
                  <a:schemeClr val="tx1"/>
                </a:solidFill>
                <a:latin typeface="Avenir LT Std 55 Roman" panose="020B0503020203020204" pitchFamily="34" charset="0"/>
                <a:cs typeface="Times New Roman" panose="02020603050405020304" pitchFamily="18" charset="0"/>
              </a:rPr>
              <a:t>conflit de rôle</a:t>
            </a:r>
            <a:r>
              <a:rPr lang="fr-FR" sz="1200">
                <a:solidFill>
                  <a:schemeClr val="tx1"/>
                </a:solidFill>
                <a:latin typeface="Avenir LT Std 55 Roman" panose="020B0503020203020204" pitchFamily="34" charset="0"/>
                <a:cs typeface="Times New Roman" panose="02020603050405020304" pitchFamily="18" charset="0"/>
              </a:rPr>
              <a:t> : attentes du rôle en contradiction avec la conception du rôle perçue par l’agent ou avec les valeurs de l’agent, incompatibilité entre plusieurs attentes pour le rôle (par ex. réduire le temps passé auprès d’un client et assurer un meilleur service client), difficulté à concilier les attentes des rôles dans les différentes sphères de vie du salarié (par ex. avoir de nombreux déplacements professionnels et être présent pour sa famille)… ?</a:t>
            </a:r>
          </a:p>
          <a:p>
            <a:pPr marL="176213" lvl="0" indent="-171450" algn="just">
              <a:spcAft>
                <a:spcPts val="1200"/>
              </a:spcAft>
              <a:buFont typeface="Arial" panose="020B0604020202020204" pitchFamily="34" charset="0"/>
              <a:buChar char="•"/>
              <a:tabLst>
                <a:tab pos="176213" algn="l"/>
              </a:tabLst>
              <a:defRPr/>
            </a:pPr>
            <a:r>
              <a:rPr lang="fr-FR" sz="1200">
                <a:solidFill>
                  <a:schemeClr val="tx1"/>
                </a:solidFill>
                <a:latin typeface="Avenir LT Std 55 Roman" panose="020B0503020203020204" pitchFamily="34" charset="0"/>
                <a:cs typeface="Times New Roman" panose="02020603050405020304" pitchFamily="18" charset="0"/>
              </a:rPr>
              <a:t>Est-ce que le projet </a:t>
            </a:r>
            <a:r>
              <a:rPr lang="fr-FR" sz="1200" b="1" i="1">
                <a:solidFill>
                  <a:schemeClr val="tx1"/>
                </a:solidFill>
                <a:latin typeface="Avenir LT Std 55 Roman" panose="020B0503020203020204" pitchFamily="34" charset="0"/>
                <a:cs typeface="Times New Roman" panose="02020603050405020304" pitchFamily="18" charset="0"/>
              </a:rPr>
              <a:t>peut impacter positivement ou négativement le sens du travail pour l’agent </a:t>
            </a:r>
            <a:r>
              <a:rPr lang="fr-FR" sz="1200">
                <a:solidFill>
                  <a:schemeClr val="tx1"/>
                </a:solidFill>
                <a:latin typeface="Avenir LT Std 55 Roman" panose="020B0503020203020204" pitchFamily="34" charset="0"/>
                <a:cs typeface="Times New Roman" panose="02020603050405020304" pitchFamily="18" charset="0"/>
              </a:rPr>
              <a:t>concerné : par ex. ennui lié à une répétitivité des tâches, monotonie liée à un nouveau périmètre d’action (ex. liée à un nouveau roulement), reconnaissance pour un nouveau positionnement, perte du lien social en cas de réduction du travail en équipe… ?</a:t>
            </a:r>
          </a:p>
          <a:p>
            <a:pPr marL="176213" lvl="0" indent="-171450" algn="just">
              <a:spcAft>
                <a:spcPts val="1200"/>
              </a:spcAft>
              <a:buFont typeface="Arial" panose="020B0604020202020204" pitchFamily="34" charset="0"/>
              <a:buChar char="•"/>
              <a:tabLst>
                <a:tab pos="176213" algn="l"/>
              </a:tabLst>
              <a:defRPr/>
            </a:pPr>
            <a:r>
              <a:rPr lang="fr-FR" sz="1200" b="1" i="1">
                <a:solidFill>
                  <a:schemeClr val="tx1"/>
                </a:solidFill>
                <a:latin typeface="Avenir LT Std 55 Roman" panose="020B0503020203020204" pitchFamily="34" charset="0"/>
                <a:cs typeface="Times New Roman" panose="02020603050405020304" pitchFamily="18" charset="0"/>
              </a:rPr>
              <a:t>Quel accompagnement</a:t>
            </a:r>
            <a:r>
              <a:rPr lang="fr-FR" sz="1200">
                <a:solidFill>
                  <a:schemeClr val="tx1"/>
                </a:solidFill>
                <a:latin typeface="Avenir LT Std 55 Roman" panose="020B0503020203020204" pitchFamily="34" charset="0"/>
                <a:cs typeface="Times New Roman" panose="02020603050405020304" pitchFamily="18" charset="0"/>
              </a:rPr>
              <a:t> pour anticiper ces impacts ?</a:t>
            </a:r>
          </a:p>
        </p:txBody>
      </p:sp>
      <p:sp>
        <p:nvSpPr>
          <p:cNvPr id="168" name="Rectangle : coins arrondis 167">
            <a:extLst>
              <a:ext uri="{FF2B5EF4-FFF2-40B4-BE49-F238E27FC236}">
                <a16:creationId xmlns:a16="http://schemas.microsoft.com/office/drawing/2014/main" id="{1F5EDC9D-F098-C8F1-05BC-196C117D91AE}"/>
              </a:ext>
            </a:extLst>
          </p:cNvPr>
          <p:cNvSpPr/>
          <p:nvPr/>
        </p:nvSpPr>
        <p:spPr>
          <a:xfrm>
            <a:off x="6229779" y="2285304"/>
            <a:ext cx="5751893" cy="1465597"/>
          </a:xfrm>
          <a:prstGeom prst="roundRect">
            <a:avLst>
              <a:gd name="adj" fmla="val 0"/>
            </a:avLst>
          </a:prstGeom>
          <a:solidFill>
            <a:srgbClr val="F6F9FC"/>
          </a:solid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9050" lvl="0" algn="just">
              <a:lnSpc>
                <a:spcPts val="1400"/>
              </a:lnSpc>
              <a:spcAft>
                <a:spcPts val="600"/>
              </a:spcAft>
              <a:tabLst>
                <a:tab pos="180975" algn="l"/>
              </a:tabLst>
              <a:defRPr/>
            </a:pPr>
            <a:endParaRPr lang="fr-FR" sz="1000">
              <a:solidFill>
                <a:srgbClr val="000000"/>
              </a:solidFill>
              <a:latin typeface="Avenir LT Std 55 Roman" panose="020B0503020203020204" pitchFamily="34" charset="0"/>
              <a:cs typeface="Times New Roman" panose="02020603050405020304" pitchFamily="18" charset="0"/>
            </a:endParaRPr>
          </a:p>
        </p:txBody>
      </p:sp>
      <p:sp>
        <p:nvSpPr>
          <p:cNvPr id="16" name="Rectangle : coins arrondis 15">
            <a:extLst>
              <a:ext uri="{FF2B5EF4-FFF2-40B4-BE49-F238E27FC236}">
                <a16:creationId xmlns:a16="http://schemas.microsoft.com/office/drawing/2014/main" id="{CC6C986C-E634-1C59-CED9-815F3EB9B7DB}"/>
              </a:ext>
            </a:extLst>
          </p:cNvPr>
          <p:cNvSpPr/>
          <p:nvPr/>
        </p:nvSpPr>
        <p:spPr>
          <a:xfrm>
            <a:off x="206672" y="1889361"/>
            <a:ext cx="5740809" cy="504694"/>
          </a:xfrm>
          <a:prstGeom prst="roundRect">
            <a:avLst/>
          </a:prstGeom>
          <a:solidFill>
            <a:srgbClr val="00B3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400" b="1" i="1">
                <a:solidFill>
                  <a:schemeClr val="bg1"/>
                </a:solidFill>
              </a:rPr>
              <a:t>Les questions à se poser</a:t>
            </a:r>
          </a:p>
        </p:txBody>
      </p:sp>
      <p:sp>
        <p:nvSpPr>
          <p:cNvPr id="5" name="Rectangle 4">
            <a:extLst>
              <a:ext uri="{FF2B5EF4-FFF2-40B4-BE49-F238E27FC236}">
                <a16:creationId xmlns:a16="http://schemas.microsoft.com/office/drawing/2014/main" id="{329D027B-18F8-337B-2955-DE9E84673AE5}"/>
              </a:ext>
            </a:extLst>
          </p:cNvPr>
          <p:cNvSpPr/>
          <p:nvPr/>
        </p:nvSpPr>
        <p:spPr>
          <a:xfrm>
            <a:off x="-3064" y="378372"/>
            <a:ext cx="12195063" cy="1427747"/>
          </a:xfrm>
          <a:prstGeom prst="rect">
            <a:avLst/>
          </a:prstGeom>
          <a:solidFill>
            <a:srgbClr val="DFF1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5963" lvl="0">
              <a:spcAft>
                <a:spcPts val="1200"/>
              </a:spcAft>
              <a:buClr>
                <a:schemeClr val="tx1"/>
              </a:buClr>
            </a:pPr>
            <a:r>
              <a:rPr lang="fr-FR">
                <a:solidFill>
                  <a:schemeClr val="tx1"/>
                </a:solidFill>
                <a:latin typeface="Avenir LT Std 55 Roman" panose="020B0503020203020204" pitchFamily="34" charset="0"/>
              </a:rPr>
              <a:t>Evaluer si le projet aura un </a:t>
            </a:r>
            <a:r>
              <a:rPr lang="fr-FR">
                <a:solidFill>
                  <a:srgbClr val="00B388"/>
                </a:solidFill>
                <a:latin typeface="Avenir LT Std 65 Medium" panose="020B0803020203020204" pitchFamily="34" charset="0"/>
              </a:rPr>
              <a:t>impact sur les rôles, le périmètre de responsabilité ou le sens du travail </a:t>
            </a:r>
            <a:r>
              <a:rPr lang="fr-FR">
                <a:solidFill>
                  <a:schemeClr val="tx1"/>
                </a:solidFill>
                <a:latin typeface="Avenir LT Std 55 Roman" panose="020B0503020203020204" pitchFamily="34" charset="0"/>
              </a:rPr>
              <a:t>(ex. ennui…) pour les agents concernés.</a:t>
            </a:r>
          </a:p>
        </p:txBody>
      </p:sp>
      <p:sp>
        <p:nvSpPr>
          <p:cNvPr id="6" name="Triangle isocèle 5">
            <a:extLst>
              <a:ext uri="{FF2B5EF4-FFF2-40B4-BE49-F238E27FC236}">
                <a16:creationId xmlns:a16="http://schemas.microsoft.com/office/drawing/2014/main" id="{6C545526-CB8F-5490-049B-7A16B866E037}"/>
              </a:ext>
            </a:extLst>
          </p:cNvPr>
          <p:cNvSpPr/>
          <p:nvPr/>
        </p:nvSpPr>
        <p:spPr>
          <a:xfrm rot="5400000">
            <a:off x="34126" y="929868"/>
            <a:ext cx="782530" cy="324754"/>
          </a:xfrm>
          <a:prstGeom prst="triangle">
            <a:avLst/>
          </a:prstGeom>
          <a:solidFill>
            <a:srgbClr val="1547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18" name="Rectangle : coins arrondis 17">
            <a:extLst>
              <a:ext uri="{FF2B5EF4-FFF2-40B4-BE49-F238E27FC236}">
                <a16:creationId xmlns:a16="http://schemas.microsoft.com/office/drawing/2014/main" id="{B0875EE0-FCC3-7E82-93C5-3F58BD8DC66A}"/>
              </a:ext>
            </a:extLst>
          </p:cNvPr>
          <p:cNvSpPr/>
          <p:nvPr/>
        </p:nvSpPr>
        <p:spPr>
          <a:xfrm>
            <a:off x="6233435" y="1889361"/>
            <a:ext cx="5751893" cy="504694"/>
          </a:xfrm>
          <a:prstGeom prst="round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400" b="1" i="1">
                <a:solidFill>
                  <a:schemeClr val="bg1"/>
                </a:solidFill>
              </a:rPr>
              <a:t>Ressources à ma disposition</a:t>
            </a:r>
          </a:p>
        </p:txBody>
      </p:sp>
      <p:sp>
        <p:nvSpPr>
          <p:cNvPr id="43" name="Ellipse 42">
            <a:extLst>
              <a:ext uri="{FF2B5EF4-FFF2-40B4-BE49-F238E27FC236}">
                <a16:creationId xmlns:a16="http://schemas.microsoft.com/office/drawing/2014/main" id="{B375BA19-ED47-226A-4D4D-49789BE36693}"/>
              </a:ext>
            </a:extLst>
          </p:cNvPr>
          <p:cNvSpPr/>
          <p:nvPr/>
        </p:nvSpPr>
        <p:spPr>
          <a:xfrm>
            <a:off x="6682059" y="1894046"/>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pic>
        <p:nvPicPr>
          <p:cNvPr id="42" name="Image 41">
            <a:extLst>
              <a:ext uri="{FF2B5EF4-FFF2-40B4-BE49-F238E27FC236}">
                <a16:creationId xmlns:a16="http://schemas.microsoft.com/office/drawing/2014/main" id="{ADC1E399-88B9-4455-C4D6-FB3E3CD85C6D}"/>
              </a:ext>
            </a:extLst>
          </p:cNvPr>
          <p:cNvPicPr>
            <a:picLocks noChangeAspect="1"/>
          </p:cNvPicPr>
          <p:nvPr/>
        </p:nvPicPr>
        <p:blipFill>
          <a:blip r:embed="rId3"/>
          <a:stretch>
            <a:fillRect/>
          </a:stretch>
        </p:blipFill>
        <p:spPr>
          <a:xfrm>
            <a:off x="6806176" y="1887770"/>
            <a:ext cx="485486" cy="621422"/>
          </a:xfrm>
          <a:prstGeom prst="rect">
            <a:avLst/>
          </a:prstGeom>
        </p:spPr>
      </p:pic>
      <p:sp>
        <p:nvSpPr>
          <p:cNvPr id="85" name="Rectangle : coins arrondis 84">
            <a:extLst>
              <a:ext uri="{FF2B5EF4-FFF2-40B4-BE49-F238E27FC236}">
                <a16:creationId xmlns:a16="http://schemas.microsoft.com/office/drawing/2014/main" id="{F03F1DC4-AB25-8ABA-A70F-A09253CC81D1}"/>
              </a:ext>
            </a:extLst>
          </p:cNvPr>
          <p:cNvSpPr/>
          <p:nvPr/>
        </p:nvSpPr>
        <p:spPr>
          <a:xfrm>
            <a:off x="6336832" y="2544206"/>
            <a:ext cx="1883143" cy="35624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ts val="900"/>
              </a:lnSpc>
              <a:spcBef>
                <a:spcPts val="300"/>
              </a:spcBef>
              <a:buClr>
                <a:srgbClr val="0084D4"/>
              </a:buClr>
              <a:defRPr/>
            </a:pPr>
            <a:r>
              <a:rPr lang="fr-FR" sz="1100" b="1" i="1">
                <a:solidFill>
                  <a:schemeClr val="tx1"/>
                </a:solidFill>
                <a:latin typeface="Avenir LT Std 65 Medium" panose="020B0803020203020204" pitchFamily="34" charset="0"/>
              </a:rPr>
              <a:t>Ressource</a:t>
            </a:r>
            <a:br>
              <a:rPr lang="fr-FR" sz="1000" b="1" i="1">
                <a:solidFill>
                  <a:schemeClr val="tx1"/>
                </a:solidFill>
                <a:latin typeface="Avenir LT Std 65 Medium" panose="020B0803020203020204" pitchFamily="34" charset="0"/>
              </a:rPr>
            </a:br>
            <a:r>
              <a:rPr lang="fr-FR" sz="900" i="1">
                <a:solidFill>
                  <a:srgbClr val="FFFFFF">
                    <a:lumMod val="50000"/>
                  </a:srgbClr>
                </a:solidFill>
                <a:latin typeface="Avenir LT Std 35 Light" panose="020B0402020203020204" pitchFamily="34" charset="0"/>
              </a:rPr>
              <a:t>(accessible en cliquant dessus)</a:t>
            </a:r>
          </a:p>
        </p:txBody>
      </p:sp>
      <p:sp>
        <p:nvSpPr>
          <p:cNvPr id="86" name="Rectangle : coins arrondis 85">
            <a:extLst>
              <a:ext uri="{FF2B5EF4-FFF2-40B4-BE49-F238E27FC236}">
                <a16:creationId xmlns:a16="http://schemas.microsoft.com/office/drawing/2014/main" id="{CEA8AA3C-3959-C9D6-93B5-A64204ACC005}"/>
              </a:ext>
            </a:extLst>
          </p:cNvPr>
          <p:cNvSpPr/>
          <p:nvPr/>
        </p:nvSpPr>
        <p:spPr>
          <a:xfrm>
            <a:off x="8517576" y="2544206"/>
            <a:ext cx="1959272" cy="32903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000" b="1" i="1">
                <a:solidFill>
                  <a:schemeClr val="tx1"/>
                </a:solidFill>
                <a:latin typeface="Avenir LT Std 65 Medium" panose="020B0803020203020204" pitchFamily="34" charset="0"/>
              </a:rPr>
              <a:t>Ce qu’elle apporte</a:t>
            </a:r>
          </a:p>
        </p:txBody>
      </p:sp>
      <p:pic>
        <p:nvPicPr>
          <p:cNvPr id="146" name="Graphique 145" descr="Cœur avec un remplissage uni">
            <a:extLst>
              <a:ext uri="{FF2B5EF4-FFF2-40B4-BE49-F238E27FC236}">
                <a16:creationId xmlns:a16="http://schemas.microsoft.com/office/drawing/2014/main" id="{56555337-B3CF-FE6A-3672-1485806092C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80997" y="2533060"/>
            <a:ext cx="288595" cy="288595"/>
          </a:xfrm>
          <a:prstGeom prst="rect">
            <a:avLst/>
          </a:prstGeom>
        </p:spPr>
      </p:pic>
      <p:pic>
        <p:nvPicPr>
          <p:cNvPr id="148" name="Graphique 147" descr="Sablier plein avec un remplissage uni">
            <a:extLst>
              <a:ext uri="{FF2B5EF4-FFF2-40B4-BE49-F238E27FC236}">
                <a16:creationId xmlns:a16="http://schemas.microsoft.com/office/drawing/2014/main" id="{85393AD4-C815-3790-DDF9-9761947A285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089885" y="2536313"/>
            <a:ext cx="281763" cy="281763"/>
          </a:xfrm>
          <a:prstGeom prst="rect">
            <a:avLst/>
          </a:prstGeom>
        </p:spPr>
      </p:pic>
      <p:sp>
        <p:nvSpPr>
          <p:cNvPr id="12" name="Ellipse 11">
            <a:extLst>
              <a:ext uri="{FF2B5EF4-FFF2-40B4-BE49-F238E27FC236}">
                <a16:creationId xmlns:a16="http://schemas.microsoft.com/office/drawing/2014/main" id="{E919042D-8248-9D1F-45BA-E4F61D49FB25}"/>
              </a:ext>
            </a:extLst>
          </p:cNvPr>
          <p:cNvSpPr/>
          <p:nvPr/>
        </p:nvSpPr>
        <p:spPr>
          <a:xfrm>
            <a:off x="864443" y="1904403"/>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pic>
        <p:nvPicPr>
          <p:cNvPr id="11" name="Graphique 10" descr="Ampoule et crayon avec un remplissage uni">
            <a:extLst>
              <a:ext uri="{FF2B5EF4-FFF2-40B4-BE49-F238E27FC236}">
                <a16:creationId xmlns:a16="http://schemas.microsoft.com/office/drawing/2014/main" id="{CE8F29B7-68E6-02FF-9124-15F5E5451E1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51179" y="1955818"/>
            <a:ext cx="402694" cy="402694"/>
          </a:xfrm>
          <a:prstGeom prst="rect">
            <a:avLst/>
          </a:prstGeom>
        </p:spPr>
      </p:pic>
      <p:sp>
        <p:nvSpPr>
          <p:cNvPr id="3" name="Rectangle : coins arrondis 2">
            <a:extLst>
              <a:ext uri="{FF2B5EF4-FFF2-40B4-BE49-F238E27FC236}">
                <a16:creationId xmlns:a16="http://schemas.microsoft.com/office/drawing/2014/main" id="{805CDDC5-5E30-149E-CB77-3DA52A6457AC}"/>
              </a:ext>
            </a:extLst>
          </p:cNvPr>
          <p:cNvSpPr/>
          <p:nvPr/>
        </p:nvSpPr>
        <p:spPr>
          <a:xfrm>
            <a:off x="7052664" y="2875465"/>
            <a:ext cx="4717648" cy="65912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sp>
        <p:nvSpPr>
          <p:cNvPr id="4" name="Rectangle : coins arrondis 3">
            <a:extLst>
              <a:ext uri="{FF2B5EF4-FFF2-40B4-BE49-F238E27FC236}">
                <a16:creationId xmlns:a16="http://schemas.microsoft.com/office/drawing/2014/main" id="{3A088B6F-1C57-7E14-AF87-5A622F125194}"/>
              </a:ext>
            </a:extLst>
          </p:cNvPr>
          <p:cNvSpPr/>
          <p:nvPr/>
        </p:nvSpPr>
        <p:spPr>
          <a:xfrm>
            <a:off x="6229780" y="3804113"/>
            <a:ext cx="5715146" cy="2534848"/>
          </a:xfrm>
          <a:prstGeom prst="roundRect">
            <a:avLst>
              <a:gd name="adj" fmla="val 7884"/>
            </a:avLst>
          </a:prstGeom>
          <a:solidFill>
            <a:srgbClr val="FBFBFB"/>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defRPr/>
            </a:pPr>
            <a:r>
              <a:rPr kumimoji="0" lang="fr-FR" sz="900" b="0" i="1" u="none" strike="noStrike" kern="1200" cap="none" spc="0" normalizeH="0" baseline="0" noProof="0">
                <a:ln>
                  <a:noFill/>
                </a:ln>
                <a:solidFill>
                  <a:srgbClr val="FFFFFF">
                    <a:lumMod val="50000"/>
                  </a:srgbClr>
                </a:solidFill>
                <a:effectLst/>
                <a:uLnTx/>
                <a:uFillTx/>
                <a:latin typeface="Avenir LT Std 35 Light" panose="020B0402020203020204" pitchFamily="34" charset="0"/>
                <a:ea typeface="+mn-ea"/>
                <a:cs typeface="+mn-cs"/>
              </a:rPr>
              <a:t>Zone de texte libre</a:t>
            </a:r>
          </a:p>
        </p:txBody>
      </p:sp>
      <p:sp>
        <p:nvSpPr>
          <p:cNvPr id="15" name="Rectangle 14">
            <a:extLst>
              <a:ext uri="{FF2B5EF4-FFF2-40B4-BE49-F238E27FC236}">
                <a16:creationId xmlns:a16="http://schemas.microsoft.com/office/drawing/2014/main" id="{1FF5BF83-BFC5-45A1-164B-6AEAA4A3E119}"/>
              </a:ext>
            </a:extLst>
          </p:cNvPr>
          <p:cNvSpPr/>
          <p:nvPr/>
        </p:nvSpPr>
        <p:spPr>
          <a:xfrm>
            <a:off x="6710527" y="3056244"/>
            <a:ext cx="1760373"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tlCol="0" anchor="ctr"/>
          <a:lstStyle/>
          <a:p>
            <a:r>
              <a:rPr lang="fr-FR" sz="1000" b="1">
                <a:solidFill>
                  <a:srgbClr val="306A92"/>
                </a:solidFill>
                <a:latin typeface="Avenir LT Std 45 Book" panose="020B0502020203020204" pitchFamily="34" charset="0"/>
              </a:rPr>
              <a:t>Outil d’évaluation des impacts humains </a:t>
            </a:r>
            <a:endParaRPr lang="fr-FR" sz="1000" b="1">
              <a:solidFill>
                <a:srgbClr val="306A92"/>
              </a:solidFill>
              <a:highlight>
                <a:srgbClr val="FFFF00"/>
              </a:highlight>
              <a:latin typeface="Avenir LT Std 45 Book" panose="020B0502020203020204" pitchFamily="34" charset="0"/>
            </a:endParaRPr>
          </a:p>
        </p:txBody>
      </p:sp>
      <p:sp>
        <p:nvSpPr>
          <p:cNvPr id="23" name="Rectangle 22">
            <a:extLst>
              <a:ext uri="{FF2B5EF4-FFF2-40B4-BE49-F238E27FC236}">
                <a16:creationId xmlns:a16="http://schemas.microsoft.com/office/drawing/2014/main" id="{AFBE1FD4-2627-D917-C9BE-D02A7634D350}"/>
              </a:ext>
            </a:extLst>
          </p:cNvPr>
          <p:cNvSpPr/>
          <p:nvPr/>
        </p:nvSpPr>
        <p:spPr>
          <a:xfrm>
            <a:off x="8539585" y="3087022"/>
            <a:ext cx="2327272"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defTabSz="914355"/>
            <a:r>
              <a:rPr lang="fr-FR" sz="900">
                <a:solidFill>
                  <a:schemeClr val="tx1"/>
                </a:solidFill>
                <a:latin typeface="Avenir LT Std 35 Light" panose="020B0402020203020204" pitchFamily="34" charset="0"/>
              </a:rPr>
              <a:t>Une trame pour prendre en note toute votre réflexion sur les impacts humains du projet et qui permet une évaluation globale du risque humain sous forme de jauge</a:t>
            </a:r>
          </a:p>
        </p:txBody>
      </p:sp>
      <p:sp>
        <p:nvSpPr>
          <p:cNvPr id="24" name="Rectangle 23">
            <a:extLst>
              <a:ext uri="{FF2B5EF4-FFF2-40B4-BE49-F238E27FC236}">
                <a16:creationId xmlns:a16="http://schemas.microsoft.com/office/drawing/2014/main" id="{53FF34F9-89E2-0C56-7C49-F31CA26BE30A}"/>
              </a:ext>
            </a:extLst>
          </p:cNvPr>
          <p:cNvSpPr/>
          <p:nvPr/>
        </p:nvSpPr>
        <p:spPr>
          <a:xfrm>
            <a:off x="10932284" y="3007084"/>
            <a:ext cx="674091"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latin typeface="Avenir LT Std 45 Book" panose="020B0502020203020204" pitchFamily="34" charset="0"/>
              </a:rPr>
              <a:t>~ 15 min</a:t>
            </a:r>
          </a:p>
        </p:txBody>
      </p:sp>
      <p:grpSp>
        <p:nvGrpSpPr>
          <p:cNvPr id="25" name="Groupe 24">
            <a:extLst>
              <a:ext uri="{FF2B5EF4-FFF2-40B4-BE49-F238E27FC236}">
                <a16:creationId xmlns:a16="http://schemas.microsoft.com/office/drawing/2014/main" id="{330752DB-68A1-0CF0-C602-6DF86919313A}"/>
              </a:ext>
            </a:extLst>
          </p:cNvPr>
          <p:cNvGrpSpPr/>
          <p:nvPr/>
        </p:nvGrpSpPr>
        <p:grpSpPr>
          <a:xfrm>
            <a:off x="11610032" y="3104443"/>
            <a:ext cx="315567" cy="274775"/>
            <a:chOff x="11492282" y="2015291"/>
            <a:chExt cx="315567" cy="274775"/>
          </a:xfrm>
        </p:grpSpPr>
        <p:pic>
          <p:nvPicPr>
            <p:cNvPr id="27" name="Graphique 26" descr="Cœur contour">
              <a:extLst>
                <a:ext uri="{FF2B5EF4-FFF2-40B4-BE49-F238E27FC236}">
                  <a16:creationId xmlns:a16="http://schemas.microsoft.com/office/drawing/2014/main" id="{E4BE9728-D900-8AB4-08DA-8DAE7BD8A74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492282" y="2015291"/>
              <a:ext cx="214188" cy="214188"/>
            </a:xfrm>
            <a:prstGeom prst="rect">
              <a:avLst/>
            </a:prstGeom>
          </p:spPr>
        </p:pic>
        <p:sp>
          <p:nvSpPr>
            <p:cNvPr id="28" name="Rectangle 27">
              <a:extLst>
                <a:ext uri="{FF2B5EF4-FFF2-40B4-BE49-F238E27FC236}">
                  <a16:creationId xmlns:a16="http://schemas.microsoft.com/office/drawing/2014/main" id="{2D8B0CC2-71DA-5C4F-FB92-05A27FD91AB6}"/>
                </a:ext>
              </a:extLst>
            </p:cNvPr>
            <p:cNvSpPr/>
            <p:nvPr/>
          </p:nvSpPr>
          <p:spPr>
            <a:xfrm>
              <a:off x="11593661" y="2101883"/>
              <a:ext cx="214188" cy="1881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306A92"/>
                  </a:solidFill>
                </a:rPr>
                <a:t>x</a:t>
              </a:r>
              <a:endParaRPr lang="fr-FR" sz="1200" b="1">
                <a:solidFill>
                  <a:srgbClr val="306A92"/>
                </a:solidFill>
              </a:endParaRPr>
            </a:p>
          </p:txBody>
        </p:sp>
      </p:grpSp>
      <p:pic>
        <p:nvPicPr>
          <p:cNvPr id="29" name="Graphique 28" descr="Outils avec un remplissage uni">
            <a:extLst>
              <a:ext uri="{FF2B5EF4-FFF2-40B4-BE49-F238E27FC236}">
                <a16:creationId xmlns:a16="http://schemas.microsoft.com/office/drawing/2014/main" id="{FA60E336-7082-431F-BC43-1957D0F8DEC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flipH="1">
            <a:off x="6364276" y="3133665"/>
            <a:ext cx="290825" cy="290825"/>
          </a:xfrm>
          <a:prstGeom prst="rect">
            <a:avLst/>
          </a:prstGeom>
        </p:spPr>
      </p:pic>
      <p:sp>
        <p:nvSpPr>
          <p:cNvPr id="13" name="Rectangle 12">
            <a:extLst>
              <a:ext uri="{FF2B5EF4-FFF2-40B4-BE49-F238E27FC236}">
                <a16:creationId xmlns:a16="http://schemas.microsoft.com/office/drawing/2014/main" id="{9F377EAA-88E0-486C-BDD6-660B824AB08F}"/>
              </a:ext>
            </a:extLst>
          </p:cNvPr>
          <p:cNvSpPr/>
          <p:nvPr/>
        </p:nvSpPr>
        <p:spPr>
          <a:xfrm>
            <a:off x="6789598" y="3443462"/>
            <a:ext cx="873752" cy="100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fr-FR" sz="800" b="1">
                <a:latin typeface="Avenir LT Std 45 Book" panose="020B0502020203020204" pitchFamily="34" charset="0"/>
              </a:rPr>
              <a:t>Non disponible</a:t>
            </a:r>
          </a:p>
        </p:txBody>
      </p:sp>
      <p:grpSp>
        <p:nvGrpSpPr>
          <p:cNvPr id="14" name="Groupe 13">
            <a:extLst>
              <a:ext uri="{FF2B5EF4-FFF2-40B4-BE49-F238E27FC236}">
                <a16:creationId xmlns:a16="http://schemas.microsoft.com/office/drawing/2014/main" id="{DEA31C34-5384-D107-CFDD-BF501F1D62D5}"/>
              </a:ext>
            </a:extLst>
          </p:cNvPr>
          <p:cNvGrpSpPr>
            <a:grpSpLocks noChangeAspect="1"/>
          </p:cNvGrpSpPr>
          <p:nvPr/>
        </p:nvGrpSpPr>
        <p:grpSpPr>
          <a:xfrm>
            <a:off x="11001871" y="6336764"/>
            <a:ext cx="1082632" cy="444130"/>
            <a:chOff x="5810" y="1578917"/>
            <a:chExt cx="559801" cy="229645"/>
          </a:xfrm>
        </p:grpSpPr>
        <p:sp>
          <p:nvSpPr>
            <p:cNvPr id="17" name="Rectangle : coins arrondis 16">
              <a:hlinkClick r:id="rId9" action="ppaction://hlinksldjump"/>
              <a:extLst>
                <a:ext uri="{FF2B5EF4-FFF2-40B4-BE49-F238E27FC236}">
                  <a16:creationId xmlns:a16="http://schemas.microsoft.com/office/drawing/2014/main" id="{68E07D06-5DA2-8C67-0A59-3D0F5CD7C673}"/>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hlinkClick r:id="rId9"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ndParaRPr>
            </a:p>
          </p:txBody>
        </p:sp>
        <p:pic>
          <p:nvPicPr>
            <p:cNvPr id="19" name="Graphique 18" descr="Retour avec un remplissage uni">
              <a:hlinkClick r:id="rId9" action="ppaction://hlinksldjump"/>
              <a:extLst>
                <a:ext uri="{FF2B5EF4-FFF2-40B4-BE49-F238E27FC236}">
                  <a16:creationId xmlns:a16="http://schemas.microsoft.com/office/drawing/2014/main" id="{398DFFAF-B19D-CF24-04CE-D64C620411A4}"/>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9060" y="1578917"/>
              <a:ext cx="229645" cy="229645"/>
            </a:xfrm>
            <a:prstGeom prst="rect">
              <a:avLst/>
            </a:prstGeom>
          </p:spPr>
        </p:pic>
      </p:grpSp>
      <p:sp>
        <p:nvSpPr>
          <p:cNvPr id="51" name="Rectangle : coins arrondis 50">
            <a:extLst>
              <a:ext uri="{FF2B5EF4-FFF2-40B4-BE49-F238E27FC236}">
                <a16:creationId xmlns:a16="http://schemas.microsoft.com/office/drawing/2014/main" id="{AAB2FFAF-E6E7-1AC8-6CCD-75E2312623D7}"/>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DC582A"/>
                </a:solidFill>
              </a:rPr>
              <a:t>PROTOTYPE</a:t>
            </a:r>
          </a:p>
        </p:txBody>
      </p:sp>
      <p:sp>
        <p:nvSpPr>
          <p:cNvPr id="7" name="Flèche : chevron 8 - 2 - 1">
            <a:extLst>
              <a:ext uri="{FF2B5EF4-FFF2-40B4-BE49-F238E27FC236}">
                <a16:creationId xmlns:a16="http://schemas.microsoft.com/office/drawing/2014/main" id="{B6D1A33B-75DE-6E91-F7D3-548623D47BA8}"/>
              </a:ext>
            </a:extLst>
          </p:cNvPr>
          <p:cNvSpPr/>
          <p:nvPr/>
        </p:nvSpPr>
        <p:spPr>
          <a:xfrm>
            <a:off x="6924000" y="21771"/>
            <a:ext cx="1800000" cy="288000"/>
          </a:xfrm>
          <a:prstGeom prst="chevron">
            <a:avLst>
              <a:gd name="adj" fmla="val 28278"/>
            </a:avLst>
          </a:prstGeom>
          <a:solidFill>
            <a:srgbClr val="A1D6CA"/>
          </a:solidFill>
          <a:ln w="28575">
            <a:solidFill>
              <a:srgbClr val="A1D6CA"/>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rgbClr val="154734"/>
                </a:solidFill>
                <a:latin typeface="Avenir LT Std 45 Book" panose="020B0502020203020204" pitchFamily="34" charset="0"/>
              </a:rPr>
              <a:t>Ressources impacts humains</a:t>
            </a:r>
          </a:p>
        </p:txBody>
      </p:sp>
      <p:sp>
        <p:nvSpPr>
          <p:cNvPr id="9" name="Flèche : chevron 8 - 2 - 1">
            <a:extLst>
              <a:ext uri="{FF2B5EF4-FFF2-40B4-BE49-F238E27FC236}">
                <a16:creationId xmlns:a16="http://schemas.microsoft.com/office/drawing/2014/main" id="{80FF86F4-5FC5-0ACF-1F53-ABCD6CEEA31C}"/>
              </a:ext>
            </a:extLst>
          </p:cNvPr>
          <p:cNvSpPr/>
          <p:nvPr/>
        </p:nvSpPr>
        <p:spPr>
          <a:xfrm>
            <a:off x="1776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a:t>
            </a:r>
            <a:r>
              <a:rPr lang="fr-FR" sz="1100" b="1" err="1">
                <a:solidFill>
                  <a:schemeClr val="bg1">
                    <a:lumMod val="50000"/>
                  </a:schemeClr>
                </a:solidFill>
                <a:latin typeface="Avenir LT Std 45 Book" panose="020B0502020203020204" pitchFamily="34" charset="0"/>
              </a:rPr>
              <a:t>moi-mëme</a:t>
            </a:r>
            <a:endParaRPr lang="fr-FR" sz="1100" b="1">
              <a:solidFill>
                <a:schemeClr val="bg1">
                  <a:lumMod val="50000"/>
                </a:schemeClr>
              </a:solidFill>
              <a:latin typeface="Avenir LT Std 45 Book" panose="020B0502020203020204" pitchFamily="34" charset="0"/>
            </a:endParaRPr>
          </a:p>
        </p:txBody>
      </p:sp>
      <p:sp>
        <p:nvSpPr>
          <p:cNvPr id="20" name="Flèche : chevron 8 - 2 - 1">
            <a:extLst>
              <a:ext uri="{FF2B5EF4-FFF2-40B4-BE49-F238E27FC236}">
                <a16:creationId xmlns:a16="http://schemas.microsoft.com/office/drawing/2014/main" id="{4F2FE444-ED51-3363-39E4-3810F33B29B8}"/>
              </a:ext>
            </a:extLst>
          </p:cNvPr>
          <p:cNvSpPr/>
          <p:nvPr/>
        </p:nvSpPr>
        <p:spPr>
          <a:xfrm>
            <a:off x="5244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des impacts humains</a:t>
            </a:r>
          </a:p>
        </p:txBody>
      </p:sp>
      <p:sp>
        <p:nvSpPr>
          <p:cNvPr id="22" name="Flèche : chevron 8 - 2 - 1">
            <a:extLst>
              <a:ext uri="{FF2B5EF4-FFF2-40B4-BE49-F238E27FC236}">
                <a16:creationId xmlns:a16="http://schemas.microsoft.com/office/drawing/2014/main" id="{768CC897-36F6-0056-E950-4968C58E3032}"/>
              </a:ext>
            </a:extLst>
          </p:cNvPr>
          <p:cNvSpPr/>
          <p:nvPr/>
        </p:nvSpPr>
        <p:spPr>
          <a:xfrm>
            <a:off x="636000" y="21771"/>
            <a:ext cx="115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Cas d’usage</a:t>
            </a:r>
          </a:p>
        </p:txBody>
      </p:sp>
      <p:sp>
        <p:nvSpPr>
          <p:cNvPr id="30" name="Flèche : chevron 8 - 2 - 1">
            <a:extLst>
              <a:ext uri="{FF2B5EF4-FFF2-40B4-BE49-F238E27FC236}">
                <a16:creationId xmlns:a16="http://schemas.microsoft.com/office/drawing/2014/main" id="{063E9501-763F-DB36-4241-0783D631EE83}"/>
              </a:ext>
            </a:extLst>
          </p:cNvPr>
          <p:cNvSpPr/>
          <p:nvPr/>
        </p:nvSpPr>
        <p:spPr>
          <a:xfrm>
            <a:off x="3456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pour moi-même</a:t>
            </a:r>
          </a:p>
        </p:txBody>
      </p:sp>
      <p:sp>
        <p:nvSpPr>
          <p:cNvPr id="32" name="Flèche : pentagone 3">
            <a:extLst>
              <a:ext uri="{FF2B5EF4-FFF2-40B4-BE49-F238E27FC236}">
                <a16:creationId xmlns:a16="http://schemas.microsoft.com/office/drawing/2014/main" id="{EA8A3322-B358-6AEA-472B-F5C99D0F632D}"/>
              </a:ext>
            </a:extLst>
          </p:cNvPr>
          <p:cNvSpPr/>
          <p:nvPr/>
        </p:nvSpPr>
        <p:spPr>
          <a:xfrm>
            <a:off x="0" y="21771"/>
            <a:ext cx="648000" cy="288000"/>
          </a:xfrm>
          <a:prstGeom prst="homePlate">
            <a:avLst>
              <a:gd name="adj" fmla="val 26503"/>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Accueil</a:t>
            </a:r>
          </a:p>
        </p:txBody>
      </p:sp>
      <p:sp>
        <p:nvSpPr>
          <p:cNvPr id="34" name="Flèche : chevron 8 - 2 - 1">
            <a:extLst>
              <a:ext uri="{FF2B5EF4-FFF2-40B4-BE49-F238E27FC236}">
                <a16:creationId xmlns:a16="http://schemas.microsoft.com/office/drawing/2014/main" id="{BED17FDB-42C9-BF09-C4F3-73539E7A6C7A}"/>
              </a:ext>
            </a:extLst>
          </p:cNvPr>
          <p:cNvSpPr/>
          <p:nvPr/>
        </p:nvSpPr>
        <p:spPr>
          <a:xfrm>
            <a:off x="8712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a:t>
            </a:r>
            <a:br>
              <a:rPr lang="fr-FR" sz="1100" b="1">
                <a:solidFill>
                  <a:schemeClr val="bg1">
                    <a:lumMod val="50000"/>
                  </a:schemeClr>
                </a:solidFill>
                <a:latin typeface="Avenir LT Std 45 Book" panose="020B0502020203020204" pitchFamily="34" charset="0"/>
              </a:rPr>
            </a:br>
            <a:r>
              <a:rPr lang="fr-FR" sz="1100" b="1">
                <a:solidFill>
                  <a:schemeClr val="bg1">
                    <a:lumMod val="50000"/>
                  </a:schemeClr>
                </a:solidFill>
                <a:latin typeface="Avenir LT Std 45 Book" panose="020B0502020203020204" pitchFamily="34" charset="0"/>
              </a:rPr>
              <a:t>préparer le collectif</a:t>
            </a:r>
          </a:p>
        </p:txBody>
      </p:sp>
      <p:sp>
        <p:nvSpPr>
          <p:cNvPr id="36" name="Flèche : chevron 8 - 2 - 1">
            <a:extLst>
              <a:ext uri="{FF2B5EF4-FFF2-40B4-BE49-F238E27FC236}">
                <a16:creationId xmlns:a16="http://schemas.microsoft.com/office/drawing/2014/main" id="{F4146160-36F5-0676-5045-B74ABEC3CEE4}"/>
              </a:ext>
            </a:extLst>
          </p:cNvPr>
          <p:cNvSpPr/>
          <p:nvPr/>
        </p:nvSpPr>
        <p:spPr>
          <a:xfrm>
            <a:off x="10392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préparation collectif</a:t>
            </a:r>
          </a:p>
        </p:txBody>
      </p:sp>
    </p:spTree>
    <p:extLst>
      <p:ext uri="{BB962C8B-B14F-4D97-AF65-F5344CB8AC3E}">
        <p14:creationId xmlns:p14="http://schemas.microsoft.com/office/powerpoint/2010/main" val="12044524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B931A-BA28-BEA7-D24F-B452E339677D}"/>
            </a:ext>
          </a:extLst>
        </p:cNvPr>
        <p:cNvGrpSpPr/>
        <p:nvPr/>
      </p:nvGrpSpPr>
      <p:grpSpPr>
        <a:xfrm>
          <a:off x="0" y="0"/>
          <a:ext cx="0" cy="0"/>
          <a:chOff x="0" y="0"/>
          <a:chExt cx="0" cy="0"/>
        </a:xfrm>
      </p:grpSpPr>
      <p:sp>
        <p:nvSpPr>
          <p:cNvPr id="54" name="Rectangle : coins arrondis 53">
            <a:extLst>
              <a:ext uri="{FF2B5EF4-FFF2-40B4-BE49-F238E27FC236}">
                <a16:creationId xmlns:a16="http://schemas.microsoft.com/office/drawing/2014/main" id="{3122FC50-E817-43EC-F974-E0EE45E7DA4C}"/>
              </a:ext>
            </a:extLst>
          </p:cNvPr>
          <p:cNvSpPr/>
          <p:nvPr/>
        </p:nvSpPr>
        <p:spPr>
          <a:xfrm>
            <a:off x="216504" y="1889361"/>
            <a:ext cx="5715147" cy="4449600"/>
          </a:xfrm>
          <a:prstGeom prst="roundRect">
            <a:avLst>
              <a:gd name="adj" fmla="val 3071"/>
            </a:avLst>
          </a:prstGeom>
          <a:solidFill>
            <a:schemeClr val="bg1"/>
          </a:solidFill>
          <a:ln w="38100">
            <a:solidFill>
              <a:srgbClr val="00B388"/>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6213" lvl="0" indent="-171450" algn="just">
              <a:spcAft>
                <a:spcPts val="1800"/>
              </a:spcAft>
              <a:buFont typeface="Arial" panose="020B0604020202020204" pitchFamily="34" charset="0"/>
              <a:buChar char="•"/>
              <a:tabLst>
                <a:tab pos="176213" algn="l"/>
              </a:tabLst>
              <a:defRPr/>
            </a:pPr>
            <a:r>
              <a:rPr lang="fr-FR" sz="1200">
                <a:solidFill>
                  <a:schemeClr val="tx1"/>
                </a:solidFill>
                <a:latin typeface="Avenir LT Std 55 Roman" panose="020B0503020203020204" pitchFamily="34" charset="0"/>
                <a:cs typeface="Times New Roman" panose="02020603050405020304" pitchFamily="18" charset="0"/>
              </a:rPr>
              <a:t>Est-ce que le projet aura un </a:t>
            </a:r>
            <a:r>
              <a:rPr lang="fr-FR" sz="1200" b="1" i="1">
                <a:solidFill>
                  <a:schemeClr val="tx1"/>
                </a:solidFill>
                <a:latin typeface="Avenir LT Std 55 Roman" panose="020B0503020203020204" pitchFamily="34" charset="0"/>
                <a:cs typeface="Times New Roman" panose="02020603050405020304" pitchFamily="18" charset="0"/>
              </a:rPr>
              <a:t>impact sur la charge de travail des agents une fois les évolutions déployées</a:t>
            </a:r>
            <a:r>
              <a:rPr lang="fr-FR" sz="1200">
                <a:solidFill>
                  <a:schemeClr val="tx1"/>
                </a:solidFill>
                <a:latin typeface="Avenir LT Std 55 Roman" panose="020B0503020203020204" pitchFamily="34" charset="0"/>
                <a:cs typeface="Times New Roman" panose="02020603050405020304" pitchFamily="18" charset="0"/>
              </a:rPr>
              <a:t> (en run) ? Ai-je </a:t>
            </a:r>
            <a:r>
              <a:rPr lang="fr-FR" sz="1200" b="1" i="1">
                <a:solidFill>
                  <a:schemeClr val="tx1"/>
                </a:solidFill>
                <a:latin typeface="Avenir LT Std 55 Roman" panose="020B0503020203020204" pitchFamily="34" charset="0"/>
                <a:cs typeface="Times New Roman" panose="02020603050405020304" pitchFamily="18" charset="0"/>
              </a:rPr>
              <a:t>évalué la charge de travail des agents en cible,</a:t>
            </a:r>
            <a:r>
              <a:rPr lang="fr-FR" sz="1200">
                <a:solidFill>
                  <a:schemeClr val="tx1"/>
                </a:solidFill>
                <a:latin typeface="Avenir LT Std 55 Roman" panose="020B0503020203020204" pitchFamily="34" charset="0"/>
                <a:cs typeface="Times New Roman" panose="02020603050405020304" pitchFamily="18" charset="0"/>
              </a:rPr>
              <a:t> et me suis-je assuré qu’elle est compatible avec leurs autres missions en run le cas échéant ?</a:t>
            </a:r>
          </a:p>
          <a:p>
            <a:pPr marL="176213" lvl="0" indent="-171450" algn="just">
              <a:spcAft>
                <a:spcPts val="1800"/>
              </a:spcAft>
              <a:buFont typeface="Arial" panose="020B0604020202020204" pitchFamily="34" charset="0"/>
              <a:buChar char="•"/>
              <a:tabLst>
                <a:tab pos="176213" algn="l"/>
              </a:tabLst>
              <a:defRPr/>
            </a:pPr>
            <a:r>
              <a:rPr lang="fr-FR" sz="1200">
                <a:solidFill>
                  <a:schemeClr val="tx1"/>
                </a:solidFill>
                <a:latin typeface="Avenir LT Std 55 Roman" panose="020B0503020203020204" pitchFamily="34" charset="0"/>
                <a:cs typeface="Times New Roman" panose="02020603050405020304" pitchFamily="18" charset="0"/>
              </a:rPr>
              <a:t>Quel sera l’</a:t>
            </a:r>
            <a:r>
              <a:rPr lang="fr-FR" sz="1200" b="1" i="1">
                <a:solidFill>
                  <a:schemeClr val="tx1"/>
                </a:solidFill>
                <a:latin typeface="Avenir LT Std 55 Roman" panose="020B0503020203020204" pitchFamily="34" charset="0"/>
                <a:cs typeface="Times New Roman" panose="02020603050405020304" pitchFamily="18" charset="0"/>
              </a:rPr>
              <a:t>impact sur la charge de travail pendant le projet pour les agents embarqués </a:t>
            </a:r>
            <a:r>
              <a:rPr lang="fr-FR" sz="1200">
                <a:solidFill>
                  <a:schemeClr val="tx1"/>
                </a:solidFill>
                <a:latin typeface="Avenir LT Std 55 Roman" panose="020B0503020203020204" pitchFamily="34" charset="0"/>
                <a:cs typeface="Times New Roman" panose="02020603050405020304" pitchFamily="18" charset="0"/>
              </a:rPr>
              <a:t>dans le projet ? Ai-je </a:t>
            </a:r>
            <a:r>
              <a:rPr lang="fr-FR" sz="1200" b="1" i="1">
                <a:solidFill>
                  <a:schemeClr val="tx1"/>
                </a:solidFill>
                <a:latin typeface="Avenir LT Std 55 Roman" panose="020B0503020203020204" pitchFamily="34" charset="0"/>
                <a:cs typeface="Times New Roman" panose="02020603050405020304" pitchFamily="18" charset="0"/>
              </a:rPr>
              <a:t>évalué la charge de travail liée au projet </a:t>
            </a:r>
            <a:r>
              <a:rPr lang="fr-FR" sz="1200">
                <a:solidFill>
                  <a:schemeClr val="tx1"/>
                </a:solidFill>
                <a:latin typeface="Avenir LT Std 55 Roman" panose="020B0503020203020204" pitchFamily="34" charset="0"/>
                <a:cs typeface="Times New Roman" panose="02020603050405020304" pitchFamily="18" charset="0"/>
              </a:rPr>
              <a:t>pour ces agents et me suis-je </a:t>
            </a:r>
            <a:r>
              <a:rPr lang="fr-FR" sz="1200" b="1" i="1">
                <a:solidFill>
                  <a:schemeClr val="tx1"/>
                </a:solidFill>
                <a:latin typeface="Avenir LT Std 55 Roman" panose="020B0503020203020204" pitchFamily="34" charset="0"/>
                <a:cs typeface="Times New Roman" panose="02020603050405020304" pitchFamily="18" charset="0"/>
              </a:rPr>
              <a:t>assuré que les agents ont la bande passante </a:t>
            </a:r>
            <a:r>
              <a:rPr lang="fr-FR" sz="1200">
                <a:solidFill>
                  <a:schemeClr val="tx1"/>
                </a:solidFill>
                <a:latin typeface="Avenir LT Std 55 Roman" panose="020B0503020203020204" pitchFamily="34" charset="0"/>
                <a:cs typeface="Times New Roman" panose="02020603050405020304" pitchFamily="18" charset="0"/>
              </a:rPr>
              <a:t>pour absorber cette charge de travail par rapport à leurs autres activités en run ? Le cas échéant,  ai-je </a:t>
            </a:r>
            <a:r>
              <a:rPr lang="fr-FR" sz="1200" b="1" i="1">
                <a:solidFill>
                  <a:schemeClr val="tx1"/>
                </a:solidFill>
                <a:latin typeface="Avenir LT Std 55 Roman" panose="020B0503020203020204" pitchFamily="34" charset="0"/>
                <a:cs typeface="Times New Roman" panose="02020603050405020304" pitchFamily="18" charset="0"/>
              </a:rPr>
              <a:t>identifié les tâches pouvant être reportées, abandonnées ou déléguées</a:t>
            </a:r>
            <a:r>
              <a:rPr lang="fr-FR" sz="1200">
                <a:solidFill>
                  <a:schemeClr val="tx1"/>
                </a:solidFill>
                <a:latin typeface="Avenir LT Std 55 Roman" panose="020B0503020203020204" pitchFamily="34" charset="0"/>
                <a:cs typeface="Times New Roman" panose="02020603050405020304" pitchFamily="18" charset="0"/>
              </a:rPr>
              <a:t> et à qui les déléguer ?</a:t>
            </a:r>
          </a:p>
          <a:p>
            <a:pPr marL="176213" lvl="0" indent="-171450" algn="just">
              <a:spcAft>
                <a:spcPts val="1800"/>
              </a:spcAft>
              <a:buFont typeface="Arial" panose="020B0604020202020204" pitchFamily="34" charset="0"/>
              <a:buChar char="•"/>
              <a:tabLst>
                <a:tab pos="176213" algn="l"/>
              </a:tabLst>
              <a:defRPr/>
            </a:pPr>
            <a:r>
              <a:rPr lang="fr-FR" sz="1200">
                <a:solidFill>
                  <a:schemeClr val="tx1"/>
                </a:solidFill>
                <a:latin typeface="Avenir LT Std 55 Roman" panose="020B0503020203020204" pitchFamily="34" charset="0"/>
                <a:cs typeface="Times New Roman" panose="02020603050405020304" pitchFamily="18" charset="0"/>
              </a:rPr>
              <a:t>Ai-je </a:t>
            </a:r>
            <a:r>
              <a:rPr lang="fr-FR" sz="1200" b="1" i="1">
                <a:solidFill>
                  <a:schemeClr val="tx1"/>
                </a:solidFill>
                <a:latin typeface="Avenir LT Std 55 Roman" panose="020B0503020203020204" pitchFamily="34" charset="0"/>
                <a:cs typeface="Times New Roman" panose="02020603050405020304" pitchFamily="18" charset="0"/>
              </a:rPr>
              <a:t>identifié les mesures d’accompagnement des agents concernés </a:t>
            </a:r>
            <a:r>
              <a:rPr lang="fr-FR" sz="1200">
                <a:solidFill>
                  <a:schemeClr val="tx1"/>
                </a:solidFill>
                <a:latin typeface="Avenir LT Std 55 Roman" panose="020B0503020203020204" pitchFamily="34" charset="0"/>
                <a:cs typeface="Times New Roman" panose="02020603050405020304" pitchFamily="18" charset="0"/>
              </a:rPr>
              <a:t>pour qu’ils puissent aborder la question de la charge de travail pendant le projet et en cible : entretien avec le manager… ?</a:t>
            </a:r>
          </a:p>
        </p:txBody>
      </p:sp>
      <p:sp>
        <p:nvSpPr>
          <p:cNvPr id="168" name="Rectangle : coins arrondis 167">
            <a:extLst>
              <a:ext uri="{FF2B5EF4-FFF2-40B4-BE49-F238E27FC236}">
                <a16:creationId xmlns:a16="http://schemas.microsoft.com/office/drawing/2014/main" id="{F1A24AB8-148C-0398-42D0-C21FA855E931}"/>
              </a:ext>
            </a:extLst>
          </p:cNvPr>
          <p:cNvSpPr/>
          <p:nvPr/>
        </p:nvSpPr>
        <p:spPr>
          <a:xfrm>
            <a:off x="6229779" y="2285303"/>
            <a:ext cx="5751893" cy="2124000"/>
          </a:xfrm>
          <a:prstGeom prst="roundRect">
            <a:avLst>
              <a:gd name="adj" fmla="val 0"/>
            </a:avLst>
          </a:prstGeom>
          <a:solidFill>
            <a:srgbClr val="F6F9FC"/>
          </a:solid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9050" lvl="0" algn="just">
              <a:lnSpc>
                <a:spcPts val="1400"/>
              </a:lnSpc>
              <a:spcAft>
                <a:spcPts val="600"/>
              </a:spcAft>
              <a:tabLst>
                <a:tab pos="180975" algn="l"/>
              </a:tabLst>
              <a:defRPr/>
            </a:pPr>
            <a:endParaRPr lang="fr-FR" sz="1000">
              <a:solidFill>
                <a:srgbClr val="000000"/>
              </a:solidFill>
              <a:latin typeface="Avenir LT Std 55 Roman" panose="020B0503020203020204" pitchFamily="34" charset="0"/>
              <a:cs typeface="Times New Roman" panose="02020603050405020304" pitchFamily="18" charset="0"/>
            </a:endParaRPr>
          </a:p>
        </p:txBody>
      </p:sp>
      <p:sp>
        <p:nvSpPr>
          <p:cNvPr id="16" name="Rectangle : coins arrondis 15">
            <a:extLst>
              <a:ext uri="{FF2B5EF4-FFF2-40B4-BE49-F238E27FC236}">
                <a16:creationId xmlns:a16="http://schemas.microsoft.com/office/drawing/2014/main" id="{3A3D87BC-981C-808B-7F90-DCAD8FF1FCFA}"/>
              </a:ext>
            </a:extLst>
          </p:cNvPr>
          <p:cNvSpPr/>
          <p:nvPr/>
        </p:nvSpPr>
        <p:spPr>
          <a:xfrm>
            <a:off x="206672" y="1889361"/>
            <a:ext cx="5740809" cy="504694"/>
          </a:xfrm>
          <a:prstGeom prst="roundRect">
            <a:avLst/>
          </a:prstGeom>
          <a:solidFill>
            <a:srgbClr val="00B3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400" b="1" i="1">
                <a:solidFill>
                  <a:schemeClr val="bg1"/>
                </a:solidFill>
              </a:rPr>
              <a:t>Les questions à se poser</a:t>
            </a:r>
          </a:p>
        </p:txBody>
      </p:sp>
      <p:sp>
        <p:nvSpPr>
          <p:cNvPr id="5" name="Rectangle 4">
            <a:extLst>
              <a:ext uri="{FF2B5EF4-FFF2-40B4-BE49-F238E27FC236}">
                <a16:creationId xmlns:a16="http://schemas.microsoft.com/office/drawing/2014/main" id="{67CCD42E-D5B1-9225-A182-32676FB0B032}"/>
              </a:ext>
            </a:extLst>
          </p:cNvPr>
          <p:cNvSpPr/>
          <p:nvPr/>
        </p:nvSpPr>
        <p:spPr>
          <a:xfrm>
            <a:off x="-3063" y="378372"/>
            <a:ext cx="12195064" cy="1427747"/>
          </a:xfrm>
          <a:prstGeom prst="rect">
            <a:avLst/>
          </a:prstGeom>
          <a:solidFill>
            <a:srgbClr val="DFF1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5963">
              <a:spcAft>
                <a:spcPts val="1200"/>
              </a:spcAft>
              <a:buClr>
                <a:schemeClr val="tx1"/>
              </a:buClr>
            </a:pPr>
            <a:r>
              <a:rPr lang="fr-FR">
                <a:solidFill>
                  <a:schemeClr val="tx1"/>
                </a:solidFill>
                <a:latin typeface="Avenir LT Std 55 Roman" panose="020B0503020203020204" pitchFamily="34" charset="0"/>
              </a:rPr>
              <a:t>Evaluer si le projet induira un </a:t>
            </a:r>
            <a:r>
              <a:rPr lang="fr-FR">
                <a:solidFill>
                  <a:srgbClr val="00B388"/>
                </a:solidFill>
                <a:latin typeface="Avenir LT Std 65 Medium" panose="020B0803020203020204" pitchFamily="34" charset="0"/>
              </a:rPr>
              <a:t>impact sur la charge de travail </a:t>
            </a:r>
            <a:r>
              <a:rPr lang="fr-FR">
                <a:solidFill>
                  <a:schemeClr val="tx1"/>
                </a:solidFill>
                <a:latin typeface="Avenir LT Std 55 Roman" panose="020B0503020203020204" pitchFamily="34" charset="0"/>
              </a:rPr>
              <a:t>des agents</a:t>
            </a:r>
            <a:r>
              <a:rPr lang="fr-FR">
                <a:solidFill>
                  <a:srgbClr val="DC582A"/>
                </a:solidFill>
                <a:latin typeface="Avenir LT Std 55 Roman" panose="020B0503020203020204" pitchFamily="34" charset="0"/>
              </a:rPr>
              <a:t> </a:t>
            </a:r>
            <a:r>
              <a:rPr lang="fr-FR">
                <a:solidFill>
                  <a:schemeClr val="tx1"/>
                </a:solidFill>
                <a:latin typeface="Avenir LT Std 55 Roman" panose="020B0503020203020204" pitchFamily="34" charset="0"/>
              </a:rPr>
              <a:t>pendant le projet (participation au projet…) et en run.</a:t>
            </a:r>
          </a:p>
        </p:txBody>
      </p:sp>
      <p:sp>
        <p:nvSpPr>
          <p:cNvPr id="6" name="Triangle isocèle 5">
            <a:extLst>
              <a:ext uri="{FF2B5EF4-FFF2-40B4-BE49-F238E27FC236}">
                <a16:creationId xmlns:a16="http://schemas.microsoft.com/office/drawing/2014/main" id="{3EDC4AD6-3063-0C37-2718-BE01B7B2B34E}"/>
              </a:ext>
            </a:extLst>
          </p:cNvPr>
          <p:cNvSpPr/>
          <p:nvPr/>
        </p:nvSpPr>
        <p:spPr>
          <a:xfrm rot="5400000">
            <a:off x="34126" y="929868"/>
            <a:ext cx="782530" cy="324754"/>
          </a:xfrm>
          <a:prstGeom prst="triangle">
            <a:avLst/>
          </a:prstGeom>
          <a:solidFill>
            <a:srgbClr val="1547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18" name="Rectangle : coins arrondis 17">
            <a:extLst>
              <a:ext uri="{FF2B5EF4-FFF2-40B4-BE49-F238E27FC236}">
                <a16:creationId xmlns:a16="http://schemas.microsoft.com/office/drawing/2014/main" id="{8B010510-3B48-D133-350E-E83A4E41CD54}"/>
              </a:ext>
            </a:extLst>
          </p:cNvPr>
          <p:cNvSpPr/>
          <p:nvPr/>
        </p:nvSpPr>
        <p:spPr>
          <a:xfrm>
            <a:off x="6233435" y="1889361"/>
            <a:ext cx="5751893" cy="504694"/>
          </a:xfrm>
          <a:prstGeom prst="round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400" b="1" i="1">
                <a:solidFill>
                  <a:schemeClr val="bg1"/>
                </a:solidFill>
              </a:rPr>
              <a:t>Ressources à ma disposition</a:t>
            </a:r>
          </a:p>
        </p:txBody>
      </p:sp>
      <p:sp>
        <p:nvSpPr>
          <p:cNvPr id="43" name="Ellipse 42">
            <a:extLst>
              <a:ext uri="{FF2B5EF4-FFF2-40B4-BE49-F238E27FC236}">
                <a16:creationId xmlns:a16="http://schemas.microsoft.com/office/drawing/2014/main" id="{910543A4-E08C-97DB-F7A0-D551DDF58778}"/>
              </a:ext>
            </a:extLst>
          </p:cNvPr>
          <p:cNvSpPr/>
          <p:nvPr/>
        </p:nvSpPr>
        <p:spPr>
          <a:xfrm>
            <a:off x="6682059" y="1894046"/>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pic>
        <p:nvPicPr>
          <p:cNvPr id="42" name="Image 41">
            <a:extLst>
              <a:ext uri="{FF2B5EF4-FFF2-40B4-BE49-F238E27FC236}">
                <a16:creationId xmlns:a16="http://schemas.microsoft.com/office/drawing/2014/main" id="{9B48CDB3-E0F8-0F63-276F-38C7950DD55C}"/>
              </a:ext>
            </a:extLst>
          </p:cNvPr>
          <p:cNvPicPr>
            <a:picLocks noChangeAspect="1"/>
          </p:cNvPicPr>
          <p:nvPr/>
        </p:nvPicPr>
        <p:blipFill>
          <a:blip r:embed="rId3"/>
          <a:stretch>
            <a:fillRect/>
          </a:stretch>
        </p:blipFill>
        <p:spPr>
          <a:xfrm>
            <a:off x="6806176" y="1887770"/>
            <a:ext cx="485486" cy="621422"/>
          </a:xfrm>
          <a:prstGeom prst="rect">
            <a:avLst/>
          </a:prstGeom>
        </p:spPr>
      </p:pic>
      <p:sp>
        <p:nvSpPr>
          <p:cNvPr id="85" name="Rectangle : coins arrondis 84">
            <a:extLst>
              <a:ext uri="{FF2B5EF4-FFF2-40B4-BE49-F238E27FC236}">
                <a16:creationId xmlns:a16="http://schemas.microsoft.com/office/drawing/2014/main" id="{4AF82670-807A-0D4D-4147-078165D9C366}"/>
              </a:ext>
            </a:extLst>
          </p:cNvPr>
          <p:cNvSpPr/>
          <p:nvPr/>
        </p:nvSpPr>
        <p:spPr>
          <a:xfrm>
            <a:off x="6336832" y="2544206"/>
            <a:ext cx="1883143" cy="35624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ts val="900"/>
              </a:lnSpc>
              <a:spcBef>
                <a:spcPts val="300"/>
              </a:spcBef>
              <a:buClr>
                <a:srgbClr val="0084D4"/>
              </a:buClr>
              <a:defRPr/>
            </a:pPr>
            <a:r>
              <a:rPr lang="fr-FR" sz="1100" b="1" i="1">
                <a:solidFill>
                  <a:schemeClr val="tx1"/>
                </a:solidFill>
                <a:latin typeface="Avenir LT Std 65 Medium" panose="020B0803020203020204" pitchFamily="34" charset="0"/>
              </a:rPr>
              <a:t>Ressource</a:t>
            </a:r>
            <a:br>
              <a:rPr lang="fr-FR" sz="1000" b="1" i="1">
                <a:solidFill>
                  <a:schemeClr val="tx1"/>
                </a:solidFill>
                <a:latin typeface="Avenir LT Std 65 Medium" panose="020B0803020203020204" pitchFamily="34" charset="0"/>
              </a:rPr>
            </a:br>
            <a:r>
              <a:rPr lang="fr-FR" sz="900" i="1">
                <a:solidFill>
                  <a:srgbClr val="FFFFFF">
                    <a:lumMod val="50000"/>
                  </a:srgbClr>
                </a:solidFill>
                <a:latin typeface="Avenir LT Std 35 Light" panose="020B0402020203020204" pitchFamily="34" charset="0"/>
              </a:rPr>
              <a:t>(accessible en cliquant dessus)</a:t>
            </a:r>
          </a:p>
        </p:txBody>
      </p:sp>
      <p:sp>
        <p:nvSpPr>
          <p:cNvPr id="86" name="Rectangle : coins arrondis 85">
            <a:extLst>
              <a:ext uri="{FF2B5EF4-FFF2-40B4-BE49-F238E27FC236}">
                <a16:creationId xmlns:a16="http://schemas.microsoft.com/office/drawing/2014/main" id="{C8002BCD-00AB-C9D6-86E8-1C0EFDB4929A}"/>
              </a:ext>
            </a:extLst>
          </p:cNvPr>
          <p:cNvSpPr/>
          <p:nvPr/>
        </p:nvSpPr>
        <p:spPr>
          <a:xfrm>
            <a:off x="8517576" y="2544206"/>
            <a:ext cx="1959272" cy="32903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000" b="1" i="1">
                <a:solidFill>
                  <a:schemeClr val="tx1"/>
                </a:solidFill>
                <a:latin typeface="Avenir LT Std 65 Medium" panose="020B0803020203020204" pitchFamily="34" charset="0"/>
              </a:rPr>
              <a:t>Ce qu’elle apporte</a:t>
            </a:r>
          </a:p>
        </p:txBody>
      </p:sp>
      <p:pic>
        <p:nvPicPr>
          <p:cNvPr id="146" name="Graphique 145" descr="Cœur avec un remplissage uni">
            <a:extLst>
              <a:ext uri="{FF2B5EF4-FFF2-40B4-BE49-F238E27FC236}">
                <a16:creationId xmlns:a16="http://schemas.microsoft.com/office/drawing/2014/main" id="{D403B1E0-6C94-4E1F-9BDA-2ADE7A17931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80997" y="2533060"/>
            <a:ext cx="288595" cy="288595"/>
          </a:xfrm>
          <a:prstGeom prst="rect">
            <a:avLst/>
          </a:prstGeom>
        </p:spPr>
      </p:pic>
      <p:pic>
        <p:nvPicPr>
          <p:cNvPr id="148" name="Graphique 147" descr="Sablier plein avec un remplissage uni">
            <a:extLst>
              <a:ext uri="{FF2B5EF4-FFF2-40B4-BE49-F238E27FC236}">
                <a16:creationId xmlns:a16="http://schemas.microsoft.com/office/drawing/2014/main" id="{10CAC6A9-FDAD-F001-AF8B-8BA89700EAB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089885" y="2536313"/>
            <a:ext cx="281763" cy="281763"/>
          </a:xfrm>
          <a:prstGeom prst="rect">
            <a:avLst/>
          </a:prstGeom>
        </p:spPr>
      </p:pic>
      <p:sp>
        <p:nvSpPr>
          <p:cNvPr id="12" name="Ellipse 11">
            <a:extLst>
              <a:ext uri="{FF2B5EF4-FFF2-40B4-BE49-F238E27FC236}">
                <a16:creationId xmlns:a16="http://schemas.microsoft.com/office/drawing/2014/main" id="{891A199E-8750-1AFD-6598-1CC7D89920B3}"/>
              </a:ext>
            </a:extLst>
          </p:cNvPr>
          <p:cNvSpPr/>
          <p:nvPr/>
        </p:nvSpPr>
        <p:spPr>
          <a:xfrm>
            <a:off x="864443" y="1904403"/>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pic>
        <p:nvPicPr>
          <p:cNvPr id="11" name="Graphique 10" descr="Ampoule et crayon avec un remplissage uni">
            <a:extLst>
              <a:ext uri="{FF2B5EF4-FFF2-40B4-BE49-F238E27FC236}">
                <a16:creationId xmlns:a16="http://schemas.microsoft.com/office/drawing/2014/main" id="{04CA70BA-EF13-DC9A-AE67-03FCE450B49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51179" y="1955818"/>
            <a:ext cx="402694" cy="402694"/>
          </a:xfrm>
          <a:prstGeom prst="rect">
            <a:avLst/>
          </a:prstGeom>
        </p:spPr>
      </p:pic>
      <p:sp>
        <p:nvSpPr>
          <p:cNvPr id="4" name="Rectangle : coins arrondis 3">
            <a:extLst>
              <a:ext uri="{FF2B5EF4-FFF2-40B4-BE49-F238E27FC236}">
                <a16:creationId xmlns:a16="http://schemas.microsoft.com/office/drawing/2014/main" id="{3CD61964-51C8-7B7A-D6FC-B9E36805D8DD}"/>
              </a:ext>
            </a:extLst>
          </p:cNvPr>
          <p:cNvSpPr/>
          <p:nvPr/>
        </p:nvSpPr>
        <p:spPr>
          <a:xfrm>
            <a:off x="7052664" y="2875465"/>
            <a:ext cx="4717648" cy="65912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sp>
        <p:nvSpPr>
          <p:cNvPr id="7" name="Rectangle : coins arrondis 6">
            <a:extLst>
              <a:ext uri="{FF2B5EF4-FFF2-40B4-BE49-F238E27FC236}">
                <a16:creationId xmlns:a16="http://schemas.microsoft.com/office/drawing/2014/main" id="{17D5BA7D-BFF6-631F-A470-F4E7723A0D8B}"/>
              </a:ext>
            </a:extLst>
          </p:cNvPr>
          <p:cNvSpPr/>
          <p:nvPr/>
        </p:nvSpPr>
        <p:spPr>
          <a:xfrm>
            <a:off x="6229780" y="4518860"/>
            <a:ext cx="5715146" cy="1820101"/>
          </a:xfrm>
          <a:prstGeom prst="roundRect">
            <a:avLst>
              <a:gd name="adj" fmla="val 7884"/>
            </a:avLst>
          </a:prstGeom>
          <a:solidFill>
            <a:srgbClr val="FBFBFB"/>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defRPr/>
            </a:pPr>
            <a:r>
              <a:rPr kumimoji="0" lang="fr-FR" sz="900" b="0" i="1" u="none" strike="noStrike" kern="1200" cap="none" spc="0" normalizeH="0" baseline="0" noProof="0">
                <a:ln>
                  <a:noFill/>
                </a:ln>
                <a:solidFill>
                  <a:srgbClr val="FFFFFF">
                    <a:lumMod val="50000"/>
                  </a:srgbClr>
                </a:solidFill>
                <a:effectLst/>
                <a:uLnTx/>
                <a:uFillTx/>
                <a:latin typeface="Avenir LT Std 35 Light" panose="020B0402020203020204" pitchFamily="34" charset="0"/>
                <a:ea typeface="+mn-ea"/>
                <a:cs typeface="+mn-cs"/>
              </a:rPr>
              <a:t>Zone de texte libre</a:t>
            </a:r>
          </a:p>
        </p:txBody>
      </p:sp>
      <p:sp>
        <p:nvSpPr>
          <p:cNvPr id="15" name="Rectangle 14">
            <a:extLst>
              <a:ext uri="{FF2B5EF4-FFF2-40B4-BE49-F238E27FC236}">
                <a16:creationId xmlns:a16="http://schemas.microsoft.com/office/drawing/2014/main" id="{35DECFB7-D9FA-7A40-F9C6-A4EC866DBE6F}"/>
              </a:ext>
            </a:extLst>
          </p:cNvPr>
          <p:cNvSpPr/>
          <p:nvPr/>
        </p:nvSpPr>
        <p:spPr>
          <a:xfrm>
            <a:off x="6710527" y="3056244"/>
            <a:ext cx="1760373"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tlCol="0" anchor="ctr"/>
          <a:lstStyle/>
          <a:p>
            <a:r>
              <a:rPr lang="fr-FR" sz="1000" b="1">
                <a:solidFill>
                  <a:srgbClr val="306A92"/>
                </a:solidFill>
                <a:latin typeface="Avenir LT Std 45 Book" panose="020B0502020203020204" pitchFamily="34" charset="0"/>
              </a:rPr>
              <a:t>Outil d’évaluation des impacts humains </a:t>
            </a:r>
            <a:endParaRPr lang="fr-FR" sz="1000" b="1">
              <a:solidFill>
                <a:srgbClr val="306A92"/>
              </a:solidFill>
              <a:highlight>
                <a:srgbClr val="FFFF00"/>
              </a:highlight>
              <a:latin typeface="Avenir LT Std 45 Book" panose="020B0502020203020204" pitchFamily="34" charset="0"/>
            </a:endParaRPr>
          </a:p>
        </p:txBody>
      </p:sp>
      <p:sp>
        <p:nvSpPr>
          <p:cNvPr id="23" name="Rectangle 22">
            <a:extLst>
              <a:ext uri="{FF2B5EF4-FFF2-40B4-BE49-F238E27FC236}">
                <a16:creationId xmlns:a16="http://schemas.microsoft.com/office/drawing/2014/main" id="{F9DC2FA9-8440-0697-42C3-305516DD5825}"/>
              </a:ext>
            </a:extLst>
          </p:cNvPr>
          <p:cNvSpPr/>
          <p:nvPr/>
        </p:nvSpPr>
        <p:spPr>
          <a:xfrm>
            <a:off x="8539585" y="3087022"/>
            <a:ext cx="2253382"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defTabSz="914355"/>
            <a:r>
              <a:rPr lang="fr-FR" sz="900">
                <a:solidFill>
                  <a:schemeClr val="tx1"/>
                </a:solidFill>
                <a:latin typeface="Avenir LT Std 35 Light" panose="020B0402020203020204" pitchFamily="34" charset="0"/>
              </a:rPr>
              <a:t>Une trame pour prendre en note toute votre réflexion sur les impacts humains du projet et qui permet une évaluation globale du risque humain sous forme de jauge</a:t>
            </a:r>
          </a:p>
        </p:txBody>
      </p:sp>
      <p:sp>
        <p:nvSpPr>
          <p:cNvPr id="24" name="Rectangle 23">
            <a:extLst>
              <a:ext uri="{FF2B5EF4-FFF2-40B4-BE49-F238E27FC236}">
                <a16:creationId xmlns:a16="http://schemas.microsoft.com/office/drawing/2014/main" id="{30636B7D-480C-4CD9-EF87-D21EEF79C2CE}"/>
              </a:ext>
            </a:extLst>
          </p:cNvPr>
          <p:cNvSpPr/>
          <p:nvPr/>
        </p:nvSpPr>
        <p:spPr>
          <a:xfrm>
            <a:off x="10932284" y="3007084"/>
            <a:ext cx="674091"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latin typeface="Avenir LT Std 45 Book" panose="020B0502020203020204" pitchFamily="34" charset="0"/>
              </a:rPr>
              <a:t>~ 20 min</a:t>
            </a:r>
          </a:p>
        </p:txBody>
      </p:sp>
      <p:grpSp>
        <p:nvGrpSpPr>
          <p:cNvPr id="25" name="Groupe 24">
            <a:extLst>
              <a:ext uri="{FF2B5EF4-FFF2-40B4-BE49-F238E27FC236}">
                <a16:creationId xmlns:a16="http://schemas.microsoft.com/office/drawing/2014/main" id="{BC076F88-67E0-2AE5-9D6C-F85EC48E7D8B}"/>
              </a:ext>
            </a:extLst>
          </p:cNvPr>
          <p:cNvGrpSpPr/>
          <p:nvPr/>
        </p:nvGrpSpPr>
        <p:grpSpPr>
          <a:xfrm>
            <a:off x="11610032" y="3104443"/>
            <a:ext cx="315567" cy="274775"/>
            <a:chOff x="11492282" y="2015291"/>
            <a:chExt cx="315567" cy="274775"/>
          </a:xfrm>
        </p:grpSpPr>
        <p:pic>
          <p:nvPicPr>
            <p:cNvPr id="27" name="Graphique 26" descr="Cœur contour">
              <a:extLst>
                <a:ext uri="{FF2B5EF4-FFF2-40B4-BE49-F238E27FC236}">
                  <a16:creationId xmlns:a16="http://schemas.microsoft.com/office/drawing/2014/main" id="{168A428B-AE1D-B5FB-4916-C0E342D857B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492282" y="2015291"/>
              <a:ext cx="214188" cy="214188"/>
            </a:xfrm>
            <a:prstGeom prst="rect">
              <a:avLst/>
            </a:prstGeom>
          </p:spPr>
        </p:pic>
        <p:sp>
          <p:nvSpPr>
            <p:cNvPr id="28" name="Rectangle 27">
              <a:extLst>
                <a:ext uri="{FF2B5EF4-FFF2-40B4-BE49-F238E27FC236}">
                  <a16:creationId xmlns:a16="http://schemas.microsoft.com/office/drawing/2014/main" id="{29EE8F6E-F58E-20A6-F523-ED762A4A6956}"/>
                </a:ext>
              </a:extLst>
            </p:cNvPr>
            <p:cNvSpPr/>
            <p:nvPr/>
          </p:nvSpPr>
          <p:spPr>
            <a:xfrm>
              <a:off x="11593661" y="2101883"/>
              <a:ext cx="214188" cy="1881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306A92"/>
                  </a:solidFill>
                </a:rPr>
                <a:t>x</a:t>
              </a:r>
              <a:endParaRPr lang="fr-FR" sz="1200" b="1">
                <a:solidFill>
                  <a:srgbClr val="306A92"/>
                </a:solidFill>
              </a:endParaRPr>
            </a:p>
          </p:txBody>
        </p:sp>
      </p:grpSp>
      <p:pic>
        <p:nvPicPr>
          <p:cNvPr id="29" name="Graphique 28" descr="Outils avec un remplissage uni">
            <a:extLst>
              <a:ext uri="{FF2B5EF4-FFF2-40B4-BE49-F238E27FC236}">
                <a16:creationId xmlns:a16="http://schemas.microsoft.com/office/drawing/2014/main" id="{7EC82694-FB38-A846-EE6C-CB7E62E10A1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flipH="1">
            <a:off x="6364276" y="3133665"/>
            <a:ext cx="290825" cy="290825"/>
          </a:xfrm>
          <a:prstGeom prst="rect">
            <a:avLst/>
          </a:prstGeom>
        </p:spPr>
      </p:pic>
      <p:sp>
        <p:nvSpPr>
          <p:cNvPr id="31" name="Rectangle : coins arrondis 30">
            <a:extLst>
              <a:ext uri="{FF2B5EF4-FFF2-40B4-BE49-F238E27FC236}">
                <a16:creationId xmlns:a16="http://schemas.microsoft.com/office/drawing/2014/main" id="{F8E1ECA6-EDDA-C0F6-B0D4-78FB1F10B6F3}"/>
              </a:ext>
            </a:extLst>
          </p:cNvPr>
          <p:cNvSpPr/>
          <p:nvPr/>
        </p:nvSpPr>
        <p:spPr>
          <a:xfrm>
            <a:off x="7052664" y="3593269"/>
            <a:ext cx="4717648" cy="65912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sp>
        <p:nvSpPr>
          <p:cNvPr id="32" name="Rectangle 31">
            <a:hlinkClick r:id="rId9" action="ppaction://hlinksldjump"/>
            <a:extLst>
              <a:ext uri="{FF2B5EF4-FFF2-40B4-BE49-F238E27FC236}">
                <a16:creationId xmlns:a16="http://schemas.microsoft.com/office/drawing/2014/main" id="{5F213372-0029-893D-9A9F-12D9B688D328}"/>
              </a:ext>
            </a:extLst>
          </p:cNvPr>
          <p:cNvSpPr/>
          <p:nvPr/>
        </p:nvSpPr>
        <p:spPr>
          <a:xfrm>
            <a:off x="6710528" y="3724888"/>
            <a:ext cx="1756912"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tlCol="0" anchor="ctr"/>
          <a:lstStyle/>
          <a:p>
            <a:r>
              <a:rPr lang="fr-FR" sz="1000" b="1">
                <a:solidFill>
                  <a:srgbClr val="306A92"/>
                </a:solidFill>
                <a:latin typeface="Avenir LT Std 45 Book" panose="020B0502020203020204" pitchFamily="34" charset="0"/>
              </a:rPr>
              <a:t>Comment aborder la charge de travail avec les équipes</a:t>
            </a:r>
            <a:endParaRPr lang="fr-FR" sz="1000" b="1">
              <a:solidFill>
                <a:srgbClr val="306A92"/>
              </a:solidFill>
              <a:highlight>
                <a:srgbClr val="FFFF00"/>
              </a:highlight>
              <a:latin typeface="Avenir LT Std 45 Book" panose="020B0502020203020204" pitchFamily="34" charset="0"/>
            </a:endParaRPr>
          </a:p>
        </p:txBody>
      </p:sp>
      <p:sp>
        <p:nvSpPr>
          <p:cNvPr id="33" name="Rectangle 32">
            <a:hlinkClick r:id="rId9" action="ppaction://hlinksldjump"/>
            <a:extLst>
              <a:ext uri="{FF2B5EF4-FFF2-40B4-BE49-F238E27FC236}">
                <a16:creationId xmlns:a16="http://schemas.microsoft.com/office/drawing/2014/main" id="{A2C416EB-389A-0629-B98D-C792534777B8}"/>
              </a:ext>
            </a:extLst>
          </p:cNvPr>
          <p:cNvSpPr/>
          <p:nvPr/>
        </p:nvSpPr>
        <p:spPr>
          <a:xfrm>
            <a:off x="8539585" y="3724888"/>
            <a:ext cx="2253382"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defTabSz="914355"/>
            <a:r>
              <a:rPr lang="fr-FR" sz="900">
                <a:solidFill>
                  <a:schemeClr val="tx1"/>
                </a:solidFill>
                <a:latin typeface="Avenir LT Std 35 Light" panose="020B0402020203020204" pitchFamily="34" charset="0"/>
              </a:rPr>
              <a:t>Recommandations pour aborder la charge de travail avec les équipes</a:t>
            </a:r>
          </a:p>
        </p:txBody>
      </p:sp>
      <p:sp>
        <p:nvSpPr>
          <p:cNvPr id="34" name="Rectangle 33">
            <a:extLst>
              <a:ext uri="{FF2B5EF4-FFF2-40B4-BE49-F238E27FC236}">
                <a16:creationId xmlns:a16="http://schemas.microsoft.com/office/drawing/2014/main" id="{3F04D922-D5C0-3F6F-148F-4A9C2D1E14FF}"/>
              </a:ext>
            </a:extLst>
          </p:cNvPr>
          <p:cNvSpPr/>
          <p:nvPr/>
        </p:nvSpPr>
        <p:spPr>
          <a:xfrm>
            <a:off x="11005436" y="3724888"/>
            <a:ext cx="594494"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latin typeface="Avenir LT Std 45 Book" panose="020B0502020203020204" pitchFamily="34" charset="0"/>
              </a:rPr>
              <a:t>~ 8 min </a:t>
            </a:r>
          </a:p>
        </p:txBody>
      </p:sp>
      <p:grpSp>
        <p:nvGrpSpPr>
          <p:cNvPr id="35" name="Groupe 34">
            <a:extLst>
              <a:ext uri="{FF2B5EF4-FFF2-40B4-BE49-F238E27FC236}">
                <a16:creationId xmlns:a16="http://schemas.microsoft.com/office/drawing/2014/main" id="{4F61D812-550F-BA7C-CAED-C850CDE0146B}"/>
              </a:ext>
            </a:extLst>
          </p:cNvPr>
          <p:cNvGrpSpPr/>
          <p:nvPr/>
        </p:nvGrpSpPr>
        <p:grpSpPr>
          <a:xfrm>
            <a:off x="11610032" y="3822247"/>
            <a:ext cx="315567" cy="274775"/>
            <a:chOff x="11492282" y="2015291"/>
            <a:chExt cx="315567" cy="274775"/>
          </a:xfrm>
        </p:grpSpPr>
        <p:pic>
          <p:nvPicPr>
            <p:cNvPr id="36" name="Graphique 35" descr="Cœur contour">
              <a:extLst>
                <a:ext uri="{FF2B5EF4-FFF2-40B4-BE49-F238E27FC236}">
                  <a16:creationId xmlns:a16="http://schemas.microsoft.com/office/drawing/2014/main" id="{70CEFA32-F141-EFD0-3286-B975E8DC7AA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492282" y="2015291"/>
              <a:ext cx="214188" cy="214188"/>
            </a:xfrm>
            <a:prstGeom prst="rect">
              <a:avLst/>
            </a:prstGeom>
          </p:spPr>
        </p:pic>
        <p:sp>
          <p:nvSpPr>
            <p:cNvPr id="37" name="Rectangle 36">
              <a:extLst>
                <a:ext uri="{FF2B5EF4-FFF2-40B4-BE49-F238E27FC236}">
                  <a16:creationId xmlns:a16="http://schemas.microsoft.com/office/drawing/2014/main" id="{5F9384F2-5DFE-B176-28FF-8A809F725996}"/>
                </a:ext>
              </a:extLst>
            </p:cNvPr>
            <p:cNvSpPr/>
            <p:nvPr/>
          </p:nvSpPr>
          <p:spPr>
            <a:xfrm>
              <a:off x="11593661" y="2101883"/>
              <a:ext cx="214188" cy="1881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306A92"/>
                  </a:solidFill>
                </a:rPr>
                <a:t>2</a:t>
              </a:r>
              <a:endParaRPr lang="fr-FR" sz="1200" b="1">
                <a:solidFill>
                  <a:srgbClr val="306A92"/>
                </a:solidFill>
              </a:endParaRPr>
            </a:p>
          </p:txBody>
        </p:sp>
      </p:grpSp>
      <p:pic>
        <p:nvPicPr>
          <p:cNvPr id="38" name="Image 37">
            <a:extLst>
              <a:ext uri="{FF2B5EF4-FFF2-40B4-BE49-F238E27FC236}">
                <a16:creationId xmlns:a16="http://schemas.microsoft.com/office/drawing/2014/main" id="{7658D580-5697-59D1-58D5-A9DF01D16019}"/>
              </a:ext>
            </a:extLst>
          </p:cNvPr>
          <p:cNvPicPr>
            <a:picLocks noChangeAspect="1"/>
          </p:cNvPicPr>
          <p:nvPr/>
        </p:nvPicPr>
        <p:blipFill>
          <a:blip r:embed="rId10"/>
          <a:stretch>
            <a:fillRect/>
          </a:stretch>
        </p:blipFill>
        <p:spPr>
          <a:xfrm>
            <a:off x="6339779" y="3738788"/>
            <a:ext cx="335309" cy="432854"/>
          </a:xfrm>
          <a:prstGeom prst="rect">
            <a:avLst/>
          </a:prstGeom>
        </p:spPr>
      </p:pic>
      <p:sp>
        <p:nvSpPr>
          <p:cNvPr id="41" name="Rectangle 40">
            <a:extLst>
              <a:ext uri="{FF2B5EF4-FFF2-40B4-BE49-F238E27FC236}">
                <a16:creationId xmlns:a16="http://schemas.microsoft.com/office/drawing/2014/main" id="{9C2A54E2-4401-515D-D6FF-EE7F986DAF75}"/>
              </a:ext>
            </a:extLst>
          </p:cNvPr>
          <p:cNvSpPr/>
          <p:nvPr/>
        </p:nvSpPr>
        <p:spPr>
          <a:xfrm>
            <a:off x="6789598" y="3443462"/>
            <a:ext cx="873752" cy="100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fr-FR" sz="800" b="1">
                <a:latin typeface="Avenir LT Std 45 Book" panose="020B0502020203020204" pitchFamily="34" charset="0"/>
              </a:rPr>
              <a:t>Non disponible</a:t>
            </a:r>
          </a:p>
        </p:txBody>
      </p:sp>
      <p:grpSp>
        <p:nvGrpSpPr>
          <p:cNvPr id="13" name="Groupe 12">
            <a:extLst>
              <a:ext uri="{FF2B5EF4-FFF2-40B4-BE49-F238E27FC236}">
                <a16:creationId xmlns:a16="http://schemas.microsoft.com/office/drawing/2014/main" id="{1E5CCD60-04A2-D118-1520-6E847EBD707B}"/>
              </a:ext>
            </a:extLst>
          </p:cNvPr>
          <p:cNvGrpSpPr>
            <a:grpSpLocks noChangeAspect="1"/>
          </p:cNvGrpSpPr>
          <p:nvPr/>
        </p:nvGrpSpPr>
        <p:grpSpPr>
          <a:xfrm>
            <a:off x="11001871" y="6336764"/>
            <a:ext cx="1082632" cy="444130"/>
            <a:chOff x="5810" y="1578917"/>
            <a:chExt cx="559801" cy="229645"/>
          </a:xfrm>
        </p:grpSpPr>
        <p:sp>
          <p:nvSpPr>
            <p:cNvPr id="14" name="Rectangle : coins arrondis 13">
              <a:hlinkClick r:id="rId11" action="ppaction://hlinksldjump"/>
              <a:extLst>
                <a:ext uri="{FF2B5EF4-FFF2-40B4-BE49-F238E27FC236}">
                  <a16:creationId xmlns:a16="http://schemas.microsoft.com/office/drawing/2014/main" id="{49707AF7-B8EE-4894-22A9-3A2F00DEEB62}"/>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hlinkClick r:id="rId11"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ndParaRPr>
            </a:p>
          </p:txBody>
        </p:sp>
        <p:pic>
          <p:nvPicPr>
            <p:cNvPr id="17" name="Graphique 16" descr="Retour avec un remplissage uni">
              <a:hlinkClick r:id="rId11" action="ppaction://hlinksldjump"/>
              <a:extLst>
                <a:ext uri="{FF2B5EF4-FFF2-40B4-BE49-F238E27FC236}">
                  <a16:creationId xmlns:a16="http://schemas.microsoft.com/office/drawing/2014/main" id="{F41C3764-F0CD-115B-7B7E-365A6D36B80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9060" y="1578917"/>
              <a:ext cx="229645" cy="229645"/>
            </a:xfrm>
            <a:prstGeom prst="rect">
              <a:avLst/>
            </a:prstGeom>
          </p:spPr>
        </p:pic>
      </p:grpSp>
      <p:sp>
        <p:nvSpPr>
          <p:cNvPr id="53" name="Rectangle : coins arrondis 52">
            <a:extLst>
              <a:ext uri="{FF2B5EF4-FFF2-40B4-BE49-F238E27FC236}">
                <a16:creationId xmlns:a16="http://schemas.microsoft.com/office/drawing/2014/main" id="{8F7FE9AE-822D-785D-2249-F5E39063BF0B}"/>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DC582A"/>
                </a:solidFill>
              </a:rPr>
              <a:t>PROTOTYPE</a:t>
            </a:r>
          </a:p>
        </p:txBody>
      </p:sp>
      <p:sp>
        <p:nvSpPr>
          <p:cNvPr id="3" name="Flèche : chevron 8 - 2 - 1">
            <a:extLst>
              <a:ext uri="{FF2B5EF4-FFF2-40B4-BE49-F238E27FC236}">
                <a16:creationId xmlns:a16="http://schemas.microsoft.com/office/drawing/2014/main" id="{01F32864-710F-98A8-6698-2EE5EB2F7A2F}"/>
              </a:ext>
            </a:extLst>
          </p:cNvPr>
          <p:cNvSpPr/>
          <p:nvPr/>
        </p:nvSpPr>
        <p:spPr>
          <a:xfrm>
            <a:off x="6924000" y="21771"/>
            <a:ext cx="1800000" cy="288000"/>
          </a:xfrm>
          <a:prstGeom prst="chevron">
            <a:avLst>
              <a:gd name="adj" fmla="val 28278"/>
            </a:avLst>
          </a:prstGeom>
          <a:solidFill>
            <a:srgbClr val="A1D6CA"/>
          </a:solidFill>
          <a:ln w="28575">
            <a:solidFill>
              <a:srgbClr val="A1D6CA"/>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rgbClr val="154734"/>
                </a:solidFill>
                <a:latin typeface="Avenir LT Std 45 Book" panose="020B0502020203020204" pitchFamily="34" charset="0"/>
              </a:rPr>
              <a:t>Ressources impacts humains</a:t>
            </a:r>
          </a:p>
        </p:txBody>
      </p:sp>
      <p:sp>
        <p:nvSpPr>
          <p:cNvPr id="9" name="Flèche : chevron 8 - 2 - 1">
            <a:extLst>
              <a:ext uri="{FF2B5EF4-FFF2-40B4-BE49-F238E27FC236}">
                <a16:creationId xmlns:a16="http://schemas.microsoft.com/office/drawing/2014/main" id="{F2CE4F66-2D70-1CA9-DFE8-180A73A5DC8F}"/>
              </a:ext>
            </a:extLst>
          </p:cNvPr>
          <p:cNvSpPr/>
          <p:nvPr/>
        </p:nvSpPr>
        <p:spPr>
          <a:xfrm>
            <a:off x="1776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a:t>
            </a:r>
            <a:r>
              <a:rPr lang="fr-FR" sz="1100" b="1" err="1">
                <a:solidFill>
                  <a:schemeClr val="bg1">
                    <a:lumMod val="50000"/>
                  </a:schemeClr>
                </a:solidFill>
                <a:latin typeface="Avenir LT Std 45 Book" panose="020B0502020203020204" pitchFamily="34" charset="0"/>
              </a:rPr>
              <a:t>moi-mëme</a:t>
            </a:r>
            <a:endParaRPr lang="fr-FR" sz="1100" b="1">
              <a:solidFill>
                <a:schemeClr val="bg1">
                  <a:lumMod val="50000"/>
                </a:schemeClr>
              </a:solidFill>
              <a:latin typeface="Avenir LT Std 45 Book" panose="020B0502020203020204" pitchFamily="34" charset="0"/>
            </a:endParaRPr>
          </a:p>
        </p:txBody>
      </p:sp>
      <p:sp>
        <p:nvSpPr>
          <p:cNvPr id="19" name="Flèche : chevron 8 - 2 - 1">
            <a:extLst>
              <a:ext uri="{FF2B5EF4-FFF2-40B4-BE49-F238E27FC236}">
                <a16:creationId xmlns:a16="http://schemas.microsoft.com/office/drawing/2014/main" id="{85F46A04-BA39-A55E-C5E4-C4BDA79F89E7}"/>
              </a:ext>
            </a:extLst>
          </p:cNvPr>
          <p:cNvSpPr/>
          <p:nvPr/>
        </p:nvSpPr>
        <p:spPr>
          <a:xfrm>
            <a:off x="5244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des impacts humains</a:t>
            </a:r>
          </a:p>
        </p:txBody>
      </p:sp>
      <p:sp>
        <p:nvSpPr>
          <p:cNvPr id="21" name="Flèche : chevron 8 - 2 - 1">
            <a:extLst>
              <a:ext uri="{FF2B5EF4-FFF2-40B4-BE49-F238E27FC236}">
                <a16:creationId xmlns:a16="http://schemas.microsoft.com/office/drawing/2014/main" id="{03478023-1863-E58B-78E3-E1703A2B8ABA}"/>
              </a:ext>
            </a:extLst>
          </p:cNvPr>
          <p:cNvSpPr/>
          <p:nvPr/>
        </p:nvSpPr>
        <p:spPr>
          <a:xfrm>
            <a:off x="636000" y="21771"/>
            <a:ext cx="115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Cas d’usage</a:t>
            </a:r>
          </a:p>
        </p:txBody>
      </p:sp>
      <p:sp>
        <p:nvSpPr>
          <p:cNvPr id="26" name="Flèche : chevron 8 - 2 - 1">
            <a:extLst>
              <a:ext uri="{FF2B5EF4-FFF2-40B4-BE49-F238E27FC236}">
                <a16:creationId xmlns:a16="http://schemas.microsoft.com/office/drawing/2014/main" id="{086137C4-CD10-2906-E6E7-E4DCBCA5C86A}"/>
              </a:ext>
            </a:extLst>
          </p:cNvPr>
          <p:cNvSpPr/>
          <p:nvPr/>
        </p:nvSpPr>
        <p:spPr>
          <a:xfrm>
            <a:off x="3456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pour moi-même</a:t>
            </a:r>
          </a:p>
        </p:txBody>
      </p:sp>
      <p:sp>
        <p:nvSpPr>
          <p:cNvPr id="39" name="Flèche : pentagone 3">
            <a:extLst>
              <a:ext uri="{FF2B5EF4-FFF2-40B4-BE49-F238E27FC236}">
                <a16:creationId xmlns:a16="http://schemas.microsoft.com/office/drawing/2014/main" id="{B029AF91-BA6A-DECB-D9EA-44436B011678}"/>
              </a:ext>
            </a:extLst>
          </p:cNvPr>
          <p:cNvSpPr/>
          <p:nvPr/>
        </p:nvSpPr>
        <p:spPr>
          <a:xfrm>
            <a:off x="0" y="21771"/>
            <a:ext cx="648000" cy="288000"/>
          </a:xfrm>
          <a:prstGeom prst="homePlate">
            <a:avLst>
              <a:gd name="adj" fmla="val 26503"/>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Accueil</a:t>
            </a:r>
          </a:p>
        </p:txBody>
      </p:sp>
      <p:sp>
        <p:nvSpPr>
          <p:cNvPr id="52" name="Flèche : chevron 8 - 2 - 1">
            <a:extLst>
              <a:ext uri="{FF2B5EF4-FFF2-40B4-BE49-F238E27FC236}">
                <a16:creationId xmlns:a16="http://schemas.microsoft.com/office/drawing/2014/main" id="{ACBC3333-CCB2-9437-7195-07B5E2697C0C}"/>
              </a:ext>
            </a:extLst>
          </p:cNvPr>
          <p:cNvSpPr/>
          <p:nvPr/>
        </p:nvSpPr>
        <p:spPr>
          <a:xfrm>
            <a:off x="8712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a:t>
            </a:r>
            <a:br>
              <a:rPr lang="fr-FR" sz="1100" b="1">
                <a:solidFill>
                  <a:schemeClr val="bg1">
                    <a:lumMod val="50000"/>
                  </a:schemeClr>
                </a:solidFill>
                <a:latin typeface="Avenir LT Std 45 Book" panose="020B0502020203020204" pitchFamily="34" charset="0"/>
              </a:rPr>
            </a:br>
            <a:r>
              <a:rPr lang="fr-FR" sz="1100" b="1">
                <a:solidFill>
                  <a:schemeClr val="bg1">
                    <a:lumMod val="50000"/>
                  </a:schemeClr>
                </a:solidFill>
                <a:latin typeface="Avenir LT Std 45 Book" panose="020B0502020203020204" pitchFamily="34" charset="0"/>
              </a:rPr>
              <a:t>préparer le collectif</a:t>
            </a:r>
          </a:p>
        </p:txBody>
      </p:sp>
      <p:sp>
        <p:nvSpPr>
          <p:cNvPr id="56" name="Flèche : chevron 8 - 2 - 1">
            <a:extLst>
              <a:ext uri="{FF2B5EF4-FFF2-40B4-BE49-F238E27FC236}">
                <a16:creationId xmlns:a16="http://schemas.microsoft.com/office/drawing/2014/main" id="{88781C88-747E-D7A6-4EF1-738C1C46856D}"/>
              </a:ext>
            </a:extLst>
          </p:cNvPr>
          <p:cNvSpPr/>
          <p:nvPr/>
        </p:nvSpPr>
        <p:spPr>
          <a:xfrm>
            <a:off x="10392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préparation collectif</a:t>
            </a:r>
          </a:p>
        </p:txBody>
      </p:sp>
    </p:spTree>
    <p:extLst>
      <p:ext uri="{BB962C8B-B14F-4D97-AF65-F5344CB8AC3E}">
        <p14:creationId xmlns:p14="http://schemas.microsoft.com/office/powerpoint/2010/main" val="16035151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DF480-DA68-9B9E-2D44-AD8ACD56A30C}"/>
            </a:ext>
          </a:extLst>
        </p:cNvPr>
        <p:cNvGrpSpPr/>
        <p:nvPr/>
      </p:nvGrpSpPr>
      <p:grpSpPr>
        <a:xfrm>
          <a:off x="0" y="0"/>
          <a:ext cx="0" cy="0"/>
          <a:chOff x="0" y="0"/>
          <a:chExt cx="0" cy="0"/>
        </a:xfrm>
      </p:grpSpPr>
      <p:sp>
        <p:nvSpPr>
          <p:cNvPr id="45" name="Rectangle : coins arrondis 44">
            <a:extLst>
              <a:ext uri="{FF2B5EF4-FFF2-40B4-BE49-F238E27FC236}">
                <a16:creationId xmlns:a16="http://schemas.microsoft.com/office/drawing/2014/main" id="{27E8AE42-B8F8-EDF0-E466-9044B1A9A52D}"/>
              </a:ext>
            </a:extLst>
          </p:cNvPr>
          <p:cNvSpPr/>
          <p:nvPr/>
        </p:nvSpPr>
        <p:spPr>
          <a:xfrm>
            <a:off x="216504" y="1889361"/>
            <a:ext cx="5715147" cy="4847054"/>
          </a:xfrm>
          <a:prstGeom prst="roundRect">
            <a:avLst>
              <a:gd name="adj" fmla="val 3071"/>
            </a:avLst>
          </a:prstGeom>
          <a:solidFill>
            <a:schemeClr val="bg1"/>
          </a:solidFill>
          <a:ln w="38100">
            <a:solidFill>
              <a:srgbClr val="00B388"/>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6213" lvl="0" indent="-171450" algn="just">
              <a:spcAft>
                <a:spcPts val="600"/>
              </a:spcAft>
              <a:buFont typeface="Arial" panose="020B0604020202020204" pitchFamily="34" charset="0"/>
              <a:buChar char="•"/>
              <a:tabLst>
                <a:tab pos="176213" algn="l"/>
              </a:tabLst>
              <a:defRPr/>
            </a:pPr>
            <a:endParaRPr lang="fr-FR" sz="1000">
              <a:solidFill>
                <a:schemeClr val="tx1"/>
              </a:solidFill>
              <a:latin typeface="Avenir LT Std 55 Roman" panose="020B0503020203020204" pitchFamily="34" charset="0"/>
              <a:cs typeface="Times New Roman" panose="02020603050405020304" pitchFamily="18" charset="0"/>
            </a:endParaRPr>
          </a:p>
          <a:p>
            <a:pPr marL="4763" lvl="0" algn="just">
              <a:spcAft>
                <a:spcPts val="600"/>
              </a:spcAft>
              <a:tabLst>
                <a:tab pos="176213" algn="l"/>
              </a:tabLst>
              <a:defRPr/>
            </a:pPr>
            <a:endParaRPr lang="fr-FR" sz="1000">
              <a:solidFill>
                <a:schemeClr val="tx1"/>
              </a:solidFill>
              <a:latin typeface="Avenir LT Std 55 Roman" panose="020B0503020203020204" pitchFamily="34" charset="0"/>
              <a:cs typeface="Times New Roman" panose="02020603050405020304" pitchFamily="18" charset="0"/>
            </a:endParaRPr>
          </a:p>
          <a:p>
            <a:pPr marL="176213" lvl="0" indent="-171450" algn="just">
              <a:spcAft>
                <a:spcPts val="500"/>
              </a:spcAft>
              <a:buFont typeface="Arial" panose="020B0604020202020204" pitchFamily="34" charset="0"/>
              <a:buChar char="•"/>
              <a:tabLst>
                <a:tab pos="176213" algn="l"/>
              </a:tabLst>
              <a:defRPr/>
            </a:pPr>
            <a:r>
              <a:rPr lang="fr-FR" sz="1000">
                <a:solidFill>
                  <a:schemeClr val="tx1"/>
                </a:solidFill>
                <a:latin typeface="Avenir LT Std 55 Roman" panose="020B0503020203020204" pitchFamily="34" charset="0"/>
                <a:cs typeface="Times New Roman" panose="02020603050405020304" pitchFamily="18" charset="0"/>
              </a:rPr>
              <a:t>Quel est </a:t>
            </a:r>
            <a:r>
              <a:rPr lang="fr-FR" sz="1000" b="1" i="1">
                <a:solidFill>
                  <a:schemeClr val="tx1"/>
                </a:solidFill>
                <a:latin typeface="Avenir LT Std 55 Roman" panose="020B0503020203020204" pitchFamily="34" charset="0"/>
                <a:cs typeface="Times New Roman" panose="02020603050405020304" pitchFamily="18" charset="0"/>
              </a:rPr>
              <a:t>l’impact du projet sur le temps </a:t>
            </a:r>
            <a:r>
              <a:rPr lang="fr-FR" sz="1000" b="1" i="1">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de travail </a:t>
            </a:r>
            <a:r>
              <a:rPr lang="fr-FR" sz="10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 évolution de l’amplitude horaire, travail de nuit ou le week-end, travail en horaires décalés, flexibilité des horaires… ?</a:t>
            </a:r>
          </a:p>
          <a:p>
            <a:pPr marL="176213" lvl="0" indent="-171450" algn="just">
              <a:spcAft>
                <a:spcPts val="500"/>
              </a:spcAft>
              <a:buFont typeface="Arial" panose="020B0604020202020204" pitchFamily="34" charset="0"/>
              <a:buChar char="•"/>
              <a:tabLst>
                <a:tab pos="176213" algn="l"/>
              </a:tabLst>
              <a:defRPr/>
            </a:pPr>
            <a:r>
              <a:rPr lang="fr-FR" sz="1000">
                <a:solidFill>
                  <a:schemeClr val="tx1"/>
                </a:solidFill>
                <a:latin typeface="Avenir LT Std 55 Roman" panose="020B0503020203020204" pitchFamily="34" charset="0"/>
                <a:cs typeface="Times New Roman" panose="02020603050405020304" pitchFamily="18" charset="0"/>
              </a:rPr>
              <a:t>Est-ce que le projet a un </a:t>
            </a:r>
            <a:r>
              <a:rPr lang="fr-FR" sz="1000" b="1" i="1">
                <a:solidFill>
                  <a:schemeClr val="tx1"/>
                </a:solidFill>
                <a:latin typeface="Avenir LT Std 55 Roman" panose="020B0503020203020204" pitchFamily="34" charset="0"/>
                <a:cs typeface="Times New Roman" panose="02020603050405020304" pitchFamily="18" charset="0"/>
              </a:rPr>
              <a:t>impact </a:t>
            </a:r>
            <a:r>
              <a:rPr lang="fr-FR" sz="1000" b="1" i="1">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sur le rythme de travail </a:t>
            </a:r>
            <a:r>
              <a:rPr lang="fr-FR" sz="10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 intensité du travail, objectifs irréalistes ou flous, imprévisibilité des horaires, évolution des temps de pause… ?</a:t>
            </a:r>
          </a:p>
          <a:p>
            <a:pPr marL="176213" lvl="0" indent="-171450" algn="just">
              <a:spcAft>
                <a:spcPts val="500"/>
              </a:spcAft>
              <a:buFont typeface="Arial" panose="020B0604020202020204" pitchFamily="34" charset="0"/>
              <a:buChar char="•"/>
              <a:tabLst>
                <a:tab pos="176213" algn="l"/>
              </a:tabLst>
              <a:defRPr/>
            </a:pPr>
            <a:r>
              <a:rPr lang="fr-FR" sz="10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Est-ce que le projet fait </a:t>
            </a:r>
            <a:r>
              <a:rPr lang="fr-FR" sz="1000" b="1" i="1">
                <a:solidFill>
                  <a:schemeClr val="tx1"/>
                </a:solidFill>
                <a:latin typeface="Avenir LT Std 55 Roman" panose="020B0503020203020204" pitchFamily="34" charset="0"/>
                <a:cs typeface="Times New Roman" panose="02020603050405020304" pitchFamily="18" charset="0"/>
              </a:rPr>
              <a:t>évoluer l’autonomie ou la marge de manœuvre </a:t>
            </a:r>
            <a:r>
              <a:rPr lang="fr-FR" sz="10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pour les agents concernés : rythme de travail imposé, évolution de la participation aux décisions, fatigue décisionnelle, faibles marges de manœuvre, autonomie trop grande, ne pas pouvoir développer ses compétences… ?</a:t>
            </a:r>
          </a:p>
          <a:p>
            <a:pPr marL="176213" lvl="0" indent="-171450" algn="just">
              <a:spcAft>
                <a:spcPts val="500"/>
              </a:spcAft>
              <a:buFont typeface="Arial" panose="020B0604020202020204" pitchFamily="34" charset="0"/>
              <a:buChar char="•"/>
              <a:tabLst>
                <a:tab pos="176213" algn="l"/>
              </a:tabLst>
              <a:defRPr/>
            </a:pPr>
            <a:r>
              <a:rPr lang="fr-FR" sz="10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La </a:t>
            </a:r>
            <a:r>
              <a:rPr lang="fr-FR" sz="1000" b="1" i="1">
                <a:solidFill>
                  <a:schemeClr val="tx1"/>
                </a:solidFill>
                <a:latin typeface="Avenir LT Std 55 Roman" panose="020B0503020203020204" pitchFamily="34" charset="0"/>
                <a:cs typeface="Times New Roman" panose="02020603050405020304" pitchFamily="18" charset="0"/>
              </a:rPr>
              <a:t>complexité et la diversité des tâches </a:t>
            </a:r>
            <a:r>
              <a:rPr lang="fr-FR" sz="1000">
                <a:solidFill>
                  <a:schemeClr val="tx1"/>
                </a:solidFill>
                <a:latin typeface="Avenir LT Std 55 Roman" panose="020B0503020203020204" pitchFamily="34" charset="0"/>
                <a:cs typeface="Times New Roman" panose="02020603050405020304" pitchFamily="18" charset="0"/>
              </a:rPr>
              <a:t>(</a:t>
            </a:r>
            <a:r>
              <a:rPr lang="fr-FR" sz="10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nature, fréquence, périodicité) </a:t>
            </a:r>
            <a:r>
              <a:rPr lang="fr-FR" sz="1000" b="1" i="1">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évoluent-elles</a:t>
            </a:r>
            <a:r>
              <a:rPr lang="fr-FR" sz="10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 ?</a:t>
            </a:r>
          </a:p>
          <a:p>
            <a:pPr marL="176213" lvl="0" indent="-171450" algn="just">
              <a:spcAft>
                <a:spcPts val="500"/>
              </a:spcAft>
              <a:buFont typeface="Arial" panose="020B0604020202020204" pitchFamily="34" charset="0"/>
              <a:buChar char="•"/>
              <a:tabLst>
                <a:tab pos="176213" algn="l"/>
              </a:tabLst>
              <a:defRPr/>
            </a:pPr>
            <a:r>
              <a:rPr lang="fr-FR" sz="10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Est-ce que le projet fait </a:t>
            </a:r>
            <a:r>
              <a:rPr lang="fr-FR" sz="1000" b="1" i="1">
                <a:solidFill>
                  <a:schemeClr val="tx1"/>
                </a:solidFill>
                <a:latin typeface="Avenir LT Std 55 Roman" panose="020B0503020203020204" pitchFamily="34" charset="0"/>
                <a:cs typeface="Times New Roman" panose="02020603050405020304" pitchFamily="18" charset="0"/>
              </a:rPr>
              <a:t>évoluer le télétravail </a:t>
            </a:r>
            <a:r>
              <a:rPr lang="fr-FR" sz="10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 possibilité de faire du télétravail, évolutions des modalités pour faire du télétravail (par ex. jours imposés…) … ? </a:t>
            </a:r>
          </a:p>
          <a:p>
            <a:pPr marL="176213" lvl="0" indent="-171450" algn="just">
              <a:spcAft>
                <a:spcPts val="500"/>
              </a:spcAft>
              <a:buFont typeface="Arial" panose="020B0604020202020204" pitchFamily="34" charset="0"/>
              <a:buChar char="•"/>
              <a:tabLst>
                <a:tab pos="176213" algn="l"/>
              </a:tabLst>
              <a:defRPr/>
            </a:pPr>
            <a:r>
              <a:rPr lang="fr-FR" sz="10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Quel est l’</a:t>
            </a:r>
            <a:r>
              <a:rPr lang="fr-FR" sz="1000" b="1" i="1">
                <a:solidFill>
                  <a:schemeClr val="tx1"/>
                </a:solidFill>
                <a:latin typeface="Avenir LT Std 55 Roman" panose="020B0503020203020204" pitchFamily="34" charset="0"/>
                <a:cs typeface="Times New Roman" panose="02020603050405020304" pitchFamily="18" charset="0"/>
              </a:rPr>
              <a:t>impact sur les moyens et les contraintes physiques </a:t>
            </a:r>
            <a:r>
              <a:rPr lang="fr-FR" sz="10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pour réaliser le travail : évolution des équipes, ergonomie du poste de travail, répétitivité des gestes, manipulation d'équipements lourds…</a:t>
            </a:r>
          </a:p>
          <a:p>
            <a:pPr marL="176213" lvl="0" indent="-171450" algn="just">
              <a:spcAft>
                <a:spcPts val="500"/>
              </a:spcAft>
              <a:buFont typeface="Arial" panose="020B0604020202020204" pitchFamily="34" charset="0"/>
              <a:buChar char="•"/>
              <a:tabLst>
                <a:tab pos="176213" algn="l"/>
              </a:tabLst>
              <a:defRPr/>
            </a:pPr>
            <a:r>
              <a:rPr lang="fr-FR" sz="10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Est-ce que </a:t>
            </a:r>
            <a:r>
              <a:rPr lang="fr-FR" sz="1000" b="1" i="1">
                <a:solidFill>
                  <a:schemeClr val="tx1"/>
                </a:solidFill>
                <a:latin typeface="Avenir LT Std 55 Roman" panose="020B0503020203020204" pitchFamily="34" charset="0"/>
                <a:cs typeface="Times New Roman" panose="02020603050405020304" pitchFamily="18" charset="0"/>
              </a:rPr>
              <a:t>l’environnement de travail est  impacté </a:t>
            </a:r>
            <a:r>
              <a:rPr lang="fr-FR" sz="10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 exposition aux nuisances sonores ou visuelles ou olfactives, évolution de l’environnement de travail (travail à l’intérieur / extérieur…), exposition à des produits chimiques… ?</a:t>
            </a:r>
          </a:p>
          <a:p>
            <a:pPr marL="176213" lvl="0" indent="-171450" algn="just">
              <a:spcAft>
                <a:spcPts val="500"/>
              </a:spcAft>
              <a:buFont typeface="Arial" panose="020B0604020202020204" pitchFamily="34" charset="0"/>
              <a:buChar char="•"/>
              <a:tabLst>
                <a:tab pos="176213" algn="l"/>
              </a:tabLst>
              <a:defRPr/>
            </a:pPr>
            <a:r>
              <a:rPr lang="fr-FR" sz="10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Quel </a:t>
            </a:r>
            <a:r>
              <a:rPr lang="fr-FR" sz="1000" b="1" i="1">
                <a:solidFill>
                  <a:schemeClr val="tx1"/>
                </a:solidFill>
                <a:latin typeface="Avenir LT Std 55 Roman" panose="020B0503020203020204" pitchFamily="34" charset="0"/>
                <a:cs typeface="Times New Roman" panose="02020603050405020304" pitchFamily="18" charset="0"/>
              </a:rPr>
              <a:t>impact sur les relations avec les clients, la hiérarchie et les collègues ?</a:t>
            </a:r>
          </a:p>
          <a:p>
            <a:pPr marL="176213" lvl="0" indent="-171450" algn="just">
              <a:spcAft>
                <a:spcPts val="500"/>
              </a:spcAft>
              <a:buFont typeface="Arial" panose="020B0604020202020204" pitchFamily="34" charset="0"/>
              <a:buChar char="•"/>
              <a:tabLst>
                <a:tab pos="176213" algn="l"/>
              </a:tabLst>
              <a:defRPr/>
            </a:pPr>
            <a:r>
              <a:rPr lang="fr-FR" sz="10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Les impacts du projet impliquent-ils de faire </a:t>
            </a:r>
            <a:r>
              <a:rPr lang="fr-FR" sz="1000" b="1" i="1">
                <a:solidFill>
                  <a:schemeClr val="tx1"/>
                </a:solidFill>
                <a:latin typeface="Avenir LT Std 55 Roman" panose="020B0503020203020204" pitchFamily="34" charset="0"/>
                <a:cs typeface="Times New Roman" panose="02020603050405020304" pitchFamily="18" charset="0"/>
              </a:rPr>
              <a:t>évoluer l’organisation du travail au global </a:t>
            </a:r>
            <a:r>
              <a:rPr lang="fr-FR" sz="10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 impact sur les prochaines plages de travail pour respecter le temps de déconnexion (ex. décalage du prochain service…), impact sur le congé dominical, impact sur les certains éléments du package de rémunération...) ?</a:t>
            </a:r>
          </a:p>
          <a:p>
            <a:pPr marL="176213" lvl="0" indent="-171450" algn="just">
              <a:spcAft>
                <a:spcPts val="500"/>
              </a:spcAft>
              <a:buFont typeface="Arial" panose="020B0604020202020204" pitchFamily="34" charset="0"/>
              <a:buChar char="•"/>
              <a:tabLst>
                <a:tab pos="176213" algn="l"/>
              </a:tabLst>
              <a:defRPr/>
            </a:pPr>
            <a:r>
              <a:rPr lang="fr-FR" sz="10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Quelles </a:t>
            </a:r>
            <a:r>
              <a:rPr lang="fr-FR" sz="1000" b="1" i="1">
                <a:solidFill>
                  <a:schemeClr val="tx1"/>
                </a:solidFill>
                <a:latin typeface="Avenir LT Std 55 Roman" panose="020B0503020203020204" pitchFamily="34" charset="0"/>
                <a:cs typeface="Times New Roman" panose="02020603050405020304" pitchFamily="18" charset="0"/>
              </a:rPr>
              <a:t>mesures d’accompagnement mettre en place</a:t>
            </a:r>
            <a:r>
              <a:rPr lang="fr-FR" sz="10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 pour préparer le collectif aux changements ?</a:t>
            </a:r>
          </a:p>
        </p:txBody>
      </p:sp>
      <p:sp>
        <p:nvSpPr>
          <p:cNvPr id="168" name="Rectangle : coins arrondis 167">
            <a:extLst>
              <a:ext uri="{FF2B5EF4-FFF2-40B4-BE49-F238E27FC236}">
                <a16:creationId xmlns:a16="http://schemas.microsoft.com/office/drawing/2014/main" id="{A55C56B2-A946-10C9-1B99-8855FE72B91F}"/>
              </a:ext>
            </a:extLst>
          </p:cNvPr>
          <p:cNvSpPr/>
          <p:nvPr/>
        </p:nvSpPr>
        <p:spPr>
          <a:xfrm>
            <a:off x="6229779" y="2285304"/>
            <a:ext cx="5751893" cy="1465597"/>
          </a:xfrm>
          <a:prstGeom prst="roundRect">
            <a:avLst>
              <a:gd name="adj" fmla="val 0"/>
            </a:avLst>
          </a:prstGeom>
          <a:solidFill>
            <a:srgbClr val="F6F9FC"/>
          </a:solid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9050" lvl="0" algn="just">
              <a:lnSpc>
                <a:spcPts val="1400"/>
              </a:lnSpc>
              <a:spcAft>
                <a:spcPts val="600"/>
              </a:spcAft>
              <a:tabLst>
                <a:tab pos="180975" algn="l"/>
              </a:tabLst>
              <a:defRPr/>
            </a:pPr>
            <a:endParaRPr lang="fr-FR" sz="1000">
              <a:solidFill>
                <a:srgbClr val="000000"/>
              </a:solidFill>
              <a:latin typeface="Avenir LT Std 55 Roman" panose="020B0503020203020204" pitchFamily="34" charset="0"/>
              <a:cs typeface="Times New Roman" panose="02020603050405020304" pitchFamily="18" charset="0"/>
            </a:endParaRPr>
          </a:p>
        </p:txBody>
      </p:sp>
      <p:sp>
        <p:nvSpPr>
          <p:cNvPr id="16" name="Rectangle : coins arrondis 15">
            <a:extLst>
              <a:ext uri="{FF2B5EF4-FFF2-40B4-BE49-F238E27FC236}">
                <a16:creationId xmlns:a16="http://schemas.microsoft.com/office/drawing/2014/main" id="{6AD26D22-1F4E-08C5-A7BD-30A4108D4E58}"/>
              </a:ext>
            </a:extLst>
          </p:cNvPr>
          <p:cNvSpPr/>
          <p:nvPr/>
        </p:nvSpPr>
        <p:spPr>
          <a:xfrm>
            <a:off x="206672" y="1889361"/>
            <a:ext cx="5740809" cy="504694"/>
          </a:xfrm>
          <a:prstGeom prst="roundRect">
            <a:avLst/>
          </a:prstGeom>
          <a:solidFill>
            <a:srgbClr val="00B3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400" b="1" i="1">
                <a:solidFill>
                  <a:schemeClr val="bg1"/>
                </a:solidFill>
              </a:rPr>
              <a:t>Les questions à se poser</a:t>
            </a:r>
          </a:p>
        </p:txBody>
      </p:sp>
      <p:sp>
        <p:nvSpPr>
          <p:cNvPr id="5" name="Rectangle 4">
            <a:extLst>
              <a:ext uri="{FF2B5EF4-FFF2-40B4-BE49-F238E27FC236}">
                <a16:creationId xmlns:a16="http://schemas.microsoft.com/office/drawing/2014/main" id="{7A78C359-FB7E-52BA-8573-FE3BA7D7EAA2}"/>
              </a:ext>
            </a:extLst>
          </p:cNvPr>
          <p:cNvSpPr/>
          <p:nvPr/>
        </p:nvSpPr>
        <p:spPr>
          <a:xfrm>
            <a:off x="-3064" y="378372"/>
            <a:ext cx="12195063" cy="1427747"/>
          </a:xfrm>
          <a:prstGeom prst="rect">
            <a:avLst/>
          </a:prstGeom>
          <a:solidFill>
            <a:srgbClr val="DFF1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5963">
              <a:spcAft>
                <a:spcPts val="1200"/>
              </a:spcAft>
              <a:buClr>
                <a:schemeClr val="tx1"/>
              </a:buClr>
            </a:pPr>
            <a:r>
              <a:rPr lang="fr-FR">
                <a:solidFill>
                  <a:schemeClr val="tx1"/>
                </a:solidFill>
                <a:latin typeface="Avenir LT Std 55 Roman" panose="020B0503020203020204" pitchFamily="34" charset="0"/>
              </a:rPr>
              <a:t>Identifier si le projet fait évoluer les</a:t>
            </a:r>
            <a:r>
              <a:rPr lang="fr-FR" b="1">
                <a:solidFill>
                  <a:schemeClr val="tx1"/>
                </a:solidFill>
                <a:latin typeface="Avenir LT Std 55 Roman" panose="020B0503020203020204" pitchFamily="34" charset="0"/>
              </a:rPr>
              <a:t> </a:t>
            </a:r>
            <a:r>
              <a:rPr lang="fr-FR">
                <a:solidFill>
                  <a:srgbClr val="00B388"/>
                </a:solidFill>
                <a:latin typeface="Avenir LT Std 65 Medium" panose="020B0803020203020204" pitchFamily="34" charset="0"/>
              </a:rPr>
              <a:t>conditions de travail des agents </a:t>
            </a:r>
            <a:r>
              <a:rPr lang="fr-FR">
                <a:solidFill>
                  <a:schemeClr val="tx1"/>
                </a:solidFill>
                <a:latin typeface="Avenir LT Std 55 Roman" panose="020B0503020203020204" pitchFamily="34" charset="0"/>
              </a:rPr>
              <a:t>(amplitude horaire, travail de nuit, autonomie, télétravail, diversité des tâches…).</a:t>
            </a:r>
          </a:p>
        </p:txBody>
      </p:sp>
      <p:sp>
        <p:nvSpPr>
          <p:cNvPr id="6" name="Triangle isocèle 5">
            <a:extLst>
              <a:ext uri="{FF2B5EF4-FFF2-40B4-BE49-F238E27FC236}">
                <a16:creationId xmlns:a16="http://schemas.microsoft.com/office/drawing/2014/main" id="{1CDC2152-27B3-9A17-4FD7-19B9495FE217}"/>
              </a:ext>
            </a:extLst>
          </p:cNvPr>
          <p:cNvSpPr/>
          <p:nvPr/>
        </p:nvSpPr>
        <p:spPr>
          <a:xfrm rot="5400000">
            <a:off x="34126" y="929868"/>
            <a:ext cx="782530" cy="324754"/>
          </a:xfrm>
          <a:prstGeom prst="triangle">
            <a:avLst/>
          </a:prstGeom>
          <a:solidFill>
            <a:srgbClr val="1547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18" name="Rectangle : coins arrondis 17">
            <a:extLst>
              <a:ext uri="{FF2B5EF4-FFF2-40B4-BE49-F238E27FC236}">
                <a16:creationId xmlns:a16="http://schemas.microsoft.com/office/drawing/2014/main" id="{32BE3CE8-083E-D9E8-09F8-FB81B4A6564D}"/>
              </a:ext>
            </a:extLst>
          </p:cNvPr>
          <p:cNvSpPr/>
          <p:nvPr/>
        </p:nvSpPr>
        <p:spPr>
          <a:xfrm>
            <a:off x="6233435" y="1889361"/>
            <a:ext cx="5751893" cy="504694"/>
          </a:xfrm>
          <a:prstGeom prst="round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400" b="1" i="1">
                <a:solidFill>
                  <a:schemeClr val="bg1"/>
                </a:solidFill>
              </a:rPr>
              <a:t>Ressources à ma disposition</a:t>
            </a:r>
          </a:p>
        </p:txBody>
      </p:sp>
      <p:sp>
        <p:nvSpPr>
          <p:cNvPr id="43" name="Ellipse 42">
            <a:extLst>
              <a:ext uri="{FF2B5EF4-FFF2-40B4-BE49-F238E27FC236}">
                <a16:creationId xmlns:a16="http://schemas.microsoft.com/office/drawing/2014/main" id="{B723274B-3DF9-C3E7-2CE9-D0E7D21EFB2F}"/>
              </a:ext>
            </a:extLst>
          </p:cNvPr>
          <p:cNvSpPr/>
          <p:nvPr/>
        </p:nvSpPr>
        <p:spPr>
          <a:xfrm>
            <a:off x="6682059" y="1894046"/>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pic>
        <p:nvPicPr>
          <p:cNvPr id="42" name="Image 41">
            <a:extLst>
              <a:ext uri="{FF2B5EF4-FFF2-40B4-BE49-F238E27FC236}">
                <a16:creationId xmlns:a16="http://schemas.microsoft.com/office/drawing/2014/main" id="{4A2D98C2-E8DC-3DA2-0AA5-57544B053A0A}"/>
              </a:ext>
            </a:extLst>
          </p:cNvPr>
          <p:cNvPicPr>
            <a:picLocks noChangeAspect="1"/>
          </p:cNvPicPr>
          <p:nvPr/>
        </p:nvPicPr>
        <p:blipFill>
          <a:blip r:embed="rId3"/>
          <a:stretch>
            <a:fillRect/>
          </a:stretch>
        </p:blipFill>
        <p:spPr>
          <a:xfrm>
            <a:off x="6806176" y="1887770"/>
            <a:ext cx="485486" cy="621422"/>
          </a:xfrm>
          <a:prstGeom prst="rect">
            <a:avLst/>
          </a:prstGeom>
        </p:spPr>
      </p:pic>
      <p:sp>
        <p:nvSpPr>
          <p:cNvPr id="85" name="Rectangle : coins arrondis 84">
            <a:extLst>
              <a:ext uri="{FF2B5EF4-FFF2-40B4-BE49-F238E27FC236}">
                <a16:creationId xmlns:a16="http://schemas.microsoft.com/office/drawing/2014/main" id="{6EE5EF60-6265-3745-8DCF-9E863814A0B6}"/>
              </a:ext>
            </a:extLst>
          </p:cNvPr>
          <p:cNvSpPr/>
          <p:nvPr/>
        </p:nvSpPr>
        <p:spPr>
          <a:xfrm>
            <a:off x="6336832" y="2544206"/>
            <a:ext cx="1883143" cy="35624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ts val="900"/>
              </a:lnSpc>
              <a:spcBef>
                <a:spcPts val="300"/>
              </a:spcBef>
              <a:buClr>
                <a:srgbClr val="0084D4"/>
              </a:buClr>
              <a:defRPr/>
            </a:pPr>
            <a:r>
              <a:rPr lang="fr-FR" sz="1100" b="1" i="1">
                <a:solidFill>
                  <a:schemeClr val="tx1"/>
                </a:solidFill>
                <a:latin typeface="Avenir LT Std 65 Medium" panose="020B0803020203020204" pitchFamily="34" charset="0"/>
              </a:rPr>
              <a:t>Ressource</a:t>
            </a:r>
            <a:br>
              <a:rPr lang="fr-FR" sz="1000" b="1" i="1">
                <a:solidFill>
                  <a:schemeClr val="tx1"/>
                </a:solidFill>
                <a:latin typeface="Avenir LT Std 65 Medium" panose="020B0803020203020204" pitchFamily="34" charset="0"/>
              </a:rPr>
            </a:br>
            <a:r>
              <a:rPr lang="fr-FR" sz="900" i="1">
                <a:solidFill>
                  <a:srgbClr val="FFFFFF">
                    <a:lumMod val="50000"/>
                  </a:srgbClr>
                </a:solidFill>
                <a:latin typeface="Avenir LT Std 35 Light" panose="020B0402020203020204" pitchFamily="34" charset="0"/>
              </a:rPr>
              <a:t>(accessible en cliquant dessus)</a:t>
            </a:r>
          </a:p>
        </p:txBody>
      </p:sp>
      <p:sp>
        <p:nvSpPr>
          <p:cNvPr id="86" name="Rectangle : coins arrondis 85">
            <a:extLst>
              <a:ext uri="{FF2B5EF4-FFF2-40B4-BE49-F238E27FC236}">
                <a16:creationId xmlns:a16="http://schemas.microsoft.com/office/drawing/2014/main" id="{A72FCB3B-D11D-DA51-82E7-D73596B60BDF}"/>
              </a:ext>
            </a:extLst>
          </p:cNvPr>
          <p:cNvSpPr/>
          <p:nvPr/>
        </p:nvSpPr>
        <p:spPr>
          <a:xfrm>
            <a:off x="8517576" y="2544206"/>
            <a:ext cx="1959272" cy="32903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000" b="1" i="1">
                <a:solidFill>
                  <a:schemeClr val="tx1"/>
                </a:solidFill>
                <a:latin typeface="Avenir LT Std 65 Medium" panose="020B0803020203020204" pitchFamily="34" charset="0"/>
              </a:rPr>
              <a:t>Ce qu’elle apporte</a:t>
            </a:r>
          </a:p>
        </p:txBody>
      </p:sp>
      <p:pic>
        <p:nvPicPr>
          <p:cNvPr id="146" name="Graphique 145" descr="Cœur avec un remplissage uni">
            <a:extLst>
              <a:ext uri="{FF2B5EF4-FFF2-40B4-BE49-F238E27FC236}">
                <a16:creationId xmlns:a16="http://schemas.microsoft.com/office/drawing/2014/main" id="{F1214065-57C1-418F-B98D-B275A9E58F6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80997" y="2533060"/>
            <a:ext cx="288595" cy="288595"/>
          </a:xfrm>
          <a:prstGeom prst="rect">
            <a:avLst/>
          </a:prstGeom>
        </p:spPr>
      </p:pic>
      <p:pic>
        <p:nvPicPr>
          <p:cNvPr id="148" name="Graphique 147" descr="Sablier plein avec un remplissage uni">
            <a:extLst>
              <a:ext uri="{FF2B5EF4-FFF2-40B4-BE49-F238E27FC236}">
                <a16:creationId xmlns:a16="http://schemas.microsoft.com/office/drawing/2014/main" id="{2EA75D82-5FB8-A1F4-F02C-5230589E894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089885" y="2536313"/>
            <a:ext cx="281763" cy="281763"/>
          </a:xfrm>
          <a:prstGeom prst="rect">
            <a:avLst/>
          </a:prstGeom>
        </p:spPr>
      </p:pic>
      <p:sp>
        <p:nvSpPr>
          <p:cNvPr id="12" name="Ellipse 11">
            <a:extLst>
              <a:ext uri="{FF2B5EF4-FFF2-40B4-BE49-F238E27FC236}">
                <a16:creationId xmlns:a16="http://schemas.microsoft.com/office/drawing/2014/main" id="{BCEE65BC-8BE7-C4E8-E1F2-54603A52723D}"/>
              </a:ext>
            </a:extLst>
          </p:cNvPr>
          <p:cNvSpPr/>
          <p:nvPr/>
        </p:nvSpPr>
        <p:spPr>
          <a:xfrm>
            <a:off x="864443" y="1904403"/>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pic>
        <p:nvPicPr>
          <p:cNvPr id="11" name="Graphique 10" descr="Ampoule et crayon avec un remplissage uni">
            <a:extLst>
              <a:ext uri="{FF2B5EF4-FFF2-40B4-BE49-F238E27FC236}">
                <a16:creationId xmlns:a16="http://schemas.microsoft.com/office/drawing/2014/main" id="{2765928D-678A-2200-A02F-9FCD42A2040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51179" y="1955818"/>
            <a:ext cx="402694" cy="402694"/>
          </a:xfrm>
          <a:prstGeom prst="rect">
            <a:avLst/>
          </a:prstGeom>
        </p:spPr>
      </p:pic>
      <p:sp>
        <p:nvSpPr>
          <p:cNvPr id="4" name="Rectangle : coins arrondis 3">
            <a:extLst>
              <a:ext uri="{FF2B5EF4-FFF2-40B4-BE49-F238E27FC236}">
                <a16:creationId xmlns:a16="http://schemas.microsoft.com/office/drawing/2014/main" id="{EF9D5FEC-C8DF-41AD-23EA-4368E838022E}"/>
              </a:ext>
            </a:extLst>
          </p:cNvPr>
          <p:cNvSpPr/>
          <p:nvPr/>
        </p:nvSpPr>
        <p:spPr>
          <a:xfrm>
            <a:off x="6229780" y="3804113"/>
            <a:ext cx="5715146" cy="2534848"/>
          </a:xfrm>
          <a:prstGeom prst="roundRect">
            <a:avLst>
              <a:gd name="adj" fmla="val 7884"/>
            </a:avLst>
          </a:prstGeom>
          <a:solidFill>
            <a:srgbClr val="FBFBFB"/>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defRPr/>
            </a:pPr>
            <a:r>
              <a:rPr kumimoji="0" lang="fr-FR" sz="900" b="0" i="1" u="none" strike="noStrike" kern="1200" cap="none" spc="0" normalizeH="0" baseline="0" noProof="0">
                <a:ln>
                  <a:noFill/>
                </a:ln>
                <a:solidFill>
                  <a:srgbClr val="FFFFFF">
                    <a:lumMod val="50000"/>
                  </a:srgbClr>
                </a:solidFill>
                <a:effectLst/>
                <a:uLnTx/>
                <a:uFillTx/>
                <a:latin typeface="Avenir LT Std 35 Light" panose="020B0402020203020204" pitchFamily="34" charset="0"/>
                <a:ea typeface="+mn-ea"/>
                <a:cs typeface="+mn-cs"/>
              </a:rPr>
              <a:t>Zone de texte libre</a:t>
            </a:r>
          </a:p>
        </p:txBody>
      </p:sp>
      <p:sp>
        <p:nvSpPr>
          <p:cNvPr id="7" name="Rectangle 6">
            <a:extLst>
              <a:ext uri="{FF2B5EF4-FFF2-40B4-BE49-F238E27FC236}">
                <a16:creationId xmlns:a16="http://schemas.microsoft.com/office/drawing/2014/main" id="{5B82745D-AE42-EA3E-540E-671629F79518}"/>
              </a:ext>
            </a:extLst>
          </p:cNvPr>
          <p:cNvSpPr/>
          <p:nvPr/>
        </p:nvSpPr>
        <p:spPr>
          <a:xfrm>
            <a:off x="6710527" y="3056244"/>
            <a:ext cx="1760373"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tlCol="0" anchor="ctr"/>
          <a:lstStyle/>
          <a:p>
            <a:r>
              <a:rPr lang="fr-FR" sz="1000" b="1">
                <a:solidFill>
                  <a:srgbClr val="306A92"/>
                </a:solidFill>
                <a:latin typeface="Avenir LT Std 45 Book" panose="020B0502020203020204" pitchFamily="34" charset="0"/>
              </a:rPr>
              <a:t>Outil d’évaluation des impacts humains </a:t>
            </a:r>
            <a:endParaRPr lang="fr-FR" sz="1000" b="1">
              <a:solidFill>
                <a:srgbClr val="306A92"/>
              </a:solidFill>
              <a:highlight>
                <a:srgbClr val="FFFF00"/>
              </a:highlight>
              <a:latin typeface="Avenir LT Std 45 Book" panose="020B0502020203020204" pitchFamily="34" charset="0"/>
            </a:endParaRPr>
          </a:p>
        </p:txBody>
      </p:sp>
      <p:sp>
        <p:nvSpPr>
          <p:cNvPr id="15" name="Rectangle 14">
            <a:extLst>
              <a:ext uri="{FF2B5EF4-FFF2-40B4-BE49-F238E27FC236}">
                <a16:creationId xmlns:a16="http://schemas.microsoft.com/office/drawing/2014/main" id="{296FF713-F5DE-6384-4E1C-5D723B9BA6FD}"/>
              </a:ext>
            </a:extLst>
          </p:cNvPr>
          <p:cNvSpPr/>
          <p:nvPr/>
        </p:nvSpPr>
        <p:spPr>
          <a:xfrm>
            <a:off x="8539585" y="3087022"/>
            <a:ext cx="2327272"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defTabSz="914355"/>
            <a:r>
              <a:rPr lang="fr-FR" sz="900">
                <a:solidFill>
                  <a:schemeClr val="tx1"/>
                </a:solidFill>
                <a:latin typeface="Avenir LT Std 35 Light" panose="020B0402020203020204" pitchFamily="34" charset="0"/>
              </a:rPr>
              <a:t>Une trame pour prendre en note toute votre réflexion sur les impacts humains du projet et qui permet une évaluation globale du risque humain sous forme de jauge</a:t>
            </a:r>
          </a:p>
        </p:txBody>
      </p:sp>
      <p:sp>
        <p:nvSpPr>
          <p:cNvPr id="23" name="Rectangle 22">
            <a:extLst>
              <a:ext uri="{FF2B5EF4-FFF2-40B4-BE49-F238E27FC236}">
                <a16:creationId xmlns:a16="http://schemas.microsoft.com/office/drawing/2014/main" id="{C011FC3A-5C24-C13C-D903-AADC04D827BA}"/>
              </a:ext>
            </a:extLst>
          </p:cNvPr>
          <p:cNvSpPr/>
          <p:nvPr/>
        </p:nvSpPr>
        <p:spPr>
          <a:xfrm>
            <a:off x="10932284" y="3007084"/>
            <a:ext cx="674091"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latin typeface="Avenir LT Std 45 Book" panose="020B0502020203020204" pitchFamily="34" charset="0"/>
              </a:rPr>
              <a:t>~ 20 min</a:t>
            </a:r>
          </a:p>
        </p:txBody>
      </p:sp>
      <p:grpSp>
        <p:nvGrpSpPr>
          <p:cNvPr id="24" name="Groupe 23">
            <a:extLst>
              <a:ext uri="{FF2B5EF4-FFF2-40B4-BE49-F238E27FC236}">
                <a16:creationId xmlns:a16="http://schemas.microsoft.com/office/drawing/2014/main" id="{AE37F7B6-5EC9-A109-78A4-C28EF9D9CF5A}"/>
              </a:ext>
            </a:extLst>
          </p:cNvPr>
          <p:cNvGrpSpPr/>
          <p:nvPr/>
        </p:nvGrpSpPr>
        <p:grpSpPr>
          <a:xfrm>
            <a:off x="11610032" y="3104443"/>
            <a:ext cx="315567" cy="274775"/>
            <a:chOff x="11492282" y="2015291"/>
            <a:chExt cx="315567" cy="274775"/>
          </a:xfrm>
        </p:grpSpPr>
        <p:pic>
          <p:nvPicPr>
            <p:cNvPr id="25" name="Graphique 24" descr="Cœur contour">
              <a:extLst>
                <a:ext uri="{FF2B5EF4-FFF2-40B4-BE49-F238E27FC236}">
                  <a16:creationId xmlns:a16="http://schemas.microsoft.com/office/drawing/2014/main" id="{90267053-D785-D3FD-E172-EB07D8A456E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492282" y="2015291"/>
              <a:ext cx="214188" cy="214188"/>
            </a:xfrm>
            <a:prstGeom prst="rect">
              <a:avLst/>
            </a:prstGeom>
          </p:spPr>
        </p:pic>
        <p:sp>
          <p:nvSpPr>
            <p:cNvPr id="27" name="Rectangle 26">
              <a:extLst>
                <a:ext uri="{FF2B5EF4-FFF2-40B4-BE49-F238E27FC236}">
                  <a16:creationId xmlns:a16="http://schemas.microsoft.com/office/drawing/2014/main" id="{0B8903D9-60EE-362D-87C1-00093AD168EB}"/>
                </a:ext>
              </a:extLst>
            </p:cNvPr>
            <p:cNvSpPr/>
            <p:nvPr/>
          </p:nvSpPr>
          <p:spPr>
            <a:xfrm>
              <a:off x="11593661" y="2101883"/>
              <a:ext cx="214188" cy="1881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306A92"/>
                  </a:solidFill>
                </a:rPr>
                <a:t>x</a:t>
              </a:r>
              <a:endParaRPr lang="fr-FR" sz="1200" b="1">
                <a:solidFill>
                  <a:srgbClr val="306A92"/>
                </a:solidFill>
              </a:endParaRPr>
            </a:p>
          </p:txBody>
        </p:sp>
      </p:grpSp>
      <p:pic>
        <p:nvPicPr>
          <p:cNvPr id="28" name="Graphique 27" descr="Outils avec un remplissage uni">
            <a:extLst>
              <a:ext uri="{FF2B5EF4-FFF2-40B4-BE49-F238E27FC236}">
                <a16:creationId xmlns:a16="http://schemas.microsoft.com/office/drawing/2014/main" id="{0E4C33C4-CD76-2342-60A1-98DEB8C7612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flipH="1">
            <a:off x="6364276" y="3133665"/>
            <a:ext cx="290825" cy="290825"/>
          </a:xfrm>
          <a:prstGeom prst="rect">
            <a:avLst/>
          </a:prstGeom>
        </p:spPr>
      </p:pic>
      <p:sp>
        <p:nvSpPr>
          <p:cNvPr id="14" name="Rectangle 13">
            <a:extLst>
              <a:ext uri="{FF2B5EF4-FFF2-40B4-BE49-F238E27FC236}">
                <a16:creationId xmlns:a16="http://schemas.microsoft.com/office/drawing/2014/main" id="{8E23FC9B-E342-FB96-0275-9E3504AF916D}"/>
              </a:ext>
            </a:extLst>
          </p:cNvPr>
          <p:cNvSpPr/>
          <p:nvPr/>
        </p:nvSpPr>
        <p:spPr>
          <a:xfrm>
            <a:off x="6789598" y="3443462"/>
            <a:ext cx="873752" cy="100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fr-FR" sz="800" b="1">
                <a:latin typeface="Avenir LT Std 45 Book" panose="020B0502020203020204" pitchFamily="34" charset="0"/>
              </a:rPr>
              <a:t>Non disponible</a:t>
            </a:r>
          </a:p>
        </p:txBody>
      </p:sp>
      <p:grpSp>
        <p:nvGrpSpPr>
          <p:cNvPr id="13" name="Groupe 12">
            <a:extLst>
              <a:ext uri="{FF2B5EF4-FFF2-40B4-BE49-F238E27FC236}">
                <a16:creationId xmlns:a16="http://schemas.microsoft.com/office/drawing/2014/main" id="{8B9A00F3-E848-A033-B023-1E5B775EF789}"/>
              </a:ext>
            </a:extLst>
          </p:cNvPr>
          <p:cNvGrpSpPr>
            <a:grpSpLocks noChangeAspect="1"/>
          </p:cNvGrpSpPr>
          <p:nvPr/>
        </p:nvGrpSpPr>
        <p:grpSpPr>
          <a:xfrm>
            <a:off x="11001871" y="6336764"/>
            <a:ext cx="1082632" cy="444130"/>
            <a:chOff x="5810" y="1578917"/>
            <a:chExt cx="559801" cy="229645"/>
          </a:xfrm>
        </p:grpSpPr>
        <p:sp>
          <p:nvSpPr>
            <p:cNvPr id="17" name="Rectangle : coins arrondis 16">
              <a:hlinkClick r:id="rId9" action="ppaction://hlinksldjump"/>
              <a:extLst>
                <a:ext uri="{FF2B5EF4-FFF2-40B4-BE49-F238E27FC236}">
                  <a16:creationId xmlns:a16="http://schemas.microsoft.com/office/drawing/2014/main" id="{8998443D-A13E-3F64-9524-C32B80D1457E}"/>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hlinkClick r:id="rId9"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ndParaRPr>
            </a:p>
          </p:txBody>
        </p:sp>
        <p:pic>
          <p:nvPicPr>
            <p:cNvPr id="19" name="Graphique 18" descr="Retour avec un remplissage uni">
              <a:hlinkClick r:id="rId9" action="ppaction://hlinksldjump"/>
              <a:extLst>
                <a:ext uri="{FF2B5EF4-FFF2-40B4-BE49-F238E27FC236}">
                  <a16:creationId xmlns:a16="http://schemas.microsoft.com/office/drawing/2014/main" id="{73774305-439B-A3CB-A656-660279416B6A}"/>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9060" y="1578917"/>
              <a:ext cx="229645" cy="229645"/>
            </a:xfrm>
            <a:prstGeom prst="rect">
              <a:avLst/>
            </a:prstGeom>
          </p:spPr>
        </p:pic>
      </p:grpSp>
      <p:sp>
        <p:nvSpPr>
          <p:cNvPr id="40" name="Rectangle : coins arrondis 39">
            <a:extLst>
              <a:ext uri="{FF2B5EF4-FFF2-40B4-BE49-F238E27FC236}">
                <a16:creationId xmlns:a16="http://schemas.microsoft.com/office/drawing/2014/main" id="{F0330302-5C77-B5E0-1DD5-B5E146D15F68}"/>
              </a:ext>
            </a:extLst>
          </p:cNvPr>
          <p:cNvSpPr/>
          <p:nvPr/>
        </p:nvSpPr>
        <p:spPr>
          <a:xfrm>
            <a:off x="6086783" y="6502490"/>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DC582A"/>
                </a:solidFill>
              </a:rPr>
              <a:t>PROTOTYPE</a:t>
            </a:r>
          </a:p>
        </p:txBody>
      </p:sp>
      <p:sp>
        <p:nvSpPr>
          <p:cNvPr id="3" name="Flèche : chevron 8 - 2 - 1">
            <a:extLst>
              <a:ext uri="{FF2B5EF4-FFF2-40B4-BE49-F238E27FC236}">
                <a16:creationId xmlns:a16="http://schemas.microsoft.com/office/drawing/2014/main" id="{29AD6CDB-D5AD-1CDA-EA72-0A469A11E578}"/>
              </a:ext>
            </a:extLst>
          </p:cNvPr>
          <p:cNvSpPr/>
          <p:nvPr/>
        </p:nvSpPr>
        <p:spPr>
          <a:xfrm>
            <a:off x="6924000" y="21771"/>
            <a:ext cx="1800000" cy="288000"/>
          </a:xfrm>
          <a:prstGeom prst="chevron">
            <a:avLst>
              <a:gd name="adj" fmla="val 28278"/>
            </a:avLst>
          </a:prstGeom>
          <a:solidFill>
            <a:srgbClr val="A1D6CA"/>
          </a:solidFill>
          <a:ln w="28575">
            <a:solidFill>
              <a:srgbClr val="A1D6CA"/>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rgbClr val="154734"/>
                </a:solidFill>
                <a:latin typeface="Avenir LT Std 45 Book" panose="020B0502020203020204" pitchFamily="34" charset="0"/>
              </a:rPr>
              <a:t>Ressources impacts humains</a:t>
            </a:r>
          </a:p>
        </p:txBody>
      </p:sp>
      <p:sp>
        <p:nvSpPr>
          <p:cNvPr id="9" name="Flèche : chevron 8 - 2 - 1">
            <a:extLst>
              <a:ext uri="{FF2B5EF4-FFF2-40B4-BE49-F238E27FC236}">
                <a16:creationId xmlns:a16="http://schemas.microsoft.com/office/drawing/2014/main" id="{4D92C568-891C-BEB9-632A-337F0968D413}"/>
              </a:ext>
            </a:extLst>
          </p:cNvPr>
          <p:cNvSpPr/>
          <p:nvPr/>
        </p:nvSpPr>
        <p:spPr>
          <a:xfrm>
            <a:off x="1776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a:t>
            </a:r>
            <a:r>
              <a:rPr lang="fr-FR" sz="1100" b="1" err="1">
                <a:solidFill>
                  <a:schemeClr val="bg1">
                    <a:lumMod val="50000"/>
                  </a:schemeClr>
                </a:solidFill>
                <a:latin typeface="Avenir LT Std 45 Book" panose="020B0502020203020204" pitchFamily="34" charset="0"/>
              </a:rPr>
              <a:t>moi-mëme</a:t>
            </a:r>
            <a:endParaRPr lang="fr-FR" sz="1100" b="1">
              <a:solidFill>
                <a:schemeClr val="bg1">
                  <a:lumMod val="50000"/>
                </a:schemeClr>
              </a:solidFill>
              <a:latin typeface="Avenir LT Std 45 Book" panose="020B0502020203020204" pitchFamily="34" charset="0"/>
            </a:endParaRPr>
          </a:p>
        </p:txBody>
      </p:sp>
      <p:sp>
        <p:nvSpPr>
          <p:cNvPr id="20" name="Flèche : chevron 8 - 2 - 1">
            <a:extLst>
              <a:ext uri="{FF2B5EF4-FFF2-40B4-BE49-F238E27FC236}">
                <a16:creationId xmlns:a16="http://schemas.microsoft.com/office/drawing/2014/main" id="{E1DBDFE3-383F-056B-BEDA-B2217485EF3D}"/>
              </a:ext>
            </a:extLst>
          </p:cNvPr>
          <p:cNvSpPr/>
          <p:nvPr/>
        </p:nvSpPr>
        <p:spPr>
          <a:xfrm>
            <a:off x="5244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des impacts humains</a:t>
            </a:r>
          </a:p>
        </p:txBody>
      </p:sp>
      <p:sp>
        <p:nvSpPr>
          <p:cNvPr id="22" name="Flèche : chevron 8 - 2 - 1">
            <a:extLst>
              <a:ext uri="{FF2B5EF4-FFF2-40B4-BE49-F238E27FC236}">
                <a16:creationId xmlns:a16="http://schemas.microsoft.com/office/drawing/2014/main" id="{443D9733-CEBB-E044-EFE6-F71800314C27}"/>
              </a:ext>
            </a:extLst>
          </p:cNvPr>
          <p:cNvSpPr/>
          <p:nvPr/>
        </p:nvSpPr>
        <p:spPr>
          <a:xfrm>
            <a:off x="636000" y="21771"/>
            <a:ext cx="115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Cas d’usage</a:t>
            </a:r>
          </a:p>
        </p:txBody>
      </p:sp>
      <p:sp>
        <p:nvSpPr>
          <p:cNvPr id="29" name="Flèche : chevron 8 - 2 - 1">
            <a:extLst>
              <a:ext uri="{FF2B5EF4-FFF2-40B4-BE49-F238E27FC236}">
                <a16:creationId xmlns:a16="http://schemas.microsoft.com/office/drawing/2014/main" id="{592E9C17-14E4-BE51-E640-E6D61D5F947E}"/>
              </a:ext>
            </a:extLst>
          </p:cNvPr>
          <p:cNvSpPr/>
          <p:nvPr/>
        </p:nvSpPr>
        <p:spPr>
          <a:xfrm>
            <a:off x="3456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pour moi-même</a:t>
            </a:r>
          </a:p>
        </p:txBody>
      </p:sp>
      <p:sp>
        <p:nvSpPr>
          <p:cNvPr id="31" name="Flèche : pentagone 3">
            <a:extLst>
              <a:ext uri="{FF2B5EF4-FFF2-40B4-BE49-F238E27FC236}">
                <a16:creationId xmlns:a16="http://schemas.microsoft.com/office/drawing/2014/main" id="{7A507DC5-3549-D7A1-B131-1C0339E14812}"/>
              </a:ext>
            </a:extLst>
          </p:cNvPr>
          <p:cNvSpPr/>
          <p:nvPr/>
        </p:nvSpPr>
        <p:spPr>
          <a:xfrm>
            <a:off x="0" y="21771"/>
            <a:ext cx="648000" cy="288000"/>
          </a:xfrm>
          <a:prstGeom prst="homePlate">
            <a:avLst>
              <a:gd name="adj" fmla="val 26503"/>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Accueil</a:t>
            </a:r>
          </a:p>
        </p:txBody>
      </p:sp>
      <p:sp>
        <p:nvSpPr>
          <p:cNvPr id="44" name="Flèche : chevron 8 - 2 - 1">
            <a:extLst>
              <a:ext uri="{FF2B5EF4-FFF2-40B4-BE49-F238E27FC236}">
                <a16:creationId xmlns:a16="http://schemas.microsoft.com/office/drawing/2014/main" id="{EDD4A809-8E9C-2F0C-925E-F67072055EA1}"/>
              </a:ext>
            </a:extLst>
          </p:cNvPr>
          <p:cNvSpPr/>
          <p:nvPr/>
        </p:nvSpPr>
        <p:spPr>
          <a:xfrm>
            <a:off x="8712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a:t>
            </a:r>
            <a:br>
              <a:rPr lang="fr-FR" sz="1100" b="1">
                <a:solidFill>
                  <a:schemeClr val="bg1">
                    <a:lumMod val="50000"/>
                  </a:schemeClr>
                </a:solidFill>
                <a:latin typeface="Avenir LT Std 45 Book" panose="020B0502020203020204" pitchFamily="34" charset="0"/>
              </a:rPr>
            </a:br>
            <a:r>
              <a:rPr lang="fr-FR" sz="1100" b="1">
                <a:solidFill>
                  <a:schemeClr val="bg1">
                    <a:lumMod val="50000"/>
                  </a:schemeClr>
                </a:solidFill>
                <a:latin typeface="Avenir LT Std 45 Book" panose="020B0502020203020204" pitchFamily="34" charset="0"/>
              </a:rPr>
              <a:t>préparer le collectif</a:t>
            </a:r>
          </a:p>
        </p:txBody>
      </p:sp>
      <p:sp>
        <p:nvSpPr>
          <p:cNvPr id="47" name="Flèche : chevron 8 - 2 - 1">
            <a:extLst>
              <a:ext uri="{FF2B5EF4-FFF2-40B4-BE49-F238E27FC236}">
                <a16:creationId xmlns:a16="http://schemas.microsoft.com/office/drawing/2014/main" id="{739B4E7E-6525-775D-9DAA-07DCDF980E7B}"/>
              </a:ext>
            </a:extLst>
          </p:cNvPr>
          <p:cNvSpPr/>
          <p:nvPr/>
        </p:nvSpPr>
        <p:spPr>
          <a:xfrm>
            <a:off x="10392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préparation collectif</a:t>
            </a:r>
          </a:p>
        </p:txBody>
      </p:sp>
    </p:spTree>
    <p:extLst>
      <p:ext uri="{BB962C8B-B14F-4D97-AF65-F5344CB8AC3E}">
        <p14:creationId xmlns:p14="http://schemas.microsoft.com/office/powerpoint/2010/main" val="33673185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5A5C9-B5A4-1F5A-2895-7E74D1AC2533}"/>
            </a:ext>
          </a:extLst>
        </p:cNvPr>
        <p:cNvGrpSpPr/>
        <p:nvPr/>
      </p:nvGrpSpPr>
      <p:grpSpPr>
        <a:xfrm>
          <a:off x="0" y="0"/>
          <a:ext cx="0" cy="0"/>
          <a:chOff x="0" y="0"/>
          <a:chExt cx="0" cy="0"/>
        </a:xfrm>
      </p:grpSpPr>
      <p:sp>
        <p:nvSpPr>
          <p:cNvPr id="41" name="Rectangle : coins arrondis 40">
            <a:extLst>
              <a:ext uri="{FF2B5EF4-FFF2-40B4-BE49-F238E27FC236}">
                <a16:creationId xmlns:a16="http://schemas.microsoft.com/office/drawing/2014/main" id="{3CE50A4D-86EA-AFB6-DA08-70C17CC287DF}"/>
              </a:ext>
            </a:extLst>
          </p:cNvPr>
          <p:cNvSpPr/>
          <p:nvPr/>
        </p:nvSpPr>
        <p:spPr>
          <a:xfrm>
            <a:off x="216504" y="1889361"/>
            <a:ext cx="5715147" cy="4449600"/>
          </a:xfrm>
          <a:prstGeom prst="roundRect">
            <a:avLst>
              <a:gd name="adj" fmla="val 3071"/>
            </a:avLst>
          </a:prstGeom>
          <a:solidFill>
            <a:schemeClr val="bg1"/>
          </a:solidFill>
          <a:ln w="38100">
            <a:solidFill>
              <a:srgbClr val="00B388"/>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6213" lvl="0" indent="-171450" algn="just">
              <a:spcAft>
                <a:spcPts val="600"/>
              </a:spcAft>
              <a:buFont typeface="Arial" panose="020B0604020202020204" pitchFamily="34" charset="0"/>
              <a:buChar char="•"/>
              <a:tabLst>
                <a:tab pos="176213" algn="l"/>
              </a:tabLst>
              <a:defRPr/>
            </a:pPr>
            <a:endParaRPr lang="fr-FR" sz="1000">
              <a:solidFill>
                <a:schemeClr val="tx1"/>
              </a:solidFill>
              <a:latin typeface="Avenir LT Std 55 Roman" panose="020B0503020203020204" pitchFamily="34" charset="0"/>
              <a:cs typeface="Times New Roman" panose="02020603050405020304" pitchFamily="18" charset="0"/>
            </a:endParaRPr>
          </a:p>
          <a:p>
            <a:pPr marL="176213" lvl="0" indent="-171450" algn="just">
              <a:spcAft>
                <a:spcPts val="600"/>
              </a:spcAft>
              <a:buFont typeface="Arial" panose="020B0604020202020204" pitchFamily="34" charset="0"/>
              <a:buChar char="•"/>
              <a:tabLst>
                <a:tab pos="176213" algn="l"/>
              </a:tabLst>
              <a:defRPr/>
            </a:pPr>
            <a:endParaRPr lang="fr-FR" sz="1000">
              <a:solidFill>
                <a:schemeClr val="tx1"/>
              </a:solidFill>
              <a:latin typeface="Avenir LT Std 55 Roman" panose="020B0503020203020204" pitchFamily="34" charset="0"/>
              <a:cs typeface="Times New Roman" panose="02020603050405020304" pitchFamily="18" charset="0"/>
            </a:endParaRPr>
          </a:p>
          <a:p>
            <a:pPr marL="176213" lvl="0" indent="-171450" algn="just">
              <a:spcAft>
                <a:spcPts val="300"/>
              </a:spcAft>
              <a:buFont typeface="Arial" panose="020B0604020202020204" pitchFamily="34" charset="0"/>
              <a:buChar char="•"/>
              <a:tabLst>
                <a:tab pos="176213" algn="l"/>
              </a:tabLst>
              <a:defRPr/>
            </a:pPr>
            <a:r>
              <a:rPr lang="fr-FR" sz="1050">
                <a:solidFill>
                  <a:schemeClr val="tx1"/>
                </a:solidFill>
                <a:latin typeface="Avenir LT Std 55 Roman" panose="020B0503020203020204" pitchFamily="34" charset="0"/>
                <a:cs typeface="Times New Roman" panose="02020603050405020304" pitchFamily="18" charset="0"/>
              </a:rPr>
              <a:t>Est-ce que le projet implique un </a:t>
            </a:r>
            <a:r>
              <a:rPr lang="fr-FR" sz="1050" b="1" i="1">
                <a:solidFill>
                  <a:schemeClr val="tx1"/>
                </a:solidFill>
                <a:latin typeface="Avenir LT Std 55 Roman" panose="020B0503020203020204" pitchFamily="34" charset="0"/>
                <a:cs typeface="Times New Roman" panose="02020603050405020304" pitchFamily="18" charset="0"/>
              </a:rPr>
              <a:t>changement géographique </a:t>
            </a:r>
            <a:r>
              <a:rPr lang="fr-FR" sz="1050">
                <a:solidFill>
                  <a:schemeClr val="tx1"/>
                </a:solidFill>
                <a:latin typeface="Avenir LT Std 55 Roman" panose="020B0503020203020204" pitchFamily="34" charset="0"/>
                <a:cs typeface="Times New Roman" panose="02020603050405020304" pitchFamily="18" charset="0"/>
              </a:rPr>
              <a:t>(déménagement, délocalisation…) ? </a:t>
            </a:r>
            <a:r>
              <a:rPr lang="fr-FR" sz="1050" b="1" i="1">
                <a:solidFill>
                  <a:schemeClr val="tx1"/>
                </a:solidFill>
                <a:latin typeface="Avenir LT Std 55 Roman" panose="020B0503020203020204" pitchFamily="34" charset="0"/>
                <a:cs typeface="Times New Roman" panose="02020603050405020304" pitchFamily="18" charset="0"/>
              </a:rPr>
              <a:t>Impact de ce changement pour les agents </a:t>
            </a:r>
            <a:r>
              <a:rPr lang="fr-FR" sz="1050">
                <a:solidFill>
                  <a:schemeClr val="tx1"/>
                </a:solidFill>
                <a:latin typeface="Avenir LT Std 55 Roman" panose="020B0503020203020204" pitchFamily="34" charset="0"/>
                <a:cs typeface="Times New Roman" panose="02020603050405020304" pitchFamily="18" charset="0"/>
              </a:rPr>
              <a:t>: temps de trajet travail-domicile, accessibilité au nouveau site (moyens de transports en commun, éloignement du site des transports en communs, difficulté de l’itinéraire du trajet travail-domicile (axe très fréquenté, conditions de route...), parking sécurisé à disposition sur le site…) ? Quelles</a:t>
            </a:r>
            <a:r>
              <a:rPr lang="fr-FR" sz="1050" b="1" i="1">
                <a:solidFill>
                  <a:schemeClr val="tx1"/>
                </a:solidFill>
                <a:latin typeface="Avenir LT Std 55 Roman" panose="020B0503020203020204" pitchFamily="34" charset="0"/>
                <a:cs typeface="Times New Roman" panose="02020603050405020304" pitchFamily="18" charset="0"/>
              </a:rPr>
              <a:t> solutions pour les agents </a:t>
            </a:r>
            <a:r>
              <a:rPr lang="fr-FR" sz="1050">
                <a:solidFill>
                  <a:schemeClr val="tx1"/>
                </a:solidFill>
                <a:latin typeface="Avenir LT Std 55 Roman" panose="020B0503020203020204" pitchFamily="34" charset="0"/>
                <a:cs typeface="Times New Roman" panose="02020603050405020304" pitchFamily="18" charset="0"/>
              </a:rPr>
              <a:t>(ex. mise à disposition de moyens de transport (navette, véhicule professionnel…), aménagement des horaires, adaptation du télétravail, mise en place de covoiturage entre collègues…) ?</a:t>
            </a:r>
          </a:p>
          <a:p>
            <a:pPr marL="176213" lvl="0" indent="-171450" algn="just">
              <a:spcAft>
                <a:spcPts val="300"/>
              </a:spcAft>
              <a:buFont typeface="Arial" panose="020B0604020202020204" pitchFamily="34" charset="0"/>
              <a:buChar char="•"/>
              <a:tabLst>
                <a:tab pos="176213" algn="l"/>
              </a:tabLst>
              <a:defRPr/>
            </a:pPr>
            <a:r>
              <a:rPr lang="fr-FR" sz="1050">
                <a:solidFill>
                  <a:schemeClr val="tx1"/>
                </a:solidFill>
                <a:latin typeface="Avenir LT Std 55 Roman" panose="020B0503020203020204" pitchFamily="34" charset="0"/>
                <a:cs typeface="Times New Roman" panose="02020603050405020304" pitchFamily="18" charset="0"/>
              </a:rPr>
              <a:t>Le projet fait-il évoluer</a:t>
            </a:r>
            <a:r>
              <a:rPr lang="fr-FR" sz="1050" b="1" i="1">
                <a:solidFill>
                  <a:schemeClr val="tx1"/>
                </a:solidFill>
                <a:latin typeface="Avenir LT Std 55 Roman" panose="020B0503020203020204" pitchFamily="34" charset="0"/>
                <a:cs typeface="Times New Roman" panose="02020603050405020304" pitchFamily="18" charset="0"/>
              </a:rPr>
              <a:t> le nombre de déplacements professionnels </a:t>
            </a:r>
            <a:r>
              <a:rPr lang="fr-FR" sz="1050">
                <a:solidFill>
                  <a:schemeClr val="tx1"/>
                </a:solidFill>
                <a:latin typeface="Avenir LT Std 55 Roman" panose="020B0503020203020204" pitchFamily="34" charset="0"/>
                <a:cs typeface="Times New Roman" panose="02020603050405020304" pitchFamily="18" charset="0"/>
              </a:rPr>
              <a:t>pour les agents (fréquence des découchés…) ? Quelles </a:t>
            </a:r>
            <a:r>
              <a:rPr lang="fr-FR" sz="1050" b="1" i="1">
                <a:solidFill>
                  <a:schemeClr val="tx1"/>
                </a:solidFill>
                <a:latin typeface="Avenir LT Std 55 Roman" panose="020B0503020203020204" pitchFamily="34" charset="0"/>
                <a:cs typeface="Times New Roman" panose="02020603050405020304" pitchFamily="18" charset="0"/>
              </a:rPr>
              <a:t>solutions proposer </a:t>
            </a:r>
            <a:r>
              <a:rPr lang="fr-FR" sz="1050">
                <a:solidFill>
                  <a:schemeClr val="tx1"/>
                </a:solidFill>
                <a:latin typeface="Avenir LT Std 55 Roman" panose="020B0503020203020204" pitchFamily="34" charset="0"/>
                <a:cs typeface="Times New Roman" panose="02020603050405020304" pitchFamily="18" charset="0"/>
              </a:rPr>
              <a:t>aux agents (ex. hébergement en cas de déplacement, frais de taxi, frais de restauration, aménagement du temps de travail sur les prochains services…) ?</a:t>
            </a:r>
          </a:p>
          <a:p>
            <a:pPr marL="176213" lvl="0" indent="-171450" algn="just">
              <a:spcAft>
                <a:spcPts val="300"/>
              </a:spcAft>
              <a:buFont typeface="Arial" panose="020B0604020202020204" pitchFamily="34" charset="0"/>
              <a:buChar char="•"/>
              <a:tabLst>
                <a:tab pos="176213" algn="l"/>
              </a:tabLst>
              <a:defRPr/>
            </a:pPr>
            <a:r>
              <a:rPr lang="fr-FR" sz="1050">
                <a:solidFill>
                  <a:schemeClr val="tx1"/>
                </a:solidFill>
                <a:latin typeface="Avenir LT Std 55 Roman" panose="020B0503020203020204" pitchFamily="34" charset="0"/>
                <a:cs typeface="Times New Roman" panose="02020603050405020304" pitchFamily="18" charset="0"/>
              </a:rPr>
              <a:t>Quels sont les </a:t>
            </a:r>
            <a:r>
              <a:rPr lang="fr-FR" sz="1050" b="1" i="1">
                <a:solidFill>
                  <a:schemeClr val="tx1"/>
                </a:solidFill>
                <a:latin typeface="Avenir LT Std 55 Roman" panose="020B0503020203020204" pitchFamily="34" charset="0"/>
                <a:cs typeface="Times New Roman" panose="02020603050405020304" pitchFamily="18" charset="0"/>
              </a:rPr>
              <a:t>impacts sur l’équilibre de vie professionnelle-personnelle </a:t>
            </a:r>
            <a:r>
              <a:rPr lang="fr-FR" sz="1050">
                <a:solidFill>
                  <a:schemeClr val="tx1"/>
                </a:solidFill>
                <a:latin typeface="Avenir LT Std 55 Roman" panose="020B0503020203020204" pitchFamily="34" charset="0"/>
                <a:cs typeface="Times New Roman" panose="02020603050405020304" pitchFamily="18" charset="0"/>
              </a:rPr>
              <a:t>pour les agents : incompatibilité avec les horaires de crèches ou des établissements scolaires, garde d’enfants supplémentaires nécessaire, fatigue supplémentaire à gérer, incompatibilité avec les contraintes médicales ou avec les obligations du rôle d’aidant, accessibilité contrainte à une activité sportive… ?</a:t>
            </a:r>
          </a:p>
          <a:p>
            <a:pPr marL="176213" lvl="0" indent="-171450" algn="just">
              <a:spcAft>
                <a:spcPts val="300"/>
              </a:spcAft>
              <a:buFont typeface="Arial" panose="020B0604020202020204" pitchFamily="34" charset="0"/>
              <a:buChar char="•"/>
              <a:tabLst>
                <a:tab pos="176213" algn="l"/>
              </a:tabLst>
              <a:defRPr/>
            </a:pPr>
            <a:r>
              <a:rPr lang="fr-FR" sz="1050">
                <a:solidFill>
                  <a:schemeClr val="tx1"/>
                </a:solidFill>
                <a:latin typeface="Avenir LT Std 55 Roman" panose="020B0503020203020204" pitchFamily="34" charset="0"/>
                <a:cs typeface="Times New Roman" panose="02020603050405020304" pitchFamily="18" charset="0"/>
              </a:rPr>
              <a:t>Quelles sont les </a:t>
            </a:r>
            <a:r>
              <a:rPr lang="fr-FR" sz="1050" b="1" i="1">
                <a:solidFill>
                  <a:schemeClr val="tx1"/>
                </a:solidFill>
                <a:latin typeface="Avenir LT Std 55 Roman" panose="020B0503020203020204" pitchFamily="34" charset="0"/>
                <a:cs typeface="Times New Roman" panose="02020603050405020304" pitchFamily="18" charset="0"/>
              </a:rPr>
              <a:t>marges de manœuvre en matière de mise en œuvre du projet </a:t>
            </a:r>
            <a:r>
              <a:rPr lang="fr-FR" sz="1050">
                <a:solidFill>
                  <a:schemeClr val="tx1"/>
                </a:solidFill>
                <a:latin typeface="Avenir LT Std 55 Roman" panose="020B0503020203020204" pitchFamily="34" charset="0"/>
                <a:cs typeface="Times New Roman" panose="02020603050405020304" pitchFamily="18" charset="0"/>
              </a:rPr>
              <a:t>pour assurer l’équilibre de vie professionnelle-personnelle pour les agents ? Ai-je échangé avec les agents concernés sur </a:t>
            </a:r>
            <a:r>
              <a:rPr lang="fr-FR" sz="1050" b="1" i="1">
                <a:solidFill>
                  <a:schemeClr val="tx1"/>
                </a:solidFill>
                <a:latin typeface="Avenir LT Std 55 Roman" panose="020B0503020203020204" pitchFamily="34" charset="0"/>
                <a:cs typeface="Times New Roman" panose="02020603050405020304" pitchFamily="18" charset="0"/>
              </a:rPr>
              <a:t>les mesures individuelles nécessaires</a:t>
            </a:r>
            <a:r>
              <a:rPr lang="fr-FR" sz="1050">
                <a:solidFill>
                  <a:schemeClr val="tx1"/>
                </a:solidFill>
                <a:latin typeface="Avenir LT Std 55 Roman" panose="020B0503020203020204" pitchFamily="34" charset="0"/>
                <a:cs typeface="Times New Roman" panose="02020603050405020304" pitchFamily="18" charset="0"/>
              </a:rPr>
              <a:t> au regard de leur situation personnelle ? </a:t>
            </a:r>
          </a:p>
          <a:p>
            <a:pPr marL="176213" lvl="0" indent="-171450" algn="just">
              <a:spcAft>
                <a:spcPts val="300"/>
              </a:spcAft>
              <a:buFont typeface="Arial" panose="020B0604020202020204" pitchFamily="34" charset="0"/>
              <a:buChar char="•"/>
              <a:tabLst>
                <a:tab pos="176213" algn="l"/>
              </a:tabLst>
              <a:defRPr/>
            </a:pPr>
            <a:r>
              <a:rPr lang="fr-FR" sz="1050">
                <a:solidFill>
                  <a:schemeClr val="tx1"/>
                </a:solidFill>
                <a:latin typeface="Avenir LT Std 55 Roman" panose="020B0503020203020204" pitchFamily="34" charset="0"/>
                <a:cs typeface="Times New Roman" panose="02020603050405020304" pitchFamily="18" charset="0"/>
              </a:rPr>
              <a:t>Quels sont les </a:t>
            </a:r>
            <a:r>
              <a:rPr lang="fr-FR" sz="1050" b="1" i="1">
                <a:solidFill>
                  <a:schemeClr val="tx1"/>
                </a:solidFill>
                <a:latin typeface="Avenir LT Std 55 Roman" panose="020B0503020203020204" pitchFamily="34" charset="0"/>
                <a:cs typeface="Times New Roman" panose="02020603050405020304" pitchFamily="18" charset="0"/>
              </a:rPr>
              <a:t>mesures d’accompagnement pour les agents en situation d’handicap</a:t>
            </a:r>
            <a:r>
              <a:rPr lang="fr-FR" sz="1050">
                <a:solidFill>
                  <a:schemeClr val="tx1"/>
                </a:solidFill>
                <a:latin typeface="Avenir LT Std 55 Roman" panose="020B0503020203020204" pitchFamily="34" charset="0"/>
                <a:cs typeface="Times New Roman" panose="02020603050405020304" pitchFamily="18" charset="0"/>
              </a:rPr>
              <a:t> ?</a:t>
            </a:r>
          </a:p>
        </p:txBody>
      </p:sp>
      <p:sp>
        <p:nvSpPr>
          <p:cNvPr id="168" name="Rectangle : coins arrondis 167">
            <a:extLst>
              <a:ext uri="{FF2B5EF4-FFF2-40B4-BE49-F238E27FC236}">
                <a16:creationId xmlns:a16="http://schemas.microsoft.com/office/drawing/2014/main" id="{8C034FB0-EA72-A208-ECF8-1A6515272CB3}"/>
              </a:ext>
            </a:extLst>
          </p:cNvPr>
          <p:cNvSpPr/>
          <p:nvPr/>
        </p:nvSpPr>
        <p:spPr>
          <a:xfrm>
            <a:off x="6229779" y="2285304"/>
            <a:ext cx="5751893" cy="1465597"/>
          </a:xfrm>
          <a:prstGeom prst="roundRect">
            <a:avLst>
              <a:gd name="adj" fmla="val 0"/>
            </a:avLst>
          </a:prstGeom>
          <a:solidFill>
            <a:srgbClr val="F6F9FC"/>
          </a:solid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9050" lvl="0" algn="just">
              <a:lnSpc>
                <a:spcPts val="1400"/>
              </a:lnSpc>
              <a:spcAft>
                <a:spcPts val="600"/>
              </a:spcAft>
              <a:tabLst>
                <a:tab pos="180975" algn="l"/>
              </a:tabLst>
              <a:defRPr/>
            </a:pPr>
            <a:endParaRPr lang="fr-FR" sz="1000">
              <a:solidFill>
                <a:srgbClr val="000000"/>
              </a:solidFill>
              <a:latin typeface="Avenir LT Std 55 Roman" panose="020B0503020203020204" pitchFamily="34" charset="0"/>
              <a:cs typeface="Times New Roman" panose="02020603050405020304" pitchFamily="18" charset="0"/>
            </a:endParaRPr>
          </a:p>
        </p:txBody>
      </p:sp>
      <p:sp>
        <p:nvSpPr>
          <p:cNvPr id="16" name="Rectangle : coins arrondis 15">
            <a:extLst>
              <a:ext uri="{FF2B5EF4-FFF2-40B4-BE49-F238E27FC236}">
                <a16:creationId xmlns:a16="http://schemas.microsoft.com/office/drawing/2014/main" id="{76D7C78A-F0DF-64B3-8A0B-571CBA873001}"/>
              </a:ext>
            </a:extLst>
          </p:cNvPr>
          <p:cNvSpPr/>
          <p:nvPr/>
        </p:nvSpPr>
        <p:spPr>
          <a:xfrm>
            <a:off x="206672" y="1889361"/>
            <a:ext cx="5740809" cy="504694"/>
          </a:xfrm>
          <a:prstGeom prst="roundRect">
            <a:avLst/>
          </a:prstGeom>
          <a:solidFill>
            <a:srgbClr val="00B3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400" b="1" i="1">
                <a:solidFill>
                  <a:schemeClr val="bg1"/>
                </a:solidFill>
              </a:rPr>
              <a:t>Les questions à se poser</a:t>
            </a:r>
          </a:p>
        </p:txBody>
      </p:sp>
      <p:sp>
        <p:nvSpPr>
          <p:cNvPr id="5" name="Rectangle 4">
            <a:extLst>
              <a:ext uri="{FF2B5EF4-FFF2-40B4-BE49-F238E27FC236}">
                <a16:creationId xmlns:a16="http://schemas.microsoft.com/office/drawing/2014/main" id="{4B147ECA-6001-A91F-EC12-F5CC303EBE8C}"/>
              </a:ext>
            </a:extLst>
          </p:cNvPr>
          <p:cNvSpPr/>
          <p:nvPr/>
        </p:nvSpPr>
        <p:spPr>
          <a:xfrm>
            <a:off x="-3064" y="378372"/>
            <a:ext cx="12195063" cy="1427747"/>
          </a:xfrm>
          <a:prstGeom prst="rect">
            <a:avLst/>
          </a:prstGeom>
          <a:solidFill>
            <a:srgbClr val="DFF1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5963">
              <a:spcAft>
                <a:spcPts val="1200"/>
              </a:spcAft>
              <a:buClr>
                <a:schemeClr val="tx1"/>
              </a:buClr>
            </a:pPr>
            <a:r>
              <a:rPr lang="fr-FR">
                <a:solidFill>
                  <a:schemeClr val="tx1"/>
                </a:solidFill>
                <a:latin typeface="Avenir LT Std 55 Roman" panose="020B0503020203020204" pitchFamily="34" charset="0"/>
              </a:rPr>
              <a:t>Identifier si le projet implique un</a:t>
            </a:r>
            <a:r>
              <a:rPr lang="fr-FR" b="1">
                <a:solidFill>
                  <a:schemeClr val="tx1"/>
                </a:solidFill>
                <a:latin typeface="Avenir LT Std 55 Roman" panose="020B0503020203020204" pitchFamily="34" charset="0"/>
              </a:rPr>
              <a:t> </a:t>
            </a:r>
            <a:r>
              <a:rPr lang="fr-FR">
                <a:solidFill>
                  <a:srgbClr val="00B388"/>
                </a:solidFill>
                <a:latin typeface="Avenir LT Std 65 Medium" panose="020B0803020203020204" pitchFamily="34" charset="0"/>
              </a:rPr>
              <a:t>changement géographique avec des impacts directs sur les agents </a:t>
            </a:r>
            <a:r>
              <a:rPr lang="fr-FR">
                <a:solidFill>
                  <a:schemeClr val="tx1"/>
                </a:solidFill>
                <a:latin typeface="Avenir LT Std 55 Roman" panose="020B0503020203020204" pitchFamily="34" charset="0"/>
              </a:rPr>
              <a:t>(déménagement, temps de déplacement supplémentaire…) ou </a:t>
            </a:r>
            <a:r>
              <a:rPr lang="fr-FR">
                <a:solidFill>
                  <a:srgbClr val="00B388"/>
                </a:solidFill>
                <a:latin typeface="Avenir LT Std 65 Medium" panose="020B0803020203020204" pitchFamily="34" charset="0"/>
              </a:rPr>
              <a:t>d’autres impacts sur leur organisation personnelle</a:t>
            </a:r>
            <a:r>
              <a:rPr lang="fr-FR" b="1">
                <a:solidFill>
                  <a:srgbClr val="0070C0"/>
                </a:solidFill>
                <a:latin typeface="Avenir LT Std 55 Roman" panose="020B0503020203020204" pitchFamily="34" charset="0"/>
              </a:rPr>
              <a:t> </a:t>
            </a:r>
            <a:r>
              <a:rPr lang="fr-FR">
                <a:solidFill>
                  <a:schemeClr val="tx1"/>
                </a:solidFill>
                <a:latin typeface="Avenir LT Std 55 Roman" panose="020B0503020203020204" pitchFamily="34" charset="0"/>
              </a:rPr>
              <a:t>(fatigue supplémentaire, organisation personnelle / familiale à revoir…).</a:t>
            </a:r>
          </a:p>
        </p:txBody>
      </p:sp>
      <p:sp>
        <p:nvSpPr>
          <p:cNvPr id="6" name="Triangle isocèle 5">
            <a:extLst>
              <a:ext uri="{FF2B5EF4-FFF2-40B4-BE49-F238E27FC236}">
                <a16:creationId xmlns:a16="http://schemas.microsoft.com/office/drawing/2014/main" id="{9EDA4ED9-E03E-3A1D-2A62-109BFE19F6A9}"/>
              </a:ext>
            </a:extLst>
          </p:cNvPr>
          <p:cNvSpPr/>
          <p:nvPr/>
        </p:nvSpPr>
        <p:spPr>
          <a:xfrm rot="5400000">
            <a:off x="34126" y="929868"/>
            <a:ext cx="782530" cy="324754"/>
          </a:xfrm>
          <a:prstGeom prst="triangle">
            <a:avLst/>
          </a:prstGeom>
          <a:solidFill>
            <a:srgbClr val="1547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18" name="Rectangle : coins arrondis 17">
            <a:extLst>
              <a:ext uri="{FF2B5EF4-FFF2-40B4-BE49-F238E27FC236}">
                <a16:creationId xmlns:a16="http://schemas.microsoft.com/office/drawing/2014/main" id="{EF03712A-4CE8-A11D-F55D-BC9656C55F32}"/>
              </a:ext>
            </a:extLst>
          </p:cNvPr>
          <p:cNvSpPr/>
          <p:nvPr/>
        </p:nvSpPr>
        <p:spPr>
          <a:xfrm>
            <a:off x="6233435" y="1889361"/>
            <a:ext cx="5751893" cy="504694"/>
          </a:xfrm>
          <a:prstGeom prst="round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400" b="1" i="1">
                <a:solidFill>
                  <a:schemeClr val="bg1"/>
                </a:solidFill>
              </a:rPr>
              <a:t>Ressources à ma disposition</a:t>
            </a:r>
          </a:p>
        </p:txBody>
      </p:sp>
      <p:sp>
        <p:nvSpPr>
          <p:cNvPr id="43" name="Ellipse 42">
            <a:extLst>
              <a:ext uri="{FF2B5EF4-FFF2-40B4-BE49-F238E27FC236}">
                <a16:creationId xmlns:a16="http://schemas.microsoft.com/office/drawing/2014/main" id="{F4A7611B-C952-74CA-46DF-D17456CFCDFB}"/>
              </a:ext>
            </a:extLst>
          </p:cNvPr>
          <p:cNvSpPr/>
          <p:nvPr/>
        </p:nvSpPr>
        <p:spPr>
          <a:xfrm>
            <a:off x="6682059" y="1894046"/>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pic>
        <p:nvPicPr>
          <p:cNvPr id="42" name="Image 41">
            <a:extLst>
              <a:ext uri="{FF2B5EF4-FFF2-40B4-BE49-F238E27FC236}">
                <a16:creationId xmlns:a16="http://schemas.microsoft.com/office/drawing/2014/main" id="{9E9D4FCD-31A9-A970-0B96-9D5E702D4FE3}"/>
              </a:ext>
            </a:extLst>
          </p:cNvPr>
          <p:cNvPicPr>
            <a:picLocks noChangeAspect="1"/>
          </p:cNvPicPr>
          <p:nvPr/>
        </p:nvPicPr>
        <p:blipFill>
          <a:blip r:embed="rId3"/>
          <a:stretch>
            <a:fillRect/>
          </a:stretch>
        </p:blipFill>
        <p:spPr>
          <a:xfrm>
            <a:off x="6806176" y="1887770"/>
            <a:ext cx="485486" cy="621422"/>
          </a:xfrm>
          <a:prstGeom prst="rect">
            <a:avLst/>
          </a:prstGeom>
        </p:spPr>
      </p:pic>
      <p:sp>
        <p:nvSpPr>
          <p:cNvPr id="85" name="Rectangle : coins arrondis 84">
            <a:extLst>
              <a:ext uri="{FF2B5EF4-FFF2-40B4-BE49-F238E27FC236}">
                <a16:creationId xmlns:a16="http://schemas.microsoft.com/office/drawing/2014/main" id="{ED8A4325-FF7C-5B2E-D364-4423115FBC7A}"/>
              </a:ext>
            </a:extLst>
          </p:cNvPr>
          <p:cNvSpPr/>
          <p:nvPr/>
        </p:nvSpPr>
        <p:spPr>
          <a:xfrm>
            <a:off x="6336832" y="2544206"/>
            <a:ext cx="1883143" cy="35624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ts val="900"/>
              </a:lnSpc>
              <a:spcBef>
                <a:spcPts val="300"/>
              </a:spcBef>
              <a:buClr>
                <a:srgbClr val="0084D4"/>
              </a:buClr>
              <a:defRPr/>
            </a:pPr>
            <a:r>
              <a:rPr lang="fr-FR" sz="1100" b="1" i="1">
                <a:solidFill>
                  <a:schemeClr val="tx1"/>
                </a:solidFill>
                <a:latin typeface="Avenir LT Std 65 Medium" panose="020B0803020203020204" pitchFamily="34" charset="0"/>
              </a:rPr>
              <a:t>Ressource</a:t>
            </a:r>
            <a:br>
              <a:rPr lang="fr-FR" sz="1000" b="1" i="1">
                <a:solidFill>
                  <a:schemeClr val="tx1"/>
                </a:solidFill>
                <a:latin typeface="Avenir LT Std 65 Medium" panose="020B0803020203020204" pitchFamily="34" charset="0"/>
              </a:rPr>
            </a:br>
            <a:r>
              <a:rPr lang="fr-FR" sz="900" i="1">
                <a:solidFill>
                  <a:srgbClr val="FFFFFF">
                    <a:lumMod val="50000"/>
                  </a:srgbClr>
                </a:solidFill>
                <a:latin typeface="Avenir LT Std 35 Light" panose="020B0402020203020204" pitchFamily="34" charset="0"/>
              </a:rPr>
              <a:t>(accessible en cliquant dessus)</a:t>
            </a:r>
          </a:p>
        </p:txBody>
      </p:sp>
      <p:sp>
        <p:nvSpPr>
          <p:cNvPr id="86" name="Rectangle : coins arrondis 85">
            <a:extLst>
              <a:ext uri="{FF2B5EF4-FFF2-40B4-BE49-F238E27FC236}">
                <a16:creationId xmlns:a16="http://schemas.microsoft.com/office/drawing/2014/main" id="{67D824AF-4AA8-3E7C-6939-848F6FEC8F29}"/>
              </a:ext>
            </a:extLst>
          </p:cNvPr>
          <p:cNvSpPr/>
          <p:nvPr/>
        </p:nvSpPr>
        <p:spPr>
          <a:xfrm>
            <a:off x="8517576" y="2544206"/>
            <a:ext cx="1959272" cy="32903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000" b="1" i="1">
                <a:solidFill>
                  <a:schemeClr val="tx1"/>
                </a:solidFill>
                <a:latin typeface="Avenir LT Std 65 Medium" panose="020B0803020203020204" pitchFamily="34" charset="0"/>
              </a:rPr>
              <a:t>Ce qu’elle apporte</a:t>
            </a:r>
          </a:p>
        </p:txBody>
      </p:sp>
      <p:pic>
        <p:nvPicPr>
          <p:cNvPr id="146" name="Graphique 145" descr="Cœur avec un remplissage uni">
            <a:extLst>
              <a:ext uri="{FF2B5EF4-FFF2-40B4-BE49-F238E27FC236}">
                <a16:creationId xmlns:a16="http://schemas.microsoft.com/office/drawing/2014/main" id="{A9DB5DCA-8353-3413-C6D4-208723D9BB6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80997" y="2533060"/>
            <a:ext cx="288595" cy="288595"/>
          </a:xfrm>
          <a:prstGeom prst="rect">
            <a:avLst/>
          </a:prstGeom>
        </p:spPr>
      </p:pic>
      <p:pic>
        <p:nvPicPr>
          <p:cNvPr id="148" name="Graphique 147" descr="Sablier plein avec un remplissage uni">
            <a:extLst>
              <a:ext uri="{FF2B5EF4-FFF2-40B4-BE49-F238E27FC236}">
                <a16:creationId xmlns:a16="http://schemas.microsoft.com/office/drawing/2014/main" id="{32B0D5EF-E468-B891-C512-D951E894820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089885" y="2536313"/>
            <a:ext cx="281763" cy="281763"/>
          </a:xfrm>
          <a:prstGeom prst="rect">
            <a:avLst/>
          </a:prstGeom>
        </p:spPr>
      </p:pic>
      <p:sp>
        <p:nvSpPr>
          <p:cNvPr id="12" name="Ellipse 11">
            <a:extLst>
              <a:ext uri="{FF2B5EF4-FFF2-40B4-BE49-F238E27FC236}">
                <a16:creationId xmlns:a16="http://schemas.microsoft.com/office/drawing/2014/main" id="{70F6C8E3-2CFF-7E6D-68E2-B0A39DB06425}"/>
              </a:ext>
            </a:extLst>
          </p:cNvPr>
          <p:cNvSpPr/>
          <p:nvPr/>
        </p:nvSpPr>
        <p:spPr>
          <a:xfrm>
            <a:off x="864443" y="1904403"/>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pic>
        <p:nvPicPr>
          <p:cNvPr id="11" name="Graphique 10" descr="Ampoule et crayon avec un remplissage uni">
            <a:extLst>
              <a:ext uri="{FF2B5EF4-FFF2-40B4-BE49-F238E27FC236}">
                <a16:creationId xmlns:a16="http://schemas.microsoft.com/office/drawing/2014/main" id="{FA0EC66F-2D89-6918-373F-51FCFB10BF7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51179" y="1955818"/>
            <a:ext cx="402694" cy="402694"/>
          </a:xfrm>
          <a:prstGeom prst="rect">
            <a:avLst/>
          </a:prstGeom>
        </p:spPr>
      </p:pic>
      <p:sp>
        <p:nvSpPr>
          <p:cNvPr id="4" name="Rectangle : coins arrondis 3">
            <a:extLst>
              <a:ext uri="{FF2B5EF4-FFF2-40B4-BE49-F238E27FC236}">
                <a16:creationId xmlns:a16="http://schemas.microsoft.com/office/drawing/2014/main" id="{412AD96C-9D00-C38D-4B97-9055B1882FBF}"/>
              </a:ext>
            </a:extLst>
          </p:cNvPr>
          <p:cNvSpPr/>
          <p:nvPr/>
        </p:nvSpPr>
        <p:spPr>
          <a:xfrm>
            <a:off x="6229780" y="3804113"/>
            <a:ext cx="5715146" cy="2534848"/>
          </a:xfrm>
          <a:prstGeom prst="roundRect">
            <a:avLst>
              <a:gd name="adj" fmla="val 7884"/>
            </a:avLst>
          </a:prstGeom>
          <a:solidFill>
            <a:srgbClr val="FBFBFB"/>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defRPr/>
            </a:pPr>
            <a:r>
              <a:rPr kumimoji="0" lang="fr-FR" sz="900" b="0" i="1" u="none" strike="noStrike" kern="1200" cap="none" spc="0" normalizeH="0" baseline="0" noProof="0">
                <a:ln>
                  <a:noFill/>
                </a:ln>
                <a:solidFill>
                  <a:srgbClr val="FFFFFF">
                    <a:lumMod val="50000"/>
                  </a:srgbClr>
                </a:solidFill>
                <a:effectLst/>
                <a:uLnTx/>
                <a:uFillTx/>
                <a:latin typeface="Avenir LT Std 35 Light" panose="020B0402020203020204" pitchFamily="34" charset="0"/>
                <a:ea typeface="+mn-ea"/>
                <a:cs typeface="+mn-cs"/>
              </a:rPr>
              <a:t>Zone de texte libre</a:t>
            </a:r>
          </a:p>
        </p:txBody>
      </p:sp>
      <p:sp>
        <p:nvSpPr>
          <p:cNvPr id="7" name="Rectangle 6">
            <a:extLst>
              <a:ext uri="{FF2B5EF4-FFF2-40B4-BE49-F238E27FC236}">
                <a16:creationId xmlns:a16="http://schemas.microsoft.com/office/drawing/2014/main" id="{2407AF89-E1C6-A4CB-DE38-8C9A5B8F5716}"/>
              </a:ext>
            </a:extLst>
          </p:cNvPr>
          <p:cNvSpPr/>
          <p:nvPr/>
        </p:nvSpPr>
        <p:spPr>
          <a:xfrm>
            <a:off x="6710527" y="3056244"/>
            <a:ext cx="1760373"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tlCol="0" anchor="ctr"/>
          <a:lstStyle/>
          <a:p>
            <a:r>
              <a:rPr lang="fr-FR" sz="1000" b="1">
                <a:solidFill>
                  <a:srgbClr val="306A92"/>
                </a:solidFill>
                <a:latin typeface="Avenir LT Std 45 Book" panose="020B0502020203020204" pitchFamily="34" charset="0"/>
              </a:rPr>
              <a:t>Outil d’évaluation des impacts humains </a:t>
            </a:r>
            <a:endParaRPr lang="fr-FR" sz="1000" b="1">
              <a:solidFill>
                <a:srgbClr val="306A92"/>
              </a:solidFill>
              <a:highlight>
                <a:srgbClr val="FFFF00"/>
              </a:highlight>
              <a:latin typeface="Avenir LT Std 45 Book" panose="020B0502020203020204" pitchFamily="34" charset="0"/>
            </a:endParaRPr>
          </a:p>
        </p:txBody>
      </p:sp>
      <p:sp>
        <p:nvSpPr>
          <p:cNvPr id="15" name="Rectangle 14">
            <a:extLst>
              <a:ext uri="{FF2B5EF4-FFF2-40B4-BE49-F238E27FC236}">
                <a16:creationId xmlns:a16="http://schemas.microsoft.com/office/drawing/2014/main" id="{EEB71A2E-A510-B502-557B-004CB09BB0DE}"/>
              </a:ext>
            </a:extLst>
          </p:cNvPr>
          <p:cNvSpPr/>
          <p:nvPr/>
        </p:nvSpPr>
        <p:spPr>
          <a:xfrm>
            <a:off x="8539585" y="3087022"/>
            <a:ext cx="2327272"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defTabSz="914355"/>
            <a:r>
              <a:rPr lang="fr-FR" sz="900">
                <a:solidFill>
                  <a:schemeClr val="tx1"/>
                </a:solidFill>
                <a:latin typeface="Avenir LT Std 35 Light" panose="020B0402020203020204" pitchFamily="34" charset="0"/>
              </a:rPr>
              <a:t>Une trame pour prendre en note toute votre réflexion sur les impacts humains du projet et qui permet une évaluation globale du risque humain sous forme de jauge</a:t>
            </a:r>
          </a:p>
        </p:txBody>
      </p:sp>
      <p:sp>
        <p:nvSpPr>
          <p:cNvPr id="23" name="Rectangle 22">
            <a:extLst>
              <a:ext uri="{FF2B5EF4-FFF2-40B4-BE49-F238E27FC236}">
                <a16:creationId xmlns:a16="http://schemas.microsoft.com/office/drawing/2014/main" id="{280F5B48-7E8E-32D6-6FAB-66FDE5386EE4}"/>
              </a:ext>
            </a:extLst>
          </p:cNvPr>
          <p:cNvSpPr/>
          <p:nvPr/>
        </p:nvSpPr>
        <p:spPr>
          <a:xfrm>
            <a:off x="10932284" y="3007084"/>
            <a:ext cx="674091"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latin typeface="Avenir LT Std 45 Book" panose="020B0502020203020204" pitchFamily="34" charset="0"/>
              </a:rPr>
              <a:t>~ 10 min</a:t>
            </a:r>
          </a:p>
        </p:txBody>
      </p:sp>
      <p:grpSp>
        <p:nvGrpSpPr>
          <p:cNvPr id="24" name="Groupe 23">
            <a:extLst>
              <a:ext uri="{FF2B5EF4-FFF2-40B4-BE49-F238E27FC236}">
                <a16:creationId xmlns:a16="http://schemas.microsoft.com/office/drawing/2014/main" id="{BC34E905-9494-7062-C206-4078A0D5FD07}"/>
              </a:ext>
            </a:extLst>
          </p:cNvPr>
          <p:cNvGrpSpPr/>
          <p:nvPr/>
        </p:nvGrpSpPr>
        <p:grpSpPr>
          <a:xfrm>
            <a:off x="11610032" y="3104443"/>
            <a:ext cx="315567" cy="274775"/>
            <a:chOff x="11492282" y="2015291"/>
            <a:chExt cx="315567" cy="274775"/>
          </a:xfrm>
        </p:grpSpPr>
        <p:pic>
          <p:nvPicPr>
            <p:cNvPr id="25" name="Graphique 24" descr="Cœur contour">
              <a:extLst>
                <a:ext uri="{FF2B5EF4-FFF2-40B4-BE49-F238E27FC236}">
                  <a16:creationId xmlns:a16="http://schemas.microsoft.com/office/drawing/2014/main" id="{7BD45EB5-84B0-7743-F3F5-C360F4E9553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492282" y="2015291"/>
              <a:ext cx="214188" cy="214188"/>
            </a:xfrm>
            <a:prstGeom prst="rect">
              <a:avLst/>
            </a:prstGeom>
          </p:spPr>
        </p:pic>
        <p:sp>
          <p:nvSpPr>
            <p:cNvPr id="27" name="Rectangle 26">
              <a:extLst>
                <a:ext uri="{FF2B5EF4-FFF2-40B4-BE49-F238E27FC236}">
                  <a16:creationId xmlns:a16="http://schemas.microsoft.com/office/drawing/2014/main" id="{B9F9534D-354B-EB2E-FDFD-3DC0A0D40D73}"/>
                </a:ext>
              </a:extLst>
            </p:cNvPr>
            <p:cNvSpPr/>
            <p:nvPr/>
          </p:nvSpPr>
          <p:spPr>
            <a:xfrm>
              <a:off x="11593661" y="2101883"/>
              <a:ext cx="214188" cy="1881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306A92"/>
                  </a:solidFill>
                </a:rPr>
                <a:t>x</a:t>
              </a:r>
              <a:endParaRPr lang="fr-FR" sz="1200" b="1">
                <a:solidFill>
                  <a:srgbClr val="306A92"/>
                </a:solidFill>
              </a:endParaRPr>
            </a:p>
          </p:txBody>
        </p:sp>
      </p:grpSp>
      <p:pic>
        <p:nvPicPr>
          <p:cNvPr id="28" name="Graphique 27" descr="Outils avec un remplissage uni">
            <a:extLst>
              <a:ext uri="{FF2B5EF4-FFF2-40B4-BE49-F238E27FC236}">
                <a16:creationId xmlns:a16="http://schemas.microsoft.com/office/drawing/2014/main" id="{600B6FDD-4211-2AC1-0EB9-5B5E8150C1E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flipH="1">
            <a:off x="6364276" y="3133665"/>
            <a:ext cx="290825" cy="290825"/>
          </a:xfrm>
          <a:prstGeom prst="rect">
            <a:avLst/>
          </a:prstGeom>
        </p:spPr>
      </p:pic>
      <p:sp>
        <p:nvSpPr>
          <p:cNvPr id="17" name="Rectangle 16">
            <a:extLst>
              <a:ext uri="{FF2B5EF4-FFF2-40B4-BE49-F238E27FC236}">
                <a16:creationId xmlns:a16="http://schemas.microsoft.com/office/drawing/2014/main" id="{3415A2D2-1976-5268-730B-0B2CF17BF49A}"/>
              </a:ext>
            </a:extLst>
          </p:cNvPr>
          <p:cNvSpPr/>
          <p:nvPr/>
        </p:nvSpPr>
        <p:spPr>
          <a:xfrm>
            <a:off x="6789598" y="3443462"/>
            <a:ext cx="873752" cy="100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fr-FR" sz="800" b="1">
                <a:latin typeface="Avenir LT Std 45 Book" panose="020B0502020203020204" pitchFamily="34" charset="0"/>
              </a:rPr>
              <a:t>Non disponible</a:t>
            </a:r>
          </a:p>
        </p:txBody>
      </p:sp>
      <p:grpSp>
        <p:nvGrpSpPr>
          <p:cNvPr id="13" name="Groupe 12">
            <a:extLst>
              <a:ext uri="{FF2B5EF4-FFF2-40B4-BE49-F238E27FC236}">
                <a16:creationId xmlns:a16="http://schemas.microsoft.com/office/drawing/2014/main" id="{01B1562B-F9F0-7C69-E8BA-D271D479DA1D}"/>
              </a:ext>
            </a:extLst>
          </p:cNvPr>
          <p:cNvGrpSpPr>
            <a:grpSpLocks noChangeAspect="1"/>
          </p:cNvGrpSpPr>
          <p:nvPr/>
        </p:nvGrpSpPr>
        <p:grpSpPr>
          <a:xfrm>
            <a:off x="11001871" y="6336764"/>
            <a:ext cx="1082632" cy="444130"/>
            <a:chOff x="5810" y="1578917"/>
            <a:chExt cx="559801" cy="229645"/>
          </a:xfrm>
        </p:grpSpPr>
        <p:sp>
          <p:nvSpPr>
            <p:cNvPr id="14" name="Rectangle : coins arrondis 13">
              <a:hlinkClick r:id="rId9" action="ppaction://hlinksldjump"/>
              <a:extLst>
                <a:ext uri="{FF2B5EF4-FFF2-40B4-BE49-F238E27FC236}">
                  <a16:creationId xmlns:a16="http://schemas.microsoft.com/office/drawing/2014/main" id="{C6C74546-00AB-853F-5296-041945068305}"/>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hlinkClick r:id="rId9"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ndParaRPr>
            </a:p>
          </p:txBody>
        </p:sp>
        <p:pic>
          <p:nvPicPr>
            <p:cNvPr id="19" name="Graphique 18" descr="Retour avec un remplissage uni">
              <a:hlinkClick r:id="rId9" action="ppaction://hlinksldjump"/>
              <a:extLst>
                <a:ext uri="{FF2B5EF4-FFF2-40B4-BE49-F238E27FC236}">
                  <a16:creationId xmlns:a16="http://schemas.microsoft.com/office/drawing/2014/main" id="{4636B329-B950-3397-0EB7-D90039397B9D}"/>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9060" y="1578917"/>
              <a:ext cx="229645" cy="229645"/>
            </a:xfrm>
            <a:prstGeom prst="rect">
              <a:avLst/>
            </a:prstGeom>
          </p:spPr>
        </p:pic>
      </p:grpSp>
      <p:sp>
        <p:nvSpPr>
          <p:cNvPr id="40" name="Rectangle : coins arrondis 39">
            <a:extLst>
              <a:ext uri="{FF2B5EF4-FFF2-40B4-BE49-F238E27FC236}">
                <a16:creationId xmlns:a16="http://schemas.microsoft.com/office/drawing/2014/main" id="{4B06490A-E14C-7F0B-E3D7-F49A41EC1AA0}"/>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DC582A"/>
                </a:solidFill>
              </a:rPr>
              <a:t>PROTOTYPE</a:t>
            </a:r>
          </a:p>
        </p:txBody>
      </p:sp>
      <p:sp>
        <p:nvSpPr>
          <p:cNvPr id="3" name="Flèche : chevron 8 - 2 - 1">
            <a:extLst>
              <a:ext uri="{FF2B5EF4-FFF2-40B4-BE49-F238E27FC236}">
                <a16:creationId xmlns:a16="http://schemas.microsoft.com/office/drawing/2014/main" id="{3ED0949F-7D56-9A22-9ED1-7E157421E320}"/>
              </a:ext>
            </a:extLst>
          </p:cNvPr>
          <p:cNvSpPr/>
          <p:nvPr/>
        </p:nvSpPr>
        <p:spPr>
          <a:xfrm>
            <a:off x="6924000" y="21771"/>
            <a:ext cx="1800000" cy="288000"/>
          </a:xfrm>
          <a:prstGeom prst="chevron">
            <a:avLst>
              <a:gd name="adj" fmla="val 28278"/>
            </a:avLst>
          </a:prstGeom>
          <a:solidFill>
            <a:srgbClr val="A1D6CA"/>
          </a:solidFill>
          <a:ln w="28575">
            <a:solidFill>
              <a:srgbClr val="A1D6CA"/>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rgbClr val="154734"/>
                </a:solidFill>
                <a:latin typeface="Avenir LT Std 45 Book" panose="020B0502020203020204" pitchFamily="34" charset="0"/>
              </a:rPr>
              <a:t>Ressources impacts humains</a:t>
            </a:r>
          </a:p>
        </p:txBody>
      </p:sp>
      <p:sp>
        <p:nvSpPr>
          <p:cNvPr id="9" name="Flèche : chevron 8 - 2 - 1">
            <a:extLst>
              <a:ext uri="{FF2B5EF4-FFF2-40B4-BE49-F238E27FC236}">
                <a16:creationId xmlns:a16="http://schemas.microsoft.com/office/drawing/2014/main" id="{FEC9FDA1-0704-F7DD-9701-233D1C72E5E4}"/>
              </a:ext>
            </a:extLst>
          </p:cNvPr>
          <p:cNvSpPr/>
          <p:nvPr/>
        </p:nvSpPr>
        <p:spPr>
          <a:xfrm>
            <a:off x="1776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a:t>
            </a:r>
            <a:r>
              <a:rPr lang="fr-FR" sz="1100" b="1" err="1">
                <a:solidFill>
                  <a:schemeClr val="bg1">
                    <a:lumMod val="50000"/>
                  </a:schemeClr>
                </a:solidFill>
                <a:latin typeface="Avenir LT Std 45 Book" panose="020B0502020203020204" pitchFamily="34" charset="0"/>
              </a:rPr>
              <a:t>moi-mëme</a:t>
            </a:r>
            <a:endParaRPr lang="fr-FR" sz="1100" b="1">
              <a:solidFill>
                <a:schemeClr val="bg1">
                  <a:lumMod val="50000"/>
                </a:schemeClr>
              </a:solidFill>
              <a:latin typeface="Avenir LT Std 45 Book" panose="020B0502020203020204" pitchFamily="34" charset="0"/>
            </a:endParaRPr>
          </a:p>
        </p:txBody>
      </p:sp>
      <p:sp>
        <p:nvSpPr>
          <p:cNvPr id="20" name="Flèche : chevron 8 - 2 - 1">
            <a:extLst>
              <a:ext uri="{FF2B5EF4-FFF2-40B4-BE49-F238E27FC236}">
                <a16:creationId xmlns:a16="http://schemas.microsoft.com/office/drawing/2014/main" id="{03BDF3AE-D928-6FB7-0672-58517DC847C8}"/>
              </a:ext>
            </a:extLst>
          </p:cNvPr>
          <p:cNvSpPr/>
          <p:nvPr/>
        </p:nvSpPr>
        <p:spPr>
          <a:xfrm>
            <a:off x="5244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des impacts humains</a:t>
            </a:r>
          </a:p>
        </p:txBody>
      </p:sp>
      <p:sp>
        <p:nvSpPr>
          <p:cNvPr id="22" name="Flèche : chevron 8 - 2 - 1">
            <a:extLst>
              <a:ext uri="{FF2B5EF4-FFF2-40B4-BE49-F238E27FC236}">
                <a16:creationId xmlns:a16="http://schemas.microsoft.com/office/drawing/2014/main" id="{70DDDEAB-94F9-154C-9074-B772529A3FAE}"/>
              </a:ext>
            </a:extLst>
          </p:cNvPr>
          <p:cNvSpPr/>
          <p:nvPr/>
        </p:nvSpPr>
        <p:spPr>
          <a:xfrm>
            <a:off x="636000" y="21771"/>
            <a:ext cx="115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Cas d’usage</a:t>
            </a:r>
          </a:p>
        </p:txBody>
      </p:sp>
      <p:sp>
        <p:nvSpPr>
          <p:cNvPr id="29" name="Flèche : chevron 8 - 2 - 1">
            <a:extLst>
              <a:ext uri="{FF2B5EF4-FFF2-40B4-BE49-F238E27FC236}">
                <a16:creationId xmlns:a16="http://schemas.microsoft.com/office/drawing/2014/main" id="{DA25ED35-0AC2-E48D-52FB-51D0F18AD5FF}"/>
              </a:ext>
            </a:extLst>
          </p:cNvPr>
          <p:cNvSpPr/>
          <p:nvPr/>
        </p:nvSpPr>
        <p:spPr>
          <a:xfrm>
            <a:off x="3456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pour moi-même</a:t>
            </a:r>
          </a:p>
        </p:txBody>
      </p:sp>
      <p:sp>
        <p:nvSpPr>
          <p:cNvPr id="31" name="Flèche : pentagone 3">
            <a:extLst>
              <a:ext uri="{FF2B5EF4-FFF2-40B4-BE49-F238E27FC236}">
                <a16:creationId xmlns:a16="http://schemas.microsoft.com/office/drawing/2014/main" id="{E9F156E0-8A45-0940-B8C6-3DB2E12C1B84}"/>
              </a:ext>
            </a:extLst>
          </p:cNvPr>
          <p:cNvSpPr/>
          <p:nvPr/>
        </p:nvSpPr>
        <p:spPr>
          <a:xfrm>
            <a:off x="0" y="21771"/>
            <a:ext cx="648000" cy="288000"/>
          </a:xfrm>
          <a:prstGeom prst="homePlate">
            <a:avLst>
              <a:gd name="adj" fmla="val 26503"/>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Accueil</a:t>
            </a:r>
          </a:p>
        </p:txBody>
      </p:sp>
      <p:sp>
        <p:nvSpPr>
          <p:cNvPr id="45" name="Flèche : chevron 8 - 2 - 1">
            <a:extLst>
              <a:ext uri="{FF2B5EF4-FFF2-40B4-BE49-F238E27FC236}">
                <a16:creationId xmlns:a16="http://schemas.microsoft.com/office/drawing/2014/main" id="{E7B7496C-C9A7-3437-D591-69A3A4D2CC88}"/>
              </a:ext>
            </a:extLst>
          </p:cNvPr>
          <p:cNvSpPr/>
          <p:nvPr/>
        </p:nvSpPr>
        <p:spPr>
          <a:xfrm>
            <a:off x="8712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a:t>
            </a:r>
            <a:br>
              <a:rPr lang="fr-FR" sz="1100" b="1">
                <a:solidFill>
                  <a:schemeClr val="bg1">
                    <a:lumMod val="50000"/>
                  </a:schemeClr>
                </a:solidFill>
                <a:latin typeface="Avenir LT Std 45 Book" panose="020B0502020203020204" pitchFamily="34" charset="0"/>
              </a:rPr>
            </a:br>
            <a:r>
              <a:rPr lang="fr-FR" sz="1100" b="1">
                <a:solidFill>
                  <a:schemeClr val="bg1">
                    <a:lumMod val="50000"/>
                  </a:schemeClr>
                </a:solidFill>
                <a:latin typeface="Avenir LT Std 45 Book" panose="020B0502020203020204" pitchFamily="34" charset="0"/>
              </a:rPr>
              <a:t>préparer le collectif</a:t>
            </a:r>
          </a:p>
        </p:txBody>
      </p:sp>
      <p:sp>
        <p:nvSpPr>
          <p:cNvPr id="47" name="Flèche : chevron 8 - 2 - 1">
            <a:extLst>
              <a:ext uri="{FF2B5EF4-FFF2-40B4-BE49-F238E27FC236}">
                <a16:creationId xmlns:a16="http://schemas.microsoft.com/office/drawing/2014/main" id="{99D8CD5F-70A9-A371-7D71-F54386D8C7D8}"/>
              </a:ext>
            </a:extLst>
          </p:cNvPr>
          <p:cNvSpPr/>
          <p:nvPr/>
        </p:nvSpPr>
        <p:spPr>
          <a:xfrm>
            <a:off x="10392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préparation collectif</a:t>
            </a:r>
          </a:p>
        </p:txBody>
      </p:sp>
    </p:spTree>
    <p:extLst>
      <p:ext uri="{BB962C8B-B14F-4D97-AF65-F5344CB8AC3E}">
        <p14:creationId xmlns:p14="http://schemas.microsoft.com/office/powerpoint/2010/main" val="25337398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B4E33-D257-0D4C-80E4-E4AC3C3D02B5}"/>
            </a:ext>
          </a:extLst>
        </p:cNvPr>
        <p:cNvGrpSpPr/>
        <p:nvPr/>
      </p:nvGrpSpPr>
      <p:grpSpPr>
        <a:xfrm>
          <a:off x="0" y="0"/>
          <a:ext cx="0" cy="0"/>
          <a:chOff x="0" y="0"/>
          <a:chExt cx="0" cy="0"/>
        </a:xfrm>
      </p:grpSpPr>
      <p:sp>
        <p:nvSpPr>
          <p:cNvPr id="41" name="Rectangle : coins arrondis 40">
            <a:extLst>
              <a:ext uri="{FF2B5EF4-FFF2-40B4-BE49-F238E27FC236}">
                <a16:creationId xmlns:a16="http://schemas.microsoft.com/office/drawing/2014/main" id="{21E543EC-02C1-54B3-0DAD-A8727F37E718}"/>
              </a:ext>
            </a:extLst>
          </p:cNvPr>
          <p:cNvSpPr/>
          <p:nvPr/>
        </p:nvSpPr>
        <p:spPr>
          <a:xfrm>
            <a:off x="216504" y="1889361"/>
            <a:ext cx="5715147" cy="4449600"/>
          </a:xfrm>
          <a:prstGeom prst="roundRect">
            <a:avLst>
              <a:gd name="adj" fmla="val 3071"/>
            </a:avLst>
          </a:prstGeom>
          <a:solidFill>
            <a:schemeClr val="bg1"/>
          </a:solidFill>
          <a:ln w="38100">
            <a:solidFill>
              <a:srgbClr val="00B388"/>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6213" lvl="0" indent="-171450" algn="just">
              <a:lnSpc>
                <a:spcPts val="1400"/>
              </a:lnSpc>
              <a:spcAft>
                <a:spcPts val="600"/>
              </a:spcAft>
              <a:buFont typeface="Arial" panose="020B0604020202020204" pitchFamily="34" charset="0"/>
              <a:buChar char="•"/>
              <a:tabLst>
                <a:tab pos="176213" algn="l"/>
              </a:tabLst>
              <a:defRPr/>
            </a:pPr>
            <a:endParaRPr lang="fr-FR" sz="1200" b="1" i="1">
              <a:solidFill>
                <a:schemeClr val="tx1"/>
              </a:solidFill>
              <a:latin typeface="Avenir LT Std 55 Roman" panose="020B0503020203020204" pitchFamily="34" charset="0"/>
              <a:cs typeface="Times New Roman" panose="02020603050405020304" pitchFamily="18" charset="0"/>
            </a:endParaRPr>
          </a:p>
          <a:p>
            <a:pPr marL="176213" lvl="0" indent="-171450" algn="just">
              <a:spcAft>
                <a:spcPts val="1800"/>
              </a:spcAft>
              <a:buFont typeface="Arial" panose="020B0604020202020204" pitchFamily="34" charset="0"/>
              <a:buChar char="•"/>
              <a:tabLst>
                <a:tab pos="176213" algn="l"/>
              </a:tabLst>
              <a:defRPr/>
            </a:pPr>
            <a:r>
              <a:rPr lang="fr-FR" sz="1200">
                <a:solidFill>
                  <a:schemeClr val="tx1"/>
                </a:solidFill>
                <a:latin typeface="Avenir LT Std 55 Roman" panose="020B0503020203020204" pitchFamily="34" charset="0"/>
                <a:cs typeface="Times New Roman" panose="02020603050405020304" pitchFamily="18" charset="0"/>
              </a:rPr>
              <a:t>Quel sont les </a:t>
            </a:r>
            <a:r>
              <a:rPr lang="fr-FR" sz="1200" b="1" i="1">
                <a:solidFill>
                  <a:schemeClr val="tx1"/>
                </a:solidFill>
                <a:latin typeface="Avenir LT Std 55 Roman" panose="020B0503020203020204" pitchFamily="34" charset="0"/>
                <a:cs typeface="Times New Roman" panose="02020603050405020304" pitchFamily="18" charset="0"/>
              </a:rPr>
              <a:t>impacts du projet sur la rémunération globale des agents </a:t>
            </a:r>
            <a:r>
              <a:rPr lang="fr-FR" sz="1200">
                <a:solidFill>
                  <a:schemeClr val="tx1"/>
                </a:solidFill>
                <a:latin typeface="Avenir LT Std 55 Roman" panose="020B0503020203020204" pitchFamily="34" charset="0"/>
                <a:cs typeface="Times New Roman" panose="02020603050405020304" pitchFamily="18" charset="0"/>
              </a:rPr>
              <a:t>: évolution de la rémunération, évolution des éléments variables de rémunération (primes, compléments, avantages en nature…), évolution des heures supplémentaires, évolution des astreintes, évolution de l’enveloppe pour les déplacements (trajet, repas…)… ?</a:t>
            </a:r>
          </a:p>
          <a:p>
            <a:pPr marL="176213" lvl="0" indent="-171450" algn="just">
              <a:spcAft>
                <a:spcPts val="1800"/>
              </a:spcAft>
              <a:buFont typeface="Arial" panose="020B0604020202020204" pitchFamily="34" charset="0"/>
              <a:buChar char="•"/>
              <a:tabLst>
                <a:tab pos="176213" algn="l"/>
              </a:tabLst>
              <a:defRPr/>
            </a:pPr>
            <a:r>
              <a:rPr lang="fr-FR" sz="1200">
                <a:solidFill>
                  <a:schemeClr val="tx1"/>
                </a:solidFill>
                <a:latin typeface="Avenir LT Std 55 Roman" panose="020B0503020203020204" pitchFamily="34" charset="0"/>
                <a:cs typeface="Times New Roman" panose="02020603050405020304" pitchFamily="18" charset="0"/>
              </a:rPr>
              <a:t>Est-ce que le projet </a:t>
            </a:r>
            <a:r>
              <a:rPr lang="fr-FR" sz="1200" b="1" i="1">
                <a:solidFill>
                  <a:schemeClr val="tx1"/>
                </a:solidFill>
                <a:latin typeface="Avenir LT Std 55 Roman" panose="020B0503020203020204" pitchFamily="34" charset="0"/>
                <a:cs typeface="Times New Roman" panose="02020603050405020304" pitchFamily="18" charset="0"/>
              </a:rPr>
              <a:t>impacte le niveau de vie des agents </a:t>
            </a:r>
            <a:r>
              <a:rPr lang="fr-FR" sz="1200">
                <a:solidFill>
                  <a:schemeClr val="tx1"/>
                </a:solidFill>
                <a:latin typeface="Avenir LT Std 55 Roman" panose="020B0503020203020204" pitchFamily="34" charset="0"/>
                <a:cs typeface="Times New Roman" panose="02020603050405020304" pitchFamily="18" charset="0"/>
              </a:rPr>
              <a:t>: frais de déplacement supplémentaire (essence, péage…), usure du véhicule personnel en cas de déplacements supplémentaires, frais de restauration, frais de garde d’enfant, frais d’équipement du poste de travail à domicile pour le télétravail… ?</a:t>
            </a:r>
          </a:p>
          <a:p>
            <a:pPr marL="176213" lvl="0" indent="-171450" algn="just">
              <a:spcAft>
                <a:spcPts val="1800"/>
              </a:spcAft>
              <a:buFont typeface="Arial" panose="020B0604020202020204" pitchFamily="34" charset="0"/>
              <a:buChar char="•"/>
              <a:tabLst>
                <a:tab pos="176213" algn="l"/>
              </a:tabLst>
              <a:defRPr/>
            </a:pPr>
            <a:r>
              <a:rPr lang="fr-FR" sz="1200">
                <a:solidFill>
                  <a:schemeClr val="tx1"/>
                </a:solidFill>
                <a:latin typeface="Avenir LT Std 55 Roman" panose="020B0503020203020204" pitchFamily="34" charset="0"/>
                <a:cs typeface="Times New Roman" panose="02020603050405020304" pitchFamily="18" charset="0"/>
              </a:rPr>
              <a:t>Quelles </a:t>
            </a:r>
            <a:r>
              <a:rPr lang="fr-FR" sz="1200" b="1" i="1">
                <a:solidFill>
                  <a:schemeClr val="tx1"/>
                </a:solidFill>
                <a:latin typeface="Avenir LT Std 55 Roman" panose="020B0503020203020204" pitchFamily="34" charset="0"/>
                <a:cs typeface="Times New Roman" panose="02020603050405020304" pitchFamily="18" charset="0"/>
              </a:rPr>
              <a:t>mesures d’accompagnement individuelles </a:t>
            </a:r>
            <a:r>
              <a:rPr lang="fr-FR" sz="1200">
                <a:solidFill>
                  <a:schemeClr val="tx1"/>
                </a:solidFill>
                <a:latin typeface="Avenir LT Std 55 Roman" panose="020B0503020203020204" pitchFamily="34" charset="0"/>
                <a:cs typeface="Times New Roman" panose="02020603050405020304" pitchFamily="18" charset="0"/>
              </a:rPr>
              <a:t>est-il possible de mettre en œuvre</a:t>
            </a:r>
            <a:r>
              <a:rPr lang="fr-FR" sz="1200" b="1" i="1">
                <a:solidFill>
                  <a:schemeClr val="tx1"/>
                </a:solidFill>
                <a:latin typeface="Avenir LT Std 55 Roman" panose="020B0503020203020204" pitchFamily="34" charset="0"/>
                <a:cs typeface="Times New Roman" panose="02020603050405020304" pitchFamily="18" charset="0"/>
              </a:rPr>
              <a:t> </a:t>
            </a:r>
            <a:r>
              <a:rPr lang="fr-FR" sz="1200">
                <a:solidFill>
                  <a:schemeClr val="tx1"/>
                </a:solidFill>
                <a:latin typeface="Avenir LT Std 55 Roman" panose="020B0503020203020204" pitchFamily="34" charset="0"/>
                <a:cs typeface="Times New Roman" panose="02020603050405020304" pitchFamily="18" charset="0"/>
              </a:rPr>
              <a:t>: prise en charge des frais supplémentaires (allocation déplacement, prime carburant…), mise à disposition de moyen de transport (mise en place d’une navette, frais de taxi, véhicule de fonction…), mise à disposition de places en crèche à proximité du lieu de travail… ?</a:t>
            </a:r>
          </a:p>
        </p:txBody>
      </p:sp>
      <p:sp>
        <p:nvSpPr>
          <p:cNvPr id="168" name="Rectangle : coins arrondis 167">
            <a:extLst>
              <a:ext uri="{FF2B5EF4-FFF2-40B4-BE49-F238E27FC236}">
                <a16:creationId xmlns:a16="http://schemas.microsoft.com/office/drawing/2014/main" id="{45AB8DFA-2E38-30AD-EEBD-81BB501902E8}"/>
              </a:ext>
            </a:extLst>
          </p:cNvPr>
          <p:cNvSpPr/>
          <p:nvPr/>
        </p:nvSpPr>
        <p:spPr>
          <a:xfrm>
            <a:off x="6229779" y="2285304"/>
            <a:ext cx="5751893" cy="1465597"/>
          </a:xfrm>
          <a:prstGeom prst="roundRect">
            <a:avLst>
              <a:gd name="adj" fmla="val 0"/>
            </a:avLst>
          </a:prstGeom>
          <a:solidFill>
            <a:srgbClr val="F6F9FC"/>
          </a:solid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9050" lvl="0" algn="just">
              <a:lnSpc>
                <a:spcPts val="1400"/>
              </a:lnSpc>
              <a:spcAft>
                <a:spcPts val="600"/>
              </a:spcAft>
              <a:tabLst>
                <a:tab pos="180975" algn="l"/>
              </a:tabLst>
              <a:defRPr/>
            </a:pPr>
            <a:endParaRPr lang="fr-FR" sz="1000">
              <a:solidFill>
                <a:srgbClr val="000000"/>
              </a:solidFill>
              <a:latin typeface="Avenir LT Std 55 Roman" panose="020B0503020203020204" pitchFamily="34" charset="0"/>
              <a:cs typeface="Times New Roman" panose="02020603050405020304" pitchFamily="18" charset="0"/>
            </a:endParaRPr>
          </a:p>
        </p:txBody>
      </p:sp>
      <p:sp>
        <p:nvSpPr>
          <p:cNvPr id="16" name="Rectangle : coins arrondis 15">
            <a:extLst>
              <a:ext uri="{FF2B5EF4-FFF2-40B4-BE49-F238E27FC236}">
                <a16:creationId xmlns:a16="http://schemas.microsoft.com/office/drawing/2014/main" id="{144C4675-3E0A-25E7-A09A-DF3356975CB6}"/>
              </a:ext>
            </a:extLst>
          </p:cNvPr>
          <p:cNvSpPr/>
          <p:nvPr/>
        </p:nvSpPr>
        <p:spPr>
          <a:xfrm>
            <a:off x="206672" y="1889361"/>
            <a:ext cx="5740809" cy="504694"/>
          </a:xfrm>
          <a:prstGeom prst="roundRect">
            <a:avLst/>
          </a:prstGeom>
          <a:solidFill>
            <a:srgbClr val="00B3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400" b="1" i="1">
                <a:solidFill>
                  <a:schemeClr val="bg1"/>
                </a:solidFill>
              </a:rPr>
              <a:t>Les questions à se poser</a:t>
            </a:r>
          </a:p>
        </p:txBody>
      </p:sp>
      <p:sp>
        <p:nvSpPr>
          <p:cNvPr id="5" name="Rectangle 4">
            <a:extLst>
              <a:ext uri="{FF2B5EF4-FFF2-40B4-BE49-F238E27FC236}">
                <a16:creationId xmlns:a16="http://schemas.microsoft.com/office/drawing/2014/main" id="{CA518931-36E3-B849-A7A1-309524C9EDBD}"/>
              </a:ext>
            </a:extLst>
          </p:cNvPr>
          <p:cNvSpPr/>
          <p:nvPr/>
        </p:nvSpPr>
        <p:spPr>
          <a:xfrm>
            <a:off x="0" y="378372"/>
            <a:ext cx="12192000" cy="1427747"/>
          </a:xfrm>
          <a:prstGeom prst="rect">
            <a:avLst/>
          </a:prstGeom>
          <a:solidFill>
            <a:srgbClr val="DFF1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5963">
              <a:buClr>
                <a:schemeClr val="tx1"/>
              </a:buClr>
            </a:pPr>
            <a:r>
              <a:rPr lang="fr-FR">
                <a:solidFill>
                  <a:schemeClr val="tx1"/>
                </a:solidFill>
                <a:latin typeface="Avenir LT Std 55 Roman" panose="020B0503020203020204" pitchFamily="34" charset="0"/>
              </a:rPr>
              <a:t>Evaluer les</a:t>
            </a:r>
            <a:r>
              <a:rPr lang="fr-FR" b="1">
                <a:solidFill>
                  <a:schemeClr val="tx1"/>
                </a:solidFill>
                <a:latin typeface="Avenir LT Std 55 Roman" panose="020B0503020203020204" pitchFamily="34" charset="0"/>
              </a:rPr>
              <a:t> </a:t>
            </a:r>
            <a:r>
              <a:rPr lang="fr-FR" b="1">
                <a:solidFill>
                  <a:srgbClr val="00B388"/>
                </a:solidFill>
                <a:latin typeface="Avenir LT Std 65 Medium" panose="020B0803020203020204" pitchFamily="34" charset="0"/>
              </a:rPr>
              <a:t>impacts financiers du projet pour les agents </a:t>
            </a:r>
            <a:r>
              <a:rPr lang="fr-FR">
                <a:solidFill>
                  <a:schemeClr val="tx1"/>
                </a:solidFill>
                <a:latin typeface="Avenir LT Std 55 Roman" panose="020B0503020203020204" pitchFamily="34" charset="0"/>
              </a:rPr>
              <a:t>:</a:t>
            </a:r>
          </a:p>
          <a:p>
            <a:pPr marL="1347788" indent="-342900">
              <a:buClr>
                <a:schemeClr val="tx1"/>
              </a:buClr>
              <a:buFont typeface="Arial" panose="020B0604020202020204" pitchFamily="34" charset="0"/>
              <a:buChar char="•"/>
            </a:pPr>
            <a:r>
              <a:rPr lang="fr-FR">
                <a:solidFill>
                  <a:schemeClr val="tx1"/>
                </a:solidFill>
                <a:latin typeface="Avenir LT Std 55 Roman" panose="020B0503020203020204" pitchFamily="34" charset="0"/>
              </a:rPr>
              <a:t>Directs (rémunération, évolutions des astreintes…) ?</a:t>
            </a:r>
          </a:p>
          <a:p>
            <a:pPr marL="1347788" indent="-342900">
              <a:buClr>
                <a:schemeClr val="tx1"/>
              </a:buClr>
              <a:buFont typeface="Arial" panose="020B0604020202020204" pitchFamily="34" charset="0"/>
              <a:buChar char="•"/>
            </a:pPr>
            <a:r>
              <a:rPr lang="fr-FR">
                <a:solidFill>
                  <a:schemeClr val="tx1"/>
                </a:solidFill>
                <a:latin typeface="Avenir LT Std 55 Roman" panose="020B0503020203020204" pitchFamily="34" charset="0"/>
              </a:rPr>
              <a:t>Indirects (frais de déplacement, frais de garde d’enfants…) ?</a:t>
            </a:r>
          </a:p>
        </p:txBody>
      </p:sp>
      <p:sp>
        <p:nvSpPr>
          <p:cNvPr id="6" name="Triangle isocèle 5">
            <a:extLst>
              <a:ext uri="{FF2B5EF4-FFF2-40B4-BE49-F238E27FC236}">
                <a16:creationId xmlns:a16="http://schemas.microsoft.com/office/drawing/2014/main" id="{1C9EECF1-20EC-B0AC-1874-DC4301730FDF}"/>
              </a:ext>
            </a:extLst>
          </p:cNvPr>
          <p:cNvSpPr/>
          <p:nvPr/>
        </p:nvSpPr>
        <p:spPr>
          <a:xfrm rot="5400000">
            <a:off x="34126" y="929868"/>
            <a:ext cx="782530" cy="324754"/>
          </a:xfrm>
          <a:prstGeom prst="triangle">
            <a:avLst/>
          </a:prstGeom>
          <a:solidFill>
            <a:srgbClr val="1547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18" name="Rectangle : coins arrondis 17">
            <a:extLst>
              <a:ext uri="{FF2B5EF4-FFF2-40B4-BE49-F238E27FC236}">
                <a16:creationId xmlns:a16="http://schemas.microsoft.com/office/drawing/2014/main" id="{E347AC5D-F0A9-DD0C-841A-449C7345385C}"/>
              </a:ext>
            </a:extLst>
          </p:cNvPr>
          <p:cNvSpPr/>
          <p:nvPr/>
        </p:nvSpPr>
        <p:spPr>
          <a:xfrm>
            <a:off x="6233435" y="1889361"/>
            <a:ext cx="5751893" cy="504694"/>
          </a:xfrm>
          <a:prstGeom prst="round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400" b="1" i="1">
                <a:solidFill>
                  <a:schemeClr val="bg1"/>
                </a:solidFill>
              </a:rPr>
              <a:t>Ressources à ma disposition</a:t>
            </a:r>
          </a:p>
        </p:txBody>
      </p:sp>
      <p:sp>
        <p:nvSpPr>
          <p:cNvPr id="43" name="Ellipse 42">
            <a:extLst>
              <a:ext uri="{FF2B5EF4-FFF2-40B4-BE49-F238E27FC236}">
                <a16:creationId xmlns:a16="http://schemas.microsoft.com/office/drawing/2014/main" id="{D35D31AF-BC38-9A5C-61E5-4DC637092A12}"/>
              </a:ext>
            </a:extLst>
          </p:cNvPr>
          <p:cNvSpPr/>
          <p:nvPr/>
        </p:nvSpPr>
        <p:spPr>
          <a:xfrm>
            <a:off x="6682059" y="1894046"/>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pic>
        <p:nvPicPr>
          <p:cNvPr id="42" name="Image 41">
            <a:extLst>
              <a:ext uri="{FF2B5EF4-FFF2-40B4-BE49-F238E27FC236}">
                <a16:creationId xmlns:a16="http://schemas.microsoft.com/office/drawing/2014/main" id="{50636433-56E5-2BE0-5775-3C9FCF9E0744}"/>
              </a:ext>
            </a:extLst>
          </p:cNvPr>
          <p:cNvPicPr>
            <a:picLocks noChangeAspect="1"/>
          </p:cNvPicPr>
          <p:nvPr/>
        </p:nvPicPr>
        <p:blipFill>
          <a:blip r:embed="rId3"/>
          <a:stretch>
            <a:fillRect/>
          </a:stretch>
        </p:blipFill>
        <p:spPr>
          <a:xfrm>
            <a:off x="6806176" y="1887770"/>
            <a:ext cx="485486" cy="621422"/>
          </a:xfrm>
          <a:prstGeom prst="rect">
            <a:avLst/>
          </a:prstGeom>
        </p:spPr>
      </p:pic>
      <p:sp>
        <p:nvSpPr>
          <p:cNvPr id="85" name="Rectangle : coins arrondis 84">
            <a:extLst>
              <a:ext uri="{FF2B5EF4-FFF2-40B4-BE49-F238E27FC236}">
                <a16:creationId xmlns:a16="http://schemas.microsoft.com/office/drawing/2014/main" id="{8A3068DD-1AE1-28AA-6B39-3B62887E5DEB}"/>
              </a:ext>
            </a:extLst>
          </p:cNvPr>
          <p:cNvSpPr/>
          <p:nvPr/>
        </p:nvSpPr>
        <p:spPr>
          <a:xfrm>
            <a:off x="6336832" y="2544206"/>
            <a:ext cx="1883143" cy="35624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ts val="900"/>
              </a:lnSpc>
              <a:spcBef>
                <a:spcPts val="300"/>
              </a:spcBef>
              <a:buClr>
                <a:srgbClr val="0084D4"/>
              </a:buClr>
              <a:defRPr/>
            </a:pPr>
            <a:r>
              <a:rPr lang="fr-FR" sz="1100" b="1" i="1">
                <a:solidFill>
                  <a:schemeClr val="tx1"/>
                </a:solidFill>
                <a:latin typeface="Avenir LT Std 65 Medium" panose="020B0803020203020204" pitchFamily="34" charset="0"/>
              </a:rPr>
              <a:t>Ressource</a:t>
            </a:r>
            <a:br>
              <a:rPr lang="fr-FR" sz="1000" b="1" i="1">
                <a:solidFill>
                  <a:schemeClr val="tx1"/>
                </a:solidFill>
                <a:latin typeface="Avenir LT Std 65 Medium" panose="020B0803020203020204" pitchFamily="34" charset="0"/>
              </a:rPr>
            </a:br>
            <a:r>
              <a:rPr lang="fr-FR" sz="900" i="1">
                <a:solidFill>
                  <a:srgbClr val="FFFFFF">
                    <a:lumMod val="50000"/>
                  </a:srgbClr>
                </a:solidFill>
                <a:latin typeface="Avenir LT Std 35 Light" panose="020B0402020203020204" pitchFamily="34" charset="0"/>
              </a:rPr>
              <a:t>(accessible en cliquant dessus)</a:t>
            </a:r>
          </a:p>
        </p:txBody>
      </p:sp>
      <p:sp>
        <p:nvSpPr>
          <p:cNvPr id="86" name="Rectangle : coins arrondis 85">
            <a:extLst>
              <a:ext uri="{FF2B5EF4-FFF2-40B4-BE49-F238E27FC236}">
                <a16:creationId xmlns:a16="http://schemas.microsoft.com/office/drawing/2014/main" id="{FB153D54-772B-5A53-34C8-53A7572F0954}"/>
              </a:ext>
            </a:extLst>
          </p:cNvPr>
          <p:cNvSpPr/>
          <p:nvPr/>
        </p:nvSpPr>
        <p:spPr>
          <a:xfrm>
            <a:off x="8517576" y="2544206"/>
            <a:ext cx="1959272" cy="32903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000" b="1" i="1">
                <a:solidFill>
                  <a:schemeClr val="tx1"/>
                </a:solidFill>
                <a:latin typeface="Avenir LT Std 65 Medium" panose="020B0803020203020204" pitchFamily="34" charset="0"/>
              </a:rPr>
              <a:t>Ce qu’elle apporte</a:t>
            </a:r>
          </a:p>
        </p:txBody>
      </p:sp>
      <p:pic>
        <p:nvPicPr>
          <p:cNvPr id="146" name="Graphique 145" descr="Cœur avec un remplissage uni">
            <a:extLst>
              <a:ext uri="{FF2B5EF4-FFF2-40B4-BE49-F238E27FC236}">
                <a16:creationId xmlns:a16="http://schemas.microsoft.com/office/drawing/2014/main" id="{5ED8F61D-71D2-C1FF-6DD6-5E69B6627C0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80997" y="2533060"/>
            <a:ext cx="288595" cy="288595"/>
          </a:xfrm>
          <a:prstGeom prst="rect">
            <a:avLst/>
          </a:prstGeom>
        </p:spPr>
      </p:pic>
      <p:pic>
        <p:nvPicPr>
          <p:cNvPr id="148" name="Graphique 147" descr="Sablier plein avec un remplissage uni">
            <a:extLst>
              <a:ext uri="{FF2B5EF4-FFF2-40B4-BE49-F238E27FC236}">
                <a16:creationId xmlns:a16="http://schemas.microsoft.com/office/drawing/2014/main" id="{97FC6B0D-1D0E-996D-61A8-7CBE3BDB1F5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089885" y="2536313"/>
            <a:ext cx="281763" cy="281763"/>
          </a:xfrm>
          <a:prstGeom prst="rect">
            <a:avLst/>
          </a:prstGeom>
        </p:spPr>
      </p:pic>
      <p:sp>
        <p:nvSpPr>
          <p:cNvPr id="12" name="Ellipse 11">
            <a:extLst>
              <a:ext uri="{FF2B5EF4-FFF2-40B4-BE49-F238E27FC236}">
                <a16:creationId xmlns:a16="http://schemas.microsoft.com/office/drawing/2014/main" id="{61F6E02B-2B1F-20D3-2A0B-A37A3246F7A3}"/>
              </a:ext>
            </a:extLst>
          </p:cNvPr>
          <p:cNvSpPr/>
          <p:nvPr/>
        </p:nvSpPr>
        <p:spPr>
          <a:xfrm>
            <a:off x="864443" y="1904403"/>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pic>
        <p:nvPicPr>
          <p:cNvPr id="11" name="Graphique 10" descr="Ampoule et crayon avec un remplissage uni">
            <a:extLst>
              <a:ext uri="{FF2B5EF4-FFF2-40B4-BE49-F238E27FC236}">
                <a16:creationId xmlns:a16="http://schemas.microsoft.com/office/drawing/2014/main" id="{705D76A2-7B04-B965-26D9-5B4145494BE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51179" y="1955818"/>
            <a:ext cx="402694" cy="402694"/>
          </a:xfrm>
          <a:prstGeom prst="rect">
            <a:avLst/>
          </a:prstGeom>
        </p:spPr>
      </p:pic>
      <p:sp>
        <p:nvSpPr>
          <p:cNvPr id="4" name="Rectangle : coins arrondis 3">
            <a:extLst>
              <a:ext uri="{FF2B5EF4-FFF2-40B4-BE49-F238E27FC236}">
                <a16:creationId xmlns:a16="http://schemas.microsoft.com/office/drawing/2014/main" id="{E97D02EC-28A7-3F46-30F8-A0CE872406E1}"/>
              </a:ext>
            </a:extLst>
          </p:cNvPr>
          <p:cNvSpPr/>
          <p:nvPr/>
        </p:nvSpPr>
        <p:spPr>
          <a:xfrm>
            <a:off x="6229780" y="3804113"/>
            <a:ext cx="5715146" cy="2534848"/>
          </a:xfrm>
          <a:prstGeom prst="roundRect">
            <a:avLst>
              <a:gd name="adj" fmla="val 7884"/>
            </a:avLst>
          </a:prstGeom>
          <a:solidFill>
            <a:srgbClr val="FBFBFB"/>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defRPr/>
            </a:pPr>
            <a:r>
              <a:rPr kumimoji="0" lang="fr-FR" sz="900" b="0" i="1" u="none" strike="noStrike" kern="1200" cap="none" spc="0" normalizeH="0" baseline="0" noProof="0">
                <a:ln>
                  <a:noFill/>
                </a:ln>
                <a:solidFill>
                  <a:srgbClr val="FFFFFF">
                    <a:lumMod val="50000"/>
                  </a:srgbClr>
                </a:solidFill>
                <a:effectLst/>
                <a:uLnTx/>
                <a:uFillTx/>
                <a:latin typeface="Avenir LT Std 35 Light" panose="020B0402020203020204" pitchFamily="34" charset="0"/>
                <a:ea typeface="+mn-ea"/>
                <a:cs typeface="+mn-cs"/>
              </a:rPr>
              <a:t>Zone de texte libre</a:t>
            </a:r>
          </a:p>
        </p:txBody>
      </p:sp>
      <p:sp>
        <p:nvSpPr>
          <p:cNvPr id="7" name="Rectangle 6">
            <a:extLst>
              <a:ext uri="{FF2B5EF4-FFF2-40B4-BE49-F238E27FC236}">
                <a16:creationId xmlns:a16="http://schemas.microsoft.com/office/drawing/2014/main" id="{3BFC5658-6FF5-3840-919A-D7265E3A8443}"/>
              </a:ext>
            </a:extLst>
          </p:cNvPr>
          <p:cNvSpPr/>
          <p:nvPr/>
        </p:nvSpPr>
        <p:spPr>
          <a:xfrm>
            <a:off x="6710527" y="3056244"/>
            <a:ext cx="1760373"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tlCol="0" anchor="ctr"/>
          <a:lstStyle/>
          <a:p>
            <a:r>
              <a:rPr lang="fr-FR" sz="1000" b="1">
                <a:solidFill>
                  <a:srgbClr val="306A92"/>
                </a:solidFill>
                <a:latin typeface="Avenir LT Std 45 Book" panose="020B0502020203020204" pitchFamily="34" charset="0"/>
              </a:rPr>
              <a:t>Outil d’évaluation des impacts humains </a:t>
            </a:r>
            <a:endParaRPr lang="fr-FR" sz="1000" b="1">
              <a:solidFill>
                <a:srgbClr val="306A92"/>
              </a:solidFill>
              <a:highlight>
                <a:srgbClr val="FFFF00"/>
              </a:highlight>
              <a:latin typeface="Avenir LT Std 45 Book" panose="020B0502020203020204" pitchFamily="34" charset="0"/>
            </a:endParaRPr>
          </a:p>
        </p:txBody>
      </p:sp>
      <p:sp>
        <p:nvSpPr>
          <p:cNvPr id="15" name="Rectangle 14">
            <a:extLst>
              <a:ext uri="{FF2B5EF4-FFF2-40B4-BE49-F238E27FC236}">
                <a16:creationId xmlns:a16="http://schemas.microsoft.com/office/drawing/2014/main" id="{2DA7A15B-5186-40CB-464C-63B41F314F72}"/>
              </a:ext>
            </a:extLst>
          </p:cNvPr>
          <p:cNvSpPr/>
          <p:nvPr/>
        </p:nvSpPr>
        <p:spPr>
          <a:xfrm>
            <a:off x="8539585" y="3087022"/>
            <a:ext cx="2327272"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defTabSz="914355"/>
            <a:r>
              <a:rPr lang="fr-FR" sz="900">
                <a:solidFill>
                  <a:schemeClr val="tx1"/>
                </a:solidFill>
                <a:latin typeface="Avenir LT Std 35 Light" panose="020B0402020203020204" pitchFamily="34" charset="0"/>
              </a:rPr>
              <a:t>Une trame pour prendre en note toute votre réflexion sur les impacts humains du projet et qui permet une évaluation globale du risque humain sous forme de jauge</a:t>
            </a:r>
          </a:p>
        </p:txBody>
      </p:sp>
      <p:sp>
        <p:nvSpPr>
          <p:cNvPr id="23" name="Rectangle 22">
            <a:extLst>
              <a:ext uri="{FF2B5EF4-FFF2-40B4-BE49-F238E27FC236}">
                <a16:creationId xmlns:a16="http://schemas.microsoft.com/office/drawing/2014/main" id="{16384228-B3ED-D4E7-ED66-302F18033822}"/>
              </a:ext>
            </a:extLst>
          </p:cNvPr>
          <p:cNvSpPr/>
          <p:nvPr/>
        </p:nvSpPr>
        <p:spPr>
          <a:xfrm>
            <a:off x="10932284" y="3007084"/>
            <a:ext cx="674091"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latin typeface="Avenir LT Std 45 Book" panose="020B0502020203020204" pitchFamily="34" charset="0"/>
              </a:rPr>
              <a:t>~ 15 min</a:t>
            </a:r>
          </a:p>
        </p:txBody>
      </p:sp>
      <p:grpSp>
        <p:nvGrpSpPr>
          <p:cNvPr id="24" name="Groupe 23">
            <a:extLst>
              <a:ext uri="{FF2B5EF4-FFF2-40B4-BE49-F238E27FC236}">
                <a16:creationId xmlns:a16="http://schemas.microsoft.com/office/drawing/2014/main" id="{9C0A62F1-45F7-1906-CFA6-77540B0C3FB3}"/>
              </a:ext>
            </a:extLst>
          </p:cNvPr>
          <p:cNvGrpSpPr/>
          <p:nvPr/>
        </p:nvGrpSpPr>
        <p:grpSpPr>
          <a:xfrm>
            <a:off x="11610032" y="3104443"/>
            <a:ext cx="315567" cy="274775"/>
            <a:chOff x="11492282" y="2015291"/>
            <a:chExt cx="315567" cy="274775"/>
          </a:xfrm>
        </p:grpSpPr>
        <p:pic>
          <p:nvPicPr>
            <p:cNvPr id="25" name="Graphique 24" descr="Cœur contour">
              <a:extLst>
                <a:ext uri="{FF2B5EF4-FFF2-40B4-BE49-F238E27FC236}">
                  <a16:creationId xmlns:a16="http://schemas.microsoft.com/office/drawing/2014/main" id="{8299C59F-A586-A435-0D5C-827D2903760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492282" y="2015291"/>
              <a:ext cx="214188" cy="214188"/>
            </a:xfrm>
            <a:prstGeom prst="rect">
              <a:avLst/>
            </a:prstGeom>
          </p:spPr>
        </p:pic>
        <p:sp>
          <p:nvSpPr>
            <p:cNvPr id="27" name="Rectangle 26">
              <a:extLst>
                <a:ext uri="{FF2B5EF4-FFF2-40B4-BE49-F238E27FC236}">
                  <a16:creationId xmlns:a16="http://schemas.microsoft.com/office/drawing/2014/main" id="{2F7DD09F-2FE9-0F4C-B65E-BA9E63EE4ECB}"/>
                </a:ext>
              </a:extLst>
            </p:cNvPr>
            <p:cNvSpPr/>
            <p:nvPr/>
          </p:nvSpPr>
          <p:spPr>
            <a:xfrm>
              <a:off x="11593661" y="2101883"/>
              <a:ext cx="214188" cy="1881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306A92"/>
                  </a:solidFill>
                </a:rPr>
                <a:t>x</a:t>
              </a:r>
              <a:endParaRPr lang="fr-FR" sz="1200" b="1">
                <a:solidFill>
                  <a:srgbClr val="306A92"/>
                </a:solidFill>
              </a:endParaRPr>
            </a:p>
          </p:txBody>
        </p:sp>
      </p:grpSp>
      <p:pic>
        <p:nvPicPr>
          <p:cNvPr id="28" name="Graphique 27" descr="Outils avec un remplissage uni">
            <a:extLst>
              <a:ext uri="{FF2B5EF4-FFF2-40B4-BE49-F238E27FC236}">
                <a16:creationId xmlns:a16="http://schemas.microsoft.com/office/drawing/2014/main" id="{AACF77E8-72AB-B9BB-0D59-D13564D5422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flipH="1">
            <a:off x="6364276" y="3133665"/>
            <a:ext cx="290825" cy="290825"/>
          </a:xfrm>
          <a:prstGeom prst="rect">
            <a:avLst/>
          </a:prstGeom>
        </p:spPr>
      </p:pic>
      <p:sp>
        <p:nvSpPr>
          <p:cNvPr id="14" name="Rectangle 13">
            <a:extLst>
              <a:ext uri="{FF2B5EF4-FFF2-40B4-BE49-F238E27FC236}">
                <a16:creationId xmlns:a16="http://schemas.microsoft.com/office/drawing/2014/main" id="{BDC7B72B-8FD0-4064-8958-B6E998CA581C}"/>
              </a:ext>
            </a:extLst>
          </p:cNvPr>
          <p:cNvSpPr/>
          <p:nvPr/>
        </p:nvSpPr>
        <p:spPr>
          <a:xfrm>
            <a:off x="6789598" y="3443460"/>
            <a:ext cx="873752" cy="100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fr-FR" sz="800" b="1">
                <a:latin typeface="Avenir LT Std 45 Book" panose="020B0502020203020204" pitchFamily="34" charset="0"/>
              </a:rPr>
              <a:t>Non disponible</a:t>
            </a:r>
          </a:p>
        </p:txBody>
      </p:sp>
      <p:grpSp>
        <p:nvGrpSpPr>
          <p:cNvPr id="13" name="Groupe 12">
            <a:extLst>
              <a:ext uri="{FF2B5EF4-FFF2-40B4-BE49-F238E27FC236}">
                <a16:creationId xmlns:a16="http://schemas.microsoft.com/office/drawing/2014/main" id="{ABFBECE0-68C6-E3E6-49EC-64E1B9057AD3}"/>
              </a:ext>
            </a:extLst>
          </p:cNvPr>
          <p:cNvGrpSpPr>
            <a:grpSpLocks noChangeAspect="1"/>
          </p:cNvGrpSpPr>
          <p:nvPr/>
        </p:nvGrpSpPr>
        <p:grpSpPr>
          <a:xfrm>
            <a:off x="11001871" y="6336764"/>
            <a:ext cx="1082632" cy="444130"/>
            <a:chOff x="5810" y="1578917"/>
            <a:chExt cx="559801" cy="229645"/>
          </a:xfrm>
        </p:grpSpPr>
        <p:sp>
          <p:nvSpPr>
            <p:cNvPr id="17" name="Rectangle : coins arrondis 16">
              <a:hlinkClick r:id="rId9" action="ppaction://hlinksldjump"/>
              <a:extLst>
                <a:ext uri="{FF2B5EF4-FFF2-40B4-BE49-F238E27FC236}">
                  <a16:creationId xmlns:a16="http://schemas.microsoft.com/office/drawing/2014/main" id="{19522B96-FB49-8AAB-E4DC-E72BC802EE26}"/>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hlinkClick r:id="rId9"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ndParaRPr>
            </a:p>
          </p:txBody>
        </p:sp>
        <p:pic>
          <p:nvPicPr>
            <p:cNvPr id="19" name="Graphique 18" descr="Retour avec un remplissage uni">
              <a:hlinkClick r:id="rId9" action="ppaction://hlinksldjump"/>
              <a:extLst>
                <a:ext uri="{FF2B5EF4-FFF2-40B4-BE49-F238E27FC236}">
                  <a16:creationId xmlns:a16="http://schemas.microsoft.com/office/drawing/2014/main" id="{EDB371FC-7BA7-63E9-A9BC-7D335A6744F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9060" y="1578917"/>
              <a:ext cx="229645" cy="229645"/>
            </a:xfrm>
            <a:prstGeom prst="rect">
              <a:avLst/>
            </a:prstGeom>
          </p:spPr>
        </p:pic>
      </p:grpSp>
      <p:sp>
        <p:nvSpPr>
          <p:cNvPr id="40" name="Rectangle : coins arrondis 39">
            <a:extLst>
              <a:ext uri="{FF2B5EF4-FFF2-40B4-BE49-F238E27FC236}">
                <a16:creationId xmlns:a16="http://schemas.microsoft.com/office/drawing/2014/main" id="{E555584B-4428-7DB6-89B6-5CA610350139}"/>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DC582A"/>
                </a:solidFill>
              </a:rPr>
              <a:t>PROTOTYPE</a:t>
            </a:r>
          </a:p>
        </p:txBody>
      </p:sp>
      <p:sp>
        <p:nvSpPr>
          <p:cNvPr id="3" name="Flèche : chevron 8 - 2 - 1">
            <a:extLst>
              <a:ext uri="{FF2B5EF4-FFF2-40B4-BE49-F238E27FC236}">
                <a16:creationId xmlns:a16="http://schemas.microsoft.com/office/drawing/2014/main" id="{42F241B1-719D-B730-7164-D4C927DD81B5}"/>
              </a:ext>
            </a:extLst>
          </p:cNvPr>
          <p:cNvSpPr/>
          <p:nvPr/>
        </p:nvSpPr>
        <p:spPr>
          <a:xfrm>
            <a:off x="6924000" y="21771"/>
            <a:ext cx="1800000" cy="288000"/>
          </a:xfrm>
          <a:prstGeom prst="chevron">
            <a:avLst>
              <a:gd name="adj" fmla="val 28278"/>
            </a:avLst>
          </a:prstGeom>
          <a:solidFill>
            <a:srgbClr val="A1D6CA"/>
          </a:solidFill>
          <a:ln w="28575">
            <a:solidFill>
              <a:srgbClr val="A1D6CA"/>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rgbClr val="154734"/>
                </a:solidFill>
                <a:latin typeface="Avenir LT Std 45 Book" panose="020B0502020203020204" pitchFamily="34" charset="0"/>
              </a:rPr>
              <a:t>Ressources impacts humains</a:t>
            </a:r>
          </a:p>
        </p:txBody>
      </p:sp>
      <p:sp>
        <p:nvSpPr>
          <p:cNvPr id="9" name="Flèche : chevron 8 - 2 - 1">
            <a:extLst>
              <a:ext uri="{FF2B5EF4-FFF2-40B4-BE49-F238E27FC236}">
                <a16:creationId xmlns:a16="http://schemas.microsoft.com/office/drawing/2014/main" id="{CF1DE2A9-6CBE-306B-E529-83019FB954B9}"/>
              </a:ext>
            </a:extLst>
          </p:cNvPr>
          <p:cNvSpPr/>
          <p:nvPr/>
        </p:nvSpPr>
        <p:spPr>
          <a:xfrm>
            <a:off x="1776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a:t>
            </a:r>
            <a:r>
              <a:rPr lang="fr-FR" sz="1100" b="1" err="1">
                <a:solidFill>
                  <a:schemeClr val="bg1">
                    <a:lumMod val="50000"/>
                  </a:schemeClr>
                </a:solidFill>
                <a:latin typeface="Avenir LT Std 45 Book" panose="020B0502020203020204" pitchFamily="34" charset="0"/>
              </a:rPr>
              <a:t>moi-mëme</a:t>
            </a:r>
            <a:endParaRPr lang="fr-FR" sz="1100" b="1">
              <a:solidFill>
                <a:schemeClr val="bg1">
                  <a:lumMod val="50000"/>
                </a:schemeClr>
              </a:solidFill>
              <a:latin typeface="Avenir LT Std 45 Book" panose="020B0502020203020204" pitchFamily="34" charset="0"/>
            </a:endParaRPr>
          </a:p>
        </p:txBody>
      </p:sp>
      <p:sp>
        <p:nvSpPr>
          <p:cNvPr id="20" name="Flèche : chevron 8 - 2 - 1">
            <a:extLst>
              <a:ext uri="{FF2B5EF4-FFF2-40B4-BE49-F238E27FC236}">
                <a16:creationId xmlns:a16="http://schemas.microsoft.com/office/drawing/2014/main" id="{81E7E61E-94B8-BC46-BD29-EFF9BCF31183}"/>
              </a:ext>
            </a:extLst>
          </p:cNvPr>
          <p:cNvSpPr/>
          <p:nvPr/>
        </p:nvSpPr>
        <p:spPr>
          <a:xfrm>
            <a:off x="5244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des impacts humains</a:t>
            </a:r>
          </a:p>
        </p:txBody>
      </p:sp>
      <p:sp>
        <p:nvSpPr>
          <p:cNvPr id="22" name="Flèche : chevron 8 - 2 - 1">
            <a:extLst>
              <a:ext uri="{FF2B5EF4-FFF2-40B4-BE49-F238E27FC236}">
                <a16:creationId xmlns:a16="http://schemas.microsoft.com/office/drawing/2014/main" id="{BA1286DC-3A0C-0E49-D550-1523AB6A9553}"/>
              </a:ext>
            </a:extLst>
          </p:cNvPr>
          <p:cNvSpPr/>
          <p:nvPr/>
        </p:nvSpPr>
        <p:spPr>
          <a:xfrm>
            <a:off x="636000" y="21771"/>
            <a:ext cx="115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Cas d’usage</a:t>
            </a:r>
          </a:p>
        </p:txBody>
      </p:sp>
      <p:sp>
        <p:nvSpPr>
          <p:cNvPr id="29" name="Flèche : chevron 8 - 2 - 1">
            <a:extLst>
              <a:ext uri="{FF2B5EF4-FFF2-40B4-BE49-F238E27FC236}">
                <a16:creationId xmlns:a16="http://schemas.microsoft.com/office/drawing/2014/main" id="{D535643E-9E91-D38E-A2A6-66BC167CA2A8}"/>
              </a:ext>
            </a:extLst>
          </p:cNvPr>
          <p:cNvSpPr/>
          <p:nvPr/>
        </p:nvSpPr>
        <p:spPr>
          <a:xfrm>
            <a:off x="3456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pour moi-même</a:t>
            </a:r>
          </a:p>
        </p:txBody>
      </p:sp>
      <p:sp>
        <p:nvSpPr>
          <p:cNvPr id="31" name="Flèche : pentagone 3">
            <a:extLst>
              <a:ext uri="{FF2B5EF4-FFF2-40B4-BE49-F238E27FC236}">
                <a16:creationId xmlns:a16="http://schemas.microsoft.com/office/drawing/2014/main" id="{092E861A-E6DE-2DB7-F0A1-8112D2079811}"/>
              </a:ext>
            </a:extLst>
          </p:cNvPr>
          <p:cNvSpPr/>
          <p:nvPr/>
        </p:nvSpPr>
        <p:spPr>
          <a:xfrm>
            <a:off x="0" y="21771"/>
            <a:ext cx="648000" cy="288000"/>
          </a:xfrm>
          <a:prstGeom prst="homePlate">
            <a:avLst>
              <a:gd name="adj" fmla="val 26503"/>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Accueil</a:t>
            </a:r>
          </a:p>
        </p:txBody>
      </p:sp>
      <p:sp>
        <p:nvSpPr>
          <p:cNvPr id="45" name="Flèche : chevron 8 - 2 - 1">
            <a:extLst>
              <a:ext uri="{FF2B5EF4-FFF2-40B4-BE49-F238E27FC236}">
                <a16:creationId xmlns:a16="http://schemas.microsoft.com/office/drawing/2014/main" id="{FD8EDB43-9A2A-88CD-6B36-D6F54385AC66}"/>
              </a:ext>
            </a:extLst>
          </p:cNvPr>
          <p:cNvSpPr/>
          <p:nvPr/>
        </p:nvSpPr>
        <p:spPr>
          <a:xfrm>
            <a:off x="8712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a:t>
            </a:r>
            <a:br>
              <a:rPr lang="fr-FR" sz="1100" b="1">
                <a:solidFill>
                  <a:schemeClr val="bg1">
                    <a:lumMod val="50000"/>
                  </a:schemeClr>
                </a:solidFill>
                <a:latin typeface="Avenir LT Std 45 Book" panose="020B0502020203020204" pitchFamily="34" charset="0"/>
              </a:rPr>
            </a:br>
            <a:r>
              <a:rPr lang="fr-FR" sz="1100" b="1">
                <a:solidFill>
                  <a:schemeClr val="bg1">
                    <a:lumMod val="50000"/>
                  </a:schemeClr>
                </a:solidFill>
                <a:latin typeface="Avenir LT Std 45 Book" panose="020B0502020203020204" pitchFamily="34" charset="0"/>
              </a:rPr>
              <a:t>préparer le collectif</a:t>
            </a:r>
          </a:p>
        </p:txBody>
      </p:sp>
      <p:sp>
        <p:nvSpPr>
          <p:cNvPr id="47" name="Flèche : chevron 8 - 2 - 1">
            <a:extLst>
              <a:ext uri="{FF2B5EF4-FFF2-40B4-BE49-F238E27FC236}">
                <a16:creationId xmlns:a16="http://schemas.microsoft.com/office/drawing/2014/main" id="{0AC410AE-FA14-4A54-6B25-1F770C7310DB}"/>
              </a:ext>
            </a:extLst>
          </p:cNvPr>
          <p:cNvSpPr/>
          <p:nvPr/>
        </p:nvSpPr>
        <p:spPr>
          <a:xfrm>
            <a:off x="10392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préparation collectif</a:t>
            </a:r>
          </a:p>
        </p:txBody>
      </p:sp>
    </p:spTree>
    <p:extLst>
      <p:ext uri="{BB962C8B-B14F-4D97-AF65-F5344CB8AC3E}">
        <p14:creationId xmlns:p14="http://schemas.microsoft.com/office/powerpoint/2010/main" val="2870670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A26C8-A426-2C08-A379-6ED82EDB2FA3}"/>
            </a:ext>
          </a:extLst>
        </p:cNvPr>
        <p:cNvGrpSpPr/>
        <p:nvPr/>
      </p:nvGrpSpPr>
      <p:grpSpPr>
        <a:xfrm>
          <a:off x="0" y="0"/>
          <a:ext cx="0" cy="0"/>
          <a:chOff x="0" y="0"/>
          <a:chExt cx="0" cy="0"/>
        </a:xfrm>
      </p:grpSpPr>
      <p:sp>
        <p:nvSpPr>
          <p:cNvPr id="44" name="Rectangle : coins arrondis 43">
            <a:extLst>
              <a:ext uri="{FF2B5EF4-FFF2-40B4-BE49-F238E27FC236}">
                <a16:creationId xmlns:a16="http://schemas.microsoft.com/office/drawing/2014/main" id="{F209EDD2-70E7-7167-0B7E-2C7BB82E3AE3}"/>
              </a:ext>
            </a:extLst>
          </p:cNvPr>
          <p:cNvSpPr/>
          <p:nvPr/>
        </p:nvSpPr>
        <p:spPr>
          <a:xfrm>
            <a:off x="216504" y="1889361"/>
            <a:ext cx="5715147" cy="4449600"/>
          </a:xfrm>
          <a:prstGeom prst="roundRect">
            <a:avLst>
              <a:gd name="adj" fmla="val 3071"/>
            </a:avLst>
          </a:prstGeom>
          <a:solidFill>
            <a:schemeClr val="bg1"/>
          </a:solidFill>
          <a:ln w="38100">
            <a:solidFill>
              <a:srgbClr val="00B388"/>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176213" lvl="0" indent="-171450" algn="just">
              <a:spcAft>
                <a:spcPts val="1000"/>
              </a:spcAft>
              <a:buFont typeface="Arial" panose="020B0604020202020204" pitchFamily="34" charset="0"/>
              <a:buChar char="•"/>
              <a:tabLst>
                <a:tab pos="176213" algn="l"/>
              </a:tabLst>
              <a:defRPr/>
            </a:pPr>
            <a:endParaRPr lang="fr-FR" sz="1200">
              <a:solidFill>
                <a:schemeClr val="tx1"/>
              </a:solidFill>
              <a:latin typeface="Avenir LT Std 55 Roman" panose="020B0503020203020204" pitchFamily="34" charset="0"/>
              <a:cs typeface="Times New Roman" panose="02020603050405020304" pitchFamily="18" charset="0"/>
            </a:endParaRPr>
          </a:p>
          <a:p>
            <a:pPr marL="176213" lvl="0" indent="-171450" algn="just">
              <a:spcAft>
                <a:spcPts val="1000"/>
              </a:spcAft>
              <a:buFont typeface="Arial" panose="020B0604020202020204" pitchFamily="34" charset="0"/>
              <a:buChar char="•"/>
              <a:tabLst>
                <a:tab pos="176213" algn="l"/>
              </a:tabLst>
              <a:defRPr/>
            </a:pPr>
            <a:r>
              <a:rPr lang="fr-FR" sz="1200">
                <a:solidFill>
                  <a:schemeClr val="tx1"/>
                </a:solidFill>
                <a:latin typeface="Avenir LT Std 55 Roman" panose="020B0503020203020204" pitchFamily="34" charset="0"/>
                <a:cs typeface="Times New Roman" panose="02020603050405020304" pitchFamily="18" charset="0"/>
              </a:rPr>
              <a:t>Est-ce que le projet fait </a:t>
            </a:r>
            <a:r>
              <a:rPr lang="fr-FR" sz="1200" b="1" i="1">
                <a:solidFill>
                  <a:schemeClr val="tx1"/>
                </a:solidFill>
                <a:latin typeface="Avenir LT Std 55 Roman" panose="020B0503020203020204" pitchFamily="34" charset="0"/>
                <a:cs typeface="Times New Roman" panose="02020603050405020304" pitchFamily="18" charset="0"/>
              </a:rPr>
              <a:t>évoluer la culture du métier et comment </a:t>
            </a:r>
            <a:r>
              <a:rPr lang="fr-FR" sz="1200">
                <a:solidFill>
                  <a:schemeClr val="tx1"/>
                </a:solidFill>
                <a:latin typeface="Avenir LT Std 55 Roman" panose="020B0503020203020204" pitchFamily="34" charset="0"/>
                <a:cs typeface="Times New Roman" panose="02020603050405020304" pitchFamily="18" charset="0"/>
              </a:rPr>
              <a:t>(ex. évolution de l’identité du métier, de ce qu’il représente pour les agents et de la valeur du métier (par exemple passer d’un métier sédentaire à un métier roulant), évolution du sentiment d’appartenance, évolution d’une organisation du collectif orientée par métier à une organisation orientée par produit…) ?</a:t>
            </a:r>
          </a:p>
          <a:p>
            <a:pPr marL="176213" lvl="0" indent="-171450" algn="just">
              <a:spcAft>
                <a:spcPts val="1000"/>
              </a:spcAft>
              <a:buFont typeface="Arial" panose="020B0604020202020204" pitchFamily="34" charset="0"/>
              <a:buChar char="•"/>
              <a:tabLst>
                <a:tab pos="176213" algn="l"/>
              </a:tabLst>
              <a:defRPr/>
            </a:pPr>
            <a:r>
              <a:rPr lang="fr-FR" sz="1200">
                <a:solidFill>
                  <a:schemeClr val="tx1"/>
                </a:solidFill>
                <a:latin typeface="Avenir LT Std 55 Roman" panose="020B0503020203020204" pitchFamily="34" charset="0"/>
                <a:cs typeface="Times New Roman" panose="02020603050405020304" pitchFamily="18" charset="0"/>
              </a:rPr>
              <a:t>Les changements induits par le projet </a:t>
            </a:r>
            <a:r>
              <a:rPr lang="fr-FR" sz="1200" b="1" i="1">
                <a:solidFill>
                  <a:schemeClr val="tx1"/>
                </a:solidFill>
                <a:latin typeface="Avenir LT Std 55 Roman" panose="020B0503020203020204" pitchFamily="34" charset="0"/>
                <a:cs typeface="Times New Roman" panose="02020603050405020304" pitchFamily="18" charset="0"/>
              </a:rPr>
              <a:t>font-ils évoluer la culture hiérarchique du collectif </a:t>
            </a:r>
            <a:r>
              <a:rPr lang="fr-FR" sz="1200">
                <a:solidFill>
                  <a:schemeClr val="tx1"/>
                </a:solidFill>
                <a:latin typeface="Avenir LT Std 55 Roman" panose="020B0503020203020204" pitchFamily="34" charset="0"/>
                <a:cs typeface="Times New Roman" panose="02020603050405020304" pitchFamily="18" charset="0"/>
              </a:rPr>
              <a:t>(ex. évolution des missions d’un agent concentrées sur une expertise spécifique pour laquelle l’agent avait la reconnaissance du collectif à des missions multi-métiers pour les agents avec la perte du rôle d’un expert au sein du collectif, évolution d’une évaluation des compétences des agents par la hiérarchie avec une approche de sanction des erreurs à une approche de pédagogie…) ?</a:t>
            </a:r>
          </a:p>
          <a:p>
            <a:pPr marL="176213" lvl="0" indent="-171450" algn="just">
              <a:spcAft>
                <a:spcPts val="1000"/>
              </a:spcAft>
              <a:buFont typeface="Arial" panose="020B0604020202020204" pitchFamily="34" charset="0"/>
              <a:buChar char="•"/>
              <a:tabLst>
                <a:tab pos="176213" algn="l"/>
              </a:tabLst>
              <a:defRPr/>
            </a:pPr>
            <a:r>
              <a:rPr lang="fr-FR" sz="1200">
                <a:solidFill>
                  <a:schemeClr val="tx1"/>
                </a:solidFill>
                <a:latin typeface="Avenir LT Std 55 Roman" panose="020B0503020203020204" pitchFamily="34" charset="0"/>
                <a:cs typeface="Times New Roman" panose="02020603050405020304" pitchFamily="18" charset="0"/>
              </a:rPr>
              <a:t>Quels changements sur les</a:t>
            </a:r>
            <a:r>
              <a:rPr lang="fr-FR" sz="1200" b="1" i="1">
                <a:solidFill>
                  <a:schemeClr val="tx1"/>
                </a:solidFill>
                <a:latin typeface="Avenir LT Std 55 Roman" panose="020B0503020203020204" pitchFamily="34" charset="0"/>
                <a:cs typeface="Times New Roman" panose="02020603050405020304" pitchFamily="18" charset="0"/>
              </a:rPr>
              <a:t> relations interpersonnelles </a:t>
            </a:r>
            <a:r>
              <a:rPr lang="fr-FR" sz="1200">
                <a:solidFill>
                  <a:schemeClr val="tx1"/>
                </a:solidFill>
                <a:latin typeface="Avenir LT Std 55 Roman" panose="020B0503020203020204" pitchFamily="34" charset="0"/>
                <a:cs typeface="Times New Roman" panose="02020603050405020304" pitchFamily="18" charset="0"/>
              </a:rPr>
              <a:t>avec les collègues, la hiérarchie ou les clients internes/externes ?</a:t>
            </a:r>
          </a:p>
          <a:p>
            <a:pPr marL="176213" lvl="0" indent="-171450" algn="just">
              <a:spcAft>
                <a:spcPts val="1000"/>
              </a:spcAft>
              <a:buFont typeface="Arial" panose="020B0604020202020204" pitchFamily="34" charset="0"/>
              <a:buChar char="•"/>
              <a:tabLst>
                <a:tab pos="176213" algn="l"/>
              </a:tabLst>
              <a:defRPr/>
            </a:pPr>
            <a:r>
              <a:rPr lang="fr-FR" sz="1200">
                <a:solidFill>
                  <a:schemeClr val="tx1"/>
                </a:solidFill>
                <a:latin typeface="Avenir LT Std 55 Roman" panose="020B0503020203020204" pitchFamily="34" charset="0"/>
                <a:cs typeface="Times New Roman" panose="02020603050405020304" pitchFamily="18" charset="0"/>
              </a:rPr>
              <a:t>Quel est </a:t>
            </a:r>
            <a:r>
              <a:rPr lang="fr-FR" sz="1200" b="1" i="1">
                <a:solidFill>
                  <a:schemeClr val="tx1"/>
                </a:solidFill>
                <a:latin typeface="Avenir LT Std 55 Roman" panose="020B0503020203020204" pitchFamily="34" charset="0"/>
                <a:cs typeface="Times New Roman" panose="02020603050405020304" pitchFamily="18" charset="0"/>
              </a:rPr>
              <a:t>l’impact du projet sur les rituels formels ou informels </a:t>
            </a:r>
            <a:r>
              <a:rPr lang="fr-FR" sz="1200">
                <a:solidFill>
                  <a:schemeClr val="tx1"/>
                </a:solidFill>
                <a:latin typeface="Avenir LT Std 55 Roman" panose="020B0503020203020204" pitchFamily="34" charset="0"/>
                <a:cs typeface="Times New Roman" panose="02020603050405020304" pitchFamily="18" charset="0"/>
              </a:rPr>
              <a:t>de l’équipe ou de l’entité concernées ?</a:t>
            </a:r>
          </a:p>
          <a:p>
            <a:pPr marL="176213" lvl="0" indent="-171450" algn="just">
              <a:spcAft>
                <a:spcPts val="1000"/>
              </a:spcAft>
              <a:buFont typeface="Arial" panose="020B0604020202020204" pitchFamily="34" charset="0"/>
              <a:buChar char="•"/>
              <a:tabLst>
                <a:tab pos="176213" algn="l"/>
              </a:tabLst>
              <a:defRPr/>
            </a:pPr>
            <a:r>
              <a:rPr lang="fr-FR" sz="1200">
                <a:solidFill>
                  <a:schemeClr val="tx1"/>
                </a:solidFill>
                <a:latin typeface="Avenir LT Std 55 Roman" panose="020B0503020203020204" pitchFamily="34" charset="0"/>
                <a:cs typeface="Times New Roman" panose="02020603050405020304" pitchFamily="18" charset="0"/>
              </a:rPr>
              <a:t>Quel </a:t>
            </a:r>
            <a:r>
              <a:rPr lang="fr-FR" sz="1200" b="1" i="1">
                <a:solidFill>
                  <a:schemeClr val="tx1"/>
                </a:solidFill>
                <a:latin typeface="Avenir LT Std 55 Roman" panose="020B0503020203020204" pitchFamily="34" charset="0"/>
                <a:cs typeface="Times New Roman" panose="02020603050405020304" pitchFamily="18" charset="0"/>
              </a:rPr>
              <a:t>accompagnement du collectif </a:t>
            </a:r>
            <a:r>
              <a:rPr lang="fr-FR" sz="1200">
                <a:solidFill>
                  <a:schemeClr val="tx1"/>
                </a:solidFill>
                <a:latin typeface="Avenir LT Std 55 Roman" panose="020B0503020203020204" pitchFamily="34" charset="0"/>
                <a:cs typeface="Times New Roman" panose="02020603050405020304" pitchFamily="18" charset="0"/>
              </a:rPr>
              <a:t>prévoir pour anticiper ces impacts ?</a:t>
            </a:r>
          </a:p>
        </p:txBody>
      </p:sp>
      <p:sp>
        <p:nvSpPr>
          <p:cNvPr id="168" name="Rectangle : coins arrondis 167">
            <a:extLst>
              <a:ext uri="{FF2B5EF4-FFF2-40B4-BE49-F238E27FC236}">
                <a16:creationId xmlns:a16="http://schemas.microsoft.com/office/drawing/2014/main" id="{1F4B71B4-BE8F-C676-B549-D05947FA80E3}"/>
              </a:ext>
            </a:extLst>
          </p:cNvPr>
          <p:cNvSpPr/>
          <p:nvPr/>
        </p:nvSpPr>
        <p:spPr>
          <a:xfrm>
            <a:off x="6229779" y="2285304"/>
            <a:ext cx="5751893" cy="1465597"/>
          </a:xfrm>
          <a:prstGeom prst="roundRect">
            <a:avLst>
              <a:gd name="adj" fmla="val 0"/>
            </a:avLst>
          </a:prstGeom>
          <a:solidFill>
            <a:srgbClr val="F6F9FC"/>
          </a:solid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9050" lvl="0" algn="just">
              <a:lnSpc>
                <a:spcPts val="1400"/>
              </a:lnSpc>
              <a:spcAft>
                <a:spcPts val="600"/>
              </a:spcAft>
              <a:tabLst>
                <a:tab pos="180975" algn="l"/>
              </a:tabLst>
              <a:defRPr/>
            </a:pPr>
            <a:endParaRPr lang="fr-FR" sz="1000">
              <a:solidFill>
                <a:srgbClr val="000000"/>
              </a:solidFill>
              <a:latin typeface="Avenir LT Std 55 Roman" panose="020B0503020203020204" pitchFamily="34" charset="0"/>
              <a:cs typeface="Times New Roman" panose="02020603050405020304" pitchFamily="18" charset="0"/>
            </a:endParaRPr>
          </a:p>
        </p:txBody>
      </p:sp>
      <p:sp>
        <p:nvSpPr>
          <p:cNvPr id="16" name="Rectangle : coins arrondis 15">
            <a:extLst>
              <a:ext uri="{FF2B5EF4-FFF2-40B4-BE49-F238E27FC236}">
                <a16:creationId xmlns:a16="http://schemas.microsoft.com/office/drawing/2014/main" id="{C2C52B78-4B87-BAE9-5A4A-C9C3F1F51E8D}"/>
              </a:ext>
            </a:extLst>
          </p:cNvPr>
          <p:cNvSpPr/>
          <p:nvPr/>
        </p:nvSpPr>
        <p:spPr>
          <a:xfrm>
            <a:off x="206672" y="1889361"/>
            <a:ext cx="5740809" cy="504694"/>
          </a:xfrm>
          <a:prstGeom prst="roundRect">
            <a:avLst/>
          </a:prstGeom>
          <a:solidFill>
            <a:srgbClr val="00B3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400" b="1" i="1">
                <a:solidFill>
                  <a:schemeClr val="bg1"/>
                </a:solidFill>
              </a:rPr>
              <a:t>Les questions à se poser</a:t>
            </a:r>
          </a:p>
        </p:txBody>
      </p:sp>
      <p:sp>
        <p:nvSpPr>
          <p:cNvPr id="5" name="Rectangle 4">
            <a:extLst>
              <a:ext uri="{FF2B5EF4-FFF2-40B4-BE49-F238E27FC236}">
                <a16:creationId xmlns:a16="http://schemas.microsoft.com/office/drawing/2014/main" id="{8F9B3713-A9B7-6484-75B3-4294CCF85D8E}"/>
              </a:ext>
            </a:extLst>
          </p:cNvPr>
          <p:cNvSpPr/>
          <p:nvPr/>
        </p:nvSpPr>
        <p:spPr>
          <a:xfrm>
            <a:off x="-3064" y="378372"/>
            <a:ext cx="12195063" cy="1427747"/>
          </a:xfrm>
          <a:prstGeom prst="rect">
            <a:avLst/>
          </a:prstGeom>
          <a:solidFill>
            <a:srgbClr val="DFF1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5963">
              <a:spcAft>
                <a:spcPts val="1200"/>
              </a:spcAft>
              <a:buClr>
                <a:schemeClr val="tx1"/>
              </a:buClr>
            </a:pPr>
            <a:r>
              <a:rPr lang="fr-FR">
                <a:solidFill>
                  <a:schemeClr val="tx1"/>
                </a:solidFill>
                <a:latin typeface="Avenir LT Std 55 Roman" panose="020B0503020203020204" pitchFamily="34" charset="0"/>
              </a:rPr>
              <a:t>Déterminer si le projet induit des </a:t>
            </a:r>
            <a:r>
              <a:rPr lang="fr-FR" b="1">
                <a:solidFill>
                  <a:srgbClr val="00B388"/>
                </a:solidFill>
                <a:latin typeface="Avenir LT Std 65 Medium" panose="020B0803020203020204" pitchFamily="34" charset="0"/>
              </a:rPr>
              <a:t>changements par rapport à la culture du collectif</a:t>
            </a:r>
            <a:r>
              <a:rPr lang="fr-FR" b="1">
                <a:solidFill>
                  <a:srgbClr val="00B388"/>
                </a:solidFill>
                <a:latin typeface="Avenir LT Std 55 Roman" panose="020B0503020203020204" pitchFamily="34" charset="0"/>
              </a:rPr>
              <a:t> </a:t>
            </a:r>
            <a:r>
              <a:rPr lang="fr-FR">
                <a:solidFill>
                  <a:schemeClr val="tx1"/>
                </a:solidFill>
                <a:latin typeface="Avenir LT Std 55 Roman" panose="020B0503020203020204" pitchFamily="34" charset="0"/>
              </a:rPr>
              <a:t>(ex. nouvelle culture hiérarchique liée à une évolution de la répartition de l’expertise, évolution de l’identité métier et du sentiment d’appartenance, évolution des modalités de reconnaissance…).</a:t>
            </a:r>
          </a:p>
        </p:txBody>
      </p:sp>
      <p:sp>
        <p:nvSpPr>
          <p:cNvPr id="6" name="Triangle isocèle 5">
            <a:extLst>
              <a:ext uri="{FF2B5EF4-FFF2-40B4-BE49-F238E27FC236}">
                <a16:creationId xmlns:a16="http://schemas.microsoft.com/office/drawing/2014/main" id="{49F1CE1F-A0A0-D3DC-5061-4DBB9A84A4E9}"/>
              </a:ext>
            </a:extLst>
          </p:cNvPr>
          <p:cNvSpPr/>
          <p:nvPr/>
        </p:nvSpPr>
        <p:spPr>
          <a:xfrm rot="5400000">
            <a:off x="34126" y="929868"/>
            <a:ext cx="782530" cy="324754"/>
          </a:xfrm>
          <a:prstGeom prst="triangle">
            <a:avLst/>
          </a:prstGeom>
          <a:solidFill>
            <a:srgbClr val="1547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18" name="Rectangle : coins arrondis 17">
            <a:extLst>
              <a:ext uri="{FF2B5EF4-FFF2-40B4-BE49-F238E27FC236}">
                <a16:creationId xmlns:a16="http://schemas.microsoft.com/office/drawing/2014/main" id="{F088580F-1857-6DD9-20FE-F5681FF45B9B}"/>
              </a:ext>
            </a:extLst>
          </p:cNvPr>
          <p:cNvSpPr/>
          <p:nvPr/>
        </p:nvSpPr>
        <p:spPr>
          <a:xfrm>
            <a:off x="6233435" y="1889361"/>
            <a:ext cx="5751893" cy="504694"/>
          </a:xfrm>
          <a:prstGeom prst="round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400" b="1" i="1">
                <a:solidFill>
                  <a:schemeClr val="bg1"/>
                </a:solidFill>
              </a:rPr>
              <a:t>Ressources à ma disposition</a:t>
            </a:r>
          </a:p>
        </p:txBody>
      </p:sp>
      <p:sp>
        <p:nvSpPr>
          <p:cNvPr id="43" name="Ellipse 42">
            <a:extLst>
              <a:ext uri="{FF2B5EF4-FFF2-40B4-BE49-F238E27FC236}">
                <a16:creationId xmlns:a16="http://schemas.microsoft.com/office/drawing/2014/main" id="{0C208735-A437-924A-CE45-0474A9917687}"/>
              </a:ext>
            </a:extLst>
          </p:cNvPr>
          <p:cNvSpPr/>
          <p:nvPr/>
        </p:nvSpPr>
        <p:spPr>
          <a:xfrm>
            <a:off x="6682059" y="1894046"/>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pic>
        <p:nvPicPr>
          <p:cNvPr id="42" name="Image 41">
            <a:extLst>
              <a:ext uri="{FF2B5EF4-FFF2-40B4-BE49-F238E27FC236}">
                <a16:creationId xmlns:a16="http://schemas.microsoft.com/office/drawing/2014/main" id="{5DBDB080-4138-C8D3-7AED-98AAF3E641DF}"/>
              </a:ext>
            </a:extLst>
          </p:cNvPr>
          <p:cNvPicPr>
            <a:picLocks noChangeAspect="1"/>
          </p:cNvPicPr>
          <p:nvPr/>
        </p:nvPicPr>
        <p:blipFill>
          <a:blip r:embed="rId3"/>
          <a:stretch>
            <a:fillRect/>
          </a:stretch>
        </p:blipFill>
        <p:spPr>
          <a:xfrm>
            <a:off x="6806176" y="1887770"/>
            <a:ext cx="485486" cy="621422"/>
          </a:xfrm>
          <a:prstGeom prst="rect">
            <a:avLst/>
          </a:prstGeom>
        </p:spPr>
      </p:pic>
      <p:sp>
        <p:nvSpPr>
          <p:cNvPr id="85" name="Rectangle : coins arrondis 84">
            <a:extLst>
              <a:ext uri="{FF2B5EF4-FFF2-40B4-BE49-F238E27FC236}">
                <a16:creationId xmlns:a16="http://schemas.microsoft.com/office/drawing/2014/main" id="{401109C7-70DE-6284-5CD0-E69DA3778D69}"/>
              </a:ext>
            </a:extLst>
          </p:cNvPr>
          <p:cNvSpPr/>
          <p:nvPr/>
        </p:nvSpPr>
        <p:spPr>
          <a:xfrm>
            <a:off x="6336832" y="2544206"/>
            <a:ext cx="1883143" cy="35624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ts val="900"/>
              </a:lnSpc>
              <a:spcBef>
                <a:spcPts val="300"/>
              </a:spcBef>
              <a:buClr>
                <a:srgbClr val="0084D4"/>
              </a:buClr>
              <a:defRPr/>
            </a:pPr>
            <a:r>
              <a:rPr lang="fr-FR" sz="1100" b="1" i="1">
                <a:solidFill>
                  <a:schemeClr val="tx1"/>
                </a:solidFill>
                <a:latin typeface="Avenir LT Std 65 Medium" panose="020B0803020203020204" pitchFamily="34" charset="0"/>
              </a:rPr>
              <a:t>Ressource</a:t>
            </a:r>
            <a:br>
              <a:rPr lang="fr-FR" sz="1000" b="1" i="1">
                <a:solidFill>
                  <a:schemeClr val="tx1"/>
                </a:solidFill>
                <a:latin typeface="Avenir LT Std 65 Medium" panose="020B0803020203020204" pitchFamily="34" charset="0"/>
              </a:rPr>
            </a:br>
            <a:r>
              <a:rPr lang="fr-FR" sz="900" i="1">
                <a:solidFill>
                  <a:srgbClr val="FFFFFF">
                    <a:lumMod val="50000"/>
                  </a:srgbClr>
                </a:solidFill>
                <a:latin typeface="Avenir LT Std 35 Light" panose="020B0402020203020204" pitchFamily="34" charset="0"/>
              </a:rPr>
              <a:t>(accessible en cliquant dessus)</a:t>
            </a:r>
          </a:p>
        </p:txBody>
      </p:sp>
      <p:sp>
        <p:nvSpPr>
          <p:cNvPr id="86" name="Rectangle : coins arrondis 85">
            <a:extLst>
              <a:ext uri="{FF2B5EF4-FFF2-40B4-BE49-F238E27FC236}">
                <a16:creationId xmlns:a16="http://schemas.microsoft.com/office/drawing/2014/main" id="{8E603368-EBEA-EFC3-4DFA-90B20B3148FF}"/>
              </a:ext>
            </a:extLst>
          </p:cNvPr>
          <p:cNvSpPr/>
          <p:nvPr/>
        </p:nvSpPr>
        <p:spPr>
          <a:xfrm>
            <a:off x="8517576" y="2544206"/>
            <a:ext cx="1959272" cy="32903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000" b="1" i="1">
                <a:solidFill>
                  <a:schemeClr val="tx1"/>
                </a:solidFill>
                <a:latin typeface="Avenir LT Std 65 Medium" panose="020B0803020203020204" pitchFamily="34" charset="0"/>
              </a:rPr>
              <a:t>Ce qu’elle apporte</a:t>
            </a:r>
          </a:p>
        </p:txBody>
      </p:sp>
      <p:pic>
        <p:nvPicPr>
          <p:cNvPr id="146" name="Graphique 145" descr="Cœur avec un remplissage uni">
            <a:extLst>
              <a:ext uri="{FF2B5EF4-FFF2-40B4-BE49-F238E27FC236}">
                <a16:creationId xmlns:a16="http://schemas.microsoft.com/office/drawing/2014/main" id="{E13A970E-0F31-E172-CB3D-9168BA39852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80997" y="2533060"/>
            <a:ext cx="288595" cy="288595"/>
          </a:xfrm>
          <a:prstGeom prst="rect">
            <a:avLst/>
          </a:prstGeom>
        </p:spPr>
      </p:pic>
      <p:pic>
        <p:nvPicPr>
          <p:cNvPr id="148" name="Graphique 147" descr="Sablier plein avec un remplissage uni">
            <a:extLst>
              <a:ext uri="{FF2B5EF4-FFF2-40B4-BE49-F238E27FC236}">
                <a16:creationId xmlns:a16="http://schemas.microsoft.com/office/drawing/2014/main" id="{1527A528-D2E9-1FBB-C25E-8908EE2FE54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089885" y="2536313"/>
            <a:ext cx="281763" cy="281763"/>
          </a:xfrm>
          <a:prstGeom prst="rect">
            <a:avLst/>
          </a:prstGeom>
        </p:spPr>
      </p:pic>
      <p:sp>
        <p:nvSpPr>
          <p:cNvPr id="12" name="Ellipse 11">
            <a:extLst>
              <a:ext uri="{FF2B5EF4-FFF2-40B4-BE49-F238E27FC236}">
                <a16:creationId xmlns:a16="http://schemas.microsoft.com/office/drawing/2014/main" id="{53DCD98E-C6F6-9E15-3A8C-E5B4E26112B6}"/>
              </a:ext>
            </a:extLst>
          </p:cNvPr>
          <p:cNvSpPr/>
          <p:nvPr/>
        </p:nvSpPr>
        <p:spPr>
          <a:xfrm>
            <a:off x="864443" y="1904403"/>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pic>
        <p:nvPicPr>
          <p:cNvPr id="11" name="Graphique 10" descr="Ampoule et crayon avec un remplissage uni">
            <a:extLst>
              <a:ext uri="{FF2B5EF4-FFF2-40B4-BE49-F238E27FC236}">
                <a16:creationId xmlns:a16="http://schemas.microsoft.com/office/drawing/2014/main" id="{91B5BD0A-0F98-D77F-3498-018ADF4C32B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51179" y="1955818"/>
            <a:ext cx="402694" cy="402694"/>
          </a:xfrm>
          <a:prstGeom prst="rect">
            <a:avLst/>
          </a:prstGeom>
        </p:spPr>
      </p:pic>
      <p:sp>
        <p:nvSpPr>
          <p:cNvPr id="4" name="Rectangle : coins arrondis 3">
            <a:extLst>
              <a:ext uri="{FF2B5EF4-FFF2-40B4-BE49-F238E27FC236}">
                <a16:creationId xmlns:a16="http://schemas.microsoft.com/office/drawing/2014/main" id="{65AF4154-C375-4440-3B8C-FD1033D3F373}"/>
              </a:ext>
            </a:extLst>
          </p:cNvPr>
          <p:cNvSpPr/>
          <p:nvPr/>
        </p:nvSpPr>
        <p:spPr>
          <a:xfrm>
            <a:off x="6229780" y="3804113"/>
            <a:ext cx="5715146" cy="2534848"/>
          </a:xfrm>
          <a:prstGeom prst="roundRect">
            <a:avLst>
              <a:gd name="adj" fmla="val 7884"/>
            </a:avLst>
          </a:prstGeom>
          <a:solidFill>
            <a:srgbClr val="FBFBFB"/>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defRPr/>
            </a:pPr>
            <a:r>
              <a:rPr kumimoji="0" lang="fr-FR" sz="900" b="0" i="1" u="none" strike="noStrike" kern="1200" cap="none" spc="0" normalizeH="0" baseline="0" noProof="0">
                <a:ln>
                  <a:noFill/>
                </a:ln>
                <a:solidFill>
                  <a:srgbClr val="FFFFFF">
                    <a:lumMod val="50000"/>
                  </a:srgbClr>
                </a:solidFill>
                <a:effectLst/>
                <a:uLnTx/>
                <a:uFillTx/>
                <a:latin typeface="Avenir LT Std 35 Light" panose="020B0402020203020204" pitchFamily="34" charset="0"/>
                <a:ea typeface="+mn-ea"/>
                <a:cs typeface="+mn-cs"/>
              </a:rPr>
              <a:t>Zone de texte libre</a:t>
            </a:r>
          </a:p>
        </p:txBody>
      </p:sp>
      <p:sp>
        <p:nvSpPr>
          <p:cNvPr id="7" name="Rectangle 6">
            <a:extLst>
              <a:ext uri="{FF2B5EF4-FFF2-40B4-BE49-F238E27FC236}">
                <a16:creationId xmlns:a16="http://schemas.microsoft.com/office/drawing/2014/main" id="{09FDA18F-33D7-FAE5-E430-30E40316ED57}"/>
              </a:ext>
            </a:extLst>
          </p:cNvPr>
          <p:cNvSpPr/>
          <p:nvPr/>
        </p:nvSpPr>
        <p:spPr>
          <a:xfrm>
            <a:off x="6710527" y="3056244"/>
            <a:ext cx="1760373"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tlCol="0" anchor="ctr"/>
          <a:lstStyle/>
          <a:p>
            <a:r>
              <a:rPr lang="fr-FR" sz="1000" b="1">
                <a:solidFill>
                  <a:srgbClr val="306A92"/>
                </a:solidFill>
                <a:latin typeface="Avenir LT Std 45 Book" panose="020B0502020203020204" pitchFamily="34" charset="0"/>
              </a:rPr>
              <a:t>Outil d’évaluation des impacts humains </a:t>
            </a:r>
            <a:endParaRPr lang="fr-FR" sz="1000" b="1">
              <a:solidFill>
                <a:srgbClr val="306A92"/>
              </a:solidFill>
              <a:highlight>
                <a:srgbClr val="FFFF00"/>
              </a:highlight>
              <a:latin typeface="Avenir LT Std 45 Book" panose="020B0502020203020204" pitchFamily="34" charset="0"/>
            </a:endParaRPr>
          </a:p>
        </p:txBody>
      </p:sp>
      <p:sp>
        <p:nvSpPr>
          <p:cNvPr id="15" name="Rectangle 14">
            <a:extLst>
              <a:ext uri="{FF2B5EF4-FFF2-40B4-BE49-F238E27FC236}">
                <a16:creationId xmlns:a16="http://schemas.microsoft.com/office/drawing/2014/main" id="{FCEF9A2E-3AB1-B00A-F285-594E4ACB03B3}"/>
              </a:ext>
            </a:extLst>
          </p:cNvPr>
          <p:cNvSpPr/>
          <p:nvPr/>
        </p:nvSpPr>
        <p:spPr>
          <a:xfrm>
            <a:off x="8539585" y="3087022"/>
            <a:ext cx="2327272"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defTabSz="914355"/>
            <a:r>
              <a:rPr lang="fr-FR" sz="900">
                <a:solidFill>
                  <a:schemeClr val="tx1"/>
                </a:solidFill>
                <a:latin typeface="Avenir LT Std 35 Light" panose="020B0402020203020204" pitchFamily="34" charset="0"/>
              </a:rPr>
              <a:t>Une trame pour prendre en note toute votre réflexion sur les impacts humains du projet et qui permet une évaluation globale du risque humain sous forme de jauge</a:t>
            </a:r>
          </a:p>
        </p:txBody>
      </p:sp>
      <p:sp>
        <p:nvSpPr>
          <p:cNvPr id="23" name="Rectangle 22">
            <a:extLst>
              <a:ext uri="{FF2B5EF4-FFF2-40B4-BE49-F238E27FC236}">
                <a16:creationId xmlns:a16="http://schemas.microsoft.com/office/drawing/2014/main" id="{026CC566-2055-8030-28FB-79FF3420A047}"/>
              </a:ext>
            </a:extLst>
          </p:cNvPr>
          <p:cNvSpPr/>
          <p:nvPr/>
        </p:nvSpPr>
        <p:spPr>
          <a:xfrm>
            <a:off x="10932284" y="3007084"/>
            <a:ext cx="674091"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latin typeface="Avenir LT Std 45 Book" panose="020B0502020203020204" pitchFamily="34" charset="0"/>
              </a:rPr>
              <a:t>~ 10 min</a:t>
            </a:r>
          </a:p>
        </p:txBody>
      </p:sp>
      <p:grpSp>
        <p:nvGrpSpPr>
          <p:cNvPr id="24" name="Groupe 23">
            <a:extLst>
              <a:ext uri="{FF2B5EF4-FFF2-40B4-BE49-F238E27FC236}">
                <a16:creationId xmlns:a16="http://schemas.microsoft.com/office/drawing/2014/main" id="{B59D385D-FEB9-23D3-ADC3-2484568620B0}"/>
              </a:ext>
            </a:extLst>
          </p:cNvPr>
          <p:cNvGrpSpPr/>
          <p:nvPr/>
        </p:nvGrpSpPr>
        <p:grpSpPr>
          <a:xfrm>
            <a:off x="11610032" y="3104443"/>
            <a:ext cx="315567" cy="274775"/>
            <a:chOff x="11492282" y="2015291"/>
            <a:chExt cx="315567" cy="274775"/>
          </a:xfrm>
        </p:grpSpPr>
        <p:pic>
          <p:nvPicPr>
            <p:cNvPr id="25" name="Graphique 24" descr="Cœur contour">
              <a:extLst>
                <a:ext uri="{FF2B5EF4-FFF2-40B4-BE49-F238E27FC236}">
                  <a16:creationId xmlns:a16="http://schemas.microsoft.com/office/drawing/2014/main" id="{C118575F-45A4-802C-21BC-A1F1A062AF0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492282" y="2015291"/>
              <a:ext cx="214188" cy="214188"/>
            </a:xfrm>
            <a:prstGeom prst="rect">
              <a:avLst/>
            </a:prstGeom>
          </p:spPr>
        </p:pic>
        <p:sp>
          <p:nvSpPr>
            <p:cNvPr id="27" name="Rectangle 26">
              <a:extLst>
                <a:ext uri="{FF2B5EF4-FFF2-40B4-BE49-F238E27FC236}">
                  <a16:creationId xmlns:a16="http://schemas.microsoft.com/office/drawing/2014/main" id="{97163CF3-5A98-E127-BA00-F7B9533EA145}"/>
                </a:ext>
              </a:extLst>
            </p:cNvPr>
            <p:cNvSpPr/>
            <p:nvPr/>
          </p:nvSpPr>
          <p:spPr>
            <a:xfrm>
              <a:off x="11593661" y="2101883"/>
              <a:ext cx="214188" cy="1881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306A92"/>
                  </a:solidFill>
                </a:rPr>
                <a:t>x</a:t>
              </a:r>
              <a:endParaRPr lang="fr-FR" sz="1200" b="1">
                <a:solidFill>
                  <a:srgbClr val="306A92"/>
                </a:solidFill>
              </a:endParaRPr>
            </a:p>
          </p:txBody>
        </p:sp>
      </p:grpSp>
      <p:pic>
        <p:nvPicPr>
          <p:cNvPr id="28" name="Graphique 27" descr="Outils avec un remplissage uni">
            <a:extLst>
              <a:ext uri="{FF2B5EF4-FFF2-40B4-BE49-F238E27FC236}">
                <a16:creationId xmlns:a16="http://schemas.microsoft.com/office/drawing/2014/main" id="{B3A3441F-CF4A-5763-8971-95E49B93D20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flipH="1">
            <a:off x="6364276" y="3133665"/>
            <a:ext cx="290825" cy="290825"/>
          </a:xfrm>
          <a:prstGeom prst="rect">
            <a:avLst/>
          </a:prstGeom>
        </p:spPr>
      </p:pic>
      <p:sp>
        <p:nvSpPr>
          <p:cNvPr id="10" name="Rectangle 9">
            <a:extLst>
              <a:ext uri="{FF2B5EF4-FFF2-40B4-BE49-F238E27FC236}">
                <a16:creationId xmlns:a16="http://schemas.microsoft.com/office/drawing/2014/main" id="{410B315F-6577-F46B-FCE2-7EEFE5FFB57D}"/>
              </a:ext>
            </a:extLst>
          </p:cNvPr>
          <p:cNvSpPr/>
          <p:nvPr/>
        </p:nvSpPr>
        <p:spPr>
          <a:xfrm>
            <a:off x="6789598" y="3443462"/>
            <a:ext cx="873752" cy="100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fr-FR" sz="800" b="1">
                <a:latin typeface="Avenir LT Std 45 Book" panose="020B0502020203020204" pitchFamily="34" charset="0"/>
              </a:rPr>
              <a:t>Non disponible</a:t>
            </a:r>
          </a:p>
        </p:txBody>
      </p:sp>
      <p:grpSp>
        <p:nvGrpSpPr>
          <p:cNvPr id="17" name="Groupe 16">
            <a:extLst>
              <a:ext uri="{FF2B5EF4-FFF2-40B4-BE49-F238E27FC236}">
                <a16:creationId xmlns:a16="http://schemas.microsoft.com/office/drawing/2014/main" id="{9FDBAB10-124F-F044-8019-971AFAED75E4}"/>
              </a:ext>
            </a:extLst>
          </p:cNvPr>
          <p:cNvGrpSpPr>
            <a:grpSpLocks noChangeAspect="1"/>
          </p:cNvGrpSpPr>
          <p:nvPr/>
        </p:nvGrpSpPr>
        <p:grpSpPr>
          <a:xfrm>
            <a:off x="11001871" y="6336764"/>
            <a:ext cx="1082632" cy="444130"/>
            <a:chOff x="5810" y="1578917"/>
            <a:chExt cx="559801" cy="229645"/>
          </a:xfrm>
        </p:grpSpPr>
        <p:sp>
          <p:nvSpPr>
            <p:cNvPr id="19" name="Rectangle : coins arrondis 18">
              <a:hlinkClick r:id="rId9" action="ppaction://hlinksldjump"/>
              <a:extLst>
                <a:ext uri="{FF2B5EF4-FFF2-40B4-BE49-F238E27FC236}">
                  <a16:creationId xmlns:a16="http://schemas.microsoft.com/office/drawing/2014/main" id="{DC481C2C-5B3D-0AA2-C866-7270932FFB1B}"/>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hlinkClick r:id="rId9"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ndParaRPr>
            </a:p>
          </p:txBody>
        </p:sp>
        <p:pic>
          <p:nvPicPr>
            <p:cNvPr id="22" name="Graphique 21" descr="Retour avec un remplissage uni">
              <a:hlinkClick r:id="rId9" action="ppaction://hlinksldjump"/>
              <a:extLst>
                <a:ext uri="{FF2B5EF4-FFF2-40B4-BE49-F238E27FC236}">
                  <a16:creationId xmlns:a16="http://schemas.microsoft.com/office/drawing/2014/main" id="{6D48605E-35CA-2984-7934-D2151DEE947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9060" y="1578917"/>
              <a:ext cx="229645" cy="229645"/>
            </a:xfrm>
            <a:prstGeom prst="rect">
              <a:avLst/>
            </a:prstGeom>
          </p:spPr>
        </p:pic>
      </p:grpSp>
      <p:sp>
        <p:nvSpPr>
          <p:cNvPr id="40" name="Rectangle : coins arrondis 39">
            <a:extLst>
              <a:ext uri="{FF2B5EF4-FFF2-40B4-BE49-F238E27FC236}">
                <a16:creationId xmlns:a16="http://schemas.microsoft.com/office/drawing/2014/main" id="{94FE22E0-95D2-12BA-2CB9-98CB6D378196}"/>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DC582A"/>
                </a:solidFill>
              </a:rPr>
              <a:t>PROTOTYPE</a:t>
            </a:r>
          </a:p>
        </p:txBody>
      </p:sp>
      <p:sp>
        <p:nvSpPr>
          <p:cNvPr id="3" name="Flèche : chevron 8 - 2 - 1">
            <a:extLst>
              <a:ext uri="{FF2B5EF4-FFF2-40B4-BE49-F238E27FC236}">
                <a16:creationId xmlns:a16="http://schemas.microsoft.com/office/drawing/2014/main" id="{0CEEB3B6-89BF-326E-384E-10C2F1DABFD5}"/>
              </a:ext>
            </a:extLst>
          </p:cNvPr>
          <p:cNvSpPr/>
          <p:nvPr/>
        </p:nvSpPr>
        <p:spPr>
          <a:xfrm>
            <a:off x="6924000" y="21771"/>
            <a:ext cx="1800000" cy="288000"/>
          </a:xfrm>
          <a:prstGeom prst="chevron">
            <a:avLst>
              <a:gd name="adj" fmla="val 28278"/>
            </a:avLst>
          </a:prstGeom>
          <a:solidFill>
            <a:srgbClr val="A1D6CA"/>
          </a:solidFill>
          <a:ln w="28575">
            <a:solidFill>
              <a:srgbClr val="A1D6CA"/>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rgbClr val="154734"/>
                </a:solidFill>
                <a:latin typeface="Avenir LT Std 45 Book" panose="020B0502020203020204" pitchFamily="34" charset="0"/>
              </a:rPr>
              <a:t>Ressources impacts humains</a:t>
            </a:r>
          </a:p>
        </p:txBody>
      </p:sp>
      <p:sp>
        <p:nvSpPr>
          <p:cNvPr id="9" name="Flèche : chevron 8 - 2 - 1">
            <a:extLst>
              <a:ext uri="{FF2B5EF4-FFF2-40B4-BE49-F238E27FC236}">
                <a16:creationId xmlns:a16="http://schemas.microsoft.com/office/drawing/2014/main" id="{D5A8587B-B33C-89E6-2163-BD82747A16C5}"/>
              </a:ext>
            </a:extLst>
          </p:cNvPr>
          <p:cNvSpPr/>
          <p:nvPr/>
        </p:nvSpPr>
        <p:spPr>
          <a:xfrm>
            <a:off x="1776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a:t>
            </a:r>
            <a:r>
              <a:rPr lang="fr-FR" sz="1100" b="1" err="1">
                <a:solidFill>
                  <a:schemeClr val="bg1">
                    <a:lumMod val="50000"/>
                  </a:schemeClr>
                </a:solidFill>
                <a:latin typeface="Avenir LT Std 45 Book" panose="020B0502020203020204" pitchFamily="34" charset="0"/>
              </a:rPr>
              <a:t>moi-mëme</a:t>
            </a:r>
            <a:endParaRPr lang="fr-FR" sz="1100" b="1">
              <a:solidFill>
                <a:schemeClr val="bg1">
                  <a:lumMod val="50000"/>
                </a:schemeClr>
              </a:solidFill>
              <a:latin typeface="Avenir LT Std 45 Book" panose="020B0502020203020204" pitchFamily="34" charset="0"/>
            </a:endParaRPr>
          </a:p>
        </p:txBody>
      </p:sp>
      <p:sp>
        <p:nvSpPr>
          <p:cNvPr id="14" name="Flèche : chevron 8 - 2 - 1">
            <a:extLst>
              <a:ext uri="{FF2B5EF4-FFF2-40B4-BE49-F238E27FC236}">
                <a16:creationId xmlns:a16="http://schemas.microsoft.com/office/drawing/2014/main" id="{78F34188-4190-E1A7-E4F6-0CCD7CBE479C}"/>
              </a:ext>
            </a:extLst>
          </p:cNvPr>
          <p:cNvSpPr/>
          <p:nvPr/>
        </p:nvSpPr>
        <p:spPr>
          <a:xfrm>
            <a:off x="5244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des impacts humains</a:t>
            </a:r>
          </a:p>
        </p:txBody>
      </p:sp>
      <p:sp>
        <p:nvSpPr>
          <p:cNvPr id="21" name="Flèche : chevron 8 - 2 - 1">
            <a:extLst>
              <a:ext uri="{FF2B5EF4-FFF2-40B4-BE49-F238E27FC236}">
                <a16:creationId xmlns:a16="http://schemas.microsoft.com/office/drawing/2014/main" id="{26C6DA19-C356-C5AD-3F55-AB71C3A0FF91}"/>
              </a:ext>
            </a:extLst>
          </p:cNvPr>
          <p:cNvSpPr/>
          <p:nvPr/>
        </p:nvSpPr>
        <p:spPr>
          <a:xfrm>
            <a:off x="636000" y="21771"/>
            <a:ext cx="115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Cas d’usage</a:t>
            </a:r>
          </a:p>
        </p:txBody>
      </p:sp>
      <p:sp>
        <p:nvSpPr>
          <p:cNvPr id="29" name="Flèche : chevron 8 - 2 - 1">
            <a:extLst>
              <a:ext uri="{FF2B5EF4-FFF2-40B4-BE49-F238E27FC236}">
                <a16:creationId xmlns:a16="http://schemas.microsoft.com/office/drawing/2014/main" id="{425C9A5B-2020-8F5E-3661-2AF3A7C4F79E}"/>
              </a:ext>
            </a:extLst>
          </p:cNvPr>
          <p:cNvSpPr/>
          <p:nvPr/>
        </p:nvSpPr>
        <p:spPr>
          <a:xfrm>
            <a:off x="3456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pour moi-même</a:t>
            </a:r>
          </a:p>
        </p:txBody>
      </p:sp>
      <p:sp>
        <p:nvSpPr>
          <p:cNvPr id="31" name="Flèche : pentagone 3">
            <a:extLst>
              <a:ext uri="{FF2B5EF4-FFF2-40B4-BE49-F238E27FC236}">
                <a16:creationId xmlns:a16="http://schemas.microsoft.com/office/drawing/2014/main" id="{5781C668-67AD-16F8-D791-73CB2422F260}"/>
              </a:ext>
            </a:extLst>
          </p:cNvPr>
          <p:cNvSpPr/>
          <p:nvPr/>
        </p:nvSpPr>
        <p:spPr>
          <a:xfrm>
            <a:off x="0" y="21771"/>
            <a:ext cx="648000" cy="288000"/>
          </a:xfrm>
          <a:prstGeom prst="homePlate">
            <a:avLst>
              <a:gd name="adj" fmla="val 26503"/>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Accueil</a:t>
            </a:r>
          </a:p>
        </p:txBody>
      </p:sp>
      <p:sp>
        <p:nvSpPr>
          <p:cNvPr id="45" name="Flèche : chevron 8 - 2 - 1">
            <a:extLst>
              <a:ext uri="{FF2B5EF4-FFF2-40B4-BE49-F238E27FC236}">
                <a16:creationId xmlns:a16="http://schemas.microsoft.com/office/drawing/2014/main" id="{B424B3C0-1E44-7676-F0E0-CA2AB8FCED61}"/>
              </a:ext>
            </a:extLst>
          </p:cNvPr>
          <p:cNvSpPr/>
          <p:nvPr/>
        </p:nvSpPr>
        <p:spPr>
          <a:xfrm>
            <a:off x="8712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a:t>
            </a:r>
            <a:br>
              <a:rPr lang="fr-FR" sz="1100" b="1">
                <a:solidFill>
                  <a:schemeClr val="bg1">
                    <a:lumMod val="50000"/>
                  </a:schemeClr>
                </a:solidFill>
                <a:latin typeface="Avenir LT Std 45 Book" panose="020B0502020203020204" pitchFamily="34" charset="0"/>
              </a:rPr>
            </a:br>
            <a:r>
              <a:rPr lang="fr-FR" sz="1100" b="1">
                <a:solidFill>
                  <a:schemeClr val="bg1">
                    <a:lumMod val="50000"/>
                  </a:schemeClr>
                </a:solidFill>
                <a:latin typeface="Avenir LT Std 45 Book" panose="020B0502020203020204" pitchFamily="34" charset="0"/>
              </a:rPr>
              <a:t>préparer le collectif</a:t>
            </a:r>
          </a:p>
        </p:txBody>
      </p:sp>
      <p:sp>
        <p:nvSpPr>
          <p:cNvPr id="47" name="Flèche : chevron 8 - 2 - 1">
            <a:extLst>
              <a:ext uri="{FF2B5EF4-FFF2-40B4-BE49-F238E27FC236}">
                <a16:creationId xmlns:a16="http://schemas.microsoft.com/office/drawing/2014/main" id="{AC2106B4-2812-9D0B-4E37-AAF6558A3825}"/>
              </a:ext>
            </a:extLst>
          </p:cNvPr>
          <p:cNvSpPr/>
          <p:nvPr/>
        </p:nvSpPr>
        <p:spPr>
          <a:xfrm>
            <a:off x="10392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préparation collectif</a:t>
            </a:r>
          </a:p>
        </p:txBody>
      </p:sp>
    </p:spTree>
    <p:extLst>
      <p:ext uri="{BB962C8B-B14F-4D97-AF65-F5344CB8AC3E}">
        <p14:creationId xmlns:p14="http://schemas.microsoft.com/office/powerpoint/2010/main" val="31398469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3D332-A007-381E-9568-A38F55BB94BB}"/>
            </a:ext>
          </a:extLst>
        </p:cNvPr>
        <p:cNvGrpSpPr/>
        <p:nvPr/>
      </p:nvGrpSpPr>
      <p:grpSpPr>
        <a:xfrm>
          <a:off x="0" y="0"/>
          <a:ext cx="0" cy="0"/>
          <a:chOff x="0" y="0"/>
          <a:chExt cx="0" cy="0"/>
        </a:xfrm>
      </p:grpSpPr>
      <p:sp>
        <p:nvSpPr>
          <p:cNvPr id="58" name="ZoneTexte 57">
            <a:extLst>
              <a:ext uri="{FF2B5EF4-FFF2-40B4-BE49-F238E27FC236}">
                <a16:creationId xmlns:a16="http://schemas.microsoft.com/office/drawing/2014/main" id="{13AC692F-7702-1BFD-62A3-35EDFE0034B0}"/>
              </a:ext>
            </a:extLst>
          </p:cNvPr>
          <p:cNvSpPr txBox="1"/>
          <p:nvPr/>
        </p:nvSpPr>
        <p:spPr>
          <a:xfrm>
            <a:off x="490990" y="1219330"/>
            <a:ext cx="9360000" cy="4616648"/>
          </a:xfrm>
          <a:prstGeom prst="rect">
            <a:avLst/>
          </a:prstGeom>
          <a:noFill/>
        </p:spPr>
        <p:txBody>
          <a:bodyPr wrap="square">
            <a:spAutoFit/>
          </a:bodyPr>
          <a:lstStyle/>
          <a:p>
            <a:pPr marL="87312" lvl="0" algn="just" defTabSz="908712">
              <a:spcBef>
                <a:spcPts val="600"/>
              </a:spcBef>
              <a:spcAft>
                <a:spcPts val="800"/>
              </a:spcAft>
              <a:defRPr/>
            </a:pPr>
            <a:r>
              <a:rPr lang="fr-FR" sz="1400">
                <a:solidFill>
                  <a:srgbClr val="00B388"/>
                </a:solidFill>
                <a:latin typeface="Avenir LT Std 65 Medium" panose="020B0803020203020204" pitchFamily="34" charset="0"/>
              </a:rPr>
              <a:t>Incarner le projet, savoir en expliquer la finalité, le sens et le bien-fondé </a:t>
            </a:r>
            <a:r>
              <a:rPr lang="fr-FR" sz="1400">
                <a:solidFill>
                  <a:schemeClr val="accent4"/>
                </a:solidFill>
                <a:latin typeface="Avenir LT Std 55 Roman" panose="020B0503020203020204" pitchFamily="34" charset="0"/>
              </a:rPr>
              <a:t>(intérêts à faire et risques à ne pas faire) et s’assurer que les </a:t>
            </a:r>
            <a:r>
              <a:rPr lang="fr-FR" sz="1400">
                <a:solidFill>
                  <a:srgbClr val="00B388"/>
                </a:solidFill>
                <a:latin typeface="Avenir LT Std 65 Medium" panose="020B0803020203020204" pitchFamily="34" charset="0"/>
              </a:rPr>
              <a:t>éléments de langage sont produits et partagés par la ligne hiérarchique</a:t>
            </a:r>
          </a:p>
          <a:p>
            <a:pPr marL="87312" lvl="0" algn="just" defTabSz="908712">
              <a:spcBef>
                <a:spcPts val="600"/>
              </a:spcBef>
              <a:spcAft>
                <a:spcPts val="800"/>
              </a:spcAft>
              <a:defRPr/>
            </a:pPr>
            <a:r>
              <a:rPr lang="fr-FR" sz="1400">
                <a:solidFill>
                  <a:schemeClr val="accent4"/>
                </a:solidFill>
                <a:latin typeface="Avenir LT Std 55 Roman" panose="020B0503020203020204" pitchFamily="34" charset="0"/>
              </a:rPr>
              <a:t>Identifier les </a:t>
            </a:r>
            <a:r>
              <a:rPr lang="fr-FR" sz="1400">
                <a:solidFill>
                  <a:srgbClr val="00B388"/>
                </a:solidFill>
                <a:latin typeface="Avenir LT Std 65 Medium" panose="020B0803020203020204" pitchFamily="34" charset="0"/>
              </a:rPr>
              <a:t>moments incontournables du projet</a:t>
            </a:r>
            <a:r>
              <a:rPr lang="fr-FR" sz="1400">
                <a:solidFill>
                  <a:srgbClr val="00B388"/>
                </a:solidFill>
                <a:latin typeface="Avenir LT Std 55 Roman" panose="020B0503020203020204" pitchFamily="34" charset="0"/>
              </a:rPr>
              <a:t> </a:t>
            </a:r>
            <a:r>
              <a:rPr lang="fr-FR" sz="1400">
                <a:solidFill>
                  <a:schemeClr val="accent4"/>
                </a:solidFill>
                <a:latin typeface="Avenir LT Std 55 Roman" panose="020B0503020203020204" pitchFamily="34" charset="0"/>
              </a:rPr>
              <a:t>et définir </a:t>
            </a:r>
            <a:r>
              <a:rPr lang="fr-FR" sz="1400">
                <a:solidFill>
                  <a:srgbClr val="00B388"/>
                </a:solidFill>
                <a:latin typeface="Avenir LT Std 65 Medium" panose="020B0803020203020204" pitchFamily="34" charset="0"/>
              </a:rPr>
              <a:t>comment accompagner</a:t>
            </a:r>
            <a:r>
              <a:rPr lang="fr-FR" sz="1400">
                <a:solidFill>
                  <a:srgbClr val="00B388"/>
                </a:solidFill>
                <a:latin typeface="Avenir LT Std 55 Roman" panose="020B0503020203020204" pitchFamily="34" charset="0"/>
              </a:rPr>
              <a:t> </a:t>
            </a:r>
            <a:r>
              <a:rPr lang="fr-FR" sz="1400">
                <a:solidFill>
                  <a:schemeClr val="accent4"/>
                </a:solidFill>
                <a:latin typeface="Avenir LT Std 55 Roman" panose="020B0503020203020204" pitchFamily="34" charset="0"/>
              </a:rPr>
              <a:t>les agents lors de ces jalons</a:t>
            </a:r>
          </a:p>
          <a:p>
            <a:pPr marL="87312" lvl="0" algn="just" defTabSz="908712">
              <a:spcBef>
                <a:spcPts val="600"/>
              </a:spcBef>
              <a:spcAft>
                <a:spcPts val="800"/>
              </a:spcAft>
              <a:defRPr/>
            </a:pPr>
            <a:r>
              <a:rPr lang="fr-FR" sz="1400">
                <a:solidFill>
                  <a:schemeClr val="accent4"/>
                </a:solidFill>
                <a:latin typeface="Avenir LT Std 55 Roman" panose="020B0503020203020204" pitchFamily="34" charset="0"/>
              </a:rPr>
              <a:t>S’appuyer sur des </a:t>
            </a:r>
            <a:r>
              <a:rPr lang="fr-FR" sz="1400">
                <a:solidFill>
                  <a:srgbClr val="00B388"/>
                </a:solidFill>
                <a:latin typeface="Avenir LT Std 65 Medium" panose="020B0803020203020204" pitchFamily="34" charset="0"/>
              </a:rPr>
              <a:t>bonnes pratiques pour conduire le changement </a:t>
            </a:r>
            <a:r>
              <a:rPr lang="fr-FR" sz="1400">
                <a:solidFill>
                  <a:schemeClr val="accent4"/>
                </a:solidFill>
                <a:latin typeface="Avenir LT Std 55 Roman" panose="020B0503020203020204" pitchFamily="34" charset="0"/>
              </a:rPr>
              <a:t>et favoriser une </a:t>
            </a:r>
            <a:r>
              <a:rPr lang="fr-FR" sz="1400">
                <a:solidFill>
                  <a:srgbClr val="00B388"/>
                </a:solidFill>
                <a:latin typeface="Avenir LT Std 65 Medium" panose="020B0803020203020204" pitchFamily="34" charset="0"/>
              </a:rPr>
              <a:t>approche de travail collaboratif </a:t>
            </a:r>
            <a:r>
              <a:rPr lang="fr-FR" sz="1400">
                <a:solidFill>
                  <a:schemeClr val="accent4"/>
                </a:solidFill>
                <a:latin typeface="Avenir LT Std 55 Roman" panose="020B0503020203020204" pitchFamily="34" charset="0"/>
              </a:rPr>
              <a:t>(intelligence collective, groupe miroir, sollicitation de la médecine du travail…) permettant de laisser au collectif les marges de manœuvre nécessaires pour identifier la solution organisationnelle la plus adéquate</a:t>
            </a:r>
          </a:p>
          <a:p>
            <a:pPr marL="87312" lvl="0" algn="just" defTabSz="908712">
              <a:spcBef>
                <a:spcPts val="600"/>
              </a:spcBef>
              <a:spcAft>
                <a:spcPts val="800"/>
              </a:spcAft>
              <a:defRPr/>
            </a:pPr>
            <a:r>
              <a:rPr lang="fr-FR" sz="1400">
                <a:solidFill>
                  <a:srgbClr val="00B388"/>
                </a:solidFill>
                <a:latin typeface="Avenir LT Std 65 Medium" panose="020B0803020203020204" pitchFamily="34" charset="0"/>
              </a:rPr>
              <a:t>S’appuyer sur des dispositifs d’écoute active et d’échanges avec les agents </a:t>
            </a:r>
            <a:r>
              <a:rPr lang="fr-FR" sz="1400">
                <a:solidFill>
                  <a:schemeClr val="accent4"/>
                </a:solidFill>
                <a:latin typeface="Avenir LT Std 55 Roman" panose="020B0503020203020204" pitchFamily="34" charset="0"/>
              </a:rPr>
              <a:t>pour être informé des interrogations des agents dès la phase amont et aux moments clés du projet, et comprendre les enjeux des parties prenantes</a:t>
            </a:r>
          </a:p>
          <a:p>
            <a:pPr marL="87312" lvl="0" algn="just" defTabSz="908712">
              <a:spcBef>
                <a:spcPts val="600"/>
              </a:spcBef>
              <a:spcAft>
                <a:spcPts val="800"/>
              </a:spcAft>
              <a:defRPr/>
            </a:pPr>
            <a:r>
              <a:rPr lang="fr-FR" sz="1400">
                <a:solidFill>
                  <a:schemeClr val="accent4"/>
                </a:solidFill>
                <a:latin typeface="Avenir LT Std 55 Roman" panose="020B0503020203020204" pitchFamily="34" charset="0"/>
              </a:rPr>
              <a:t>Identifier </a:t>
            </a:r>
            <a:r>
              <a:rPr lang="fr-FR" sz="1400">
                <a:solidFill>
                  <a:srgbClr val="00B388"/>
                </a:solidFill>
                <a:latin typeface="Avenir LT Std 65 Medium" panose="020B0803020203020204" pitchFamily="34" charset="0"/>
              </a:rPr>
              <a:t>à quel moment réaliser une évaluation RPS </a:t>
            </a:r>
            <a:r>
              <a:rPr lang="fr-FR" sz="1400">
                <a:solidFill>
                  <a:schemeClr val="accent4"/>
                </a:solidFill>
                <a:latin typeface="Avenir LT Std 55 Roman" panose="020B0503020203020204" pitchFamily="34" charset="0"/>
              </a:rPr>
              <a:t>approfondie, en complément de l’évaluation initiale</a:t>
            </a:r>
          </a:p>
          <a:p>
            <a:pPr marL="87312" lvl="0" algn="just" defTabSz="908712">
              <a:spcBef>
                <a:spcPts val="600"/>
              </a:spcBef>
              <a:spcAft>
                <a:spcPts val="800"/>
              </a:spcAft>
              <a:defRPr/>
            </a:pPr>
            <a:r>
              <a:rPr lang="fr-FR" sz="1400">
                <a:solidFill>
                  <a:srgbClr val="00B388"/>
                </a:solidFill>
                <a:latin typeface="Avenir LT Std 65 Medium" panose="020B0803020203020204" pitchFamily="34" charset="0"/>
              </a:rPr>
              <a:t>Comment organiser la communication sur le projet </a:t>
            </a:r>
            <a:r>
              <a:rPr lang="fr-FR" sz="1400">
                <a:solidFill>
                  <a:schemeClr val="accent4"/>
                </a:solidFill>
                <a:latin typeface="Avenir LT Std 55 Roman" panose="020B0503020203020204" pitchFamily="34" charset="0"/>
              </a:rPr>
              <a:t>à destination des équipes concernées pour leur donner la primeur de l’information (au regard du calendrier social) et quel relais des parties prenantes pour appuyer cette communication</a:t>
            </a:r>
          </a:p>
          <a:p>
            <a:pPr marL="87312" lvl="0" algn="just" defTabSz="908712">
              <a:spcBef>
                <a:spcPts val="600"/>
              </a:spcBef>
              <a:spcAft>
                <a:spcPts val="800"/>
              </a:spcAft>
              <a:defRPr/>
            </a:pPr>
            <a:r>
              <a:rPr lang="fr-FR" sz="1400">
                <a:solidFill>
                  <a:srgbClr val="00B388"/>
                </a:solidFill>
                <a:latin typeface="Avenir LT Std 65 Medium" panose="020B0803020203020204" pitchFamily="34" charset="0"/>
              </a:rPr>
              <a:t>Préparer le dialogue avec les Instances Représentatives du Personnel </a:t>
            </a:r>
            <a:r>
              <a:rPr lang="fr-FR" sz="1400">
                <a:solidFill>
                  <a:schemeClr val="accent4"/>
                </a:solidFill>
                <a:latin typeface="Avenir LT Std 55 Roman" panose="020B0503020203020204" pitchFamily="34" charset="0"/>
              </a:rPr>
              <a:t>à mener tout au long du projet : du calendrier des instances à la stratégie à mettre en place (analyse de la qualité du dialogue social avant-projet, prise en compte de l’importance de l’informel…)</a:t>
            </a:r>
          </a:p>
        </p:txBody>
      </p:sp>
      <p:pic>
        <p:nvPicPr>
          <p:cNvPr id="22" name="Graphique 21" descr="Loupe avec un remplissage uni">
            <a:hlinkClick r:id="rId3" action="ppaction://hlinksldjump"/>
            <a:extLst>
              <a:ext uri="{FF2B5EF4-FFF2-40B4-BE49-F238E27FC236}">
                <a16:creationId xmlns:a16="http://schemas.microsoft.com/office/drawing/2014/main" id="{84E1C627-F7F4-7260-4AD2-75F3E405A99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48707" y="1383425"/>
            <a:ext cx="324000" cy="324000"/>
          </a:xfrm>
          <a:prstGeom prst="rect">
            <a:avLst/>
          </a:prstGeom>
        </p:spPr>
      </p:pic>
      <p:pic>
        <p:nvPicPr>
          <p:cNvPr id="27" name="Graphique 26" descr="Loupe avec un remplissage uni">
            <a:hlinkClick r:id="rId5" action="ppaction://hlinksldjump"/>
            <a:extLst>
              <a:ext uri="{FF2B5EF4-FFF2-40B4-BE49-F238E27FC236}">
                <a16:creationId xmlns:a16="http://schemas.microsoft.com/office/drawing/2014/main" id="{620F8453-35C9-2F60-957B-75522A5EB43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48707" y="1939599"/>
            <a:ext cx="324000" cy="324000"/>
          </a:xfrm>
          <a:prstGeom prst="rect">
            <a:avLst/>
          </a:prstGeom>
        </p:spPr>
      </p:pic>
      <p:pic>
        <p:nvPicPr>
          <p:cNvPr id="32" name="Graphique 31" descr="Loupe avec un remplissage uni">
            <a:hlinkClick r:id="rId6" action="ppaction://hlinksldjump"/>
            <a:extLst>
              <a:ext uri="{FF2B5EF4-FFF2-40B4-BE49-F238E27FC236}">
                <a16:creationId xmlns:a16="http://schemas.microsoft.com/office/drawing/2014/main" id="{AE914404-0C38-86F6-2F9B-D48BBD825D9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48707" y="2698181"/>
            <a:ext cx="324000" cy="324000"/>
          </a:xfrm>
          <a:prstGeom prst="rect">
            <a:avLst/>
          </a:prstGeom>
        </p:spPr>
      </p:pic>
      <p:pic>
        <p:nvPicPr>
          <p:cNvPr id="37" name="Graphique 36" descr="Loupe avec un remplissage uni">
            <a:hlinkClick r:id="rId7" action="ppaction://hlinksldjump"/>
            <a:extLst>
              <a:ext uri="{FF2B5EF4-FFF2-40B4-BE49-F238E27FC236}">
                <a16:creationId xmlns:a16="http://schemas.microsoft.com/office/drawing/2014/main" id="{E5FEC355-A392-D242-9203-9185408869D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48707" y="3483372"/>
            <a:ext cx="324000" cy="324000"/>
          </a:xfrm>
          <a:prstGeom prst="rect">
            <a:avLst/>
          </a:prstGeom>
        </p:spPr>
      </p:pic>
      <p:pic>
        <p:nvPicPr>
          <p:cNvPr id="42" name="Graphique 41" descr="Loupe avec un remplissage uni">
            <a:hlinkClick r:id="rId8" action="ppaction://hlinksldjump"/>
            <a:extLst>
              <a:ext uri="{FF2B5EF4-FFF2-40B4-BE49-F238E27FC236}">
                <a16:creationId xmlns:a16="http://schemas.microsoft.com/office/drawing/2014/main" id="{88977DD6-A05B-3B47-CE5F-217BA087E64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48707" y="4111532"/>
            <a:ext cx="324000" cy="324000"/>
          </a:xfrm>
          <a:prstGeom prst="rect">
            <a:avLst/>
          </a:prstGeom>
        </p:spPr>
      </p:pic>
      <p:pic>
        <p:nvPicPr>
          <p:cNvPr id="47" name="Graphique 46" descr="Loupe avec un remplissage uni">
            <a:hlinkClick r:id="rId9" action="ppaction://hlinksldjump"/>
            <a:extLst>
              <a:ext uri="{FF2B5EF4-FFF2-40B4-BE49-F238E27FC236}">
                <a16:creationId xmlns:a16="http://schemas.microsoft.com/office/drawing/2014/main" id="{4F50C58B-B3CC-E79A-4DF5-78D8E2DDF07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48707" y="4698012"/>
            <a:ext cx="324000" cy="324000"/>
          </a:xfrm>
          <a:prstGeom prst="rect">
            <a:avLst/>
          </a:prstGeom>
        </p:spPr>
      </p:pic>
      <p:pic>
        <p:nvPicPr>
          <p:cNvPr id="52" name="Graphique 51" descr="Loupe avec un remplissage uni">
            <a:hlinkClick r:id="rId10" action="ppaction://hlinksldjump"/>
            <a:extLst>
              <a:ext uri="{FF2B5EF4-FFF2-40B4-BE49-F238E27FC236}">
                <a16:creationId xmlns:a16="http://schemas.microsoft.com/office/drawing/2014/main" id="{A681AB75-18CE-5030-F35C-5911A1CFB43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48707" y="5524078"/>
            <a:ext cx="324000" cy="324000"/>
          </a:xfrm>
          <a:prstGeom prst="rect">
            <a:avLst/>
          </a:prstGeom>
        </p:spPr>
      </p:pic>
      <p:sp>
        <p:nvSpPr>
          <p:cNvPr id="33" name="Rectangle : coins arrondis 32">
            <a:extLst>
              <a:ext uri="{FF2B5EF4-FFF2-40B4-BE49-F238E27FC236}">
                <a16:creationId xmlns:a16="http://schemas.microsoft.com/office/drawing/2014/main" id="{37B8A588-33B6-3A05-236B-2D7409C2F6A4}"/>
              </a:ext>
            </a:extLst>
          </p:cNvPr>
          <p:cNvSpPr/>
          <p:nvPr/>
        </p:nvSpPr>
        <p:spPr>
          <a:xfrm>
            <a:off x="10365348" y="1392215"/>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00" i="1">
                <a:solidFill>
                  <a:srgbClr val="A4C8E1">
                    <a:lumMod val="50000"/>
                  </a:srgbClr>
                </a:solidFill>
                <a:latin typeface="Avenir LT Std 55 Roman" panose="020B0503020203020204" pitchFamily="34" charset="0"/>
                <a:cs typeface="Times New Roman" panose="02020603050405020304" pitchFamily="18" charset="0"/>
              </a:rPr>
              <a:t>~ 20 min</a:t>
            </a:r>
            <a:endPar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endParaRPr>
          </a:p>
        </p:txBody>
      </p:sp>
      <p:pic>
        <p:nvPicPr>
          <p:cNvPr id="34" name="Graphique 33" descr="Sablier terminé avec un remplissage uni">
            <a:extLst>
              <a:ext uri="{FF2B5EF4-FFF2-40B4-BE49-F238E27FC236}">
                <a16:creationId xmlns:a16="http://schemas.microsoft.com/office/drawing/2014/main" id="{DB1F19AC-1B5A-AEB5-76CC-9841E15E7B05}"/>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0182660" y="1392215"/>
            <a:ext cx="306421" cy="306421"/>
          </a:xfrm>
          <a:prstGeom prst="rect">
            <a:avLst/>
          </a:prstGeom>
        </p:spPr>
      </p:pic>
      <p:sp>
        <p:nvSpPr>
          <p:cNvPr id="35" name="Rectangle : coins arrondis 34">
            <a:extLst>
              <a:ext uri="{FF2B5EF4-FFF2-40B4-BE49-F238E27FC236}">
                <a16:creationId xmlns:a16="http://schemas.microsoft.com/office/drawing/2014/main" id="{D59C1EFB-9DE6-A0AA-C164-77727281B624}"/>
              </a:ext>
            </a:extLst>
          </p:cNvPr>
          <p:cNvSpPr/>
          <p:nvPr/>
        </p:nvSpPr>
        <p:spPr>
          <a:xfrm>
            <a:off x="10365348" y="1948389"/>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00" i="1">
                <a:solidFill>
                  <a:srgbClr val="A4C8E1">
                    <a:lumMod val="50000"/>
                  </a:srgbClr>
                </a:solidFill>
                <a:latin typeface="Avenir LT Std 55 Roman" panose="020B0503020203020204" pitchFamily="34" charset="0"/>
                <a:cs typeface="Times New Roman" panose="02020603050405020304" pitchFamily="18" charset="0"/>
              </a:rPr>
              <a:t>~ 20 min</a:t>
            </a:r>
            <a:endPar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endParaRPr>
          </a:p>
        </p:txBody>
      </p:sp>
      <p:pic>
        <p:nvPicPr>
          <p:cNvPr id="38" name="Graphique 37" descr="Sablier terminé avec un remplissage uni">
            <a:extLst>
              <a:ext uri="{FF2B5EF4-FFF2-40B4-BE49-F238E27FC236}">
                <a16:creationId xmlns:a16="http://schemas.microsoft.com/office/drawing/2014/main" id="{A1AE5100-7552-78D2-8E34-70B1078581F8}"/>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0182660" y="1948389"/>
            <a:ext cx="306421" cy="306421"/>
          </a:xfrm>
          <a:prstGeom prst="rect">
            <a:avLst/>
          </a:prstGeom>
        </p:spPr>
      </p:pic>
      <p:sp>
        <p:nvSpPr>
          <p:cNvPr id="39" name="Rectangle : coins arrondis 38">
            <a:extLst>
              <a:ext uri="{FF2B5EF4-FFF2-40B4-BE49-F238E27FC236}">
                <a16:creationId xmlns:a16="http://schemas.microsoft.com/office/drawing/2014/main" id="{0D90A09E-435E-7568-AED7-A50535F32978}"/>
              </a:ext>
            </a:extLst>
          </p:cNvPr>
          <p:cNvSpPr/>
          <p:nvPr/>
        </p:nvSpPr>
        <p:spPr>
          <a:xfrm>
            <a:off x="10365348" y="2706971"/>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00" i="1">
                <a:solidFill>
                  <a:srgbClr val="A4C8E1">
                    <a:lumMod val="50000"/>
                  </a:srgbClr>
                </a:solidFill>
                <a:latin typeface="Avenir LT Std 55 Roman" panose="020B0503020203020204" pitchFamily="34" charset="0"/>
                <a:cs typeface="Times New Roman" panose="02020603050405020304" pitchFamily="18" charset="0"/>
              </a:rPr>
              <a:t>~ 10 min</a:t>
            </a:r>
            <a:endPar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endParaRPr>
          </a:p>
        </p:txBody>
      </p:sp>
      <p:pic>
        <p:nvPicPr>
          <p:cNvPr id="40" name="Graphique 39" descr="Sablier terminé avec un remplissage uni">
            <a:extLst>
              <a:ext uri="{FF2B5EF4-FFF2-40B4-BE49-F238E27FC236}">
                <a16:creationId xmlns:a16="http://schemas.microsoft.com/office/drawing/2014/main" id="{4B762B5E-C870-A016-C81B-84BF88C6B6B6}"/>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0182660" y="2706971"/>
            <a:ext cx="306421" cy="306421"/>
          </a:xfrm>
          <a:prstGeom prst="rect">
            <a:avLst/>
          </a:prstGeom>
        </p:spPr>
      </p:pic>
      <p:sp>
        <p:nvSpPr>
          <p:cNvPr id="43" name="Rectangle : coins arrondis 42">
            <a:extLst>
              <a:ext uri="{FF2B5EF4-FFF2-40B4-BE49-F238E27FC236}">
                <a16:creationId xmlns:a16="http://schemas.microsoft.com/office/drawing/2014/main" id="{4009BBE0-E7DB-D1A7-E71E-651392E5D621}"/>
              </a:ext>
            </a:extLst>
          </p:cNvPr>
          <p:cNvSpPr/>
          <p:nvPr/>
        </p:nvSpPr>
        <p:spPr>
          <a:xfrm>
            <a:off x="10365348" y="3492162"/>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00" i="1">
                <a:solidFill>
                  <a:srgbClr val="A4C8E1">
                    <a:lumMod val="50000"/>
                  </a:srgbClr>
                </a:solidFill>
                <a:latin typeface="Avenir LT Std 55 Roman" panose="020B0503020203020204" pitchFamily="34" charset="0"/>
                <a:cs typeface="Times New Roman" panose="02020603050405020304" pitchFamily="18" charset="0"/>
              </a:rPr>
              <a:t>~ 10 min</a:t>
            </a:r>
            <a:endPar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endParaRPr>
          </a:p>
        </p:txBody>
      </p:sp>
      <p:pic>
        <p:nvPicPr>
          <p:cNvPr id="44" name="Graphique 43" descr="Sablier terminé avec un remplissage uni">
            <a:extLst>
              <a:ext uri="{FF2B5EF4-FFF2-40B4-BE49-F238E27FC236}">
                <a16:creationId xmlns:a16="http://schemas.microsoft.com/office/drawing/2014/main" id="{CD57A50A-7BB1-B594-46DD-B8524BFA76FE}"/>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0182660" y="3492162"/>
            <a:ext cx="306421" cy="306421"/>
          </a:xfrm>
          <a:prstGeom prst="rect">
            <a:avLst/>
          </a:prstGeom>
        </p:spPr>
      </p:pic>
      <p:sp>
        <p:nvSpPr>
          <p:cNvPr id="45" name="Rectangle : coins arrondis 44">
            <a:extLst>
              <a:ext uri="{FF2B5EF4-FFF2-40B4-BE49-F238E27FC236}">
                <a16:creationId xmlns:a16="http://schemas.microsoft.com/office/drawing/2014/main" id="{79C386A0-D00A-6D99-C384-8A0CA84DE96D}"/>
              </a:ext>
            </a:extLst>
          </p:cNvPr>
          <p:cNvSpPr/>
          <p:nvPr/>
        </p:nvSpPr>
        <p:spPr>
          <a:xfrm>
            <a:off x="10365348" y="4120322"/>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00" i="1">
                <a:solidFill>
                  <a:srgbClr val="A4C8E1">
                    <a:lumMod val="50000"/>
                  </a:srgbClr>
                </a:solidFill>
                <a:latin typeface="Avenir LT Std 55 Roman" panose="020B0503020203020204" pitchFamily="34" charset="0"/>
                <a:cs typeface="Times New Roman" panose="02020603050405020304" pitchFamily="18" charset="0"/>
              </a:rPr>
              <a:t>~ 5 min</a:t>
            </a:r>
            <a:endPar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endParaRPr>
          </a:p>
        </p:txBody>
      </p:sp>
      <p:pic>
        <p:nvPicPr>
          <p:cNvPr id="48" name="Graphique 47" descr="Sablier terminé avec un remplissage uni">
            <a:extLst>
              <a:ext uri="{FF2B5EF4-FFF2-40B4-BE49-F238E27FC236}">
                <a16:creationId xmlns:a16="http://schemas.microsoft.com/office/drawing/2014/main" id="{AB65000E-F8F8-1C8E-75F3-5AEA312B9BC9}"/>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0182660" y="4120322"/>
            <a:ext cx="306421" cy="306421"/>
          </a:xfrm>
          <a:prstGeom prst="rect">
            <a:avLst/>
          </a:prstGeom>
        </p:spPr>
      </p:pic>
      <p:sp>
        <p:nvSpPr>
          <p:cNvPr id="49" name="Rectangle : coins arrondis 48">
            <a:extLst>
              <a:ext uri="{FF2B5EF4-FFF2-40B4-BE49-F238E27FC236}">
                <a16:creationId xmlns:a16="http://schemas.microsoft.com/office/drawing/2014/main" id="{357E1F3B-23B9-6C2F-C138-54A7286513DD}"/>
              </a:ext>
            </a:extLst>
          </p:cNvPr>
          <p:cNvSpPr/>
          <p:nvPr/>
        </p:nvSpPr>
        <p:spPr>
          <a:xfrm>
            <a:off x="10365348" y="4706802"/>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00" i="1">
                <a:solidFill>
                  <a:srgbClr val="A4C8E1">
                    <a:lumMod val="50000"/>
                  </a:srgbClr>
                </a:solidFill>
                <a:latin typeface="Avenir LT Std 55 Roman" panose="020B0503020203020204" pitchFamily="34" charset="0"/>
                <a:cs typeface="Times New Roman" panose="02020603050405020304" pitchFamily="18" charset="0"/>
              </a:rPr>
              <a:t>~ 20 min</a:t>
            </a:r>
            <a:endPar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endParaRPr>
          </a:p>
        </p:txBody>
      </p:sp>
      <p:pic>
        <p:nvPicPr>
          <p:cNvPr id="50" name="Graphique 49" descr="Sablier terminé avec un remplissage uni">
            <a:extLst>
              <a:ext uri="{FF2B5EF4-FFF2-40B4-BE49-F238E27FC236}">
                <a16:creationId xmlns:a16="http://schemas.microsoft.com/office/drawing/2014/main" id="{D6BD28E1-50B2-86FF-BC82-130644E54A35}"/>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0182660" y="4706802"/>
            <a:ext cx="306421" cy="306421"/>
          </a:xfrm>
          <a:prstGeom prst="rect">
            <a:avLst/>
          </a:prstGeom>
        </p:spPr>
      </p:pic>
      <p:sp>
        <p:nvSpPr>
          <p:cNvPr id="53" name="Rectangle : coins arrondis 52">
            <a:extLst>
              <a:ext uri="{FF2B5EF4-FFF2-40B4-BE49-F238E27FC236}">
                <a16:creationId xmlns:a16="http://schemas.microsoft.com/office/drawing/2014/main" id="{4664E3F3-57EF-5CF9-84CF-A2368F47AD0B}"/>
              </a:ext>
            </a:extLst>
          </p:cNvPr>
          <p:cNvSpPr/>
          <p:nvPr/>
        </p:nvSpPr>
        <p:spPr>
          <a:xfrm>
            <a:off x="10365348" y="5532868"/>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00" i="1">
                <a:solidFill>
                  <a:srgbClr val="A4C8E1">
                    <a:lumMod val="50000"/>
                  </a:srgbClr>
                </a:solidFill>
                <a:latin typeface="Avenir LT Std 55 Roman" panose="020B0503020203020204" pitchFamily="34" charset="0"/>
                <a:cs typeface="Times New Roman" panose="02020603050405020304" pitchFamily="18" charset="0"/>
              </a:rPr>
              <a:t>~ 20 min</a:t>
            </a:r>
            <a:endPar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endParaRPr>
          </a:p>
        </p:txBody>
      </p:sp>
      <p:pic>
        <p:nvPicPr>
          <p:cNvPr id="55" name="Graphique 54" descr="Sablier terminé avec un remplissage uni">
            <a:extLst>
              <a:ext uri="{FF2B5EF4-FFF2-40B4-BE49-F238E27FC236}">
                <a16:creationId xmlns:a16="http://schemas.microsoft.com/office/drawing/2014/main" id="{0F7FC5B6-928E-3824-DB0C-E99FA5616ED2}"/>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0182660" y="5532868"/>
            <a:ext cx="306421" cy="306421"/>
          </a:xfrm>
          <a:prstGeom prst="rect">
            <a:avLst/>
          </a:prstGeom>
        </p:spPr>
      </p:pic>
      <p:grpSp>
        <p:nvGrpSpPr>
          <p:cNvPr id="64" name="Groupe 63">
            <a:extLst>
              <a:ext uri="{FF2B5EF4-FFF2-40B4-BE49-F238E27FC236}">
                <a16:creationId xmlns:a16="http://schemas.microsoft.com/office/drawing/2014/main" id="{A4DC237C-819D-D73E-6D03-1944061A1F3E}"/>
              </a:ext>
            </a:extLst>
          </p:cNvPr>
          <p:cNvGrpSpPr>
            <a:grpSpLocks noChangeAspect="1"/>
          </p:cNvGrpSpPr>
          <p:nvPr/>
        </p:nvGrpSpPr>
        <p:grpSpPr>
          <a:xfrm>
            <a:off x="11001871" y="6336764"/>
            <a:ext cx="1082632" cy="444130"/>
            <a:chOff x="5810" y="1578917"/>
            <a:chExt cx="559801" cy="229645"/>
          </a:xfrm>
        </p:grpSpPr>
        <p:sp>
          <p:nvSpPr>
            <p:cNvPr id="65" name="Rectangle : coins arrondis 64">
              <a:hlinkClick r:id="rId12" action="ppaction://hlinksldjump"/>
              <a:extLst>
                <a:ext uri="{FF2B5EF4-FFF2-40B4-BE49-F238E27FC236}">
                  <a16:creationId xmlns:a16="http://schemas.microsoft.com/office/drawing/2014/main" id="{94BE1163-CBFF-F710-2378-B7529C6164C9}"/>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hlinkClick r:id="rId12"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ndParaRPr>
            </a:p>
          </p:txBody>
        </p:sp>
        <p:pic>
          <p:nvPicPr>
            <p:cNvPr id="66" name="Graphique 65" descr="Retour avec un remplissage uni">
              <a:hlinkClick r:id="rId12" action="ppaction://hlinksldjump"/>
              <a:extLst>
                <a:ext uri="{FF2B5EF4-FFF2-40B4-BE49-F238E27FC236}">
                  <a16:creationId xmlns:a16="http://schemas.microsoft.com/office/drawing/2014/main" id="{A71B1641-39AB-F2E4-1EBF-9DD96279EE66}"/>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9060" y="1578917"/>
              <a:ext cx="229645" cy="229645"/>
            </a:xfrm>
            <a:prstGeom prst="rect">
              <a:avLst/>
            </a:prstGeom>
          </p:spPr>
        </p:pic>
      </p:grpSp>
      <p:sp>
        <p:nvSpPr>
          <p:cNvPr id="17" name="Rectangle : coins arrondis 16">
            <a:extLst>
              <a:ext uri="{FF2B5EF4-FFF2-40B4-BE49-F238E27FC236}">
                <a16:creationId xmlns:a16="http://schemas.microsoft.com/office/drawing/2014/main" id="{83501283-E444-7F8D-8B9A-A432A22EDFC5}"/>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DC582A"/>
                </a:solidFill>
              </a:rPr>
              <a:t>PROTOTYPE</a:t>
            </a:r>
          </a:p>
        </p:txBody>
      </p:sp>
      <p:sp>
        <p:nvSpPr>
          <p:cNvPr id="18" name="Rectangle 17">
            <a:extLst>
              <a:ext uri="{FF2B5EF4-FFF2-40B4-BE49-F238E27FC236}">
                <a16:creationId xmlns:a16="http://schemas.microsoft.com/office/drawing/2014/main" id="{A173E263-DEA5-CD5F-9C0B-BE13396088D9}"/>
              </a:ext>
            </a:extLst>
          </p:cNvPr>
          <p:cNvSpPr/>
          <p:nvPr/>
        </p:nvSpPr>
        <p:spPr>
          <a:xfrm>
            <a:off x="10082865" y="675387"/>
            <a:ext cx="925856" cy="4121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fr-FR" sz="1000" i="1">
                <a:solidFill>
                  <a:schemeClr val="tx1">
                    <a:lumMod val="75000"/>
                    <a:lumOff val="25000"/>
                  </a:schemeClr>
                </a:solidFill>
                <a:latin typeface="Avenir LT Std 35 Light" panose="020B0402020203020204" pitchFamily="34" charset="0"/>
              </a:rPr>
              <a:t>Combien de temps pour le faire ?</a:t>
            </a:r>
          </a:p>
        </p:txBody>
      </p:sp>
      <p:sp>
        <p:nvSpPr>
          <p:cNvPr id="19" name="Rectangle 18">
            <a:extLst>
              <a:ext uri="{FF2B5EF4-FFF2-40B4-BE49-F238E27FC236}">
                <a16:creationId xmlns:a16="http://schemas.microsoft.com/office/drawing/2014/main" id="{C0967306-7FEE-F15B-DA99-BD768535DCF1}"/>
              </a:ext>
            </a:extLst>
          </p:cNvPr>
          <p:cNvSpPr/>
          <p:nvPr/>
        </p:nvSpPr>
        <p:spPr>
          <a:xfrm>
            <a:off x="11342119" y="675387"/>
            <a:ext cx="737176" cy="4121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fr-FR" sz="1000" i="1">
                <a:solidFill>
                  <a:schemeClr val="tx1">
                    <a:lumMod val="75000"/>
                    <a:lumOff val="25000"/>
                  </a:schemeClr>
                </a:solidFill>
                <a:latin typeface="Avenir LT Std 35 Light" panose="020B0402020203020204" pitchFamily="34" charset="0"/>
              </a:rPr>
              <a:t>Pour aller plus loin</a:t>
            </a:r>
          </a:p>
        </p:txBody>
      </p:sp>
      <p:sp>
        <p:nvSpPr>
          <p:cNvPr id="20" name="Rectangle 19">
            <a:extLst>
              <a:ext uri="{FF2B5EF4-FFF2-40B4-BE49-F238E27FC236}">
                <a16:creationId xmlns:a16="http://schemas.microsoft.com/office/drawing/2014/main" id="{805E95BC-D7E3-402B-F73C-50E5558A06DA}"/>
              </a:ext>
            </a:extLst>
          </p:cNvPr>
          <p:cNvSpPr/>
          <p:nvPr/>
        </p:nvSpPr>
        <p:spPr>
          <a:xfrm>
            <a:off x="0" y="675387"/>
            <a:ext cx="9569223" cy="4121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fr-FR" sz="1200" b="1" i="1">
                <a:solidFill>
                  <a:schemeClr val="tx1">
                    <a:lumMod val="75000"/>
                    <a:lumOff val="25000"/>
                  </a:schemeClr>
                </a:solidFill>
                <a:latin typeface="Avenir LT Std 35 Light" panose="020B0402020203020204" pitchFamily="34" charset="0"/>
              </a:rPr>
              <a:t>Les points essentiels à réaliser</a:t>
            </a:r>
          </a:p>
        </p:txBody>
      </p:sp>
      <p:grpSp>
        <p:nvGrpSpPr>
          <p:cNvPr id="31" name="Groupe 30">
            <a:extLst>
              <a:ext uri="{FF2B5EF4-FFF2-40B4-BE49-F238E27FC236}">
                <a16:creationId xmlns:a16="http://schemas.microsoft.com/office/drawing/2014/main" id="{1981BA76-67C6-A03B-930C-275F0CD007F7}"/>
              </a:ext>
            </a:extLst>
          </p:cNvPr>
          <p:cNvGrpSpPr/>
          <p:nvPr/>
        </p:nvGrpSpPr>
        <p:grpSpPr>
          <a:xfrm>
            <a:off x="216339" y="1924183"/>
            <a:ext cx="302577" cy="302577"/>
            <a:chOff x="229671" y="2122077"/>
            <a:chExt cx="302577" cy="302577"/>
          </a:xfrm>
        </p:grpSpPr>
        <p:sp>
          <p:nvSpPr>
            <p:cNvPr id="67" name="Bouton d’action : vide 66">
              <a:hlinkClick r:id="" action="ppaction://noaction" highlightClick="1"/>
              <a:extLst>
                <a:ext uri="{FF2B5EF4-FFF2-40B4-BE49-F238E27FC236}">
                  <a16:creationId xmlns:a16="http://schemas.microsoft.com/office/drawing/2014/main" id="{EE262FEF-E169-210E-B4C9-C25249DFACB4}"/>
                </a:ext>
              </a:extLst>
            </p:cNvPr>
            <p:cNvSpPr/>
            <p:nvPr/>
          </p:nvSpPr>
          <p:spPr>
            <a:xfrm>
              <a:off x="252322" y="2155667"/>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pic>
          <p:nvPicPr>
            <p:cNvPr id="68" name="Graphique 67" descr="Coche avec un remplissage uni">
              <a:extLst>
                <a:ext uri="{FF2B5EF4-FFF2-40B4-BE49-F238E27FC236}">
                  <a16:creationId xmlns:a16="http://schemas.microsoft.com/office/drawing/2014/main" id="{33A52EB5-8C13-D338-A805-37E22F64DEC4}"/>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229671" y="2122077"/>
              <a:ext cx="302577" cy="302577"/>
            </a:xfrm>
            <a:prstGeom prst="rect">
              <a:avLst/>
            </a:prstGeom>
          </p:spPr>
        </p:pic>
      </p:grpSp>
      <p:grpSp>
        <p:nvGrpSpPr>
          <p:cNvPr id="36" name="Groupe 35">
            <a:extLst>
              <a:ext uri="{FF2B5EF4-FFF2-40B4-BE49-F238E27FC236}">
                <a16:creationId xmlns:a16="http://schemas.microsoft.com/office/drawing/2014/main" id="{50937FD1-2781-5613-A1BE-0E09852E622D}"/>
              </a:ext>
            </a:extLst>
          </p:cNvPr>
          <p:cNvGrpSpPr/>
          <p:nvPr/>
        </p:nvGrpSpPr>
        <p:grpSpPr>
          <a:xfrm>
            <a:off x="216339" y="2654487"/>
            <a:ext cx="302577" cy="302577"/>
            <a:chOff x="229671" y="2122077"/>
            <a:chExt cx="302577" cy="302577"/>
          </a:xfrm>
        </p:grpSpPr>
        <p:sp>
          <p:nvSpPr>
            <p:cNvPr id="59" name="Bouton d’action : vide 58">
              <a:hlinkClick r:id="" action="ppaction://noaction" highlightClick="1"/>
              <a:extLst>
                <a:ext uri="{FF2B5EF4-FFF2-40B4-BE49-F238E27FC236}">
                  <a16:creationId xmlns:a16="http://schemas.microsoft.com/office/drawing/2014/main" id="{B0F992FB-BE10-8747-91E9-E494413E1D53}"/>
                </a:ext>
              </a:extLst>
            </p:cNvPr>
            <p:cNvSpPr/>
            <p:nvPr/>
          </p:nvSpPr>
          <p:spPr>
            <a:xfrm>
              <a:off x="252322" y="2155667"/>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pic>
          <p:nvPicPr>
            <p:cNvPr id="62" name="Graphique 61" descr="Coche avec un remplissage uni">
              <a:extLst>
                <a:ext uri="{FF2B5EF4-FFF2-40B4-BE49-F238E27FC236}">
                  <a16:creationId xmlns:a16="http://schemas.microsoft.com/office/drawing/2014/main" id="{DE6BF2C2-AC35-BD78-65AE-2718A51DC0D0}"/>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229671" y="2122077"/>
              <a:ext cx="302577" cy="302577"/>
            </a:xfrm>
            <a:prstGeom prst="rect">
              <a:avLst/>
            </a:prstGeom>
          </p:spPr>
        </p:pic>
      </p:grpSp>
      <p:sp>
        <p:nvSpPr>
          <p:cNvPr id="41" name="Bouton d’action : vide 40">
            <a:hlinkClick r:id="" action="ppaction://noaction" highlightClick="1"/>
            <a:extLst>
              <a:ext uri="{FF2B5EF4-FFF2-40B4-BE49-F238E27FC236}">
                <a16:creationId xmlns:a16="http://schemas.microsoft.com/office/drawing/2014/main" id="{3E41A227-400F-5415-84FE-285C920D7E11}"/>
              </a:ext>
            </a:extLst>
          </p:cNvPr>
          <p:cNvSpPr/>
          <p:nvPr/>
        </p:nvSpPr>
        <p:spPr>
          <a:xfrm>
            <a:off x="241627" y="1347792"/>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46" name="Bouton d’action : vide 45">
            <a:hlinkClick r:id="" action="ppaction://noaction" highlightClick="1"/>
            <a:extLst>
              <a:ext uri="{FF2B5EF4-FFF2-40B4-BE49-F238E27FC236}">
                <a16:creationId xmlns:a16="http://schemas.microsoft.com/office/drawing/2014/main" id="{C21410AC-6CFC-B753-D56E-68AC7FFD9098}"/>
              </a:ext>
            </a:extLst>
          </p:cNvPr>
          <p:cNvSpPr/>
          <p:nvPr/>
        </p:nvSpPr>
        <p:spPr>
          <a:xfrm>
            <a:off x="241627" y="3488828"/>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51" name="Bouton d’action : vide 50">
            <a:hlinkClick r:id="" action="ppaction://noaction" highlightClick="1"/>
            <a:extLst>
              <a:ext uri="{FF2B5EF4-FFF2-40B4-BE49-F238E27FC236}">
                <a16:creationId xmlns:a16="http://schemas.microsoft.com/office/drawing/2014/main" id="{E0E2A044-15A8-C69A-A1F1-F70A21928A15}"/>
              </a:ext>
            </a:extLst>
          </p:cNvPr>
          <p:cNvSpPr/>
          <p:nvPr/>
        </p:nvSpPr>
        <p:spPr>
          <a:xfrm>
            <a:off x="241627" y="4087735"/>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56" name="Bouton d’action : vide 55">
            <a:hlinkClick r:id="" action="ppaction://noaction" highlightClick="1"/>
            <a:extLst>
              <a:ext uri="{FF2B5EF4-FFF2-40B4-BE49-F238E27FC236}">
                <a16:creationId xmlns:a16="http://schemas.microsoft.com/office/drawing/2014/main" id="{EF10C886-6A5C-EEED-CA7D-FCDBAADBED17}"/>
              </a:ext>
            </a:extLst>
          </p:cNvPr>
          <p:cNvSpPr/>
          <p:nvPr/>
        </p:nvSpPr>
        <p:spPr>
          <a:xfrm>
            <a:off x="241627" y="4710212"/>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57" name="Bouton d’action : vide 56">
            <a:hlinkClick r:id="" action="ppaction://noaction" highlightClick="1"/>
            <a:extLst>
              <a:ext uri="{FF2B5EF4-FFF2-40B4-BE49-F238E27FC236}">
                <a16:creationId xmlns:a16="http://schemas.microsoft.com/office/drawing/2014/main" id="{479169C0-8687-B525-34CE-650DFAE23DF4}"/>
              </a:ext>
            </a:extLst>
          </p:cNvPr>
          <p:cNvSpPr/>
          <p:nvPr/>
        </p:nvSpPr>
        <p:spPr>
          <a:xfrm>
            <a:off x="241627" y="5537053"/>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3" name="Flèche : chevron 8 - 2 - 1">
            <a:extLst>
              <a:ext uri="{FF2B5EF4-FFF2-40B4-BE49-F238E27FC236}">
                <a16:creationId xmlns:a16="http://schemas.microsoft.com/office/drawing/2014/main" id="{17E1FD8D-32E1-CBD8-CA2F-BB5F62710FB8}"/>
              </a:ext>
            </a:extLst>
          </p:cNvPr>
          <p:cNvSpPr/>
          <p:nvPr/>
        </p:nvSpPr>
        <p:spPr>
          <a:xfrm>
            <a:off x="6924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impacts humains</a:t>
            </a:r>
          </a:p>
        </p:txBody>
      </p:sp>
      <p:sp>
        <p:nvSpPr>
          <p:cNvPr id="14" name="Flèche : chevron 8 - 2 - 1">
            <a:extLst>
              <a:ext uri="{FF2B5EF4-FFF2-40B4-BE49-F238E27FC236}">
                <a16:creationId xmlns:a16="http://schemas.microsoft.com/office/drawing/2014/main" id="{7A241FFE-B32C-56D1-12A4-32249098D1CD}"/>
              </a:ext>
            </a:extLst>
          </p:cNvPr>
          <p:cNvSpPr/>
          <p:nvPr/>
        </p:nvSpPr>
        <p:spPr>
          <a:xfrm>
            <a:off x="1776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a:t>
            </a:r>
            <a:r>
              <a:rPr lang="fr-FR" sz="1100" b="1" err="1">
                <a:solidFill>
                  <a:schemeClr val="bg1">
                    <a:lumMod val="50000"/>
                  </a:schemeClr>
                </a:solidFill>
                <a:latin typeface="Avenir LT Std 45 Book" panose="020B0502020203020204" pitchFamily="34" charset="0"/>
              </a:rPr>
              <a:t>moi-mëme</a:t>
            </a:r>
            <a:endParaRPr lang="fr-FR" sz="1100" b="1">
              <a:solidFill>
                <a:schemeClr val="bg1">
                  <a:lumMod val="50000"/>
                </a:schemeClr>
              </a:solidFill>
              <a:latin typeface="Avenir LT Std 45 Book" panose="020B0502020203020204" pitchFamily="34" charset="0"/>
            </a:endParaRPr>
          </a:p>
        </p:txBody>
      </p:sp>
      <p:sp>
        <p:nvSpPr>
          <p:cNvPr id="16" name="Flèche : chevron 8 - 2 - 1">
            <a:extLst>
              <a:ext uri="{FF2B5EF4-FFF2-40B4-BE49-F238E27FC236}">
                <a16:creationId xmlns:a16="http://schemas.microsoft.com/office/drawing/2014/main" id="{551D71F3-866D-28FB-7BF4-6E871C07666E}"/>
              </a:ext>
            </a:extLst>
          </p:cNvPr>
          <p:cNvSpPr/>
          <p:nvPr/>
        </p:nvSpPr>
        <p:spPr>
          <a:xfrm>
            <a:off x="5244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des impacts humains</a:t>
            </a:r>
          </a:p>
        </p:txBody>
      </p:sp>
      <p:sp>
        <p:nvSpPr>
          <p:cNvPr id="23" name="Flèche : chevron 8 - 2 - 1">
            <a:extLst>
              <a:ext uri="{FF2B5EF4-FFF2-40B4-BE49-F238E27FC236}">
                <a16:creationId xmlns:a16="http://schemas.microsoft.com/office/drawing/2014/main" id="{42921048-43CD-E38C-70DB-79CE0A87A847}"/>
              </a:ext>
            </a:extLst>
          </p:cNvPr>
          <p:cNvSpPr/>
          <p:nvPr/>
        </p:nvSpPr>
        <p:spPr>
          <a:xfrm>
            <a:off x="636000" y="21771"/>
            <a:ext cx="115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Cas d’usage</a:t>
            </a:r>
          </a:p>
        </p:txBody>
      </p:sp>
      <p:sp>
        <p:nvSpPr>
          <p:cNvPr id="25" name="Flèche : chevron 8 - 2 - 1">
            <a:extLst>
              <a:ext uri="{FF2B5EF4-FFF2-40B4-BE49-F238E27FC236}">
                <a16:creationId xmlns:a16="http://schemas.microsoft.com/office/drawing/2014/main" id="{9916A766-E718-BC02-59C1-F7B856E10473}"/>
              </a:ext>
            </a:extLst>
          </p:cNvPr>
          <p:cNvSpPr/>
          <p:nvPr/>
        </p:nvSpPr>
        <p:spPr>
          <a:xfrm>
            <a:off x="3456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pour moi-même</a:t>
            </a:r>
          </a:p>
        </p:txBody>
      </p:sp>
      <p:sp>
        <p:nvSpPr>
          <p:cNvPr id="54" name="Flèche : pentagone 3">
            <a:extLst>
              <a:ext uri="{FF2B5EF4-FFF2-40B4-BE49-F238E27FC236}">
                <a16:creationId xmlns:a16="http://schemas.microsoft.com/office/drawing/2014/main" id="{2530B055-7EB0-2145-3105-6D97BA7AE612}"/>
              </a:ext>
            </a:extLst>
          </p:cNvPr>
          <p:cNvSpPr/>
          <p:nvPr/>
        </p:nvSpPr>
        <p:spPr>
          <a:xfrm>
            <a:off x="0" y="21771"/>
            <a:ext cx="648000" cy="288000"/>
          </a:xfrm>
          <a:prstGeom prst="homePlate">
            <a:avLst>
              <a:gd name="adj" fmla="val 26503"/>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Accueil</a:t>
            </a:r>
          </a:p>
        </p:txBody>
      </p:sp>
      <p:sp>
        <p:nvSpPr>
          <p:cNvPr id="61" name="Flèche : chevron 8 - 2 - 1">
            <a:extLst>
              <a:ext uri="{FF2B5EF4-FFF2-40B4-BE49-F238E27FC236}">
                <a16:creationId xmlns:a16="http://schemas.microsoft.com/office/drawing/2014/main" id="{43329E37-5AEE-367F-B94B-ACB72363AFA9}"/>
              </a:ext>
            </a:extLst>
          </p:cNvPr>
          <p:cNvSpPr/>
          <p:nvPr/>
        </p:nvSpPr>
        <p:spPr>
          <a:xfrm>
            <a:off x="8712000" y="21771"/>
            <a:ext cx="1692000" cy="288000"/>
          </a:xfrm>
          <a:prstGeom prst="chevron">
            <a:avLst>
              <a:gd name="adj" fmla="val 28278"/>
            </a:avLst>
          </a:prstGeom>
          <a:solidFill>
            <a:srgbClr val="A1D6CA"/>
          </a:solidFill>
          <a:ln w="28575">
            <a:solidFill>
              <a:srgbClr val="A1D6CA"/>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rgbClr val="154734"/>
                </a:solidFill>
                <a:latin typeface="Avenir LT Std 45 Book" panose="020B0502020203020204" pitchFamily="34" charset="0"/>
              </a:rPr>
              <a:t>Checklist pour </a:t>
            </a:r>
            <a:br>
              <a:rPr lang="fr-FR" sz="1100" b="1">
                <a:solidFill>
                  <a:srgbClr val="154734"/>
                </a:solidFill>
                <a:latin typeface="Avenir LT Std 45 Book" panose="020B0502020203020204" pitchFamily="34" charset="0"/>
              </a:rPr>
            </a:br>
            <a:r>
              <a:rPr lang="fr-FR" sz="1100" b="1">
                <a:solidFill>
                  <a:srgbClr val="154734"/>
                </a:solidFill>
                <a:latin typeface="Avenir LT Std 45 Book" panose="020B0502020203020204" pitchFamily="34" charset="0"/>
              </a:rPr>
              <a:t>préparer le collectif</a:t>
            </a:r>
          </a:p>
        </p:txBody>
      </p:sp>
      <p:sp>
        <p:nvSpPr>
          <p:cNvPr id="71" name="Flèche : chevron 8 - 2 - 1">
            <a:extLst>
              <a:ext uri="{FF2B5EF4-FFF2-40B4-BE49-F238E27FC236}">
                <a16:creationId xmlns:a16="http://schemas.microsoft.com/office/drawing/2014/main" id="{5071350E-3765-F452-94D7-3DB116BC9117}"/>
              </a:ext>
            </a:extLst>
          </p:cNvPr>
          <p:cNvSpPr/>
          <p:nvPr/>
        </p:nvSpPr>
        <p:spPr>
          <a:xfrm>
            <a:off x="10392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préparation collectif</a:t>
            </a:r>
          </a:p>
        </p:txBody>
      </p:sp>
    </p:spTree>
    <p:extLst>
      <p:ext uri="{BB962C8B-B14F-4D97-AF65-F5344CB8AC3E}">
        <p14:creationId xmlns:p14="http://schemas.microsoft.com/office/powerpoint/2010/main" val="12868377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021BA-B060-6404-C3B9-8E88BCAE2947}"/>
            </a:ext>
          </a:extLst>
        </p:cNvPr>
        <p:cNvGrpSpPr/>
        <p:nvPr/>
      </p:nvGrpSpPr>
      <p:grpSpPr>
        <a:xfrm>
          <a:off x="0" y="0"/>
          <a:ext cx="0" cy="0"/>
          <a:chOff x="0" y="0"/>
          <a:chExt cx="0" cy="0"/>
        </a:xfrm>
      </p:grpSpPr>
      <p:sp>
        <p:nvSpPr>
          <p:cNvPr id="24" name="Rectangle : coins arrondis 23">
            <a:extLst>
              <a:ext uri="{FF2B5EF4-FFF2-40B4-BE49-F238E27FC236}">
                <a16:creationId xmlns:a16="http://schemas.microsoft.com/office/drawing/2014/main" id="{EE0B13FC-E49B-B960-DACE-62003062F8E0}"/>
              </a:ext>
            </a:extLst>
          </p:cNvPr>
          <p:cNvSpPr/>
          <p:nvPr/>
        </p:nvSpPr>
        <p:spPr>
          <a:xfrm>
            <a:off x="216504" y="1889361"/>
            <a:ext cx="5715147" cy="4449600"/>
          </a:xfrm>
          <a:prstGeom prst="roundRect">
            <a:avLst>
              <a:gd name="adj" fmla="val 3071"/>
            </a:avLst>
          </a:prstGeom>
          <a:solidFill>
            <a:schemeClr val="bg1"/>
          </a:solidFill>
          <a:ln w="38100">
            <a:solidFill>
              <a:srgbClr val="00B388"/>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6213" lvl="0" indent="-171450" algn="just">
              <a:lnSpc>
                <a:spcPts val="1400"/>
              </a:lnSpc>
              <a:spcAft>
                <a:spcPts val="600"/>
              </a:spcAft>
              <a:buFont typeface="Arial" panose="020B0604020202020204" pitchFamily="34" charset="0"/>
              <a:buChar char="•"/>
              <a:tabLst>
                <a:tab pos="176213" algn="l"/>
              </a:tabLst>
              <a:defRPr/>
            </a:pPr>
            <a:endParaRPr lang="fr-FR" sz="1200" b="1" i="1">
              <a:solidFill>
                <a:schemeClr val="tx1"/>
              </a:solidFill>
              <a:latin typeface="Avenir LT Std 55 Roman" panose="020B0503020203020204" pitchFamily="34" charset="0"/>
              <a:cs typeface="Times New Roman" panose="02020603050405020304" pitchFamily="18" charset="0"/>
            </a:endParaRPr>
          </a:p>
          <a:p>
            <a:pPr marL="176213" lvl="0" indent="-171450" algn="just">
              <a:spcAft>
                <a:spcPts val="600"/>
              </a:spcAft>
              <a:buFont typeface="Arial" panose="020B0604020202020204" pitchFamily="34" charset="0"/>
              <a:buChar char="•"/>
              <a:tabLst>
                <a:tab pos="176213" algn="l"/>
              </a:tabLst>
              <a:defRPr/>
            </a:pPr>
            <a:endParaRPr lang="fr-FR" sz="1200">
              <a:solidFill>
                <a:schemeClr val="tx1"/>
              </a:solidFill>
              <a:latin typeface="Avenir LT Std 55 Roman" panose="020B0503020203020204" pitchFamily="34" charset="0"/>
              <a:cs typeface="Times New Roman" panose="02020603050405020304" pitchFamily="18" charset="0"/>
            </a:endParaRPr>
          </a:p>
          <a:p>
            <a:pPr marL="176213" lvl="0" indent="-171450" algn="just">
              <a:spcAft>
                <a:spcPts val="1200"/>
              </a:spcAft>
              <a:buFont typeface="Arial" panose="020B0604020202020204" pitchFamily="34" charset="0"/>
              <a:buChar char="•"/>
              <a:tabLst>
                <a:tab pos="176213" algn="l"/>
              </a:tabLst>
              <a:defRPr/>
            </a:pPr>
            <a:r>
              <a:rPr lang="fr-FR" sz="1200">
                <a:solidFill>
                  <a:schemeClr val="tx1"/>
                </a:solidFill>
                <a:latin typeface="Avenir LT Std 55 Roman" panose="020B0503020203020204" pitchFamily="34" charset="0"/>
                <a:cs typeface="Times New Roman" panose="02020603050405020304" pitchFamily="18" charset="0"/>
              </a:rPr>
              <a:t>Est-ce que </a:t>
            </a:r>
            <a:r>
              <a:rPr lang="fr-FR" sz="1200" b="1" i="1">
                <a:solidFill>
                  <a:schemeClr val="tx1"/>
                </a:solidFill>
                <a:latin typeface="Avenir LT Std 55 Roman" panose="020B0503020203020204" pitchFamily="34" charset="0"/>
                <a:cs typeface="Times New Roman" panose="02020603050405020304" pitchFamily="18" charset="0"/>
              </a:rPr>
              <a:t>je me sens à l’aise pour incarner le projet</a:t>
            </a:r>
            <a:r>
              <a:rPr lang="fr-FR" sz="1200">
                <a:solidFill>
                  <a:schemeClr val="tx1"/>
                </a:solidFill>
                <a:latin typeface="Avenir LT Std 55 Roman" panose="020B0503020203020204" pitchFamily="34" charset="0"/>
                <a:cs typeface="Times New Roman" panose="02020603050405020304" pitchFamily="18" charset="0"/>
              </a:rPr>
              <a:t> ?</a:t>
            </a:r>
          </a:p>
          <a:p>
            <a:pPr marL="176213" lvl="0" indent="-171450" algn="just">
              <a:spcAft>
                <a:spcPts val="1200"/>
              </a:spcAft>
              <a:buFont typeface="Arial" panose="020B0604020202020204" pitchFamily="34" charset="0"/>
              <a:buChar char="•"/>
              <a:tabLst>
                <a:tab pos="176213" algn="l"/>
              </a:tabLst>
              <a:defRPr/>
            </a:pPr>
            <a:r>
              <a:rPr lang="fr-FR" sz="1200">
                <a:solidFill>
                  <a:schemeClr val="tx1"/>
                </a:solidFill>
                <a:latin typeface="Avenir LT Std 55 Roman" panose="020B0503020203020204" pitchFamily="34" charset="0"/>
                <a:cs typeface="Times New Roman" panose="02020603050405020304" pitchFamily="18" charset="0"/>
              </a:rPr>
              <a:t>Est-ce que je sais </a:t>
            </a:r>
            <a:r>
              <a:rPr lang="fr-FR" sz="1200" b="1" i="1">
                <a:solidFill>
                  <a:schemeClr val="tx1"/>
                </a:solidFill>
                <a:latin typeface="Avenir LT Std 55 Roman" panose="020B0503020203020204" pitchFamily="34" charset="0"/>
                <a:cs typeface="Times New Roman" panose="02020603050405020304" pitchFamily="18" charset="0"/>
              </a:rPr>
              <a:t>expliquer les raisons et / ou dans quel but</a:t>
            </a:r>
            <a:r>
              <a:rPr lang="fr-FR" sz="1200">
                <a:solidFill>
                  <a:schemeClr val="tx1"/>
                </a:solidFill>
                <a:latin typeface="Avenir LT Std 55 Roman" panose="020B0503020203020204" pitchFamily="34" charset="0"/>
                <a:cs typeface="Times New Roman" panose="02020603050405020304" pitchFamily="18" charset="0"/>
              </a:rPr>
              <a:t> est mené le projet ? Est-ce que j’ai les éléments de langage pour expliquer ce que va apporter le projet en termes de bénéfices, de résolution de dysfonctionnements, d’évolution pour les bénéficiaires… ?</a:t>
            </a:r>
          </a:p>
          <a:p>
            <a:pPr marL="176213" indent="-171450" algn="just">
              <a:spcAft>
                <a:spcPts val="1200"/>
              </a:spcAft>
              <a:buFont typeface="Arial" panose="020B0604020202020204" pitchFamily="34" charset="0"/>
              <a:buChar char="•"/>
              <a:tabLst>
                <a:tab pos="176213" algn="l"/>
              </a:tabLst>
              <a:defRPr/>
            </a:pPr>
            <a:r>
              <a:rPr lang="fr-FR" sz="1200">
                <a:solidFill>
                  <a:schemeClr val="tx1"/>
                </a:solidFill>
                <a:latin typeface="Avenir LT Std 55 Roman" panose="020B0503020203020204" pitchFamily="34" charset="0"/>
                <a:cs typeface="Times New Roman" panose="02020603050405020304" pitchFamily="18" charset="0"/>
              </a:rPr>
              <a:t>Est-ce que je sais porter auprès des équipes la viabilité du projet ? Ai-je réalisé son </a:t>
            </a:r>
            <a:r>
              <a:rPr lang="fr-FR" sz="1200" b="1" i="1">
                <a:solidFill>
                  <a:schemeClr val="tx1"/>
                </a:solidFill>
                <a:latin typeface="Avenir LT Std 55 Roman" panose="020B0503020203020204" pitchFamily="34" charset="0"/>
                <a:cs typeface="Times New Roman" panose="02020603050405020304" pitchFamily="18" charset="0"/>
              </a:rPr>
              <a:t>analyse économique </a:t>
            </a:r>
            <a:r>
              <a:rPr lang="fr-FR" sz="1200">
                <a:solidFill>
                  <a:schemeClr val="tx1"/>
                </a:solidFill>
                <a:latin typeface="Avenir LT Std 55 Roman" panose="020B0503020203020204" pitchFamily="34" charset="0"/>
                <a:cs typeface="Times New Roman" panose="02020603050405020304" pitchFamily="18" charset="0"/>
              </a:rPr>
              <a:t>pour comparer les bénéfices et les coûts ? Est-ce que je sais expliquer les </a:t>
            </a:r>
            <a:r>
              <a:rPr lang="fr-FR" sz="1200" b="1" i="1">
                <a:solidFill>
                  <a:schemeClr val="tx1"/>
                </a:solidFill>
                <a:latin typeface="Avenir LT Std 55 Roman" panose="020B0503020203020204" pitchFamily="34" charset="0"/>
                <a:cs typeface="Times New Roman" panose="02020603050405020304" pitchFamily="18" charset="0"/>
              </a:rPr>
              <a:t>gains </a:t>
            </a:r>
            <a:r>
              <a:rPr lang="fr-FR" sz="1200">
                <a:solidFill>
                  <a:schemeClr val="tx1"/>
                </a:solidFill>
                <a:latin typeface="Avenir LT Std 55 Roman" panose="020B0503020203020204" pitchFamily="34" charset="0"/>
                <a:cs typeface="Times New Roman" panose="02020603050405020304" pitchFamily="18" charset="0"/>
              </a:rPr>
              <a:t>ou les </a:t>
            </a:r>
            <a:r>
              <a:rPr lang="fr-FR" sz="1200" b="1" i="1">
                <a:solidFill>
                  <a:schemeClr val="tx1"/>
                </a:solidFill>
                <a:latin typeface="Avenir LT Std 55 Roman" panose="020B0503020203020204" pitchFamily="34" charset="0"/>
                <a:cs typeface="Times New Roman" panose="02020603050405020304" pitchFamily="18" charset="0"/>
              </a:rPr>
              <a:t>pertes</a:t>
            </a:r>
            <a:r>
              <a:rPr lang="fr-FR" sz="1200">
                <a:solidFill>
                  <a:schemeClr val="tx1"/>
                </a:solidFill>
                <a:latin typeface="Avenir LT Std 55 Roman" panose="020B0503020203020204" pitchFamily="34" charset="0"/>
                <a:cs typeface="Times New Roman" panose="02020603050405020304" pitchFamily="18" charset="0"/>
              </a:rPr>
              <a:t> qu’amène le projet </a:t>
            </a:r>
            <a:r>
              <a:rPr lang="fr-FR" sz="1200" b="1" i="1">
                <a:solidFill>
                  <a:schemeClr val="tx1"/>
                </a:solidFill>
                <a:latin typeface="Avenir LT Std 55 Roman" panose="020B0503020203020204" pitchFamily="34" charset="0"/>
                <a:cs typeface="Times New Roman" panose="02020603050405020304" pitchFamily="18" charset="0"/>
              </a:rPr>
              <a:t>pour l’entité concernée et pour l’entreprise</a:t>
            </a:r>
            <a:r>
              <a:rPr lang="fr-FR" sz="1200">
                <a:solidFill>
                  <a:schemeClr val="tx1"/>
                </a:solidFill>
                <a:latin typeface="Avenir LT Std 55 Roman" panose="020B0503020203020204" pitchFamily="34" charset="0"/>
                <a:cs typeface="Times New Roman" panose="02020603050405020304" pitchFamily="18" charset="0"/>
              </a:rPr>
              <a:t> ? </a:t>
            </a:r>
          </a:p>
          <a:p>
            <a:pPr marL="176213" lvl="0" indent="-171450" algn="just">
              <a:spcAft>
                <a:spcPts val="1200"/>
              </a:spcAft>
              <a:buFont typeface="Arial" panose="020B0604020202020204" pitchFamily="34" charset="0"/>
              <a:buChar char="•"/>
              <a:tabLst>
                <a:tab pos="176213" algn="l"/>
              </a:tabLst>
              <a:defRPr/>
            </a:pPr>
            <a:r>
              <a:rPr lang="fr-FR" sz="1200">
                <a:solidFill>
                  <a:schemeClr val="tx1"/>
                </a:solidFill>
                <a:latin typeface="Avenir LT Std 55 Roman" panose="020B0503020203020204" pitchFamily="34" charset="0"/>
                <a:cs typeface="Times New Roman" panose="02020603050405020304" pitchFamily="18" charset="0"/>
              </a:rPr>
              <a:t>Est-ce que je sais porter auprès des équipes </a:t>
            </a:r>
            <a:r>
              <a:rPr lang="fr-FR" sz="1200" b="1" i="1">
                <a:solidFill>
                  <a:schemeClr val="tx1"/>
                </a:solidFill>
                <a:latin typeface="Avenir LT Std 55 Roman" panose="020B0503020203020204" pitchFamily="34" charset="0"/>
                <a:cs typeface="Times New Roman" panose="02020603050405020304" pitchFamily="18" charset="0"/>
              </a:rPr>
              <a:t>les risques à ne pas faire le projet </a:t>
            </a:r>
            <a:r>
              <a:rPr lang="fr-FR" sz="1200">
                <a:solidFill>
                  <a:schemeClr val="tx1"/>
                </a:solidFill>
                <a:latin typeface="Avenir LT Std 55 Roman" panose="020B0503020203020204" pitchFamily="34" charset="0"/>
                <a:cs typeface="Times New Roman" panose="02020603050405020304" pitchFamily="18" charset="0"/>
              </a:rPr>
              <a:t>ainsi que </a:t>
            </a:r>
            <a:r>
              <a:rPr lang="fr-FR" sz="1200" b="1" i="1">
                <a:solidFill>
                  <a:schemeClr val="tx1"/>
                </a:solidFill>
                <a:latin typeface="Avenir LT Std 55 Roman" panose="020B0503020203020204" pitchFamily="34" charset="0"/>
                <a:cs typeface="Times New Roman" panose="02020603050405020304" pitchFamily="18" charset="0"/>
              </a:rPr>
              <a:t>les intérêts à faire</a:t>
            </a:r>
            <a:r>
              <a:rPr lang="fr-FR" sz="1200">
                <a:solidFill>
                  <a:schemeClr val="tx1"/>
                </a:solidFill>
                <a:latin typeface="Avenir LT Std 55 Roman" panose="020B0503020203020204" pitchFamily="34" charset="0"/>
                <a:cs typeface="Times New Roman" panose="02020603050405020304" pitchFamily="18" charset="0"/>
              </a:rPr>
              <a:t> plutôt qu’à ne pas faire le projet ? </a:t>
            </a:r>
          </a:p>
          <a:p>
            <a:pPr marL="176213" lvl="0" indent="-171450" algn="just">
              <a:spcAft>
                <a:spcPts val="1200"/>
              </a:spcAft>
              <a:buFont typeface="Arial" panose="020B0604020202020204" pitchFamily="34" charset="0"/>
              <a:buChar char="•"/>
              <a:tabLst>
                <a:tab pos="176213" algn="l"/>
              </a:tabLst>
              <a:defRPr/>
            </a:pPr>
            <a:r>
              <a:rPr lang="fr-FR" sz="1200">
                <a:solidFill>
                  <a:schemeClr val="tx1"/>
                </a:solidFill>
                <a:latin typeface="Avenir LT Std 55 Roman" panose="020B0503020203020204" pitchFamily="34" charset="0"/>
                <a:cs typeface="Times New Roman" panose="02020603050405020304" pitchFamily="18" charset="0"/>
              </a:rPr>
              <a:t>Les</a:t>
            </a:r>
            <a:r>
              <a:rPr lang="fr-FR" sz="1200" b="1" i="1">
                <a:solidFill>
                  <a:schemeClr val="tx1"/>
                </a:solidFill>
                <a:latin typeface="Avenir LT Std 55 Roman" panose="020B0503020203020204" pitchFamily="34" charset="0"/>
                <a:cs typeface="Times New Roman" panose="02020603050405020304" pitchFamily="18" charset="0"/>
              </a:rPr>
              <a:t> éléments de langage</a:t>
            </a:r>
            <a:r>
              <a:rPr lang="fr-FR" sz="1200">
                <a:solidFill>
                  <a:schemeClr val="tx1"/>
                </a:solidFill>
                <a:latin typeface="Avenir LT Std 55 Roman" panose="020B0503020203020204" pitchFamily="34" charset="0"/>
                <a:cs typeface="Times New Roman" panose="02020603050405020304" pitchFamily="18" charset="0"/>
              </a:rPr>
              <a:t> pour présenter le projet, en expliquer les bénéfices et les risques à ne pas le faire ont-ils été produits et sont-ils partagés par la ligne hiérarchique ? Ai-je eu des recommandations sur </a:t>
            </a:r>
            <a:r>
              <a:rPr lang="fr-FR" sz="1200" b="1" i="1">
                <a:solidFill>
                  <a:schemeClr val="tx1"/>
                </a:solidFill>
                <a:latin typeface="Avenir LT Std 55 Roman" panose="020B0503020203020204" pitchFamily="34" charset="0"/>
                <a:cs typeface="Times New Roman" panose="02020603050405020304" pitchFamily="18" charset="0"/>
              </a:rPr>
              <a:t>la manière de porter les messages</a:t>
            </a:r>
            <a:r>
              <a:rPr lang="fr-FR" sz="1200">
                <a:solidFill>
                  <a:schemeClr val="tx1"/>
                </a:solidFill>
                <a:latin typeface="Avenir LT Std 55 Roman" panose="020B0503020203020204" pitchFamily="34" charset="0"/>
                <a:cs typeface="Times New Roman" panose="02020603050405020304" pitchFamily="18" charset="0"/>
              </a:rPr>
              <a:t> ? Si non, comment puis-je prendre contact avec le collectif représentant le projet / le sponsor pour recueillir ces éléments ?</a:t>
            </a:r>
          </a:p>
        </p:txBody>
      </p:sp>
      <p:sp>
        <p:nvSpPr>
          <p:cNvPr id="16" name="Rectangle : coins arrondis 15">
            <a:extLst>
              <a:ext uri="{FF2B5EF4-FFF2-40B4-BE49-F238E27FC236}">
                <a16:creationId xmlns:a16="http://schemas.microsoft.com/office/drawing/2014/main" id="{7FD7D543-76EC-AE3B-96B5-A6E27A80B34B}"/>
              </a:ext>
            </a:extLst>
          </p:cNvPr>
          <p:cNvSpPr/>
          <p:nvPr/>
        </p:nvSpPr>
        <p:spPr>
          <a:xfrm>
            <a:off x="206672" y="1889361"/>
            <a:ext cx="5740809" cy="504694"/>
          </a:xfrm>
          <a:prstGeom prst="roundRect">
            <a:avLst/>
          </a:prstGeom>
          <a:solidFill>
            <a:srgbClr val="00B3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400" b="1" i="1">
                <a:solidFill>
                  <a:schemeClr val="bg1"/>
                </a:solidFill>
              </a:rPr>
              <a:t>Les questions à se poser</a:t>
            </a:r>
          </a:p>
        </p:txBody>
      </p:sp>
      <p:sp>
        <p:nvSpPr>
          <p:cNvPr id="5" name="Rectangle 4">
            <a:extLst>
              <a:ext uri="{FF2B5EF4-FFF2-40B4-BE49-F238E27FC236}">
                <a16:creationId xmlns:a16="http://schemas.microsoft.com/office/drawing/2014/main" id="{D7BA8BD0-21DC-7975-ABFF-0D532F570C38}"/>
              </a:ext>
            </a:extLst>
          </p:cNvPr>
          <p:cNvSpPr/>
          <p:nvPr/>
        </p:nvSpPr>
        <p:spPr>
          <a:xfrm>
            <a:off x="-3064" y="378372"/>
            <a:ext cx="12195063" cy="1427747"/>
          </a:xfrm>
          <a:prstGeom prst="rect">
            <a:avLst/>
          </a:prstGeom>
          <a:solidFill>
            <a:srgbClr val="DFF1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5963">
              <a:spcAft>
                <a:spcPts val="1200"/>
              </a:spcAft>
              <a:buClr>
                <a:schemeClr val="tx1"/>
              </a:buClr>
            </a:pPr>
            <a:r>
              <a:rPr lang="fr-FR" b="1">
                <a:solidFill>
                  <a:srgbClr val="00B388"/>
                </a:solidFill>
                <a:latin typeface="Avenir LT Std 65 Medium" panose="020B0803020203020204" pitchFamily="34" charset="0"/>
              </a:rPr>
              <a:t>Incarner le projet, savoir en expliquer la finalité, le sens et le bien-fondé </a:t>
            </a:r>
            <a:r>
              <a:rPr lang="fr-FR">
                <a:solidFill>
                  <a:schemeClr val="tx1"/>
                </a:solidFill>
                <a:latin typeface="Avenir LT Std 55 Roman" panose="020B0503020203020204" pitchFamily="34" charset="0"/>
              </a:rPr>
              <a:t>(intérêts à faire et risques à ne pas faire) et s’assurer que </a:t>
            </a:r>
            <a:r>
              <a:rPr lang="fr-FR" b="1">
                <a:solidFill>
                  <a:srgbClr val="00B388"/>
                </a:solidFill>
                <a:latin typeface="Avenir LT Std 65 Medium" panose="020B0803020203020204" pitchFamily="34" charset="0"/>
              </a:rPr>
              <a:t>les éléments de langage sont produits et partagés par la ligne hiérarchique</a:t>
            </a:r>
            <a:r>
              <a:rPr lang="fr-FR" b="1">
                <a:solidFill>
                  <a:schemeClr val="tx1"/>
                </a:solidFill>
                <a:latin typeface="Avenir LT Std 55 Roman" panose="020B0503020203020204" pitchFamily="34" charset="0"/>
              </a:rPr>
              <a:t>.</a:t>
            </a:r>
          </a:p>
        </p:txBody>
      </p:sp>
      <p:sp>
        <p:nvSpPr>
          <p:cNvPr id="6" name="Triangle isocèle 5">
            <a:extLst>
              <a:ext uri="{FF2B5EF4-FFF2-40B4-BE49-F238E27FC236}">
                <a16:creationId xmlns:a16="http://schemas.microsoft.com/office/drawing/2014/main" id="{38018E5F-E454-6878-6AA4-D27018EF753D}"/>
              </a:ext>
            </a:extLst>
          </p:cNvPr>
          <p:cNvSpPr/>
          <p:nvPr/>
        </p:nvSpPr>
        <p:spPr>
          <a:xfrm rot="5400000">
            <a:off x="34126" y="929868"/>
            <a:ext cx="782530" cy="324754"/>
          </a:xfrm>
          <a:prstGeom prst="triangle">
            <a:avLst/>
          </a:prstGeom>
          <a:solidFill>
            <a:srgbClr val="1547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21" name="Rectangle : coins arrondis 20">
            <a:extLst>
              <a:ext uri="{FF2B5EF4-FFF2-40B4-BE49-F238E27FC236}">
                <a16:creationId xmlns:a16="http://schemas.microsoft.com/office/drawing/2014/main" id="{A5DAEA21-4D33-8C7F-CD5B-9239A9DBEB10}"/>
              </a:ext>
            </a:extLst>
          </p:cNvPr>
          <p:cNvSpPr/>
          <p:nvPr/>
        </p:nvSpPr>
        <p:spPr>
          <a:xfrm>
            <a:off x="6229780" y="1889361"/>
            <a:ext cx="5715146" cy="4449600"/>
          </a:xfrm>
          <a:prstGeom prst="roundRect">
            <a:avLst>
              <a:gd name="adj" fmla="val 3340"/>
            </a:avLst>
          </a:prstGeom>
          <a:solidFill>
            <a:srgbClr val="FBFBFB"/>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defRPr/>
            </a:pPr>
            <a:r>
              <a:rPr kumimoji="0" lang="fr-FR" sz="900" b="0" i="1" u="none" strike="noStrike" kern="1200" cap="none" spc="0" normalizeH="0" baseline="0" noProof="0">
                <a:ln>
                  <a:noFill/>
                </a:ln>
                <a:solidFill>
                  <a:srgbClr val="FFFFFF">
                    <a:lumMod val="50000"/>
                  </a:srgbClr>
                </a:solidFill>
                <a:effectLst/>
                <a:uLnTx/>
                <a:uFillTx/>
                <a:latin typeface="Avenir LT Std 35 Light" panose="020B0402020203020204" pitchFamily="34" charset="0"/>
                <a:ea typeface="+mn-ea"/>
                <a:cs typeface="+mn-cs"/>
              </a:rPr>
              <a:t>Zone de texte libre</a:t>
            </a:r>
          </a:p>
        </p:txBody>
      </p:sp>
      <p:sp>
        <p:nvSpPr>
          <p:cNvPr id="12" name="Ellipse 11">
            <a:extLst>
              <a:ext uri="{FF2B5EF4-FFF2-40B4-BE49-F238E27FC236}">
                <a16:creationId xmlns:a16="http://schemas.microsoft.com/office/drawing/2014/main" id="{F7A9CF87-9AD7-FA99-9DA3-BA119E2CFEB3}"/>
              </a:ext>
            </a:extLst>
          </p:cNvPr>
          <p:cNvSpPr/>
          <p:nvPr/>
        </p:nvSpPr>
        <p:spPr>
          <a:xfrm>
            <a:off x="864443" y="1904403"/>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pic>
        <p:nvPicPr>
          <p:cNvPr id="11" name="Graphique 10" descr="Ampoule et crayon avec un remplissage uni">
            <a:extLst>
              <a:ext uri="{FF2B5EF4-FFF2-40B4-BE49-F238E27FC236}">
                <a16:creationId xmlns:a16="http://schemas.microsoft.com/office/drawing/2014/main" id="{2D6F421D-82EA-7FFF-41E5-44D50616E8A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1179" y="1955818"/>
            <a:ext cx="402694" cy="402694"/>
          </a:xfrm>
          <a:prstGeom prst="rect">
            <a:avLst/>
          </a:prstGeom>
        </p:spPr>
      </p:pic>
      <p:grpSp>
        <p:nvGrpSpPr>
          <p:cNvPr id="9" name="Groupe 8">
            <a:extLst>
              <a:ext uri="{FF2B5EF4-FFF2-40B4-BE49-F238E27FC236}">
                <a16:creationId xmlns:a16="http://schemas.microsoft.com/office/drawing/2014/main" id="{BE9B30B0-4CC3-D9D8-E6DB-5E42596F69FA}"/>
              </a:ext>
            </a:extLst>
          </p:cNvPr>
          <p:cNvGrpSpPr>
            <a:grpSpLocks noChangeAspect="1"/>
          </p:cNvGrpSpPr>
          <p:nvPr/>
        </p:nvGrpSpPr>
        <p:grpSpPr>
          <a:xfrm>
            <a:off x="11001871" y="6336764"/>
            <a:ext cx="1082632" cy="444130"/>
            <a:chOff x="5810" y="1578917"/>
            <a:chExt cx="559801" cy="229645"/>
          </a:xfrm>
        </p:grpSpPr>
        <p:sp>
          <p:nvSpPr>
            <p:cNvPr id="10" name="Rectangle : coins arrondis 9">
              <a:hlinkClick r:id="rId4" action="ppaction://hlinksldjump"/>
              <a:extLst>
                <a:ext uri="{FF2B5EF4-FFF2-40B4-BE49-F238E27FC236}">
                  <a16:creationId xmlns:a16="http://schemas.microsoft.com/office/drawing/2014/main" id="{2CA8DEBC-3452-D542-55C1-19E22797FFE7}"/>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hlinkClick r:id="rId4"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ndParaRPr>
            </a:p>
          </p:txBody>
        </p:sp>
        <p:pic>
          <p:nvPicPr>
            <p:cNvPr id="13" name="Graphique 12" descr="Retour avec un remplissage uni">
              <a:hlinkClick r:id="rId4" action="ppaction://hlinksldjump"/>
              <a:extLst>
                <a:ext uri="{FF2B5EF4-FFF2-40B4-BE49-F238E27FC236}">
                  <a16:creationId xmlns:a16="http://schemas.microsoft.com/office/drawing/2014/main" id="{C6A2D975-AFB3-9042-85E7-04A808C5186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9060" y="1578917"/>
              <a:ext cx="229645" cy="229645"/>
            </a:xfrm>
            <a:prstGeom prst="rect">
              <a:avLst/>
            </a:prstGeom>
          </p:spPr>
        </p:pic>
      </p:grpSp>
      <p:sp>
        <p:nvSpPr>
          <p:cNvPr id="23" name="Rectangle : coins arrondis 22">
            <a:extLst>
              <a:ext uri="{FF2B5EF4-FFF2-40B4-BE49-F238E27FC236}">
                <a16:creationId xmlns:a16="http://schemas.microsoft.com/office/drawing/2014/main" id="{8E089EF1-51EC-B7AC-6CEA-B3F70FA29486}"/>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DC582A"/>
                </a:solidFill>
              </a:rPr>
              <a:t>PROTOTYPE</a:t>
            </a:r>
          </a:p>
        </p:txBody>
      </p:sp>
      <p:sp>
        <p:nvSpPr>
          <p:cNvPr id="7" name="Flèche : chevron 8 - 2 - 1">
            <a:extLst>
              <a:ext uri="{FF2B5EF4-FFF2-40B4-BE49-F238E27FC236}">
                <a16:creationId xmlns:a16="http://schemas.microsoft.com/office/drawing/2014/main" id="{3FA33326-E53F-A517-3C53-4C53D4AFE3FD}"/>
              </a:ext>
            </a:extLst>
          </p:cNvPr>
          <p:cNvSpPr/>
          <p:nvPr/>
        </p:nvSpPr>
        <p:spPr>
          <a:xfrm>
            <a:off x="6924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impacts humains</a:t>
            </a:r>
          </a:p>
        </p:txBody>
      </p:sp>
      <p:sp>
        <p:nvSpPr>
          <p:cNvPr id="20" name="Flèche : chevron 8 - 2 - 1">
            <a:extLst>
              <a:ext uri="{FF2B5EF4-FFF2-40B4-BE49-F238E27FC236}">
                <a16:creationId xmlns:a16="http://schemas.microsoft.com/office/drawing/2014/main" id="{3D646F93-F324-CF6A-1F33-BC332069B5E8}"/>
              </a:ext>
            </a:extLst>
          </p:cNvPr>
          <p:cNvSpPr/>
          <p:nvPr/>
        </p:nvSpPr>
        <p:spPr>
          <a:xfrm>
            <a:off x="1776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a:t>
            </a:r>
            <a:r>
              <a:rPr lang="fr-FR" sz="1100" b="1" err="1">
                <a:solidFill>
                  <a:schemeClr val="bg1">
                    <a:lumMod val="50000"/>
                  </a:schemeClr>
                </a:solidFill>
                <a:latin typeface="Avenir LT Std 45 Book" panose="020B0502020203020204" pitchFamily="34" charset="0"/>
              </a:rPr>
              <a:t>moi-mëme</a:t>
            </a:r>
            <a:endParaRPr lang="fr-FR" sz="1100" b="1">
              <a:solidFill>
                <a:schemeClr val="bg1">
                  <a:lumMod val="50000"/>
                </a:schemeClr>
              </a:solidFill>
              <a:latin typeface="Avenir LT Std 45 Book" panose="020B0502020203020204" pitchFamily="34" charset="0"/>
            </a:endParaRPr>
          </a:p>
        </p:txBody>
      </p:sp>
      <p:sp>
        <p:nvSpPr>
          <p:cNvPr id="26" name="Flèche : chevron 8 - 2 - 1">
            <a:extLst>
              <a:ext uri="{FF2B5EF4-FFF2-40B4-BE49-F238E27FC236}">
                <a16:creationId xmlns:a16="http://schemas.microsoft.com/office/drawing/2014/main" id="{832385EA-34C0-F5FE-5E13-E50517FB39BC}"/>
              </a:ext>
            </a:extLst>
          </p:cNvPr>
          <p:cNvSpPr/>
          <p:nvPr/>
        </p:nvSpPr>
        <p:spPr>
          <a:xfrm>
            <a:off x="5244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des impacts humains</a:t>
            </a:r>
          </a:p>
        </p:txBody>
      </p:sp>
      <p:sp>
        <p:nvSpPr>
          <p:cNvPr id="28" name="Flèche : chevron 8 - 2 - 1">
            <a:extLst>
              <a:ext uri="{FF2B5EF4-FFF2-40B4-BE49-F238E27FC236}">
                <a16:creationId xmlns:a16="http://schemas.microsoft.com/office/drawing/2014/main" id="{118418BF-9BF6-9271-C3F7-FB36995B5F15}"/>
              </a:ext>
            </a:extLst>
          </p:cNvPr>
          <p:cNvSpPr/>
          <p:nvPr/>
        </p:nvSpPr>
        <p:spPr>
          <a:xfrm>
            <a:off x="636000" y="21771"/>
            <a:ext cx="115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Cas d’usage</a:t>
            </a:r>
          </a:p>
        </p:txBody>
      </p:sp>
      <p:sp>
        <p:nvSpPr>
          <p:cNvPr id="30" name="Flèche : chevron 8 - 2 - 1">
            <a:extLst>
              <a:ext uri="{FF2B5EF4-FFF2-40B4-BE49-F238E27FC236}">
                <a16:creationId xmlns:a16="http://schemas.microsoft.com/office/drawing/2014/main" id="{B7D70482-E9A3-8D71-2CF6-4E2DD8F81BC9}"/>
              </a:ext>
            </a:extLst>
          </p:cNvPr>
          <p:cNvSpPr/>
          <p:nvPr/>
        </p:nvSpPr>
        <p:spPr>
          <a:xfrm>
            <a:off x="3456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pour moi-même</a:t>
            </a:r>
          </a:p>
        </p:txBody>
      </p:sp>
      <p:sp>
        <p:nvSpPr>
          <p:cNvPr id="32" name="Flèche : pentagone 3">
            <a:extLst>
              <a:ext uri="{FF2B5EF4-FFF2-40B4-BE49-F238E27FC236}">
                <a16:creationId xmlns:a16="http://schemas.microsoft.com/office/drawing/2014/main" id="{31F9F20B-0D90-C4BE-3605-C87317C7CF5D}"/>
              </a:ext>
            </a:extLst>
          </p:cNvPr>
          <p:cNvSpPr/>
          <p:nvPr/>
        </p:nvSpPr>
        <p:spPr>
          <a:xfrm>
            <a:off x="0" y="21771"/>
            <a:ext cx="648000" cy="288000"/>
          </a:xfrm>
          <a:prstGeom prst="homePlate">
            <a:avLst>
              <a:gd name="adj" fmla="val 26503"/>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Accueil</a:t>
            </a:r>
          </a:p>
        </p:txBody>
      </p:sp>
      <p:sp>
        <p:nvSpPr>
          <p:cNvPr id="34" name="Flèche : chevron 8 - 2 - 1">
            <a:extLst>
              <a:ext uri="{FF2B5EF4-FFF2-40B4-BE49-F238E27FC236}">
                <a16:creationId xmlns:a16="http://schemas.microsoft.com/office/drawing/2014/main" id="{8ADED73A-8A63-F84A-1423-91DB31DB58AC}"/>
              </a:ext>
            </a:extLst>
          </p:cNvPr>
          <p:cNvSpPr/>
          <p:nvPr/>
        </p:nvSpPr>
        <p:spPr>
          <a:xfrm>
            <a:off x="8712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a:t>
            </a:r>
            <a:br>
              <a:rPr lang="fr-FR" sz="1100" b="1">
                <a:solidFill>
                  <a:schemeClr val="bg1">
                    <a:lumMod val="50000"/>
                  </a:schemeClr>
                </a:solidFill>
                <a:latin typeface="Avenir LT Std 45 Book" panose="020B0502020203020204" pitchFamily="34" charset="0"/>
              </a:rPr>
            </a:br>
            <a:r>
              <a:rPr lang="fr-FR" sz="1100" b="1">
                <a:solidFill>
                  <a:schemeClr val="bg1">
                    <a:lumMod val="50000"/>
                  </a:schemeClr>
                </a:solidFill>
                <a:latin typeface="Avenir LT Std 45 Book" panose="020B0502020203020204" pitchFamily="34" charset="0"/>
              </a:rPr>
              <a:t>préparer le collectif</a:t>
            </a:r>
          </a:p>
        </p:txBody>
      </p:sp>
      <p:sp>
        <p:nvSpPr>
          <p:cNvPr id="36" name="Flèche : chevron 8 - 2 - 1">
            <a:extLst>
              <a:ext uri="{FF2B5EF4-FFF2-40B4-BE49-F238E27FC236}">
                <a16:creationId xmlns:a16="http://schemas.microsoft.com/office/drawing/2014/main" id="{AF45996F-8A2E-2ECF-5831-A2B913008522}"/>
              </a:ext>
            </a:extLst>
          </p:cNvPr>
          <p:cNvSpPr/>
          <p:nvPr/>
        </p:nvSpPr>
        <p:spPr>
          <a:xfrm>
            <a:off x="10392000" y="21771"/>
            <a:ext cx="1800000" cy="288000"/>
          </a:xfrm>
          <a:prstGeom prst="chevron">
            <a:avLst>
              <a:gd name="adj" fmla="val 28278"/>
            </a:avLst>
          </a:prstGeom>
          <a:solidFill>
            <a:srgbClr val="A1D6CA"/>
          </a:solidFill>
          <a:ln w="28575">
            <a:solidFill>
              <a:srgbClr val="A1D6CA"/>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rgbClr val="154734"/>
                </a:solidFill>
                <a:latin typeface="Avenir LT Std 45 Book" panose="020B0502020203020204" pitchFamily="34" charset="0"/>
              </a:rPr>
              <a:t>Ressources préparation collectif</a:t>
            </a:r>
          </a:p>
        </p:txBody>
      </p:sp>
    </p:spTree>
    <p:extLst>
      <p:ext uri="{BB962C8B-B14F-4D97-AF65-F5344CB8AC3E}">
        <p14:creationId xmlns:p14="http://schemas.microsoft.com/office/powerpoint/2010/main" val="37472372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BC69B-2621-1873-5BE1-89E221C424DE}"/>
            </a:ext>
          </a:extLst>
        </p:cNvPr>
        <p:cNvGrpSpPr/>
        <p:nvPr/>
      </p:nvGrpSpPr>
      <p:grpSpPr>
        <a:xfrm>
          <a:off x="0" y="0"/>
          <a:ext cx="0" cy="0"/>
          <a:chOff x="0" y="0"/>
          <a:chExt cx="0" cy="0"/>
        </a:xfrm>
      </p:grpSpPr>
      <p:sp>
        <p:nvSpPr>
          <p:cNvPr id="26" name="Rectangle : coins arrondis 25">
            <a:extLst>
              <a:ext uri="{FF2B5EF4-FFF2-40B4-BE49-F238E27FC236}">
                <a16:creationId xmlns:a16="http://schemas.microsoft.com/office/drawing/2014/main" id="{0152B79F-74D0-643D-2AF7-3BE48D068FB6}"/>
              </a:ext>
            </a:extLst>
          </p:cNvPr>
          <p:cNvSpPr/>
          <p:nvPr/>
        </p:nvSpPr>
        <p:spPr>
          <a:xfrm>
            <a:off x="216504" y="1889361"/>
            <a:ext cx="5715147" cy="4449600"/>
          </a:xfrm>
          <a:prstGeom prst="roundRect">
            <a:avLst>
              <a:gd name="adj" fmla="val 3071"/>
            </a:avLst>
          </a:prstGeom>
          <a:solidFill>
            <a:schemeClr val="bg1"/>
          </a:solidFill>
          <a:ln w="38100">
            <a:solidFill>
              <a:srgbClr val="00B388"/>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6213" lvl="0" indent="-171450" algn="just">
              <a:lnSpc>
                <a:spcPts val="1400"/>
              </a:lnSpc>
              <a:spcAft>
                <a:spcPts val="600"/>
              </a:spcAft>
              <a:buFont typeface="Arial" panose="020B0604020202020204" pitchFamily="34" charset="0"/>
              <a:buChar char="•"/>
              <a:tabLst>
                <a:tab pos="176213" algn="l"/>
              </a:tabLst>
              <a:defRPr/>
            </a:pPr>
            <a:endParaRPr lang="fr-FR" sz="1200" b="1" i="1">
              <a:solidFill>
                <a:schemeClr val="tx1"/>
              </a:solidFill>
              <a:latin typeface="Avenir LT Std 55 Roman" panose="020B0503020203020204" pitchFamily="34" charset="0"/>
              <a:cs typeface="Times New Roman" panose="02020603050405020304" pitchFamily="18" charset="0"/>
            </a:endParaRPr>
          </a:p>
          <a:p>
            <a:pPr marL="176213" lvl="0" indent="-171450" algn="just">
              <a:spcAft>
                <a:spcPts val="1800"/>
              </a:spcAft>
              <a:buFont typeface="Arial" panose="020B0604020202020204" pitchFamily="34" charset="0"/>
              <a:buChar char="•"/>
              <a:tabLst>
                <a:tab pos="176213" algn="l"/>
              </a:tabLst>
              <a:defRPr/>
            </a:pPr>
            <a:r>
              <a:rPr lang="fr-FR" sz="1200">
                <a:solidFill>
                  <a:schemeClr val="tx1"/>
                </a:solidFill>
                <a:latin typeface="Avenir LT Std 55 Roman" panose="020B0503020203020204" pitchFamily="34" charset="0"/>
                <a:cs typeface="Times New Roman" panose="02020603050405020304" pitchFamily="18" charset="0"/>
              </a:rPr>
              <a:t>Quelles sont les </a:t>
            </a:r>
            <a:r>
              <a:rPr lang="fr-FR" sz="1200" b="1" i="1">
                <a:solidFill>
                  <a:schemeClr val="tx1"/>
                </a:solidFill>
                <a:latin typeface="Avenir LT Std 55 Roman" panose="020B0503020203020204" pitchFamily="34" charset="0"/>
                <a:cs typeface="Times New Roman" panose="02020603050405020304" pitchFamily="18" charset="0"/>
              </a:rPr>
              <a:t>étapes clés à "ne pas rater"</a:t>
            </a:r>
            <a:r>
              <a:rPr lang="fr-FR" sz="1200">
                <a:solidFill>
                  <a:schemeClr val="tx1"/>
                </a:solidFill>
                <a:latin typeface="Avenir LT Std 55 Roman" panose="020B0503020203020204" pitchFamily="34" charset="0"/>
                <a:cs typeface="Times New Roman" panose="02020603050405020304" pitchFamily="18" charset="0"/>
              </a:rPr>
              <a:t> sur le projet en termes de communication et d’accompagnement humain du collectif impacté par le projet : embarquer les parties prenantes en amont du projet, associer le responsable RH/RS dès l’origine du projet, faire une réunion de lancement avec l’équipe, communiquer au collectif concerné par le projet avant les informations en instances représentatives du personnel, communiquer régulièrement pour éviter l’effet « tunnel »… ? </a:t>
            </a:r>
          </a:p>
          <a:p>
            <a:pPr marL="176213" lvl="0" indent="-171450" algn="just">
              <a:spcAft>
                <a:spcPts val="1800"/>
              </a:spcAft>
              <a:buFont typeface="Arial" panose="020B0604020202020204" pitchFamily="34" charset="0"/>
              <a:buChar char="•"/>
              <a:tabLst>
                <a:tab pos="176213" algn="l"/>
              </a:tabLst>
              <a:defRPr/>
            </a:pPr>
            <a:r>
              <a:rPr lang="fr-FR" sz="1200">
                <a:solidFill>
                  <a:schemeClr val="tx1"/>
                </a:solidFill>
                <a:latin typeface="Avenir LT Std 55 Roman" panose="020B0503020203020204" pitchFamily="34" charset="0"/>
                <a:cs typeface="Times New Roman" panose="02020603050405020304" pitchFamily="18" charset="0"/>
              </a:rPr>
              <a:t>Quelles </a:t>
            </a:r>
            <a:r>
              <a:rPr lang="fr-FR" sz="1200" b="1" i="1">
                <a:solidFill>
                  <a:schemeClr val="tx1"/>
                </a:solidFill>
                <a:latin typeface="Avenir LT Std 55 Roman" panose="020B0503020203020204" pitchFamily="34" charset="0"/>
                <a:cs typeface="Times New Roman" panose="02020603050405020304" pitchFamily="18" charset="0"/>
              </a:rPr>
              <a:t>actions à destination des agents</a:t>
            </a:r>
            <a:r>
              <a:rPr lang="fr-FR" sz="1200">
                <a:solidFill>
                  <a:schemeClr val="tx1"/>
                </a:solidFill>
                <a:latin typeface="Avenir LT Std 55 Roman" panose="020B0503020203020204" pitchFamily="34" charset="0"/>
                <a:cs typeface="Times New Roman" panose="02020603050405020304" pitchFamily="18" charset="0"/>
              </a:rPr>
              <a:t> mettre en place </a:t>
            </a:r>
            <a:r>
              <a:rPr lang="fr-FR" sz="1200" b="1" i="1">
                <a:solidFill>
                  <a:schemeClr val="tx1"/>
                </a:solidFill>
                <a:latin typeface="Avenir LT Std 55 Roman" panose="020B0503020203020204" pitchFamily="34" charset="0"/>
                <a:cs typeface="Times New Roman" panose="02020603050405020304" pitchFamily="18" charset="0"/>
              </a:rPr>
              <a:t>pour les accompagner à ces jalons</a:t>
            </a:r>
            <a:r>
              <a:rPr lang="fr-FR" sz="1200">
                <a:solidFill>
                  <a:schemeClr val="tx1"/>
                </a:solidFill>
                <a:latin typeface="Avenir LT Std 55 Roman" panose="020B0503020203020204" pitchFamily="34" charset="0"/>
                <a:cs typeface="Times New Roman" panose="02020603050405020304" pitchFamily="18" charset="0"/>
              </a:rPr>
              <a:t> ?</a:t>
            </a:r>
          </a:p>
        </p:txBody>
      </p:sp>
      <p:sp>
        <p:nvSpPr>
          <p:cNvPr id="16" name="Rectangle : coins arrondis 15">
            <a:extLst>
              <a:ext uri="{FF2B5EF4-FFF2-40B4-BE49-F238E27FC236}">
                <a16:creationId xmlns:a16="http://schemas.microsoft.com/office/drawing/2014/main" id="{35D75AAD-B342-E20B-5673-2F3DE2C552D2}"/>
              </a:ext>
            </a:extLst>
          </p:cNvPr>
          <p:cNvSpPr/>
          <p:nvPr/>
        </p:nvSpPr>
        <p:spPr>
          <a:xfrm>
            <a:off x="206672" y="1889361"/>
            <a:ext cx="5740809" cy="504694"/>
          </a:xfrm>
          <a:prstGeom prst="roundRect">
            <a:avLst/>
          </a:prstGeom>
          <a:solidFill>
            <a:srgbClr val="00B3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400" b="1" i="1">
                <a:solidFill>
                  <a:schemeClr val="bg1"/>
                </a:solidFill>
              </a:rPr>
              <a:t>Les questions à se poser</a:t>
            </a:r>
          </a:p>
        </p:txBody>
      </p:sp>
      <p:sp>
        <p:nvSpPr>
          <p:cNvPr id="5" name="Rectangle 4">
            <a:extLst>
              <a:ext uri="{FF2B5EF4-FFF2-40B4-BE49-F238E27FC236}">
                <a16:creationId xmlns:a16="http://schemas.microsoft.com/office/drawing/2014/main" id="{75F4FF12-4048-CD63-236F-D640D77C7578}"/>
              </a:ext>
            </a:extLst>
          </p:cNvPr>
          <p:cNvSpPr/>
          <p:nvPr/>
        </p:nvSpPr>
        <p:spPr>
          <a:xfrm>
            <a:off x="-3064" y="378372"/>
            <a:ext cx="12195063" cy="1427747"/>
          </a:xfrm>
          <a:prstGeom prst="rect">
            <a:avLst/>
          </a:prstGeom>
          <a:solidFill>
            <a:srgbClr val="DFF1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5963">
              <a:spcAft>
                <a:spcPts val="1200"/>
              </a:spcAft>
              <a:buClr>
                <a:schemeClr val="tx1"/>
              </a:buClr>
            </a:pPr>
            <a:r>
              <a:rPr lang="fr-FR">
                <a:solidFill>
                  <a:schemeClr val="tx1"/>
                </a:solidFill>
                <a:latin typeface="Avenir LT Std 55 Roman" panose="020B0503020203020204" pitchFamily="34" charset="0"/>
              </a:rPr>
              <a:t>Identifier les </a:t>
            </a:r>
            <a:r>
              <a:rPr lang="fr-FR" b="1">
                <a:solidFill>
                  <a:srgbClr val="00B388"/>
                </a:solidFill>
                <a:latin typeface="Avenir LT Std 65 Medium" panose="020B0803020203020204" pitchFamily="34" charset="0"/>
              </a:rPr>
              <a:t>moments incontournables du projet </a:t>
            </a:r>
            <a:r>
              <a:rPr lang="fr-FR">
                <a:solidFill>
                  <a:schemeClr val="tx1"/>
                </a:solidFill>
                <a:latin typeface="Avenir LT Std 55 Roman" panose="020B0503020203020204" pitchFamily="34" charset="0"/>
              </a:rPr>
              <a:t>et définir </a:t>
            </a:r>
            <a:r>
              <a:rPr lang="fr-FR" b="1">
                <a:solidFill>
                  <a:srgbClr val="00B388"/>
                </a:solidFill>
                <a:latin typeface="Avenir LT Std 65 Medium" panose="020B0803020203020204" pitchFamily="34" charset="0"/>
              </a:rPr>
              <a:t>comment accompagner </a:t>
            </a:r>
            <a:r>
              <a:rPr lang="fr-FR">
                <a:solidFill>
                  <a:schemeClr val="tx1"/>
                </a:solidFill>
                <a:latin typeface="Avenir LT Std 55 Roman" panose="020B0503020203020204" pitchFamily="34" charset="0"/>
              </a:rPr>
              <a:t>les agents lors de ces jalons.</a:t>
            </a:r>
          </a:p>
        </p:txBody>
      </p:sp>
      <p:sp>
        <p:nvSpPr>
          <p:cNvPr id="6" name="Triangle isocèle 5">
            <a:extLst>
              <a:ext uri="{FF2B5EF4-FFF2-40B4-BE49-F238E27FC236}">
                <a16:creationId xmlns:a16="http://schemas.microsoft.com/office/drawing/2014/main" id="{FAD3244B-5AB5-71A8-F0F2-569A2EF9A97E}"/>
              </a:ext>
            </a:extLst>
          </p:cNvPr>
          <p:cNvSpPr/>
          <p:nvPr/>
        </p:nvSpPr>
        <p:spPr>
          <a:xfrm rot="5400000">
            <a:off x="34126" y="929868"/>
            <a:ext cx="782530" cy="324754"/>
          </a:xfrm>
          <a:prstGeom prst="triangle">
            <a:avLst/>
          </a:prstGeom>
          <a:solidFill>
            <a:srgbClr val="1547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12" name="Ellipse 11">
            <a:extLst>
              <a:ext uri="{FF2B5EF4-FFF2-40B4-BE49-F238E27FC236}">
                <a16:creationId xmlns:a16="http://schemas.microsoft.com/office/drawing/2014/main" id="{05B8A06B-6E97-F839-91A6-4C67B4B274AB}"/>
              </a:ext>
            </a:extLst>
          </p:cNvPr>
          <p:cNvSpPr/>
          <p:nvPr/>
        </p:nvSpPr>
        <p:spPr>
          <a:xfrm>
            <a:off x="864443" y="1904403"/>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pic>
        <p:nvPicPr>
          <p:cNvPr id="11" name="Graphique 10" descr="Ampoule et crayon avec un remplissage uni">
            <a:extLst>
              <a:ext uri="{FF2B5EF4-FFF2-40B4-BE49-F238E27FC236}">
                <a16:creationId xmlns:a16="http://schemas.microsoft.com/office/drawing/2014/main" id="{E90F469E-A884-AC91-B28F-62EFF0B45D9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1179" y="1955818"/>
            <a:ext cx="402694" cy="402694"/>
          </a:xfrm>
          <a:prstGeom prst="rect">
            <a:avLst/>
          </a:prstGeom>
        </p:spPr>
      </p:pic>
      <p:sp>
        <p:nvSpPr>
          <p:cNvPr id="2" name="Rectangle : coins arrondis 1">
            <a:extLst>
              <a:ext uri="{FF2B5EF4-FFF2-40B4-BE49-F238E27FC236}">
                <a16:creationId xmlns:a16="http://schemas.microsoft.com/office/drawing/2014/main" id="{73DBBB86-80D9-0A1C-0FB3-B7B214B0AF06}"/>
              </a:ext>
            </a:extLst>
          </p:cNvPr>
          <p:cNvSpPr/>
          <p:nvPr/>
        </p:nvSpPr>
        <p:spPr>
          <a:xfrm>
            <a:off x="6229780" y="1889361"/>
            <a:ext cx="5715146" cy="4449600"/>
          </a:xfrm>
          <a:prstGeom prst="roundRect">
            <a:avLst>
              <a:gd name="adj" fmla="val 3340"/>
            </a:avLst>
          </a:prstGeom>
          <a:solidFill>
            <a:srgbClr val="FBFBFB"/>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defRPr/>
            </a:pPr>
            <a:r>
              <a:rPr kumimoji="0" lang="fr-FR" sz="900" b="0" i="1" u="none" strike="noStrike" kern="1200" cap="none" spc="0" normalizeH="0" baseline="0" noProof="0">
                <a:ln>
                  <a:noFill/>
                </a:ln>
                <a:solidFill>
                  <a:srgbClr val="FFFFFF">
                    <a:lumMod val="50000"/>
                  </a:srgbClr>
                </a:solidFill>
                <a:effectLst/>
                <a:uLnTx/>
                <a:uFillTx/>
                <a:latin typeface="Avenir LT Std 35 Light" panose="020B0402020203020204" pitchFamily="34" charset="0"/>
                <a:ea typeface="+mn-ea"/>
                <a:cs typeface="+mn-cs"/>
              </a:rPr>
              <a:t>Zone de texte libre</a:t>
            </a:r>
          </a:p>
        </p:txBody>
      </p:sp>
      <p:grpSp>
        <p:nvGrpSpPr>
          <p:cNvPr id="9" name="Groupe 8">
            <a:extLst>
              <a:ext uri="{FF2B5EF4-FFF2-40B4-BE49-F238E27FC236}">
                <a16:creationId xmlns:a16="http://schemas.microsoft.com/office/drawing/2014/main" id="{67C2EC96-3120-5689-577A-714BF16F5FA0}"/>
              </a:ext>
            </a:extLst>
          </p:cNvPr>
          <p:cNvGrpSpPr>
            <a:grpSpLocks noChangeAspect="1"/>
          </p:cNvGrpSpPr>
          <p:nvPr/>
        </p:nvGrpSpPr>
        <p:grpSpPr>
          <a:xfrm>
            <a:off x="11001871" y="6336764"/>
            <a:ext cx="1082632" cy="444130"/>
            <a:chOff x="5810" y="1578917"/>
            <a:chExt cx="559801" cy="229645"/>
          </a:xfrm>
        </p:grpSpPr>
        <p:sp>
          <p:nvSpPr>
            <p:cNvPr id="10" name="Rectangle : coins arrondis 9">
              <a:hlinkClick r:id="rId4" action="ppaction://hlinksldjump"/>
              <a:extLst>
                <a:ext uri="{FF2B5EF4-FFF2-40B4-BE49-F238E27FC236}">
                  <a16:creationId xmlns:a16="http://schemas.microsoft.com/office/drawing/2014/main" id="{D87837B8-C346-E786-B55C-BF5978A43161}"/>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hlinkClick r:id="rId4"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ndParaRPr>
            </a:p>
          </p:txBody>
        </p:sp>
        <p:pic>
          <p:nvPicPr>
            <p:cNvPr id="13" name="Graphique 12" descr="Retour avec un remplissage uni">
              <a:hlinkClick r:id="rId4" action="ppaction://hlinksldjump"/>
              <a:extLst>
                <a:ext uri="{FF2B5EF4-FFF2-40B4-BE49-F238E27FC236}">
                  <a16:creationId xmlns:a16="http://schemas.microsoft.com/office/drawing/2014/main" id="{06A11A1B-EE0F-8534-FFEE-D6F5EEB0045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9060" y="1578917"/>
              <a:ext cx="229645" cy="229645"/>
            </a:xfrm>
            <a:prstGeom prst="rect">
              <a:avLst/>
            </a:prstGeom>
          </p:spPr>
        </p:pic>
      </p:grpSp>
      <p:sp>
        <p:nvSpPr>
          <p:cNvPr id="23" name="Rectangle : coins arrondis 22">
            <a:extLst>
              <a:ext uri="{FF2B5EF4-FFF2-40B4-BE49-F238E27FC236}">
                <a16:creationId xmlns:a16="http://schemas.microsoft.com/office/drawing/2014/main" id="{3FEABE5C-417D-C838-45CE-7D277D2A588C}"/>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DC582A"/>
                </a:solidFill>
              </a:rPr>
              <a:t>PROTOTYPE</a:t>
            </a:r>
          </a:p>
        </p:txBody>
      </p:sp>
      <p:sp>
        <p:nvSpPr>
          <p:cNvPr id="7" name="Flèche : chevron 8 - 2 - 1">
            <a:extLst>
              <a:ext uri="{FF2B5EF4-FFF2-40B4-BE49-F238E27FC236}">
                <a16:creationId xmlns:a16="http://schemas.microsoft.com/office/drawing/2014/main" id="{0E0BFBD1-6A1E-EACD-06FD-BC39FD6E4C2F}"/>
              </a:ext>
            </a:extLst>
          </p:cNvPr>
          <p:cNvSpPr/>
          <p:nvPr/>
        </p:nvSpPr>
        <p:spPr>
          <a:xfrm>
            <a:off x="6924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impacts humains</a:t>
            </a:r>
          </a:p>
        </p:txBody>
      </p:sp>
      <p:sp>
        <p:nvSpPr>
          <p:cNvPr id="20" name="Flèche : chevron 8 - 2 - 1">
            <a:extLst>
              <a:ext uri="{FF2B5EF4-FFF2-40B4-BE49-F238E27FC236}">
                <a16:creationId xmlns:a16="http://schemas.microsoft.com/office/drawing/2014/main" id="{9A398309-C60A-FD5B-2328-BDD43657AF58}"/>
              </a:ext>
            </a:extLst>
          </p:cNvPr>
          <p:cNvSpPr/>
          <p:nvPr/>
        </p:nvSpPr>
        <p:spPr>
          <a:xfrm>
            <a:off x="1776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a:t>
            </a:r>
            <a:r>
              <a:rPr lang="fr-FR" sz="1100" b="1" err="1">
                <a:solidFill>
                  <a:schemeClr val="bg1">
                    <a:lumMod val="50000"/>
                  </a:schemeClr>
                </a:solidFill>
                <a:latin typeface="Avenir LT Std 45 Book" panose="020B0502020203020204" pitchFamily="34" charset="0"/>
              </a:rPr>
              <a:t>moi-mëme</a:t>
            </a:r>
            <a:endParaRPr lang="fr-FR" sz="1100" b="1">
              <a:solidFill>
                <a:schemeClr val="bg1">
                  <a:lumMod val="50000"/>
                </a:schemeClr>
              </a:solidFill>
              <a:latin typeface="Avenir LT Std 45 Book" panose="020B0502020203020204" pitchFamily="34" charset="0"/>
            </a:endParaRPr>
          </a:p>
        </p:txBody>
      </p:sp>
      <p:sp>
        <p:nvSpPr>
          <p:cNvPr id="25" name="Flèche : chevron 8 - 2 - 1">
            <a:extLst>
              <a:ext uri="{FF2B5EF4-FFF2-40B4-BE49-F238E27FC236}">
                <a16:creationId xmlns:a16="http://schemas.microsoft.com/office/drawing/2014/main" id="{DAC7E0F3-47BB-34CB-2567-253E65F1C2F3}"/>
              </a:ext>
            </a:extLst>
          </p:cNvPr>
          <p:cNvSpPr/>
          <p:nvPr/>
        </p:nvSpPr>
        <p:spPr>
          <a:xfrm>
            <a:off x="5244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des impacts humains</a:t>
            </a:r>
          </a:p>
        </p:txBody>
      </p:sp>
      <p:sp>
        <p:nvSpPr>
          <p:cNvPr id="28" name="Flèche : chevron 8 - 2 - 1">
            <a:extLst>
              <a:ext uri="{FF2B5EF4-FFF2-40B4-BE49-F238E27FC236}">
                <a16:creationId xmlns:a16="http://schemas.microsoft.com/office/drawing/2014/main" id="{8ACF1EBC-0CC8-7AD5-2701-2F9986ED3C59}"/>
              </a:ext>
            </a:extLst>
          </p:cNvPr>
          <p:cNvSpPr/>
          <p:nvPr/>
        </p:nvSpPr>
        <p:spPr>
          <a:xfrm>
            <a:off x="636000" y="21771"/>
            <a:ext cx="115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Cas d’usage</a:t>
            </a:r>
          </a:p>
        </p:txBody>
      </p:sp>
      <p:sp>
        <p:nvSpPr>
          <p:cNvPr id="30" name="Flèche : chevron 8 - 2 - 1">
            <a:extLst>
              <a:ext uri="{FF2B5EF4-FFF2-40B4-BE49-F238E27FC236}">
                <a16:creationId xmlns:a16="http://schemas.microsoft.com/office/drawing/2014/main" id="{1A8CFEB9-4951-079B-DD6E-A3B32D0AC3F4}"/>
              </a:ext>
            </a:extLst>
          </p:cNvPr>
          <p:cNvSpPr/>
          <p:nvPr/>
        </p:nvSpPr>
        <p:spPr>
          <a:xfrm>
            <a:off x="3456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pour moi-même</a:t>
            </a:r>
          </a:p>
        </p:txBody>
      </p:sp>
      <p:sp>
        <p:nvSpPr>
          <p:cNvPr id="32" name="Flèche : pentagone 3">
            <a:extLst>
              <a:ext uri="{FF2B5EF4-FFF2-40B4-BE49-F238E27FC236}">
                <a16:creationId xmlns:a16="http://schemas.microsoft.com/office/drawing/2014/main" id="{88F6C0D2-7AE0-D694-7B04-44A39DD3AF8E}"/>
              </a:ext>
            </a:extLst>
          </p:cNvPr>
          <p:cNvSpPr/>
          <p:nvPr/>
        </p:nvSpPr>
        <p:spPr>
          <a:xfrm>
            <a:off x="0" y="21771"/>
            <a:ext cx="648000" cy="288000"/>
          </a:xfrm>
          <a:prstGeom prst="homePlate">
            <a:avLst>
              <a:gd name="adj" fmla="val 26503"/>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Accueil</a:t>
            </a:r>
          </a:p>
        </p:txBody>
      </p:sp>
      <p:sp>
        <p:nvSpPr>
          <p:cNvPr id="34" name="Flèche : chevron 8 - 2 - 1">
            <a:extLst>
              <a:ext uri="{FF2B5EF4-FFF2-40B4-BE49-F238E27FC236}">
                <a16:creationId xmlns:a16="http://schemas.microsoft.com/office/drawing/2014/main" id="{856ED41D-0D80-6EDC-F43D-886244FD4588}"/>
              </a:ext>
            </a:extLst>
          </p:cNvPr>
          <p:cNvSpPr/>
          <p:nvPr/>
        </p:nvSpPr>
        <p:spPr>
          <a:xfrm>
            <a:off x="8712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a:t>
            </a:r>
            <a:br>
              <a:rPr lang="fr-FR" sz="1100" b="1">
                <a:solidFill>
                  <a:schemeClr val="bg1">
                    <a:lumMod val="50000"/>
                  </a:schemeClr>
                </a:solidFill>
                <a:latin typeface="Avenir LT Std 45 Book" panose="020B0502020203020204" pitchFamily="34" charset="0"/>
              </a:rPr>
            </a:br>
            <a:r>
              <a:rPr lang="fr-FR" sz="1100" b="1">
                <a:solidFill>
                  <a:schemeClr val="bg1">
                    <a:lumMod val="50000"/>
                  </a:schemeClr>
                </a:solidFill>
                <a:latin typeface="Avenir LT Std 45 Book" panose="020B0502020203020204" pitchFamily="34" charset="0"/>
              </a:rPr>
              <a:t>préparer le collectif</a:t>
            </a:r>
          </a:p>
        </p:txBody>
      </p:sp>
      <p:sp>
        <p:nvSpPr>
          <p:cNvPr id="36" name="Flèche : chevron 8 - 2 - 1">
            <a:extLst>
              <a:ext uri="{FF2B5EF4-FFF2-40B4-BE49-F238E27FC236}">
                <a16:creationId xmlns:a16="http://schemas.microsoft.com/office/drawing/2014/main" id="{9A3B2657-31A1-F230-52A5-3DBC61B5F192}"/>
              </a:ext>
            </a:extLst>
          </p:cNvPr>
          <p:cNvSpPr/>
          <p:nvPr/>
        </p:nvSpPr>
        <p:spPr>
          <a:xfrm>
            <a:off x="10392000" y="21771"/>
            <a:ext cx="1800000" cy="288000"/>
          </a:xfrm>
          <a:prstGeom prst="chevron">
            <a:avLst>
              <a:gd name="adj" fmla="val 28278"/>
            </a:avLst>
          </a:prstGeom>
          <a:solidFill>
            <a:srgbClr val="A1D6CA"/>
          </a:solidFill>
          <a:ln w="28575">
            <a:solidFill>
              <a:srgbClr val="A1D6CA"/>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rgbClr val="154734"/>
                </a:solidFill>
                <a:latin typeface="Avenir LT Std 45 Book" panose="020B0502020203020204" pitchFamily="34" charset="0"/>
              </a:rPr>
              <a:t>Ressources préparation collectif</a:t>
            </a:r>
          </a:p>
        </p:txBody>
      </p:sp>
    </p:spTree>
    <p:extLst>
      <p:ext uri="{BB962C8B-B14F-4D97-AF65-F5344CB8AC3E}">
        <p14:creationId xmlns:p14="http://schemas.microsoft.com/office/powerpoint/2010/main" val="551986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2C335-5AB3-40D0-FDF1-5CDB7313B742}"/>
            </a:ext>
          </a:extLst>
        </p:cNvPr>
        <p:cNvGrpSpPr/>
        <p:nvPr/>
      </p:nvGrpSpPr>
      <p:grpSpPr>
        <a:xfrm>
          <a:off x="0" y="0"/>
          <a:ext cx="0" cy="0"/>
          <a:chOff x="0" y="0"/>
          <a:chExt cx="0" cy="0"/>
        </a:xfrm>
      </p:grpSpPr>
      <p:sp>
        <p:nvSpPr>
          <p:cNvPr id="36" name="Rectangle : coins arrondis 35">
            <a:extLst>
              <a:ext uri="{FF2B5EF4-FFF2-40B4-BE49-F238E27FC236}">
                <a16:creationId xmlns:a16="http://schemas.microsoft.com/office/drawing/2014/main" id="{01161FED-BB7A-DC30-7E3D-9D6ED11E614E}"/>
              </a:ext>
            </a:extLst>
          </p:cNvPr>
          <p:cNvSpPr/>
          <p:nvPr/>
        </p:nvSpPr>
        <p:spPr>
          <a:xfrm>
            <a:off x="216504" y="1889361"/>
            <a:ext cx="5715147" cy="4449600"/>
          </a:xfrm>
          <a:prstGeom prst="roundRect">
            <a:avLst>
              <a:gd name="adj" fmla="val 3071"/>
            </a:avLst>
          </a:prstGeom>
          <a:solidFill>
            <a:schemeClr val="bg1"/>
          </a:solidFill>
          <a:ln w="38100">
            <a:solidFill>
              <a:srgbClr val="00B388"/>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176213" lvl="0" indent="-171450" algn="just">
              <a:spcAft>
                <a:spcPts val="1200"/>
              </a:spcAft>
              <a:buFont typeface="Arial" panose="020B0604020202020204" pitchFamily="34" charset="0"/>
              <a:buChar char="•"/>
              <a:tabLst>
                <a:tab pos="176213" algn="l"/>
              </a:tabLst>
              <a:defRPr/>
            </a:pPr>
            <a:endParaRPr lang="fr-FR" sz="105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endParaRPr>
          </a:p>
          <a:p>
            <a:pPr marL="176213" lvl="0" indent="-171450" algn="just">
              <a:spcAft>
                <a:spcPts val="1200"/>
              </a:spcAft>
              <a:buFont typeface="Arial" panose="020B0604020202020204" pitchFamily="34" charset="0"/>
              <a:buChar char="•"/>
              <a:tabLst>
                <a:tab pos="176213" algn="l"/>
              </a:tabLst>
              <a:defRPr/>
            </a:pPr>
            <a:r>
              <a:rPr lang="fr-FR" sz="11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Est-ce que je connais </a:t>
            </a:r>
            <a:r>
              <a:rPr lang="fr-FR" sz="1100" b="1" i="1">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les bonnes pratiques pour conduire le changement auprès des agents</a:t>
            </a:r>
            <a:r>
              <a:rPr lang="fr-FR" sz="11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 concernés pendant le projet et à sa mise en œuvre pour préparer l’accueil de la solution déployée par le projet ? Ai-je </a:t>
            </a:r>
            <a:r>
              <a:rPr lang="fr-FR" sz="1100" b="1" i="1">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échangé avec des pairs sur leurs témoignages</a:t>
            </a:r>
            <a:r>
              <a:rPr lang="fr-FR" sz="11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 concrets pour m’en inspirer ? Quelles </a:t>
            </a:r>
            <a:r>
              <a:rPr lang="fr-FR" sz="1100" b="1" i="1">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actions d’accompagnement </a:t>
            </a:r>
            <a:r>
              <a:rPr lang="fr-FR" sz="11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mettre en place et auprès de quelles cibles ?</a:t>
            </a:r>
          </a:p>
          <a:p>
            <a:pPr marL="176213" lvl="0" indent="-171450" algn="just">
              <a:spcAft>
                <a:spcPts val="1200"/>
              </a:spcAft>
              <a:buFont typeface="Arial" panose="020B0604020202020204" pitchFamily="34" charset="0"/>
              <a:buChar char="•"/>
              <a:tabLst>
                <a:tab pos="176213" algn="l"/>
              </a:tabLst>
              <a:defRPr/>
            </a:pPr>
            <a:r>
              <a:rPr lang="fr-FR" sz="11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Ai-je prévu d'utiliser une méthode d’</a:t>
            </a:r>
            <a:r>
              <a:rPr lang="fr-FR" sz="1100" b="1" i="1">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intelligence collective</a:t>
            </a:r>
            <a:r>
              <a:rPr lang="fr-FR" sz="11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 ?</a:t>
            </a:r>
          </a:p>
          <a:p>
            <a:pPr marL="176213" lvl="0" indent="-171450" algn="just">
              <a:spcAft>
                <a:spcPts val="1200"/>
              </a:spcAft>
              <a:buFont typeface="Arial" panose="020B0604020202020204" pitchFamily="34" charset="0"/>
              <a:buChar char="•"/>
              <a:tabLst>
                <a:tab pos="176213" algn="l"/>
              </a:tabLst>
              <a:defRPr/>
            </a:pPr>
            <a:r>
              <a:rPr lang="fr-FR" sz="11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Ai-je prévu de </a:t>
            </a:r>
            <a:r>
              <a:rPr lang="fr-FR" sz="1100" b="1" i="1">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favoriser le travail en collaboration </a:t>
            </a:r>
            <a:r>
              <a:rPr lang="fr-FR" sz="11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avec les managers, agents, partenaires médico-sociaux (Action Sociale, PSP, médecine du travail…), autres parties prenantes, clients… ? Ai-je bien prévu la présence des partenaires médico-sociaux au lancement du projet pour le préparer ? Comment intégrer les nouveaux collaborateurs sur le projet ? Quelle collaboration prévoir entre des collaborateurs d’entités différentes ? </a:t>
            </a:r>
          </a:p>
          <a:p>
            <a:pPr marL="176213" lvl="0" indent="-171450" algn="just">
              <a:spcAft>
                <a:spcPts val="1200"/>
              </a:spcAft>
              <a:buFont typeface="Arial" panose="020B0604020202020204" pitchFamily="34" charset="0"/>
              <a:buChar char="•"/>
              <a:tabLst>
                <a:tab pos="176213" algn="l"/>
              </a:tabLst>
              <a:defRPr/>
            </a:pPr>
            <a:r>
              <a:rPr lang="fr-FR" sz="11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Quelles </a:t>
            </a:r>
            <a:r>
              <a:rPr lang="fr-FR" sz="1100" b="1" i="1">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modalités de travail collaboratif </a:t>
            </a:r>
            <a:r>
              <a:rPr lang="fr-FR" sz="11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ai-je prévu : groupe miroir, atelier participatif, tournée terrain, séminaire de travail… ? Comment j’y </a:t>
            </a:r>
            <a:r>
              <a:rPr lang="fr-FR" sz="1100" b="1" i="1">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associe les parties prenantes</a:t>
            </a:r>
            <a:r>
              <a:rPr lang="fr-FR" sz="11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 du projet ? </a:t>
            </a:r>
          </a:p>
          <a:p>
            <a:pPr marL="176213" lvl="0" indent="-171450" algn="just">
              <a:spcAft>
                <a:spcPts val="1200"/>
              </a:spcAft>
              <a:buFont typeface="Arial" panose="020B0604020202020204" pitchFamily="34" charset="0"/>
              <a:buChar char="•"/>
              <a:tabLst>
                <a:tab pos="176213" algn="l"/>
              </a:tabLst>
              <a:defRPr/>
            </a:pPr>
            <a:r>
              <a:rPr lang="fr-FR" sz="11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Ai-je identifié les </a:t>
            </a:r>
            <a:r>
              <a:rPr lang="fr-FR" sz="1100" b="1" i="1">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marges de manœuvre possibles pour le déploiement </a:t>
            </a:r>
            <a:r>
              <a:rPr lang="fr-FR" sz="11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 Est-ce que le </a:t>
            </a:r>
            <a:r>
              <a:rPr lang="fr-FR" sz="1100" b="1" i="1">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collectif concerné par le projet a la possibilité d’influer sur la manière de déployer </a:t>
            </a:r>
            <a:r>
              <a:rPr lang="fr-FR" sz="11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le projet ? Comment l’associer pour identifier la solution organisationnelle la plus adéquate ?</a:t>
            </a:r>
          </a:p>
        </p:txBody>
      </p:sp>
      <p:sp>
        <p:nvSpPr>
          <p:cNvPr id="16" name="Rectangle : coins arrondis 15">
            <a:extLst>
              <a:ext uri="{FF2B5EF4-FFF2-40B4-BE49-F238E27FC236}">
                <a16:creationId xmlns:a16="http://schemas.microsoft.com/office/drawing/2014/main" id="{393BB885-583D-0410-DDAE-60155CC7F26B}"/>
              </a:ext>
            </a:extLst>
          </p:cNvPr>
          <p:cNvSpPr/>
          <p:nvPr/>
        </p:nvSpPr>
        <p:spPr>
          <a:xfrm>
            <a:off x="206672" y="1889361"/>
            <a:ext cx="5740809" cy="504694"/>
          </a:xfrm>
          <a:prstGeom prst="roundRect">
            <a:avLst/>
          </a:prstGeom>
          <a:solidFill>
            <a:srgbClr val="00B3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400" b="1" i="1">
                <a:solidFill>
                  <a:schemeClr val="bg1"/>
                </a:solidFill>
              </a:rPr>
              <a:t>Les questions à se poser</a:t>
            </a:r>
          </a:p>
        </p:txBody>
      </p:sp>
      <p:sp>
        <p:nvSpPr>
          <p:cNvPr id="5" name="Rectangle 4">
            <a:extLst>
              <a:ext uri="{FF2B5EF4-FFF2-40B4-BE49-F238E27FC236}">
                <a16:creationId xmlns:a16="http://schemas.microsoft.com/office/drawing/2014/main" id="{40F95EA7-85B6-1E98-A3BC-44FBD9E06A7D}"/>
              </a:ext>
            </a:extLst>
          </p:cNvPr>
          <p:cNvSpPr/>
          <p:nvPr/>
        </p:nvSpPr>
        <p:spPr>
          <a:xfrm>
            <a:off x="-3064" y="378372"/>
            <a:ext cx="12195063" cy="1427747"/>
          </a:xfrm>
          <a:prstGeom prst="rect">
            <a:avLst/>
          </a:prstGeom>
          <a:solidFill>
            <a:srgbClr val="DFF1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5963">
              <a:spcAft>
                <a:spcPts val="1200"/>
              </a:spcAft>
              <a:buClr>
                <a:schemeClr val="tx1"/>
              </a:buClr>
            </a:pPr>
            <a:r>
              <a:rPr lang="fr-FR">
                <a:solidFill>
                  <a:schemeClr val="tx1"/>
                </a:solidFill>
                <a:latin typeface="Avenir LT Std 55 Roman" panose="020B0503020203020204" pitchFamily="34" charset="0"/>
              </a:rPr>
              <a:t>S’appuyer sur des </a:t>
            </a:r>
            <a:r>
              <a:rPr lang="fr-FR" b="1">
                <a:solidFill>
                  <a:srgbClr val="00B388"/>
                </a:solidFill>
                <a:latin typeface="Avenir LT Std 65 Medium" panose="020B0803020203020204" pitchFamily="34" charset="0"/>
              </a:rPr>
              <a:t>bonnes pratiques pour conduire le changement </a:t>
            </a:r>
            <a:r>
              <a:rPr lang="fr-FR">
                <a:solidFill>
                  <a:schemeClr val="tx1"/>
                </a:solidFill>
                <a:latin typeface="Avenir LT Std 55 Roman" panose="020B0503020203020204" pitchFamily="34" charset="0"/>
              </a:rPr>
              <a:t>et favoriser une </a:t>
            </a:r>
            <a:r>
              <a:rPr lang="fr-FR" b="1">
                <a:solidFill>
                  <a:srgbClr val="00B388"/>
                </a:solidFill>
                <a:latin typeface="Avenir LT Std 65 Medium" panose="020B0803020203020204" pitchFamily="34" charset="0"/>
              </a:rPr>
              <a:t>approche de travail collaboratif</a:t>
            </a:r>
            <a:r>
              <a:rPr lang="fr-FR" b="1">
                <a:solidFill>
                  <a:srgbClr val="0070C0"/>
                </a:solidFill>
                <a:latin typeface="Avenir LT Std 55 Roman" panose="020B0503020203020204" pitchFamily="34" charset="0"/>
              </a:rPr>
              <a:t> </a:t>
            </a:r>
            <a:r>
              <a:rPr lang="fr-FR">
                <a:solidFill>
                  <a:schemeClr val="tx1"/>
                </a:solidFill>
                <a:latin typeface="Avenir LT Std 55 Roman" panose="020B0503020203020204" pitchFamily="34" charset="0"/>
              </a:rPr>
              <a:t>(intelligence collective, groupe miroir, sollicitation de la médecine du travail…) permettant de laisser au collectif les marges de manœuvre nécessaires pour identifier la solution organisationnelle la plus adéquate.</a:t>
            </a:r>
          </a:p>
        </p:txBody>
      </p:sp>
      <p:sp>
        <p:nvSpPr>
          <p:cNvPr id="6" name="Triangle isocèle 5">
            <a:extLst>
              <a:ext uri="{FF2B5EF4-FFF2-40B4-BE49-F238E27FC236}">
                <a16:creationId xmlns:a16="http://schemas.microsoft.com/office/drawing/2014/main" id="{C993AD63-A9FD-9F80-32B7-C1917AA18F99}"/>
              </a:ext>
            </a:extLst>
          </p:cNvPr>
          <p:cNvSpPr/>
          <p:nvPr/>
        </p:nvSpPr>
        <p:spPr>
          <a:xfrm rot="5400000">
            <a:off x="34126" y="929868"/>
            <a:ext cx="782530" cy="324754"/>
          </a:xfrm>
          <a:prstGeom prst="triangle">
            <a:avLst/>
          </a:prstGeom>
          <a:solidFill>
            <a:srgbClr val="1547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21" name="Rectangle : coins arrondis 20">
            <a:extLst>
              <a:ext uri="{FF2B5EF4-FFF2-40B4-BE49-F238E27FC236}">
                <a16:creationId xmlns:a16="http://schemas.microsoft.com/office/drawing/2014/main" id="{7E38F40E-0C8D-8924-0A38-B5AD84D694D2}"/>
              </a:ext>
            </a:extLst>
          </p:cNvPr>
          <p:cNvSpPr/>
          <p:nvPr/>
        </p:nvSpPr>
        <p:spPr>
          <a:xfrm>
            <a:off x="6229780" y="1955818"/>
            <a:ext cx="5715146" cy="4383143"/>
          </a:xfrm>
          <a:prstGeom prst="roundRect">
            <a:avLst>
              <a:gd name="adj" fmla="val 5450"/>
            </a:avLst>
          </a:prstGeom>
          <a:solidFill>
            <a:srgbClr val="FBFBFB"/>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defRPr/>
            </a:pPr>
            <a:r>
              <a:rPr kumimoji="0" lang="fr-FR" sz="900" b="0" i="1" u="none" strike="noStrike" kern="1200" cap="none" spc="0" normalizeH="0" baseline="0" noProof="0">
                <a:ln>
                  <a:noFill/>
                </a:ln>
                <a:solidFill>
                  <a:srgbClr val="FFFFFF">
                    <a:lumMod val="50000"/>
                  </a:srgbClr>
                </a:solidFill>
                <a:effectLst/>
                <a:uLnTx/>
                <a:uFillTx/>
                <a:latin typeface="Avenir LT Std 35 Light" panose="020B0402020203020204" pitchFamily="34" charset="0"/>
                <a:ea typeface="+mn-ea"/>
                <a:cs typeface="+mn-cs"/>
              </a:rPr>
              <a:t>Zone de texte libre</a:t>
            </a:r>
          </a:p>
        </p:txBody>
      </p:sp>
      <p:sp>
        <p:nvSpPr>
          <p:cNvPr id="12" name="Ellipse 11">
            <a:extLst>
              <a:ext uri="{FF2B5EF4-FFF2-40B4-BE49-F238E27FC236}">
                <a16:creationId xmlns:a16="http://schemas.microsoft.com/office/drawing/2014/main" id="{5E8AD95D-E01E-2DE9-304A-B7704E21021A}"/>
              </a:ext>
            </a:extLst>
          </p:cNvPr>
          <p:cNvSpPr/>
          <p:nvPr/>
        </p:nvSpPr>
        <p:spPr>
          <a:xfrm>
            <a:off x="864443" y="1904403"/>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pic>
        <p:nvPicPr>
          <p:cNvPr id="11" name="Graphique 10" descr="Ampoule et crayon avec un remplissage uni">
            <a:extLst>
              <a:ext uri="{FF2B5EF4-FFF2-40B4-BE49-F238E27FC236}">
                <a16:creationId xmlns:a16="http://schemas.microsoft.com/office/drawing/2014/main" id="{8563645B-3CFF-911D-4502-8F07C9E533B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1179" y="1955818"/>
            <a:ext cx="402694" cy="402694"/>
          </a:xfrm>
          <a:prstGeom prst="rect">
            <a:avLst/>
          </a:prstGeom>
        </p:spPr>
      </p:pic>
      <p:grpSp>
        <p:nvGrpSpPr>
          <p:cNvPr id="9" name="Groupe 8">
            <a:extLst>
              <a:ext uri="{FF2B5EF4-FFF2-40B4-BE49-F238E27FC236}">
                <a16:creationId xmlns:a16="http://schemas.microsoft.com/office/drawing/2014/main" id="{6104F7B8-4232-B320-2690-185ADC183D39}"/>
              </a:ext>
            </a:extLst>
          </p:cNvPr>
          <p:cNvGrpSpPr>
            <a:grpSpLocks noChangeAspect="1"/>
          </p:cNvGrpSpPr>
          <p:nvPr/>
        </p:nvGrpSpPr>
        <p:grpSpPr>
          <a:xfrm>
            <a:off x="11001871" y="6336764"/>
            <a:ext cx="1082632" cy="444130"/>
            <a:chOff x="5810" y="1578917"/>
            <a:chExt cx="559801" cy="229645"/>
          </a:xfrm>
        </p:grpSpPr>
        <p:sp>
          <p:nvSpPr>
            <p:cNvPr id="13" name="Rectangle : coins arrondis 12">
              <a:hlinkClick r:id="rId4" action="ppaction://hlinksldjump"/>
              <a:extLst>
                <a:ext uri="{FF2B5EF4-FFF2-40B4-BE49-F238E27FC236}">
                  <a16:creationId xmlns:a16="http://schemas.microsoft.com/office/drawing/2014/main" id="{56AF6775-3F49-1E2F-E815-821F8AAA3E30}"/>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hlinkClick r:id="rId4"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ndParaRPr>
            </a:p>
          </p:txBody>
        </p:sp>
        <p:pic>
          <p:nvPicPr>
            <p:cNvPr id="14" name="Graphique 13" descr="Retour avec un remplissage uni">
              <a:hlinkClick r:id="rId4" action="ppaction://hlinksldjump"/>
              <a:extLst>
                <a:ext uri="{FF2B5EF4-FFF2-40B4-BE49-F238E27FC236}">
                  <a16:creationId xmlns:a16="http://schemas.microsoft.com/office/drawing/2014/main" id="{B6196A7B-2B1D-9CE1-D731-719C0A4D5F5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9060" y="1578917"/>
              <a:ext cx="229645" cy="229645"/>
            </a:xfrm>
            <a:prstGeom prst="rect">
              <a:avLst/>
            </a:prstGeom>
          </p:spPr>
        </p:pic>
      </p:grpSp>
      <p:sp>
        <p:nvSpPr>
          <p:cNvPr id="35" name="Rectangle : coins arrondis 34">
            <a:extLst>
              <a:ext uri="{FF2B5EF4-FFF2-40B4-BE49-F238E27FC236}">
                <a16:creationId xmlns:a16="http://schemas.microsoft.com/office/drawing/2014/main" id="{AB365FA9-5957-C109-902E-1A3A3F799917}"/>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DC582A"/>
                </a:solidFill>
              </a:rPr>
              <a:t>PROTOTYPE</a:t>
            </a:r>
          </a:p>
        </p:txBody>
      </p:sp>
      <p:sp>
        <p:nvSpPr>
          <p:cNvPr id="7" name="Flèche : chevron 8 - 2 - 1">
            <a:extLst>
              <a:ext uri="{FF2B5EF4-FFF2-40B4-BE49-F238E27FC236}">
                <a16:creationId xmlns:a16="http://schemas.microsoft.com/office/drawing/2014/main" id="{D83697DC-7627-44E9-73FB-D2D36A1FCC3F}"/>
              </a:ext>
            </a:extLst>
          </p:cNvPr>
          <p:cNvSpPr/>
          <p:nvPr/>
        </p:nvSpPr>
        <p:spPr>
          <a:xfrm>
            <a:off x="6924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impacts humains</a:t>
            </a:r>
          </a:p>
        </p:txBody>
      </p:sp>
      <p:sp>
        <p:nvSpPr>
          <p:cNvPr id="20" name="Flèche : chevron 8 - 2 - 1">
            <a:extLst>
              <a:ext uri="{FF2B5EF4-FFF2-40B4-BE49-F238E27FC236}">
                <a16:creationId xmlns:a16="http://schemas.microsoft.com/office/drawing/2014/main" id="{0850006E-904D-9891-C856-D27A5939C51D}"/>
              </a:ext>
            </a:extLst>
          </p:cNvPr>
          <p:cNvSpPr/>
          <p:nvPr/>
        </p:nvSpPr>
        <p:spPr>
          <a:xfrm>
            <a:off x="1776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a:t>
            </a:r>
            <a:r>
              <a:rPr lang="fr-FR" sz="1100" b="1" err="1">
                <a:solidFill>
                  <a:schemeClr val="bg1">
                    <a:lumMod val="50000"/>
                  </a:schemeClr>
                </a:solidFill>
                <a:latin typeface="Avenir LT Std 45 Book" panose="020B0502020203020204" pitchFamily="34" charset="0"/>
              </a:rPr>
              <a:t>moi-mëme</a:t>
            </a:r>
            <a:endParaRPr lang="fr-FR" sz="1100" b="1">
              <a:solidFill>
                <a:schemeClr val="bg1">
                  <a:lumMod val="50000"/>
                </a:schemeClr>
              </a:solidFill>
              <a:latin typeface="Avenir LT Std 45 Book" panose="020B0502020203020204" pitchFamily="34" charset="0"/>
            </a:endParaRPr>
          </a:p>
        </p:txBody>
      </p:sp>
      <p:sp>
        <p:nvSpPr>
          <p:cNvPr id="28" name="Flèche : chevron 8 - 2 - 1">
            <a:extLst>
              <a:ext uri="{FF2B5EF4-FFF2-40B4-BE49-F238E27FC236}">
                <a16:creationId xmlns:a16="http://schemas.microsoft.com/office/drawing/2014/main" id="{7BDDF46B-5B9F-709A-3568-9DD2F175D084}"/>
              </a:ext>
            </a:extLst>
          </p:cNvPr>
          <p:cNvSpPr/>
          <p:nvPr/>
        </p:nvSpPr>
        <p:spPr>
          <a:xfrm>
            <a:off x="5244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des impacts humains</a:t>
            </a:r>
          </a:p>
        </p:txBody>
      </p:sp>
      <p:sp>
        <p:nvSpPr>
          <p:cNvPr id="30" name="Flèche : chevron 8 - 2 - 1">
            <a:extLst>
              <a:ext uri="{FF2B5EF4-FFF2-40B4-BE49-F238E27FC236}">
                <a16:creationId xmlns:a16="http://schemas.microsoft.com/office/drawing/2014/main" id="{67BE2B70-BFB3-4C85-DD7C-734754FF7E17}"/>
              </a:ext>
            </a:extLst>
          </p:cNvPr>
          <p:cNvSpPr/>
          <p:nvPr/>
        </p:nvSpPr>
        <p:spPr>
          <a:xfrm>
            <a:off x="636000" y="21771"/>
            <a:ext cx="115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Cas d’usage</a:t>
            </a:r>
          </a:p>
        </p:txBody>
      </p:sp>
      <p:sp>
        <p:nvSpPr>
          <p:cNvPr id="32" name="Flèche : chevron 8 - 2 - 1">
            <a:extLst>
              <a:ext uri="{FF2B5EF4-FFF2-40B4-BE49-F238E27FC236}">
                <a16:creationId xmlns:a16="http://schemas.microsoft.com/office/drawing/2014/main" id="{215F543D-41B1-8F9C-8F03-A4F3748E41EA}"/>
              </a:ext>
            </a:extLst>
          </p:cNvPr>
          <p:cNvSpPr/>
          <p:nvPr/>
        </p:nvSpPr>
        <p:spPr>
          <a:xfrm>
            <a:off x="3456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pour moi-même</a:t>
            </a:r>
          </a:p>
        </p:txBody>
      </p:sp>
      <p:sp>
        <p:nvSpPr>
          <p:cNvPr id="34" name="Flèche : pentagone 3">
            <a:extLst>
              <a:ext uri="{FF2B5EF4-FFF2-40B4-BE49-F238E27FC236}">
                <a16:creationId xmlns:a16="http://schemas.microsoft.com/office/drawing/2014/main" id="{7EE3075E-D01A-6FBE-B284-BFF7C9ADC713}"/>
              </a:ext>
            </a:extLst>
          </p:cNvPr>
          <p:cNvSpPr/>
          <p:nvPr/>
        </p:nvSpPr>
        <p:spPr>
          <a:xfrm>
            <a:off x="0" y="21771"/>
            <a:ext cx="648000" cy="288000"/>
          </a:xfrm>
          <a:prstGeom prst="homePlate">
            <a:avLst>
              <a:gd name="adj" fmla="val 26503"/>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Accueil</a:t>
            </a:r>
          </a:p>
        </p:txBody>
      </p:sp>
      <p:sp>
        <p:nvSpPr>
          <p:cNvPr id="38" name="Flèche : chevron 8 - 2 - 1">
            <a:extLst>
              <a:ext uri="{FF2B5EF4-FFF2-40B4-BE49-F238E27FC236}">
                <a16:creationId xmlns:a16="http://schemas.microsoft.com/office/drawing/2014/main" id="{CB3523D5-2943-BB1F-A294-23ACC181465C}"/>
              </a:ext>
            </a:extLst>
          </p:cNvPr>
          <p:cNvSpPr/>
          <p:nvPr/>
        </p:nvSpPr>
        <p:spPr>
          <a:xfrm>
            <a:off x="8712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a:t>
            </a:r>
            <a:br>
              <a:rPr lang="fr-FR" sz="1100" b="1">
                <a:solidFill>
                  <a:schemeClr val="bg1">
                    <a:lumMod val="50000"/>
                  </a:schemeClr>
                </a:solidFill>
                <a:latin typeface="Avenir LT Std 45 Book" panose="020B0502020203020204" pitchFamily="34" charset="0"/>
              </a:rPr>
            </a:br>
            <a:r>
              <a:rPr lang="fr-FR" sz="1100" b="1">
                <a:solidFill>
                  <a:schemeClr val="bg1">
                    <a:lumMod val="50000"/>
                  </a:schemeClr>
                </a:solidFill>
                <a:latin typeface="Avenir LT Std 45 Book" panose="020B0502020203020204" pitchFamily="34" charset="0"/>
              </a:rPr>
              <a:t>préparer le collectif</a:t>
            </a:r>
          </a:p>
        </p:txBody>
      </p:sp>
      <p:sp>
        <p:nvSpPr>
          <p:cNvPr id="40" name="Flèche : chevron 8 - 2 - 1">
            <a:extLst>
              <a:ext uri="{FF2B5EF4-FFF2-40B4-BE49-F238E27FC236}">
                <a16:creationId xmlns:a16="http://schemas.microsoft.com/office/drawing/2014/main" id="{9F1C491B-1146-A568-A440-9EE49BFCBF96}"/>
              </a:ext>
            </a:extLst>
          </p:cNvPr>
          <p:cNvSpPr/>
          <p:nvPr/>
        </p:nvSpPr>
        <p:spPr>
          <a:xfrm>
            <a:off x="10392000" y="21771"/>
            <a:ext cx="1800000" cy="288000"/>
          </a:xfrm>
          <a:prstGeom prst="chevron">
            <a:avLst>
              <a:gd name="adj" fmla="val 28278"/>
            </a:avLst>
          </a:prstGeom>
          <a:solidFill>
            <a:srgbClr val="A1D6CA"/>
          </a:solidFill>
          <a:ln w="28575">
            <a:solidFill>
              <a:srgbClr val="A1D6CA"/>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rgbClr val="154734"/>
                </a:solidFill>
                <a:latin typeface="Avenir LT Std 45 Book" panose="020B0502020203020204" pitchFamily="34" charset="0"/>
              </a:rPr>
              <a:t>Ressources préparation collectif</a:t>
            </a:r>
          </a:p>
        </p:txBody>
      </p:sp>
    </p:spTree>
    <p:extLst>
      <p:ext uri="{BB962C8B-B14F-4D97-AF65-F5344CB8AC3E}">
        <p14:creationId xmlns:p14="http://schemas.microsoft.com/office/powerpoint/2010/main" val="21681641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D73AE-3848-82EC-B81D-74B431B9A194}"/>
            </a:ext>
          </a:extLst>
        </p:cNvPr>
        <p:cNvGrpSpPr/>
        <p:nvPr/>
      </p:nvGrpSpPr>
      <p:grpSpPr>
        <a:xfrm>
          <a:off x="0" y="0"/>
          <a:ext cx="0" cy="0"/>
          <a:chOff x="0" y="0"/>
          <a:chExt cx="0" cy="0"/>
        </a:xfrm>
      </p:grpSpPr>
      <p:sp>
        <p:nvSpPr>
          <p:cNvPr id="27" name="Rectangle : coins arrondis 26">
            <a:extLst>
              <a:ext uri="{FF2B5EF4-FFF2-40B4-BE49-F238E27FC236}">
                <a16:creationId xmlns:a16="http://schemas.microsoft.com/office/drawing/2014/main" id="{FCAC4CE6-AB7A-0BDB-F2DC-5B5E47EEB006}"/>
              </a:ext>
            </a:extLst>
          </p:cNvPr>
          <p:cNvSpPr/>
          <p:nvPr/>
        </p:nvSpPr>
        <p:spPr>
          <a:xfrm>
            <a:off x="216504" y="1889361"/>
            <a:ext cx="5715147" cy="4449600"/>
          </a:xfrm>
          <a:prstGeom prst="roundRect">
            <a:avLst>
              <a:gd name="adj" fmla="val 3071"/>
            </a:avLst>
          </a:prstGeom>
          <a:solidFill>
            <a:schemeClr val="bg1"/>
          </a:solidFill>
          <a:ln w="38100">
            <a:solidFill>
              <a:srgbClr val="00B388"/>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6213" lvl="0" indent="-171450" algn="just">
              <a:lnSpc>
                <a:spcPts val="1400"/>
              </a:lnSpc>
              <a:spcAft>
                <a:spcPts val="600"/>
              </a:spcAft>
              <a:buFont typeface="Arial" panose="020B0604020202020204" pitchFamily="34" charset="0"/>
              <a:buChar char="•"/>
              <a:tabLst>
                <a:tab pos="176213" algn="l"/>
              </a:tabLst>
              <a:defRPr/>
            </a:pPr>
            <a:endParaRPr lang="fr-FR" sz="1200" b="1" i="1">
              <a:solidFill>
                <a:schemeClr val="tx1"/>
              </a:solidFill>
              <a:latin typeface="Avenir LT Std 55 Roman" panose="020B0503020203020204" pitchFamily="34" charset="0"/>
              <a:cs typeface="Times New Roman" panose="02020603050405020304" pitchFamily="18" charset="0"/>
            </a:endParaRPr>
          </a:p>
          <a:p>
            <a:pPr marL="176213" lvl="0" indent="-171450" algn="just">
              <a:spcAft>
                <a:spcPts val="1800"/>
              </a:spcAft>
              <a:buFont typeface="Arial" panose="020B0604020202020204" pitchFamily="34" charset="0"/>
              <a:buChar char="•"/>
              <a:tabLst>
                <a:tab pos="176213" algn="l"/>
              </a:tabLst>
              <a:defRPr/>
            </a:pPr>
            <a:r>
              <a:rPr lang="fr-FR" sz="1200">
                <a:solidFill>
                  <a:schemeClr val="tx1"/>
                </a:solidFill>
                <a:latin typeface="Avenir LT Std 55 Roman" panose="020B0503020203020204" pitchFamily="34" charset="0"/>
                <a:cs typeface="Times New Roman" panose="02020603050405020304" pitchFamily="18" charset="0"/>
              </a:rPr>
              <a:t>Comment est-ce que je m’assure </a:t>
            </a:r>
            <a:r>
              <a:rPr lang="fr-FR" sz="1200" b="1" i="1">
                <a:solidFill>
                  <a:schemeClr val="tx1"/>
                </a:solidFill>
                <a:latin typeface="Avenir LT Std 55 Roman" panose="020B0503020203020204" pitchFamily="34" charset="0"/>
                <a:cs typeface="Times New Roman" panose="02020603050405020304" pitchFamily="18" charset="0"/>
              </a:rPr>
              <a:t>d’être informé des interrogations des salariés </a:t>
            </a:r>
            <a:r>
              <a:rPr lang="fr-FR" sz="1200">
                <a:solidFill>
                  <a:schemeClr val="tx1"/>
                </a:solidFill>
                <a:latin typeface="Avenir LT Std 55 Roman" panose="020B0503020203020204" pitchFamily="34" charset="0"/>
                <a:cs typeface="Times New Roman" panose="02020603050405020304" pitchFamily="18" charset="0"/>
              </a:rPr>
              <a:t>en amont et aux moments clés du projet ? </a:t>
            </a:r>
          </a:p>
          <a:p>
            <a:pPr marL="176213" lvl="0" indent="-171450" algn="just">
              <a:spcAft>
                <a:spcPts val="1800"/>
              </a:spcAft>
              <a:buFont typeface="Arial" panose="020B0604020202020204" pitchFamily="34" charset="0"/>
              <a:buChar char="•"/>
              <a:tabLst>
                <a:tab pos="176213" algn="l"/>
              </a:tabLst>
              <a:defRPr/>
            </a:pPr>
            <a:r>
              <a:rPr lang="fr-FR" sz="1200">
                <a:solidFill>
                  <a:schemeClr val="tx1"/>
                </a:solidFill>
                <a:latin typeface="Avenir LT Std 55 Roman" panose="020B0503020203020204" pitchFamily="34" charset="0"/>
                <a:cs typeface="Times New Roman" panose="02020603050405020304" pitchFamily="18" charset="0"/>
              </a:rPr>
              <a:t>Ai-je prévu la mise en place d’</a:t>
            </a:r>
            <a:r>
              <a:rPr lang="fr-FR" sz="1200" b="1" i="1">
                <a:solidFill>
                  <a:schemeClr val="tx1"/>
                </a:solidFill>
                <a:latin typeface="Avenir LT Std 55 Roman" panose="020B0503020203020204" pitchFamily="34" charset="0"/>
                <a:cs typeface="Times New Roman" panose="02020603050405020304" pitchFamily="18" charset="0"/>
              </a:rPr>
              <a:t>espaces d’échange pour favoriser l’écoute active des agents </a:t>
            </a:r>
            <a:r>
              <a:rPr lang="fr-FR" sz="1200">
                <a:solidFill>
                  <a:schemeClr val="tx1"/>
                </a:solidFill>
                <a:latin typeface="Avenir LT Std 55 Roman" panose="020B0503020203020204" pitchFamily="34" charset="0"/>
                <a:cs typeface="Times New Roman" panose="02020603050405020304" pitchFamily="18" charset="0"/>
              </a:rPr>
              <a:t>concernés par le projet (démarche d’écoute, forum sur site, participation à un rituel…) ?</a:t>
            </a:r>
          </a:p>
          <a:p>
            <a:pPr marL="176213" lvl="0" indent="-171450" algn="just">
              <a:spcAft>
                <a:spcPts val="1800"/>
              </a:spcAft>
              <a:buFont typeface="Arial" panose="020B0604020202020204" pitchFamily="34" charset="0"/>
              <a:buChar char="•"/>
              <a:tabLst>
                <a:tab pos="176213" algn="l"/>
              </a:tabLst>
              <a:defRPr/>
            </a:pPr>
            <a:r>
              <a:rPr lang="fr-FR" sz="1200">
                <a:solidFill>
                  <a:schemeClr val="tx1"/>
                </a:solidFill>
                <a:latin typeface="Avenir LT Std 55 Roman" panose="020B0503020203020204" pitchFamily="34" charset="0"/>
                <a:cs typeface="Times New Roman" panose="02020603050405020304" pitchFamily="18" charset="0"/>
              </a:rPr>
              <a:t>Ai-besoin de </a:t>
            </a:r>
            <a:r>
              <a:rPr lang="fr-FR" sz="1200" b="1" i="1">
                <a:solidFill>
                  <a:schemeClr val="tx1"/>
                </a:solidFill>
                <a:latin typeface="Avenir LT Std 55 Roman" panose="020B0503020203020204" pitchFamily="34" charset="0"/>
                <a:cs typeface="Times New Roman" panose="02020603050405020304" pitchFamily="18" charset="0"/>
              </a:rPr>
              <a:t>m’appuyer ou déléguer à un tiers neutre la réalisation des dispositifs d’écoute </a:t>
            </a:r>
            <a:r>
              <a:rPr lang="fr-FR" sz="1200">
                <a:solidFill>
                  <a:schemeClr val="tx1"/>
                </a:solidFill>
                <a:latin typeface="Avenir LT Std 55 Roman" panose="020B0503020203020204" pitchFamily="34" charset="0"/>
                <a:cs typeface="Times New Roman" panose="02020603050405020304" pitchFamily="18" charset="0"/>
              </a:rPr>
              <a:t>des salariés (partenaires médicaux sociaux, prestataires spécialisées…) ? Comment solliciter ces interlocuteurs et les embarquer sur le projet ?</a:t>
            </a:r>
          </a:p>
          <a:p>
            <a:pPr marL="176213" lvl="0" indent="-171450" algn="just">
              <a:spcAft>
                <a:spcPts val="1800"/>
              </a:spcAft>
              <a:buFont typeface="Arial" panose="020B0604020202020204" pitchFamily="34" charset="0"/>
              <a:buChar char="•"/>
              <a:tabLst>
                <a:tab pos="176213" algn="l"/>
              </a:tabLst>
              <a:defRPr/>
            </a:pPr>
            <a:r>
              <a:rPr lang="fr-FR" sz="1200">
                <a:solidFill>
                  <a:schemeClr val="tx1"/>
                </a:solidFill>
                <a:latin typeface="Avenir LT Std 55 Roman" panose="020B0503020203020204" pitchFamily="34" charset="0"/>
                <a:cs typeface="Times New Roman" panose="02020603050405020304" pitchFamily="18" charset="0"/>
              </a:rPr>
              <a:t>Ai-je établi la </a:t>
            </a:r>
            <a:r>
              <a:rPr lang="fr-FR" sz="1200" b="1" i="1">
                <a:solidFill>
                  <a:schemeClr val="tx1"/>
                </a:solidFill>
                <a:latin typeface="Avenir LT Std 55 Roman" panose="020B0503020203020204" pitchFamily="34" charset="0"/>
                <a:cs typeface="Times New Roman" panose="02020603050405020304" pitchFamily="18" charset="0"/>
              </a:rPr>
              <a:t>cartographie des parties prenantes</a:t>
            </a:r>
            <a:r>
              <a:rPr lang="fr-FR" sz="1200">
                <a:solidFill>
                  <a:schemeClr val="tx1"/>
                </a:solidFill>
                <a:latin typeface="Avenir LT Std 55 Roman" panose="020B0503020203020204" pitchFamily="34" charset="0"/>
                <a:cs typeface="Times New Roman" panose="02020603050405020304" pitchFamily="18" charset="0"/>
              </a:rPr>
              <a:t> sur le projet ? Ai-je bien identifié </a:t>
            </a:r>
            <a:r>
              <a:rPr lang="fr-FR" sz="1200" b="1" i="1">
                <a:solidFill>
                  <a:schemeClr val="tx1"/>
                </a:solidFill>
                <a:latin typeface="Avenir LT Std 55 Roman" panose="020B0503020203020204" pitchFamily="34" charset="0"/>
                <a:cs typeface="Times New Roman" panose="02020603050405020304" pitchFamily="18" charset="0"/>
              </a:rPr>
              <a:t>leurs enjeux et leurs priorités</a:t>
            </a:r>
            <a:r>
              <a:rPr lang="fr-FR" sz="1200">
                <a:solidFill>
                  <a:schemeClr val="tx1"/>
                </a:solidFill>
                <a:latin typeface="Avenir LT Std 55 Roman" panose="020B0503020203020204" pitchFamily="34" charset="0"/>
                <a:cs typeface="Times New Roman" panose="02020603050405020304" pitchFamily="18" charset="0"/>
              </a:rPr>
              <a:t> ?</a:t>
            </a:r>
          </a:p>
        </p:txBody>
      </p:sp>
      <p:sp>
        <p:nvSpPr>
          <p:cNvPr id="168" name="Rectangle : coins arrondis 167">
            <a:extLst>
              <a:ext uri="{FF2B5EF4-FFF2-40B4-BE49-F238E27FC236}">
                <a16:creationId xmlns:a16="http://schemas.microsoft.com/office/drawing/2014/main" id="{FF5721A7-F438-FE75-2FF8-98043F4F8CC5}"/>
              </a:ext>
            </a:extLst>
          </p:cNvPr>
          <p:cNvSpPr/>
          <p:nvPr/>
        </p:nvSpPr>
        <p:spPr>
          <a:xfrm>
            <a:off x="6229779" y="2285304"/>
            <a:ext cx="5751893" cy="1446853"/>
          </a:xfrm>
          <a:prstGeom prst="roundRect">
            <a:avLst>
              <a:gd name="adj" fmla="val 0"/>
            </a:avLst>
          </a:prstGeom>
          <a:solidFill>
            <a:srgbClr val="F6F9FC"/>
          </a:solid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9050" lvl="0" algn="just">
              <a:lnSpc>
                <a:spcPts val="1400"/>
              </a:lnSpc>
              <a:spcAft>
                <a:spcPts val="600"/>
              </a:spcAft>
              <a:tabLst>
                <a:tab pos="180975" algn="l"/>
              </a:tabLst>
              <a:defRPr/>
            </a:pPr>
            <a:endParaRPr lang="fr-FR" sz="1000">
              <a:solidFill>
                <a:srgbClr val="000000"/>
              </a:solidFill>
              <a:latin typeface="Avenir LT Std 55 Roman" panose="020B0503020203020204" pitchFamily="34" charset="0"/>
              <a:cs typeface="Times New Roman" panose="02020603050405020304" pitchFamily="18" charset="0"/>
            </a:endParaRPr>
          </a:p>
        </p:txBody>
      </p:sp>
      <p:sp>
        <p:nvSpPr>
          <p:cNvPr id="107" name="Rectangle : coins arrondis 106">
            <a:extLst>
              <a:ext uri="{FF2B5EF4-FFF2-40B4-BE49-F238E27FC236}">
                <a16:creationId xmlns:a16="http://schemas.microsoft.com/office/drawing/2014/main" id="{1A89BF56-7E57-60DB-02FE-2639A804E4AA}"/>
              </a:ext>
            </a:extLst>
          </p:cNvPr>
          <p:cNvSpPr/>
          <p:nvPr/>
        </p:nvSpPr>
        <p:spPr>
          <a:xfrm>
            <a:off x="7052664" y="2875465"/>
            <a:ext cx="4717648" cy="65912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sp>
        <p:nvSpPr>
          <p:cNvPr id="16" name="Rectangle : coins arrondis 15">
            <a:extLst>
              <a:ext uri="{FF2B5EF4-FFF2-40B4-BE49-F238E27FC236}">
                <a16:creationId xmlns:a16="http://schemas.microsoft.com/office/drawing/2014/main" id="{6F80DB60-AA00-E187-3D82-82E042CC9EA5}"/>
              </a:ext>
            </a:extLst>
          </p:cNvPr>
          <p:cNvSpPr/>
          <p:nvPr/>
        </p:nvSpPr>
        <p:spPr>
          <a:xfrm>
            <a:off x="206672" y="1889361"/>
            <a:ext cx="5740809" cy="504694"/>
          </a:xfrm>
          <a:prstGeom prst="roundRect">
            <a:avLst/>
          </a:prstGeom>
          <a:solidFill>
            <a:srgbClr val="00B3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400" b="1" i="1">
                <a:solidFill>
                  <a:schemeClr val="bg1"/>
                </a:solidFill>
              </a:rPr>
              <a:t>Les questions à se poser</a:t>
            </a:r>
          </a:p>
        </p:txBody>
      </p:sp>
      <p:sp>
        <p:nvSpPr>
          <p:cNvPr id="5" name="Rectangle 4">
            <a:extLst>
              <a:ext uri="{FF2B5EF4-FFF2-40B4-BE49-F238E27FC236}">
                <a16:creationId xmlns:a16="http://schemas.microsoft.com/office/drawing/2014/main" id="{EA3EBB20-D3D1-1127-1AC8-E909A5596D96}"/>
              </a:ext>
            </a:extLst>
          </p:cNvPr>
          <p:cNvSpPr/>
          <p:nvPr/>
        </p:nvSpPr>
        <p:spPr>
          <a:xfrm>
            <a:off x="-3064" y="378372"/>
            <a:ext cx="12195063" cy="1427747"/>
          </a:xfrm>
          <a:prstGeom prst="rect">
            <a:avLst/>
          </a:prstGeom>
          <a:solidFill>
            <a:srgbClr val="DFF1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5963">
              <a:spcAft>
                <a:spcPts val="1200"/>
              </a:spcAft>
              <a:buClr>
                <a:schemeClr val="tx1"/>
              </a:buClr>
            </a:pPr>
            <a:r>
              <a:rPr lang="fr-FR">
                <a:solidFill>
                  <a:schemeClr val="tx1"/>
                </a:solidFill>
                <a:latin typeface="Avenir LT Std 55 Roman" panose="020B0503020203020204" pitchFamily="34" charset="0"/>
              </a:rPr>
              <a:t>S’appuyer sur des </a:t>
            </a:r>
            <a:r>
              <a:rPr lang="fr-FR" b="1">
                <a:solidFill>
                  <a:srgbClr val="00B388"/>
                </a:solidFill>
                <a:latin typeface="Avenir LT Std 65 Medium" panose="020B0803020203020204" pitchFamily="34" charset="0"/>
              </a:rPr>
              <a:t>dispositifs d’écoute active et d’échanges avec les agents</a:t>
            </a:r>
            <a:r>
              <a:rPr lang="fr-FR" sz="2000" b="1">
                <a:solidFill>
                  <a:srgbClr val="00B388"/>
                </a:solidFill>
                <a:latin typeface="Avenir LT Std 65 Medium" panose="020B0803020203020204" pitchFamily="34" charset="0"/>
              </a:rPr>
              <a:t> </a:t>
            </a:r>
            <a:r>
              <a:rPr lang="fr-FR">
                <a:solidFill>
                  <a:schemeClr val="tx1"/>
                </a:solidFill>
                <a:latin typeface="Avenir LT Std 55 Roman" panose="020B0503020203020204" pitchFamily="34" charset="0"/>
              </a:rPr>
              <a:t>pour être informé des interrogations des agents dès la phase amont et aux moments clés du projet, et comprendre les enjeux des parties prenantes. </a:t>
            </a:r>
          </a:p>
        </p:txBody>
      </p:sp>
      <p:sp>
        <p:nvSpPr>
          <p:cNvPr id="6" name="Triangle isocèle 5">
            <a:extLst>
              <a:ext uri="{FF2B5EF4-FFF2-40B4-BE49-F238E27FC236}">
                <a16:creationId xmlns:a16="http://schemas.microsoft.com/office/drawing/2014/main" id="{6C83750F-E334-2D95-CFF2-7C7AED5ED920}"/>
              </a:ext>
            </a:extLst>
          </p:cNvPr>
          <p:cNvSpPr/>
          <p:nvPr/>
        </p:nvSpPr>
        <p:spPr>
          <a:xfrm rot="5400000">
            <a:off x="34126" y="929868"/>
            <a:ext cx="782530" cy="324754"/>
          </a:xfrm>
          <a:prstGeom prst="triangle">
            <a:avLst/>
          </a:prstGeom>
          <a:solidFill>
            <a:srgbClr val="1547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18" name="Rectangle : coins arrondis 17">
            <a:extLst>
              <a:ext uri="{FF2B5EF4-FFF2-40B4-BE49-F238E27FC236}">
                <a16:creationId xmlns:a16="http://schemas.microsoft.com/office/drawing/2014/main" id="{54F22070-529D-091E-A071-9AABB516DA95}"/>
              </a:ext>
            </a:extLst>
          </p:cNvPr>
          <p:cNvSpPr/>
          <p:nvPr/>
        </p:nvSpPr>
        <p:spPr>
          <a:xfrm>
            <a:off x="6233435" y="1889361"/>
            <a:ext cx="5751893" cy="504694"/>
          </a:xfrm>
          <a:prstGeom prst="round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400" b="1" i="1">
                <a:solidFill>
                  <a:schemeClr val="bg1"/>
                </a:solidFill>
              </a:rPr>
              <a:t>Ressources à ma disposition</a:t>
            </a:r>
          </a:p>
        </p:txBody>
      </p:sp>
      <p:sp>
        <p:nvSpPr>
          <p:cNvPr id="21" name="Rectangle : coins arrondis 20">
            <a:extLst>
              <a:ext uri="{FF2B5EF4-FFF2-40B4-BE49-F238E27FC236}">
                <a16:creationId xmlns:a16="http://schemas.microsoft.com/office/drawing/2014/main" id="{3DC2C9A5-1421-F507-70D9-4475C3C74836}"/>
              </a:ext>
            </a:extLst>
          </p:cNvPr>
          <p:cNvSpPr/>
          <p:nvPr/>
        </p:nvSpPr>
        <p:spPr>
          <a:xfrm>
            <a:off x="6229780" y="3788359"/>
            <a:ext cx="5715146" cy="2550602"/>
          </a:xfrm>
          <a:prstGeom prst="roundRect">
            <a:avLst>
              <a:gd name="adj" fmla="val 7884"/>
            </a:avLst>
          </a:prstGeom>
          <a:solidFill>
            <a:srgbClr val="FBFBFB"/>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defRPr/>
            </a:pPr>
            <a:r>
              <a:rPr kumimoji="0" lang="fr-FR" sz="900" b="0" i="1" u="none" strike="noStrike" kern="1200" cap="none" spc="0" normalizeH="0" baseline="0" noProof="0">
                <a:ln>
                  <a:noFill/>
                </a:ln>
                <a:solidFill>
                  <a:srgbClr val="FFFFFF">
                    <a:lumMod val="50000"/>
                  </a:srgbClr>
                </a:solidFill>
                <a:effectLst/>
                <a:uLnTx/>
                <a:uFillTx/>
                <a:latin typeface="Avenir LT Std 35 Light" panose="020B0402020203020204" pitchFamily="34" charset="0"/>
                <a:ea typeface="+mn-ea"/>
                <a:cs typeface="+mn-cs"/>
              </a:rPr>
              <a:t>Zone de texte libre</a:t>
            </a:r>
          </a:p>
        </p:txBody>
      </p:sp>
      <p:sp>
        <p:nvSpPr>
          <p:cNvPr id="43" name="Ellipse 42">
            <a:extLst>
              <a:ext uri="{FF2B5EF4-FFF2-40B4-BE49-F238E27FC236}">
                <a16:creationId xmlns:a16="http://schemas.microsoft.com/office/drawing/2014/main" id="{C2E19F67-EA05-6DF9-C1B7-7F9C2C2B77F4}"/>
              </a:ext>
            </a:extLst>
          </p:cNvPr>
          <p:cNvSpPr/>
          <p:nvPr/>
        </p:nvSpPr>
        <p:spPr>
          <a:xfrm>
            <a:off x="6682059" y="1894046"/>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pic>
        <p:nvPicPr>
          <p:cNvPr id="42" name="Image 41">
            <a:extLst>
              <a:ext uri="{FF2B5EF4-FFF2-40B4-BE49-F238E27FC236}">
                <a16:creationId xmlns:a16="http://schemas.microsoft.com/office/drawing/2014/main" id="{A1F41E8D-A957-5776-2DA0-D75F038EAD37}"/>
              </a:ext>
            </a:extLst>
          </p:cNvPr>
          <p:cNvPicPr>
            <a:picLocks noChangeAspect="1"/>
          </p:cNvPicPr>
          <p:nvPr/>
        </p:nvPicPr>
        <p:blipFill>
          <a:blip r:embed="rId3"/>
          <a:stretch>
            <a:fillRect/>
          </a:stretch>
        </p:blipFill>
        <p:spPr>
          <a:xfrm>
            <a:off x="6806176" y="1887770"/>
            <a:ext cx="485486" cy="621422"/>
          </a:xfrm>
          <a:prstGeom prst="rect">
            <a:avLst/>
          </a:prstGeom>
        </p:spPr>
      </p:pic>
      <p:sp>
        <p:nvSpPr>
          <p:cNvPr id="85" name="Rectangle : coins arrondis 84">
            <a:extLst>
              <a:ext uri="{FF2B5EF4-FFF2-40B4-BE49-F238E27FC236}">
                <a16:creationId xmlns:a16="http://schemas.microsoft.com/office/drawing/2014/main" id="{A9AC71AD-8BA0-15D1-5731-B0DBCC5EB9AC}"/>
              </a:ext>
            </a:extLst>
          </p:cNvPr>
          <p:cNvSpPr/>
          <p:nvPr/>
        </p:nvSpPr>
        <p:spPr>
          <a:xfrm>
            <a:off x="6336832" y="2544206"/>
            <a:ext cx="1883143" cy="35624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ts val="900"/>
              </a:lnSpc>
              <a:spcBef>
                <a:spcPts val="300"/>
              </a:spcBef>
              <a:buClr>
                <a:srgbClr val="0084D4"/>
              </a:buClr>
              <a:defRPr/>
            </a:pPr>
            <a:r>
              <a:rPr lang="fr-FR" sz="1100" b="1" i="1">
                <a:solidFill>
                  <a:schemeClr val="tx1"/>
                </a:solidFill>
                <a:latin typeface="Avenir LT Std 65 Medium" panose="020B0803020203020204" pitchFamily="34" charset="0"/>
              </a:rPr>
              <a:t>Ressource</a:t>
            </a:r>
            <a:br>
              <a:rPr lang="fr-FR" sz="1000" b="1" i="1">
                <a:solidFill>
                  <a:schemeClr val="tx1"/>
                </a:solidFill>
                <a:latin typeface="Avenir LT Std 65 Medium" panose="020B0803020203020204" pitchFamily="34" charset="0"/>
              </a:rPr>
            </a:br>
            <a:r>
              <a:rPr lang="fr-FR" sz="900" i="1">
                <a:solidFill>
                  <a:srgbClr val="FFFFFF">
                    <a:lumMod val="50000"/>
                  </a:srgbClr>
                </a:solidFill>
                <a:latin typeface="Avenir LT Std 35 Light" panose="020B0402020203020204" pitchFamily="34" charset="0"/>
              </a:rPr>
              <a:t>(accessible en cliquant dessus)</a:t>
            </a:r>
          </a:p>
        </p:txBody>
      </p:sp>
      <p:sp>
        <p:nvSpPr>
          <p:cNvPr id="86" name="Rectangle : coins arrondis 85">
            <a:extLst>
              <a:ext uri="{FF2B5EF4-FFF2-40B4-BE49-F238E27FC236}">
                <a16:creationId xmlns:a16="http://schemas.microsoft.com/office/drawing/2014/main" id="{76B49A98-D0E1-04D9-0CF5-358A52D04A4C}"/>
              </a:ext>
            </a:extLst>
          </p:cNvPr>
          <p:cNvSpPr/>
          <p:nvPr/>
        </p:nvSpPr>
        <p:spPr>
          <a:xfrm>
            <a:off x="8517576" y="2544206"/>
            <a:ext cx="1959272" cy="32903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000" b="1" i="1">
                <a:solidFill>
                  <a:schemeClr val="tx1"/>
                </a:solidFill>
                <a:latin typeface="Avenir LT Std 65 Medium" panose="020B0803020203020204" pitchFamily="34" charset="0"/>
              </a:rPr>
              <a:t>Ce qu’elle apporte</a:t>
            </a:r>
          </a:p>
        </p:txBody>
      </p:sp>
      <p:sp>
        <p:nvSpPr>
          <p:cNvPr id="84" name="Rectangle 83">
            <a:extLst>
              <a:ext uri="{FF2B5EF4-FFF2-40B4-BE49-F238E27FC236}">
                <a16:creationId xmlns:a16="http://schemas.microsoft.com/office/drawing/2014/main" id="{7F13192A-AA3F-7F6C-B4FC-8567FA0FABE8}"/>
              </a:ext>
            </a:extLst>
          </p:cNvPr>
          <p:cNvSpPr/>
          <p:nvPr/>
        </p:nvSpPr>
        <p:spPr>
          <a:xfrm>
            <a:off x="6710527" y="3007084"/>
            <a:ext cx="1885365"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tlCol="0" anchor="ctr"/>
          <a:lstStyle/>
          <a:p>
            <a:r>
              <a:rPr lang="fr-FR" sz="1000" b="1">
                <a:solidFill>
                  <a:srgbClr val="306A92"/>
                </a:solidFill>
                <a:latin typeface="Avenir LT Std 45 Book" panose="020B0502020203020204" pitchFamily="34" charset="0"/>
              </a:rPr>
              <a:t>Outil de remontée d’informations / outil d’expression des salariés </a:t>
            </a:r>
            <a:endParaRPr lang="fr-FR" sz="1000" b="1">
              <a:solidFill>
                <a:srgbClr val="306A92"/>
              </a:solidFill>
              <a:highlight>
                <a:srgbClr val="FFFF00"/>
              </a:highlight>
              <a:latin typeface="Avenir LT Std 45 Book" panose="020B0502020203020204" pitchFamily="34" charset="0"/>
            </a:endParaRPr>
          </a:p>
        </p:txBody>
      </p:sp>
      <p:sp>
        <p:nvSpPr>
          <p:cNvPr id="89" name="Rectangle 88">
            <a:extLst>
              <a:ext uri="{FF2B5EF4-FFF2-40B4-BE49-F238E27FC236}">
                <a16:creationId xmlns:a16="http://schemas.microsoft.com/office/drawing/2014/main" id="{DD478115-501B-7B2A-B4A1-4F3DEACD615E}"/>
              </a:ext>
            </a:extLst>
          </p:cNvPr>
          <p:cNvSpPr/>
          <p:nvPr/>
        </p:nvSpPr>
        <p:spPr>
          <a:xfrm>
            <a:off x="8650572" y="3007084"/>
            <a:ext cx="2328756"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defTabSz="914355"/>
            <a:r>
              <a:rPr lang="fr-FR" sz="900">
                <a:solidFill>
                  <a:schemeClr val="tx1"/>
                </a:solidFill>
                <a:latin typeface="Avenir LT Std 35 Light" panose="020B0402020203020204" pitchFamily="34" charset="0"/>
              </a:rPr>
              <a:t>Recueil des interrogations des salariés permettant de faire émerger les dysfonctionnements dans le cadre d’un projet</a:t>
            </a:r>
          </a:p>
        </p:txBody>
      </p:sp>
      <p:sp>
        <p:nvSpPr>
          <p:cNvPr id="91" name="Rectangle 90">
            <a:extLst>
              <a:ext uri="{FF2B5EF4-FFF2-40B4-BE49-F238E27FC236}">
                <a16:creationId xmlns:a16="http://schemas.microsoft.com/office/drawing/2014/main" id="{74A78B58-F72F-5623-69CB-BB50FA05F264}"/>
              </a:ext>
            </a:extLst>
          </p:cNvPr>
          <p:cNvSpPr/>
          <p:nvPr/>
        </p:nvSpPr>
        <p:spPr>
          <a:xfrm>
            <a:off x="10932285" y="3007084"/>
            <a:ext cx="623068"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latin typeface="Avenir LT Std 45 Book" panose="020B0502020203020204" pitchFamily="34" charset="0"/>
              </a:rPr>
              <a:t>~ xx</a:t>
            </a:r>
          </a:p>
        </p:txBody>
      </p:sp>
      <p:pic>
        <p:nvPicPr>
          <p:cNvPr id="146" name="Graphique 145" descr="Cœur avec un remplissage uni">
            <a:extLst>
              <a:ext uri="{FF2B5EF4-FFF2-40B4-BE49-F238E27FC236}">
                <a16:creationId xmlns:a16="http://schemas.microsoft.com/office/drawing/2014/main" id="{B84F3A70-F907-3CBD-EA09-EAEB0CE8F19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80997" y="2533060"/>
            <a:ext cx="288595" cy="288595"/>
          </a:xfrm>
          <a:prstGeom prst="rect">
            <a:avLst/>
          </a:prstGeom>
        </p:spPr>
      </p:pic>
      <p:pic>
        <p:nvPicPr>
          <p:cNvPr id="148" name="Graphique 147" descr="Sablier plein avec un remplissage uni">
            <a:extLst>
              <a:ext uri="{FF2B5EF4-FFF2-40B4-BE49-F238E27FC236}">
                <a16:creationId xmlns:a16="http://schemas.microsoft.com/office/drawing/2014/main" id="{E1A05BE7-AEFF-9259-6FB6-D01261AD206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089885" y="2536313"/>
            <a:ext cx="281763" cy="281763"/>
          </a:xfrm>
          <a:prstGeom prst="rect">
            <a:avLst/>
          </a:prstGeom>
        </p:spPr>
      </p:pic>
      <p:grpSp>
        <p:nvGrpSpPr>
          <p:cNvPr id="152" name="Groupe 151">
            <a:extLst>
              <a:ext uri="{FF2B5EF4-FFF2-40B4-BE49-F238E27FC236}">
                <a16:creationId xmlns:a16="http://schemas.microsoft.com/office/drawing/2014/main" id="{2BD335FA-D7C5-3DB1-C322-9F17F10B0FFA}"/>
              </a:ext>
            </a:extLst>
          </p:cNvPr>
          <p:cNvGrpSpPr/>
          <p:nvPr/>
        </p:nvGrpSpPr>
        <p:grpSpPr>
          <a:xfrm>
            <a:off x="11610032" y="3104443"/>
            <a:ext cx="315567" cy="274775"/>
            <a:chOff x="11492282" y="2015291"/>
            <a:chExt cx="315567" cy="274775"/>
          </a:xfrm>
        </p:grpSpPr>
        <p:pic>
          <p:nvPicPr>
            <p:cNvPr id="150" name="Graphique 149" descr="Cœur contour">
              <a:extLst>
                <a:ext uri="{FF2B5EF4-FFF2-40B4-BE49-F238E27FC236}">
                  <a16:creationId xmlns:a16="http://schemas.microsoft.com/office/drawing/2014/main" id="{CECFC279-F669-348C-2843-B6EF3856BE0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492282" y="2015291"/>
              <a:ext cx="214188" cy="214188"/>
            </a:xfrm>
            <a:prstGeom prst="rect">
              <a:avLst/>
            </a:prstGeom>
          </p:spPr>
        </p:pic>
        <p:sp>
          <p:nvSpPr>
            <p:cNvPr id="151" name="Rectangle 150">
              <a:extLst>
                <a:ext uri="{FF2B5EF4-FFF2-40B4-BE49-F238E27FC236}">
                  <a16:creationId xmlns:a16="http://schemas.microsoft.com/office/drawing/2014/main" id="{F8F9D488-0DEF-49BF-A624-13750256C8D1}"/>
                </a:ext>
              </a:extLst>
            </p:cNvPr>
            <p:cNvSpPr/>
            <p:nvPr/>
          </p:nvSpPr>
          <p:spPr>
            <a:xfrm>
              <a:off x="11593661" y="2101883"/>
              <a:ext cx="214188" cy="1881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306A92"/>
                  </a:solidFill>
                </a:rPr>
                <a:t>2</a:t>
              </a:r>
              <a:endParaRPr lang="fr-FR" sz="1200" b="1">
                <a:solidFill>
                  <a:srgbClr val="306A92"/>
                </a:solidFill>
              </a:endParaRPr>
            </a:p>
          </p:txBody>
        </p:sp>
      </p:grpSp>
      <p:sp>
        <p:nvSpPr>
          <p:cNvPr id="12" name="Ellipse 11">
            <a:extLst>
              <a:ext uri="{FF2B5EF4-FFF2-40B4-BE49-F238E27FC236}">
                <a16:creationId xmlns:a16="http://schemas.microsoft.com/office/drawing/2014/main" id="{E09E69E9-64EC-533C-1EE2-091306398709}"/>
              </a:ext>
            </a:extLst>
          </p:cNvPr>
          <p:cNvSpPr/>
          <p:nvPr/>
        </p:nvSpPr>
        <p:spPr>
          <a:xfrm>
            <a:off x="864443" y="1904403"/>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pic>
        <p:nvPicPr>
          <p:cNvPr id="11" name="Graphique 10" descr="Ampoule et crayon avec un remplissage uni">
            <a:extLst>
              <a:ext uri="{FF2B5EF4-FFF2-40B4-BE49-F238E27FC236}">
                <a16:creationId xmlns:a16="http://schemas.microsoft.com/office/drawing/2014/main" id="{958A37AC-B42B-F233-BEFF-95DD043E89A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51179" y="1955818"/>
            <a:ext cx="402694" cy="402694"/>
          </a:xfrm>
          <a:prstGeom prst="rect">
            <a:avLst/>
          </a:prstGeom>
        </p:spPr>
      </p:pic>
      <p:pic>
        <p:nvPicPr>
          <p:cNvPr id="2" name="Graphique 1" descr="Outils avec un remplissage uni">
            <a:extLst>
              <a:ext uri="{FF2B5EF4-FFF2-40B4-BE49-F238E27FC236}">
                <a16:creationId xmlns:a16="http://schemas.microsoft.com/office/drawing/2014/main" id="{642F2C95-5FC2-22B3-3054-4DE18EA9D93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flipH="1">
            <a:off x="6364276" y="3035345"/>
            <a:ext cx="290825" cy="290825"/>
          </a:xfrm>
          <a:prstGeom prst="rect">
            <a:avLst/>
          </a:prstGeom>
        </p:spPr>
      </p:pic>
      <p:sp>
        <p:nvSpPr>
          <p:cNvPr id="10" name="Rectangle 9">
            <a:extLst>
              <a:ext uri="{FF2B5EF4-FFF2-40B4-BE49-F238E27FC236}">
                <a16:creationId xmlns:a16="http://schemas.microsoft.com/office/drawing/2014/main" id="{5B16DB91-8302-B91C-5DF9-E3529F2DED02}"/>
              </a:ext>
            </a:extLst>
          </p:cNvPr>
          <p:cNvSpPr/>
          <p:nvPr/>
        </p:nvSpPr>
        <p:spPr>
          <a:xfrm>
            <a:off x="6789598" y="3484557"/>
            <a:ext cx="873752" cy="100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fr-FR" sz="800" b="1">
                <a:latin typeface="Avenir LT Std 45 Book" panose="020B0502020203020204" pitchFamily="34" charset="0"/>
              </a:rPr>
              <a:t>Non disponible</a:t>
            </a:r>
          </a:p>
        </p:txBody>
      </p:sp>
      <p:grpSp>
        <p:nvGrpSpPr>
          <p:cNvPr id="9" name="Groupe 8">
            <a:extLst>
              <a:ext uri="{FF2B5EF4-FFF2-40B4-BE49-F238E27FC236}">
                <a16:creationId xmlns:a16="http://schemas.microsoft.com/office/drawing/2014/main" id="{0FBE84CF-3C35-B966-E42E-CD6D426B370A}"/>
              </a:ext>
            </a:extLst>
          </p:cNvPr>
          <p:cNvGrpSpPr>
            <a:grpSpLocks noChangeAspect="1"/>
          </p:cNvGrpSpPr>
          <p:nvPr/>
        </p:nvGrpSpPr>
        <p:grpSpPr>
          <a:xfrm>
            <a:off x="11001871" y="6336764"/>
            <a:ext cx="1082632" cy="444130"/>
            <a:chOff x="5810" y="1578917"/>
            <a:chExt cx="559801" cy="229645"/>
          </a:xfrm>
        </p:grpSpPr>
        <p:sp>
          <p:nvSpPr>
            <p:cNvPr id="13" name="Rectangle : coins arrondis 12">
              <a:hlinkClick r:id="rId9" action="ppaction://hlinksldjump"/>
              <a:extLst>
                <a:ext uri="{FF2B5EF4-FFF2-40B4-BE49-F238E27FC236}">
                  <a16:creationId xmlns:a16="http://schemas.microsoft.com/office/drawing/2014/main" id="{EB8AAD91-46E6-5E43-008E-1FEEBA4973E0}"/>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hlinkClick r:id="rId9"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ndParaRPr>
            </a:p>
          </p:txBody>
        </p:sp>
        <p:pic>
          <p:nvPicPr>
            <p:cNvPr id="14" name="Graphique 13" descr="Retour avec un remplissage uni">
              <a:hlinkClick r:id="rId9" action="ppaction://hlinksldjump"/>
              <a:extLst>
                <a:ext uri="{FF2B5EF4-FFF2-40B4-BE49-F238E27FC236}">
                  <a16:creationId xmlns:a16="http://schemas.microsoft.com/office/drawing/2014/main" id="{96A5451C-CC4A-B22D-07A8-77C79F76826A}"/>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9060" y="1578917"/>
              <a:ext cx="229645" cy="229645"/>
            </a:xfrm>
            <a:prstGeom prst="rect">
              <a:avLst/>
            </a:prstGeom>
          </p:spPr>
        </p:pic>
      </p:grpSp>
      <p:sp>
        <p:nvSpPr>
          <p:cNvPr id="26" name="Rectangle : coins arrondis 25">
            <a:extLst>
              <a:ext uri="{FF2B5EF4-FFF2-40B4-BE49-F238E27FC236}">
                <a16:creationId xmlns:a16="http://schemas.microsoft.com/office/drawing/2014/main" id="{2D832193-424B-237E-E452-5A87C7B6E9DC}"/>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DC582A"/>
                </a:solidFill>
              </a:rPr>
              <a:t>PROTOTYPE</a:t>
            </a:r>
          </a:p>
        </p:txBody>
      </p:sp>
      <p:sp>
        <p:nvSpPr>
          <p:cNvPr id="7" name="Flèche : chevron 8 - 2 - 1">
            <a:extLst>
              <a:ext uri="{FF2B5EF4-FFF2-40B4-BE49-F238E27FC236}">
                <a16:creationId xmlns:a16="http://schemas.microsoft.com/office/drawing/2014/main" id="{3D7D1866-4103-D5C8-B20C-89569FCD92DB}"/>
              </a:ext>
            </a:extLst>
          </p:cNvPr>
          <p:cNvSpPr/>
          <p:nvPr/>
        </p:nvSpPr>
        <p:spPr>
          <a:xfrm>
            <a:off x="6924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impacts humains</a:t>
            </a:r>
          </a:p>
        </p:txBody>
      </p:sp>
      <p:sp>
        <p:nvSpPr>
          <p:cNvPr id="20" name="Flèche : chevron 8 - 2 - 1">
            <a:extLst>
              <a:ext uri="{FF2B5EF4-FFF2-40B4-BE49-F238E27FC236}">
                <a16:creationId xmlns:a16="http://schemas.microsoft.com/office/drawing/2014/main" id="{21E367B2-F772-A372-4476-131B04A4832F}"/>
              </a:ext>
            </a:extLst>
          </p:cNvPr>
          <p:cNvSpPr/>
          <p:nvPr/>
        </p:nvSpPr>
        <p:spPr>
          <a:xfrm>
            <a:off x="1776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a:t>
            </a:r>
            <a:r>
              <a:rPr lang="fr-FR" sz="1100" b="1" err="1">
                <a:solidFill>
                  <a:schemeClr val="bg1">
                    <a:lumMod val="50000"/>
                  </a:schemeClr>
                </a:solidFill>
                <a:latin typeface="Avenir LT Std 45 Book" panose="020B0502020203020204" pitchFamily="34" charset="0"/>
              </a:rPr>
              <a:t>moi-mëme</a:t>
            </a:r>
            <a:endParaRPr lang="fr-FR" sz="1100" b="1">
              <a:solidFill>
                <a:schemeClr val="bg1">
                  <a:lumMod val="50000"/>
                </a:schemeClr>
              </a:solidFill>
              <a:latin typeface="Avenir LT Std 45 Book" panose="020B0502020203020204" pitchFamily="34" charset="0"/>
            </a:endParaRPr>
          </a:p>
        </p:txBody>
      </p:sp>
      <p:sp>
        <p:nvSpPr>
          <p:cNvPr id="29" name="Flèche : chevron 8 - 2 - 1">
            <a:extLst>
              <a:ext uri="{FF2B5EF4-FFF2-40B4-BE49-F238E27FC236}">
                <a16:creationId xmlns:a16="http://schemas.microsoft.com/office/drawing/2014/main" id="{414A8795-10AA-0BAA-3941-AC2958A7DE15}"/>
              </a:ext>
            </a:extLst>
          </p:cNvPr>
          <p:cNvSpPr/>
          <p:nvPr/>
        </p:nvSpPr>
        <p:spPr>
          <a:xfrm>
            <a:off x="5244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des impacts humains</a:t>
            </a:r>
          </a:p>
        </p:txBody>
      </p:sp>
      <p:sp>
        <p:nvSpPr>
          <p:cNvPr id="31" name="Flèche : chevron 8 - 2 - 1">
            <a:extLst>
              <a:ext uri="{FF2B5EF4-FFF2-40B4-BE49-F238E27FC236}">
                <a16:creationId xmlns:a16="http://schemas.microsoft.com/office/drawing/2014/main" id="{DE90C4EC-16DE-DD4E-18BB-19FA0C640C36}"/>
              </a:ext>
            </a:extLst>
          </p:cNvPr>
          <p:cNvSpPr/>
          <p:nvPr/>
        </p:nvSpPr>
        <p:spPr>
          <a:xfrm>
            <a:off x="636000" y="21771"/>
            <a:ext cx="115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Cas d’usage</a:t>
            </a:r>
          </a:p>
        </p:txBody>
      </p:sp>
      <p:sp>
        <p:nvSpPr>
          <p:cNvPr id="33" name="Flèche : chevron 8 - 2 - 1">
            <a:extLst>
              <a:ext uri="{FF2B5EF4-FFF2-40B4-BE49-F238E27FC236}">
                <a16:creationId xmlns:a16="http://schemas.microsoft.com/office/drawing/2014/main" id="{A7EC2A06-1D85-93D2-C74D-65B0783C17DE}"/>
              </a:ext>
            </a:extLst>
          </p:cNvPr>
          <p:cNvSpPr/>
          <p:nvPr/>
        </p:nvSpPr>
        <p:spPr>
          <a:xfrm>
            <a:off x="3456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pour moi-même</a:t>
            </a:r>
          </a:p>
        </p:txBody>
      </p:sp>
      <p:sp>
        <p:nvSpPr>
          <p:cNvPr id="35" name="Flèche : pentagone 3">
            <a:extLst>
              <a:ext uri="{FF2B5EF4-FFF2-40B4-BE49-F238E27FC236}">
                <a16:creationId xmlns:a16="http://schemas.microsoft.com/office/drawing/2014/main" id="{E3A61DDB-F24D-90FA-FC5E-8EDAD393BE9A}"/>
              </a:ext>
            </a:extLst>
          </p:cNvPr>
          <p:cNvSpPr/>
          <p:nvPr/>
        </p:nvSpPr>
        <p:spPr>
          <a:xfrm>
            <a:off x="0" y="21771"/>
            <a:ext cx="648000" cy="288000"/>
          </a:xfrm>
          <a:prstGeom prst="homePlate">
            <a:avLst>
              <a:gd name="adj" fmla="val 26503"/>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Accueil</a:t>
            </a:r>
          </a:p>
        </p:txBody>
      </p:sp>
      <p:sp>
        <p:nvSpPr>
          <p:cNvPr id="37" name="Flèche : chevron 8 - 2 - 1">
            <a:extLst>
              <a:ext uri="{FF2B5EF4-FFF2-40B4-BE49-F238E27FC236}">
                <a16:creationId xmlns:a16="http://schemas.microsoft.com/office/drawing/2014/main" id="{9DB4B009-6F3C-93BF-9772-362714B06ADE}"/>
              </a:ext>
            </a:extLst>
          </p:cNvPr>
          <p:cNvSpPr/>
          <p:nvPr/>
        </p:nvSpPr>
        <p:spPr>
          <a:xfrm>
            <a:off x="8712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a:t>
            </a:r>
            <a:br>
              <a:rPr lang="fr-FR" sz="1100" b="1">
                <a:solidFill>
                  <a:schemeClr val="bg1">
                    <a:lumMod val="50000"/>
                  </a:schemeClr>
                </a:solidFill>
                <a:latin typeface="Avenir LT Std 45 Book" panose="020B0502020203020204" pitchFamily="34" charset="0"/>
              </a:rPr>
            </a:br>
            <a:r>
              <a:rPr lang="fr-FR" sz="1100" b="1">
                <a:solidFill>
                  <a:schemeClr val="bg1">
                    <a:lumMod val="50000"/>
                  </a:schemeClr>
                </a:solidFill>
                <a:latin typeface="Avenir LT Std 45 Book" panose="020B0502020203020204" pitchFamily="34" charset="0"/>
              </a:rPr>
              <a:t>préparer le collectif</a:t>
            </a:r>
          </a:p>
        </p:txBody>
      </p:sp>
      <p:sp>
        <p:nvSpPr>
          <p:cNvPr id="39" name="Flèche : chevron 8 - 2 - 1">
            <a:extLst>
              <a:ext uri="{FF2B5EF4-FFF2-40B4-BE49-F238E27FC236}">
                <a16:creationId xmlns:a16="http://schemas.microsoft.com/office/drawing/2014/main" id="{2BE37BE4-26D8-46F8-ED11-E40F0F5D95E0}"/>
              </a:ext>
            </a:extLst>
          </p:cNvPr>
          <p:cNvSpPr/>
          <p:nvPr/>
        </p:nvSpPr>
        <p:spPr>
          <a:xfrm>
            <a:off x="10392000" y="21771"/>
            <a:ext cx="1800000" cy="288000"/>
          </a:xfrm>
          <a:prstGeom prst="chevron">
            <a:avLst>
              <a:gd name="adj" fmla="val 28278"/>
            </a:avLst>
          </a:prstGeom>
          <a:solidFill>
            <a:srgbClr val="A1D6CA"/>
          </a:solidFill>
          <a:ln w="28575">
            <a:solidFill>
              <a:srgbClr val="A1D6CA"/>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rgbClr val="154734"/>
                </a:solidFill>
                <a:latin typeface="Avenir LT Std 45 Book" panose="020B0502020203020204" pitchFamily="34" charset="0"/>
              </a:rPr>
              <a:t>Ressources préparation collectif</a:t>
            </a:r>
          </a:p>
        </p:txBody>
      </p:sp>
    </p:spTree>
    <p:extLst>
      <p:ext uri="{BB962C8B-B14F-4D97-AF65-F5344CB8AC3E}">
        <p14:creationId xmlns:p14="http://schemas.microsoft.com/office/powerpoint/2010/main" val="39069824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86156-068D-A36C-3931-4BD7113A8FC2}"/>
            </a:ext>
          </a:extLst>
        </p:cNvPr>
        <p:cNvGrpSpPr/>
        <p:nvPr/>
      </p:nvGrpSpPr>
      <p:grpSpPr>
        <a:xfrm>
          <a:off x="0" y="0"/>
          <a:ext cx="0" cy="0"/>
          <a:chOff x="0" y="0"/>
          <a:chExt cx="0" cy="0"/>
        </a:xfrm>
      </p:grpSpPr>
      <p:sp>
        <p:nvSpPr>
          <p:cNvPr id="33" name="Rectangle : coins arrondis 32">
            <a:extLst>
              <a:ext uri="{FF2B5EF4-FFF2-40B4-BE49-F238E27FC236}">
                <a16:creationId xmlns:a16="http://schemas.microsoft.com/office/drawing/2014/main" id="{5054C8B3-FD34-F170-A04E-3E1B11AFA9E3}"/>
              </a:ext>
            </a:extLst>
          </p:cNvPr>
          <p:cNvSpPr/>
          <p:nvPr/>
        </p:nvSpPr>
        <p:spPr>
          <a:xfrm>
            <a:off x="216504" y="1889361"/>
            <a:ext cx="5715147" cy="4449600"/>
          </a:xfrm>
          <a:prstGeom prst="roundRect">
            <a:avLst>
              <a:gd name="adj" fmla="val 3071"/>
            </a:avLst>
          </a:prstGeom>
          <a:solidFill>
            <a:schemeClr val="bg1"/>
          </a:solidFill>
          <a:ln w="38100">
            <a:solidFill>
              <a:srgbClr val="00B388"/>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6213" lvl="0" indent="-171450" algn="just">
              <a:lnSpc>
                <a:spcPts val="1400"/>
              </a:lnSpc>
              <a:spcAft>
                <a:spcPts val="600"/>
              </a:spcAft>
              <a:buFont typeface="Arial" panose="020B0604020202020204" pitchFamily="34" charset="0"/>
              <a:buChar char="•"/>
              <a:tabLst>
                <a:tab pos="176213" algn="l"/>
              </a:tabLst>
              <a:defRPr/>
            </a:pPr>
            <a:endParaRPr lang="fr-FR" sz="1200" b="1" i="1">
              <a:solidFill>
                <a:schemeClr val="tx1"/>
              </a:solidFill>
              <a:latin typeface="Avenir LT Std 55 Roman" panose="020B0503020203020204" pitchFamily="34" charset="0"/>
              <a:cs typeface="Times New Roman" panose="02020603050405020304" pitchFamily="18" charset="0"/>
            </a:endParaRPr>
          </a:p>
          <a:p>
            <a:pPr marL="176213" lvl="0" indent="-171450" algn="just">
              <a:spcAft>
                <a:spcPts val="1800"/>
              </a:spcAft>
              <a:buFont typeface="Arial" panose="020B0604020202020204" pitchFamily="34" charset="0"/>
              <a:buChar char="•"/>
              <a:tabLst>
                <a:tab pos="176213" algn="l"/>
              </a:tabLst>
              <a:defRPr/>
            </a:pPr>
            <a:r>
              <a:rPr lang="fr-FR" sz="1200">
                <a:solidFill>
                  <a:schemeClr val="tx1"/>
                </a:solidFill>
                <a:latin typeface="Avenir LT Std 55 Roman" panose="020B0503020203020204" pitchFamily="34" charset="0"/>
                <a:cs typeface="Times New Roman" panose="02020603050405020304" pitchFamily="18" charset="0"/>
              </a:rPr>
              <a:t>Est-ce qu’une </a:t>
            </a:r>
            <a:r>
              <a:rPr lang="fr-FR" sz="1200" b="1" i="1">
                <a:solidFill>
                  <a:schemeClr val="tx1"/>
                </a:solidFill>
                <a:latin typeface="Avenir LT Std 55 Roman" panose="020B0503020203020204" pitchFamily="34" charset="0"/>
                <a:cs typeface="Times New Roman" panose="02020603050405020304" pitchFamily="18" charset="0"/>
              </a:rPr>
              <a:t>une évaluation RPS a été réalisée au démarrage du projet</a:t>
            </a:r>
            <a:r>
              <a:rPr lang="fr-FR" sz="1200">
                <a:solidFill>
                  <a:schemeClr val="tx1"/>
                </a:solidFill>
                <a:latin typeface="Avenir LT Std 55 Roman" panose="020B0503020203020204" pitchFamily="34" charset="0"/>
                <a:cs typeface="Times New Roman" panose="02020603050405020304" pitchFamily="18" charset="0"/>
              </a:rPr>
              <a:t> ? </a:t>
            </a:r>
          </a:p>
          <a:p>
            <a:pPr marL="176213" lvl="0" indent="-171450" algn="just">
              <a:spcAft>
                <a:spcPts val="1800"/>
              </a:spcAft>
              <a:buFont typeface="Arial" panose="020B0604020202020204" pitchFamily="34" charset="0"/>
              <a:buChar char="•"/>
              <a:tabLst>
                <a:tab pos="176213" algn="l"/>
              </a:tabLst>
              <a:defRPr/>
            </a:pPr>
            <a:r>
              <a:rPr lang="fr-FR" sz="1200">
                <a:solidFill>
                  <a:schemeClr val="tx1"/>
                </a:solidFill>
                <a:latin typeface="Avenir LT Std 55 Roman" panose="020B0503020203020204" pitchFamily="34" charset="0"/>
                <a:cs typeface="Times New Roman" panose="02020603050405020304" pitchFamily="18" charset="0"/>
              </a:rPr>
              <a:t>Durant le projet, comment j’identifie </a:t>
            </a:r>
            <a:r>
              <a:rPr lang="fr-FR" sz="1200" b="1" i="1">
                <a:solidFill>
                  <a:schemeClr val="tx1"/>
                </a:solidFill>
                <a:latin typeface="Avenir LT Std 55 Roman" panose="020B0503020203020204" pitchFamily="34" charset="0"/>
                <a:cs typeface="Times New Roman" panose="02020603050405020304" pitchFamily="18" charset="0"/>
              </a:rPr>
              <a:t>le besoin de réaliser une évaluation du ressenti des agents</a:t>
            </a:r>
            <a:r>
              <a:rPr lang="fr-FR" sz="1200">
                <a:solidFill>
                  <a:schemeClr val="tx1"/>
                </a:solidFill>
                <a:latin typeface="Avenir LT Std 55 Roman" panose="020B0503020203020204" pitchFamily="34" charset="0"/>
                <a:cs typeface="Times New Roman" panose="02020603050405020304" pitchFamily="18" charset="0"/>
              </a:rPr>
              <a:t> impliqués dans le projet ? </a:t>
            </a:r>
            <a:r>
              <a:rPr lang="fr-FR" sz="1200" b="1" i="1">
                <a:solidFill>
                  <a:schemeClr val="tx1"/>
                </a:solidFill>
                <a:latin typeface="Avenir LT Std 55 Roman" panose="020B0503020203020204" pitchFamily="34" charset="0"/>
                <a:cs typeface="Times New Roman" panose="02020603050405020304" pitchFamily="18" charset="0"/>
              </a:rPr>
              <a:t>A quel moment opportun</a:t>
            </a:r>
            <a:r>
              <a:rPr lang="fr-FR" sz="1200">
                <a:solidFill>
                  <a:schemeClr val="tx1"/>
                </a:solidFill>
                <a:latin typeface="Avenir LT Std 55 Roman" panose="020B0503020203020204" pitchFamily="34" charset="0"/>
                <a:cs typeface="Times New Roman" panose="02020603050405020304" pitchFamily="18" charset="0"/>
              </a:rPr>
              <a:t> la réaliser ?</a:t>
            </a:r>
          </a:p>
          <a:p>
            <a:pPr marL="176213" lvl="0" indent="-171450" algn="just">
              <a:spcAft>
                <a:spcPts val="1800"/>
              </a:spcAft>
              <a:buFont typeface="Arial" panose="020B0604020202020204" pitchFamily="34" charset="0"/>
              <a:buChar char="•"/>
              <a:tabLst>
                <a:tab pos="176213" algn="l"/>
              </a:tabLst>
              <a:defRPr/>
            </a:pPr>
            <a:r>
              <a:rPr lang="fr-FR" sz="1200">
                <a:solidFill>
                  <a:schemeClr val="tx1"/>
                </a:solidFill>
                <a:latin typeface="Avenir LT Std 55 Roman" panose="020B0503020203020204" pitchFamily="34" charset="0"/>
                <a:cs typeface="Times New Roman" panose="02020603050405020304" pitchFamily="18" charset="0"/>
              </a:rPr>
              <a:t>Pendant le projet, comment je </a:t>
            </a:r>
            <a:r>
              <a:rPr lang="fr-FR" sz="1200" b="1" i="1">
                <a:solidFill>
                  <a:schemeClr val="tx1"/>
                </a:solidFill>
                <a:latin typeface="Avenir LT Std 55 Roman" panose="020B0503020203020204" pitchFamily="34" charset="0"/>
                <a:cs typeface="Times New Roman" panose="02020603050405020304" pitchFamily="18" charset="0"/>
              </a:rPr>
              <a:t>détecte le besoin de réaliser une évaluation approfondie des RPS liés à la solution organisationnelle cible</a:t>
            </a:r>
            <a:r>
              <a:rPr lang="fr-FR" sz="1200">
                <a:solidFill>
                  <a:schemeClr val="tx1"/>
                </a:solidFill>
                <a:latin typeface="Avenir LT Std 55 Roman" panose="020B0503020203020204" pitchFamily="34" charset="0"/>
                <a:cs typeface="Times New Roman" panose="02020603050405020304" pitchFamily="18" charset="0"/>
              </a:rPr>
              <a:t> ? </a:t>
            </a:r>
            <a:r>
              <a:rPr lang="fr-FR" sz="1200" b="1" i="1">
                <a:solidFill>
                  <a:schemeClr val="tx1"/>
                </a:solidFill>
                <a:latin typeface="Avenir LT Std 55 Roman" panose="020B0503020203020204" pitchFamily="34" charset="0"/>
                <a:cs typeface="Times New Roman" panose="02020603050405020304" pitchFamily="18" charset="0"/>
              </a:rPr>
              <a:t>Quand</a:t>
            </a:r>
            <a:r>
              <a:rPr lang="fr-FR" sz="1200">
                <a:solidFill>
                  <a:schemeClr val="tx1"/>
                </a:solidFill>
                <a:latin typeface="Avenir LT Std 55 Roman" panose="020B0503020203020204" pitchFamily="34" charset="0"/>
                <a:cs typeface="Times New Roman" panose="02020603050405020304" pitchFamily="18" charset="0"/>
              </a:rPr>
              <a:t> serait-il judicieux de la conduire ?</a:t>
            </a:r>
          </a:p>
        </p:txBody>
      </p:sp>
      <p:sp>
        <p:nvSpPr>
          <p:cNvPr id="168" name="Rectangle : coins arrondis 167">
            <a:extLst>
              <a:ext uri="{FF2B5EF4-FFF2-40B4-BE49-F238E27FC236}">
                <a16:creationId xmlns:a16="http://schemas.microsoft.com/office/drawing/2014/main" id="{1CEFF34A-A57C-E8DE-5A62-A277A279CB19}"/>
              </a:ext>
            </a:extLst>
          </p:cNvPr>
          <p:cNvSpPr/>
          <p:nvPr/>
        </p:nvSpPr>
        <p:spPr>
          <a:xfrm>
            <a:off x="6229779" y="2285304"/>
            <a:ext cx="5751893" cy="1629471"/>
          </a:xfrm>
          <a:prstGeom prst="roundRect">
            <a:avLst>
              <a:gd name="adj" fmla="val 0"/>
            </a:avLst>
          </a:prstGeom>
          <a:solidFill>
            <a:srgbClr val="F6F9FC"/>
          </a:solid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9050" lvl="0" algn="just">
              <a:lnSpc>
                <a:spcPts val="1400"/>
              </a:lnSpc>
              <a:spcAft>
                <a:spcPts val="600"/>
              </a:spcAft>
              <a:tabLst>
                <a:tab pos="180975" algn="l"/>
              </a:tabLst>
              <a:defRPr/>
            </a:pPr>
            <a:endParaRPr lang="fr-FR" sz="1000">
              <a:solidFill>
                <a:srgbClr val="000000"/>
              </a:solidFill>
              <a:latin typeface="Avenir LT Std 55 Roman" panose="020B0503020203020204" pitchFamily="34" charset="0"/>
              <a:cs typeface="Times New Roman" panose="02020603050405020304" pitchFamily="18" charset="0"/>
            </a:endParaRPr>
          </a:p>
        </p:txBody>
      </p:sp>
      <p:sp>
        <p:nvSpPr>
          <p:cNvPr id="16" name="Rectangle : coins arrondis 15">
            <a:extLst>
              <a:ext uri="{FF2B5EF4-FFF2-40B4-BE49-F238E27FC236}">
                <a16:creationId xmlns:a16="http://schemas.microsoft.com/office/drawing/2014/main" id="{B163B65B-3AFA-8B8E-A6BE-02FB12A4DB5C}"/>
              </a:ext>
            </a:extLst>
          </p:cNvPr>
          <p:cNvSpPr/>
          <p:nvPr/>
        </p:nvSpPr>
        <p:spPr>
          <a:xfrm>
            <a:off x="206672" y="1889361"/>
            <a:ext cx="5740809" cy="504694"/>
          </a:xfrm>
          <a:prstGeom prst="roundRect">
            <a:avLst/>
          </a:prstGeom>
          <a:solidFill>
            <a:srgbClr val="00B3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400" b="1" i="1">
                <a:solidFill>
                  <a:schemeClr val="bg1"/>
                </a:solidFill>
              </a:rPr>
              <a:t>Les questions à se poser</a:t>
            </a:r>
          </a:p>
        </p:txBody>
      </p:sp>
      <p:sp>
        <p:nvSpPr>
          <p:cNvPr id="5" name="Rectangle 4">
            <a:extLst>
              <a:ext uri="{FF2B5EF4-FFF2-40B4-BE49-F238E27FC236}">
                <a16:creationId xmlns:a16="http://schemas.microsoft.com/office/drawing/2014/main" id="{8506998C-A18D-0B55-329A-39E975538737}"/>
              </a:ext>
            </a:extLst>
          </p:cNvPr>
          <p:cNvSpPr/>
          <p:nvPr/>
        </p:nvSpPr>
        <p:spPr>
          <a:xfrm>
            <a:off x="-3064" y="378372"/>
            <a:ext cx="12195063" cy="1427747"/>
          </a:xfrm>
          <a:prstGeom prst="rect">
            <a:avLst/>
          </a:prstGeom>
          <a:solidFill>
            <a:srgbClr val="DFF1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5963">
              <a:spcAft>
                <a:spcPts val="1200"/>
              </a:spcAft>
              <a:buClr>
                <a:schemeClr val="tx1"/>
              </a:buClr>
            </a:pPr>
            <a:r>
              <a:rPr lang="fr-FR">
                <a:solidFill>
                  <a:schemeClr val="tx1"/>
                </a:solidFill>
                <a:latin typeface="Avenir LT Std 55 Roman" panose="020B0503020203020204" pitchFamily="34" charset="0"/>
              </a:rPr>
              <a:t>Identifier</a:t>
            </a:r>
            <a:r>
              <a:rPr lang="fr-FR" sz="2000">
                <a:solidFill>
                  <a:schemeClr val="tx1"/>
                </a:solidFill>
                <a:latin typeface="Avenir LT Std 55 Roman" panose="020B0503020203020204" pitchFamily="34" charset="0"/>
              </a:rPr>
              <a:t> </a:t>
            </a:r>
            <a:r>
              <a:rPr lang="fr-FR" b="1">
                <a:solidFill>
                  <a:srgbClr val="00B388"/>
                </a:solidFill>
                <a:latin typeface="Avenir LT Std 65 Medium" panose="020B0803020203020204" pitchFamily="34" charset="0"/>
              </a:rPr>
              <a:t>à quel moment réaliser une évaluation RPS approfondie</a:t>
            </a:r>
            <a:r>
              <a:rPr lang="fr-FR" sz="2000">
                <a:solidFill>
                  <a:schemeClr val="tx1"/>
                </a:solidFill>
                <a:latin typeface="Avenir LT Std 55 Roman" panose="020B0503020203020204" pitchFamily="34" charset="0"/>
              </a:rPr>
              <a:t>, </a:t>
            </a:r>
            <a:r>
              <a:rPr lang="fr-FR">
                <a:solidFill>
                  <a:schemeClr val="tx1"/>
                </a:solidFill>
                <a:latin typeface="Avenir LT Std 55 Roman" panose="020B0503020203020204" pitchFamily="34" charset="0"/>
              </a:rPr>
              <a:t>en complément de l’évaluation initiale.</a:t>
            </a:r>
          </a:p>
        </p:txBody>
      </p:sp>
      <p:sp>
        <p:nvSpPr>
          <p:cNvPr id="6" name="Triangle isocèle 5">
            <a:extLst>
              <a:ext uri="{FF2B5EF4-FFF2-40B4-BE49-F238E27FC236}">
                <a16:creationId xmlns:a16="http://schemas.microsoft.com/office/drawing/2014/main" id="{2C2D8559-C33B-5ADC-9B1B-D8BAD22D479B}"/>
              </a:ext>
            </a:extLst>
          </p:cNvPr>
          <p:cNvSpPr/>
          <p:nvPr/>
        </p:nvSpPr>
        <p:spPr>
          <a:xfrm rot="5400000">
            <a:off x="34126" y="929868"/>
            <a:ext cx="782530" cy="324754"/>
          </a:xfrm>
          <a:prstGeom prst="triangle">
            <a:avLst/>
          </a:prstGeom>
          <a:solidFill>
            <a:srgbClr val="1547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18" name="Rectangle : coins arrondis 17">
            <a:extLst>
              <a:ext uri="{FF2B5EF4-FFF2-40B4-BE49-F238E27FC236}">
                <a16:creationId xmlns:a16="http://schemas.microsoft.com/office/drawing/2014/main" id="{1EF6CDC5-E524-A2DE-B5EB-CF1DEE02E0DE}"/>
              </a:ext>
            </a:extLst>
          </p:cNvPr>
          <p:cNvSpPr/>
          <p:nvPr/>
        </p:nvSpPr>
        <p:spPr>
          <a:xfrm>
            <a:off x="6233435" y="1889361"/>
            <a:ext cx="5751893" cy="504694"/>
          </a:xfrm>
          <a:prstGeom prst="round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400" b="1" i="1">
                <a:solidFill>
                  <a:schemeClr val="bg1"/>
                </a:solidFill>
              </a:rPr>
              <a:t>Ressources à ma disposition</a:t>
            </a:r>
          </a:p>
        </p:txBody>
      </p:sp>
      <p:sp>
        <p:nvSpPr>
          <p:cNvPr id="21" name="Rectangle : coins arrondis 20">
            <a:extLst>
              <a:ext uri="{FF2B5EF4-FFF2-40B4-BE49-F238E27FC236}">
                <a16:creationId xmlns:a16="http://schemas.microsoft.com/office/drawing/2014/main" id="{A1707491-950C-03A1-F699-29D728686FD1}"/>
              </a:ext>
            </a:extLst>
          </p:cNvPr>
          <p:cNvSpPr/>
          <p:nvPr/>
        </p:nvSpPr>
        <p:spPr>
          <a:xfrm>
            <a:off x="6229780" y="4001367"/>
            <a:ext cx="5715146" cy="2337594"/>
          </a:xfrm>
          <a:prstGeom prst="roundRect">
            <a:avLst>
              <a:gd name="adj" fmla="val 3573"/>
            </a:avLst>
          </a:prstGeom>
          <a:solidFill>
            <a:srgbClr val="FBFBFB"/>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defRPr/>
            </a:pPr>
            <a:r>
              <a:rPr kumimoji="0" lang="fr-FR" sz="900" b="0" i="1" u="none" strike="noStrike" kern="1200" cap="none" spc="0" normalizeH="0" baseline="0" noProof="0">
                <a:ln>
                  <a:noFill/>
                </a:ln>
                <a:solidFill>
                  <a:srgbClr val="FFFFFF">
                    <a:lumMod val="50000"/>
                  </a:srgbClr>
                </a:solidFill>
                <a:effectLst/>
                <a:uLnTx/>
                <a:uFillTx/>
                <a:latin typeface="Avenir LT Std 35 Light" panose="020B0402020203020204" pitchFamily="34" charset="0"/>
                <a:ea typeface="+mn-ea"/>
                <a:cs typeface="+mn-cs"/>
              </a:rPr>
              <a:t>Zone de texte libre</a:t>
            </a:r>
          </a:p>
        </p:txBody>
      </p:sp>
      <p:sp>
        <p:nvSpPr>
          <p:cNvPr id="43" name="Ellipse 42">
            <a:extLst>
              <a:ext uri="{FF2B5EF4-FFF2-40B4-BE49-F238E27FC236}">
                <a16:creationId xmlns:a16="http://schemas.microsoft.com/office/drawing/2014/main" id="{E42D0601-5FCE-A3E1-CAAA-69048480BCCE}"/>
              </a:ext>
            </a:extLst>
          </p:cNvPr>
          <p:cNvSpPr/>
          <p:nvPr/>
        </p:nvSpPr>
        <p:spPr>
          <a:xfrm>
            <a:off x="6682059" y="1894046"/>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pic>
        <p:nvPicPr>
          <p:cNvPr id="42" name="Image 41">
            <a:extLst>
              <a:ext uri="{FF2B5EF4-FFF2-40B4-BE49-F238E27FC236}">
                <a16:creationId xmlns:a16="http://schemas.microsoft.com/office/drawing/2014/main" id="{6E674622-17EF-227A-2BC0-346D39AAD10C}"/>
              </a:ext>
            </a:extLst>
          </p:cNvPr>
          <p:cNvPicPr>
            <a:picLocks noChangeAspect="1"/>
          </p:cNvPicPr>
          <p:nvPr/>
        </p:nvPicPr>
        <p:blipFill>
          <a:blip r:embed="rId3"/>
          <a:stretch>
            <a:fillRect/>
          </a:stretch>
        </p:blipFill>
        <p:spPr>
          <a:xfrm>
            <a:off x="6806176" y="1887770"/>
            <a:ext cx="485486" cy="621422"/>
          </a:xfrm>
          <a:prstGeom prst="rect">
            <a:avLst/>
          </a:prstGeom>
        </p:spPr>
      </p:pic>
      <p:sp>
        <p:nvSpPr>
          <p:cNvPr id="85" name="Rectangle : coins arrondis 84">
            <a:extLst>
              <a:ext uri="{FF2B5EF4-FFF2-40B4-BE49-F238E27FC236}">
                <a16:creationId xmlns:a16="http://schemas.microsoft.com/office/drawing/2014/main" id="{E20F34E2-B4F1-99B2-DF11-3663FDAF5DFE}"/>
              </a:ext>
            </a:extLst>
          </p:cNvPr>
          <p:cNvSpPr/>
          <p:nvPr/>
        </p:nvSpPr>
        <p:spPr>
          <a:xfrm>
            <a:off x="6336832" y="2544206"/>
            <a:ext cx="1883143" cy="35624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ts val="900"/>
              </a:lnSpc>
              <a:spcBef>
                <a:spcPts val="300"/>
              </a:spcBef>
              <a:buClr>
                <a:srgbClr val="0084D4"/>
              </a:buClr>
              <a:defRPr/>
            </a:pPr>
            <a:r>
              <a:rPr lang="fr-FR" sz="1100" b="1" i="1">
                <a:solidFill>
                  <a:schemeClr val="tx1"/>
                </a:solidFill>
                <a:latin typeface="Avenir LT Std 65 Medium" panose="020B0803020203020204" pitchFamily="34" charset="0"/>
              </a:rPr>
              <a:t>Ressource</a:t>
            </a:r>
            <a:br>
              <a:rPr lang="fr-FR" sz="1000" b="1" i="1">
                <a:solidFill>
                  <a:schemeClr val="tx1"/>
                </a:solidFill>
                <a:latin typeface="Avenir LT Std 65 Medium" panose="020B0803020203020204" pitchFamily="34" charset="0"/>
              </a:rPr>
            </a:br>
            <a:r>
              <a:rPr lang="fr-FR" sz="900" i="1">
                <a:solidFill>
                  <a:srgbClr val="FFFFFF">
                    <a:lumMod val="50000"/>
                  </a:srgbClr>
                </a:solidFill>
                <a:latin typeface="Avenir LT Std 35 Light" panose="020B0402020203020204" pitchFamily="34" charset="0"/>
              </a:rPr>
              <a:t>(accessible en cliquant dessus)</a:t>
            </a:r>
          </a:p>
        </p:txBody>
      </p:sp>
      <p:sp>
        <p:nvSpPr>
          <p:cNvPr id="86" name="Rectangle : coins arrondis 85">
            <a:extLst>
              <a:ext uri="{FF2B5EF4-FFF2-40B4-BE49-F238E27FC236}">
                <a16:creationId xmlns:a16="http://schemas.microsoft.com/office/drawing/2014/main" id="{8DB4EF3B-5825-B75E-1E3C-7A767EBF93B8}"/>
              </a:ext>
            </a:extLst>
          </p:cNvPr>
          <p:cNvSpPr/>
          <p:nvPr/>
        </p:nvSpPr>
        <p:spPr>
          <a:xfrm>
            <a:off x="8517576" y="2544206"/>
            <a:ext cx="1959272" cy="32903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000" b="1" i="1">
                <a:solidFill>
                  <a:schemeClr val="tx1"/>
                </a:solidFill>
                <a:latin typeface="Avenir LT Std 65 Medium" panose="020B0803020203020204" pitchFamily="34" charset="0"/>
              </a:rPr>
              <a:t>Ce qu’elle apporte</a:t>
            </a:r>
          </a:p>
        </p:txBody>
      </p:sp>
      <p:pic>
        <p:nvPicPr>
          <p:cNvPr id="146" name="Graphique 145" descr="Cœur avec un remplissage uni">
            <a:extLst>
              <a:ext uri="{FF2B5EF4-FFF2-40B4-BE49-F238E27FC236}">
                <a16:creationId xmlns:a16="http://schemas.microsoft.com/office/drawing/2014/main" id="{1DB24025-D56C-CACE-F30D-60FEC7D8946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80997" y="2533060"/>
            <a:ext cx="288595" cy="288595"/>
          </a:xfrm>
          <a:prstGeom prst="rect">
            <a:avLst/>
          </a:prstGeom>
        </p:spPr>
      </p:pic>
      <p:pic>
        <p:nvPicPr>
          <p:cNvPr id="148" name="Graphique 147" descr="Sablier plein avec un remplissage uni">
            <a:extLst>
              <a:ext uri="{FF2B5EF4-FFF2-40B4-BE49-F238E27FC236}">
                <a16:creationId xmlns:a16="http://schemas.microsoft.com/office/drawing/2014/main" id="{F74720CD-5C81-D899-E031-DEB9145AE9A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089885" y="2536313"/>
            <a:ext cx="281763" cy="281763"/>
          </a:xfrm>
          <a:prstGeom prst="rect">
            <a:avLst/>
          </a:prstGeom>
        </p:spPr>
      </p:pic>
      <p:sp>
        <p:nvSpPr>
          <p:cNvPr id="12" name="Ellipse 11">
            <a:extLst>
              <a:ext uri="{FF2B5EF4-FFF2-40B4-BE49-F238E27FC236}">
                <a16:creationId xmlns:a16="http://schemas.microsoft.com/office/drawing/2014/main" id="{5918F4AF-39B0-7BB7-7362-7B00A71D7361}"/>
              </a:ext>
            </a:extLst>
          </p:cNvPr>
          <p:cNvSpPr/>
          <p:nvPr/>
        </p:nvSpPr>
        <p:spPr>
          <a:xfrm>
            <a:off x="864443" y="1904403"/>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pic>
        <p:nvPicPr>
          <p:cNvPr id="11" name="Graphique 10" descr="Ampoule et crayon avec un remplissage uni">
            <a:extLst>
              <a:ext uri="{FF2B5EF4-FFF2-40B4-BE49-F238E27FC236}">
                <a16:creationId xmlns:a16="http://schemas.microsoft.com/office/drawing/2014/main" id="{32891499-B27C-5C58-2A3E-0B5568B233D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51179" y="1955818"/>
            <a:ext cx="402694" cy="402694"/>
          </a:xfrm>
          <a:prstGeom prst="rect">
            <a:avLst/>
          </a:prstGeom>
        </p:spPr>
      </p:pic>
      <p:grpSp>
        <p:nvGrpSpPr>
          <p:cNvPr id="10" name="Groupe 9">
            <a:extLst>
              <a:ext uri="{FF2B5EF4-FFF2-40B4-BE49-F238E27FC236}">
                <a16:creationId xmlns:a16="http://schemas.microsoft.com/office/drawing/2014/main" id="{4BA3D4D6-CF34-F15E-96CA-C70EFA89E64D}"/>
              </a:ext>
            </a:extLst>
          </p:cNvPr>
          <p:cNvGrpSpPr>
            <a:grpSpLocks noChangeAspect="1"/>
          </p:cNvGrpSpPr>
          <p:nvPr/>
        </p:nvGrpSpPr>
        <p:grpSpPr>
          <a:xfrm>
            <a:off x="11001871" y="6336764"/>
            <a:ext cx="1082632" cy="444130"/>
            <a:chOff x="5810" y="1578917"/>
            <a:chExt cx="559801" cy="229645"/>
          </a:xfrm>
        </p:grpSpPr>
        <p:sp>
          <p:nvSpPr>
            <p:cNvPr id="13" name="Rectangle : coins arrondis 12">
              <a:hlinkClick r:id="rId7" action="ppaction://hlinksldjump"/>
              <a:extLst>
                <a:ext uri="{FF2B5EF4-FFF2-40B4-BE49-F238E27FC236}">
                  <a16:creationId xmlns:a16="http://schemas.microsoft.com/office/drawing/2014/main" id="{6E67FD80-8001-28C4-7C13-198BFB382A3F}"/>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hlinkClick r:id="rId7"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ndParaRPr>
            </a:p>
          </p:txBody>
        </p:sp>
        <p:pic>
          <p:nvPicPr>
            <p:cNvPr id="14" name="Graphique 13" descr="Retour avec un remplissage uni">
              <a:hlinkClick r:id="rId7" action="ppaction://hlinksldjump"/>
              <a:extLst>
                <a:ext uri="{FF2B5EF4-FFF2-40B4-BE49-F238E27FC236}">
                  <a16:creationId xmlns:a16="http://schemas.microsoft.com/office/drawing/2014/main" id="{2015527A-206C-BF60-6DE9-8D0658D244E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9060" y="1578917"/>
              <a:ext cx="229645" cy="229645"/>
            </a:xfrm>
            <a:prstGeom prst="rect">
              <a:avLst/>
            </a:prstGeom>
          </p:spPr>
        </p:pic>
      </p:grpSp>
      <p:sp>
        <p:nvSpPr>
          <p:cNvPr id="32" name="Rectangle : coins arrondis 31">
            <a:extLst>
              <a:ext uri="{FF2B5EF4-FFF2-40B4-BE49-F238E27FC236}">
                <a16:creationId xmlns:a16="http://schemas.microsoft.com/office/drawing/2014/main" id="{43CC9FC9-5BF5-B5BF-25E3-9330621345C5}"/>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DC582A"/>
                </a:solidFill>
              </a:rPr>
              <a:t>PROTOTYPE</a:t>
            </a:r>
          </a:p>
        </p:txBody>
      </p:sp>
      <p:sp>
        <p:nvSpPr>
          <p:cNvPr id="8" name="Flèche : chevron 8 - 2 - 1">
            <a:extLst>
              <a:ext uri="{FF2B5EF4-FFF2-40B4-BE49-F238E27FC236}">
                <a16:creationId xmlns:a16="http://schemas.microsoft.com/office/drawing/2014/main" id="{717B0D8F-0F51-6163-FC6A-9D2D65D94EB2}"/>
              </a:ext>
            </a:extLst>
          </p:cNvPr>
          <p:cNvSpPr/>
          <p:nvPr/>
        </p:nvSpPr>
        <p:spPr>
          <a:xfrm>
            <a:off x="6924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impacts humains</a:t>
            </a:r>
          </a:p>
        </p:txBody>
      </p:sp>
      <p:sp>
        <p:nvSpPr>
          <p:cNvPr id="20" name="Flèche : chevron 8 - 2 - 1">
            <a:extLst>
              <a:ext uri="{FF2B5EF4-FFF2-40B4-BE49-F238E27FC236}">
                <a16:creationId xmlns:a16="http://schemas.microsoft.com/office/drawing/2014/main" id="{5655C60A-4E13-4293-C763-1F565EBD1D1D}"/>
              </a:ext>
            </a:extLst>
          </p:cNvPr>
          <p:cNvSpPr/>
          <p:nvPr/>
        </p:nvSpPr>
        <p:spPr>
          <a:xfrm>
            <a:off x="1776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a:t>
            </a:r>
            <a:r>
              <a:rPr lang="fr-FR" sz="1100" b="1" err="1">
                <a:solidFill>
                  <a:schemeClr val="bg1">
                    <a:lumMod val="50000"/>
                  </a:schemeClr>
                </a:solidFill>
                <a:latin typeface="Avenir LT Std 45 Book" panose="020B0502020203020204" pitchFamily="34" charset="0"/>
              </a:rPr>
              <a:t>moi-mëme</a:t>
            </a:r>
            <a:endParaRPr lang="fr-FR" sz="1100" b="1">
              <a:solidFill>
                <a:schemeClr val="bg1">
                  <a:lumMod val="50000"/>
                </a:schemeClr>
              </a:solidFill>
              <a:latin typeface="Avenir LT Std 45 Book" panose="020B0502020203020204" pitchFamily="34" charset="0"/>
            </a:endParaRPr>
          </a:p>
        </p:txBody>
      </p:sp>
      <p:sp>
        <p:nvSpPr>
          <p:cNvPr id="35" name="Flèche : chevron 8 - 2 - 1">
            <a:extLst>
              <a:ext uri="{FF2B5EF4-FFF2-40B4-BE49-F238E27FC236}">
                <a16:creationId xmlns:a16="http://schemas.microsoft.com/office/drawing/2014/main" id="{D8ACA7EC-730B-ECEE-B572-711AE1E5CE6C}"/>
              </a:ext>
            </a:extLst>
          </p:cNvPr>
          <p:cNvSpPr/>
          <p:nvPr/>
        </p:nvSpPr>
        <p:spPr>
          <a:xfrm>
            <a:off x="5244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des impacts humains</a:t>
            </a:r>
          </a:p>
        </p:txBody>
      </p:sp>
      <p:sp>
        <p:nvSpPr>
          <p:cNvPr id="37" name="Flèche : chevron 8 - 2 - 1">
            <a:extLst>
              <a:ext uri="{FF2B5EF4-FFF2-40B4-BE49-F238E27FC236}">
                <a16:creationId xmlns:a16="http://schemas.microsoft.com/office/drawing/2014/main" id="{E1768F7D-DB47-3D7B-DA2F-5B4CECEAC5FD}"/>
              </a:ext>
            </a:extLst>
          </p:cNvPr>
          <p:cNvSpPr/>
          <p:nvPr/>
        </p:nvSpPr>
        <p:spPr>
          <a:xfrm>
            <a:off x="636000" y="21771"/>
            <a:ext cx="115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Cas d’usage</a:t>
            </a:r>
          </a:p>
        </p:txBody>
      </p:sp>
      <p:sp>
        <p:nvSpPr>
          <p:cNvPr id="39" name="Flèche : chevron 8 - 2 - 1">
            <a:extLst>
              <a:ext uri="{FF2B5EF4-FFF2-40B4-BE49-F238E27FC236}">
                <a16:creationId xmlns:a16="http://schemas.microsoft.com/office/drawing/2014/main" id="{19B948EF-DF41-43FF-4C4C-ADBF8B4A7628}"/>
              </a:ext>
            </a:extLst>
          </p:cNvPr>
          <p:cNvSpPr/>
          <p:nvPr/>
        </p:nvSpPr>
        <p:spPr>
          <a:xfrm>
            <a:off x="3456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pour moi-même</a:t>
            </a:r>
          </a:p>
        </p:txBody>
      </p:sp>
      <p:sp>
        <p:nvSpPr>
          <p:cNvPr id="41" name="Flèche : pentagone 3">
            <a:extLst>
              <a:ext uri="{FF2B5EF4-FFF2-40B4-BE49-F238E27FC236}">
                <a16:creationId xmlns:a16="http://schemas.microsoft.com/office/drawing/2014/main" id="{4201C87D-6CB7-C095-7004-AD395ED07A76}"/>
              </a:ext>
            </a:extLst>
          </p:cNvPr>
          <p:cNvSpPr/>
          <p:nvPr/>
        </p:nvSpPr>
        <p:spPr>
          <a:xfrm>
            <a:off x="0" y="21771"/>
            <a:ext cx="648000" cy="288000"/>
          </a:xfrm>
          <a:prstGeom prst="homePlate">
            <a:avLst>
              <a:gd name="adj" fmla="val 26503"/>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Accueil</a:t>
            </a:r>
          </a:p>
        </p:txBody>
      </p:sp>
      <p:sp>
        <p:nvSpPr>
          <p:cNvPr id="45" name="Flèche : chevron 8 - 2 - 1">
            <a:extLst>
              <a:ext uri="{FF2B5EF4-FFF2-40B4-BE49-F238E27FC236}">
                <a16:creationId xmlns:a16="http://schemas.microsoft.com/office/drawing/2014/main" id="{BE51CA3B-82C2-466B-45A3-374B76BBA5D0}"/>
              </a:ext>
            </a:extLst>
          </p:cNvPr>
          <p:cNvSpPr/>
          <p:nvPr/>
        </p:nvSpPr>
        <p:spPr>
          <a:xfrm>
            <a:off x="8712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a:t>
            </a:r>
            <a:br>
              <a:rPr lang="fr-FR" sz="1100" b="1">
                <a:solidFill>
                  <a:schemeClr val="bg1">
                    <a:lumMod val="50000"/>
                  </a:schemeClr>
                </a:solidFill>
                <a:latin typeface="Avenir LT Std 45 Book" panose="020B0502020203020204" pitchFamily="34" charset="0"/>
              </a:rPr>
            </a:br>
            <a:r>
              <a:rPr lang="fr-FR" sz="1100" b="1">
                <a:solidFill>
                  <a:schemeClr val="bg1">
                    <a:lumMod val="50000"/>
                  </a:schemeClr>
                </a:solidFill>
                <a:latin typeface="Avenir LT Std 45 Book" panose="020B0502020203020204" pitchFamily="34" charset="0"/>
              </a:rPr>
              <a:t>préparer le collectif</a:t>
            </a:r>
          </a:p>
        </p:txBody>
      </p:sp>
      <p:sp>
        <p:nvSpPr>
          <p:cNvPr id="47" name="Flèche : chevron 8 - 2 - 1">
            <a:extLst>
              <a:ext uri="{FF2B5EF4-FFF2-40B4-BE49-F238E27FC236}">
                <a16:creationId xmlns:a16="http://schemas.microsoft.com/office/drawing/2014/main" id="{45DAF2F1-5755-FE25-7A5C-DFB2D6C862D3}"/>
              </a:ext>
            </a:extLst>
          </p:cNvPr>
          <p:cNvSpPr/>
          <p:nvPr/>
        </p:nvSpPr>
        <p:spPr>
          <a:xfrm>
            <a:off x="10392000" y="21771"/>
            <a:ext cx="1800000" cy="288000"/>
          </a:xfrm>
          <a:prstGeom prst="chevron">
            <a:avLst>
              <a:gd name="adj" fmla="val 28278"/>
            </a:avLst>
          </a:prstGeom>
          <a:solidFill>
            <a:srgbClr val="A1D6CA"/>
          </a:solidFill>
          <a:ln w="28575">
            <a:solidFill>
              <a:srgbClr val="A1D6CA"/>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rgbClr val="154734"/>
                </a:solidFill>
                <a:latin typeface="Avenir LT Std 45 Book" panose="020B0502020203020204" pitchFamily="34" charset="0"/>
              </a:rPr>
              <a:t>Ressources préparation collectif</a:t>
            </a:r>
          </a:p>
        </p:txBody>
      </p:sp>
      <p:sp>
        <p:nvSpPr>
          <p:cNvPr id="17" name="Rectangle : coins arrondis 16">
            <a:extLst>
              <a:ext uri="{FF2B5EF4-FFF2-40B4-BE49-F238E27FC236}">
                <a16:creationId xmlns:a16="http://schemas.microsoft.com/office/drawing/2014/main" id="{1B80B3F1-CED1-BE31-7D38-C5313B5C7FA6}"/>
              </a:ext>
            </a:extLst>
          </p:cNvPr>
          <p:cNvSpPr/>
          <p:nvPr/>
        </p:nvSpPr>
        <p:spPr>
          <a:xfrm>
            <a:off x="7052664" y="2949514"/>
            <a:ext cx="4717648" cy="65912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sp>
        <p:nvSpPr>
          <p:cNvPr id="19" name="Rectangle 18">
            <a:extLst>
              <a:ext uri="{FF2B5EF4-FFF2-40B4-BE49-F238E27FC236}">
                <a16:creationId xmlns:a16="http://schemas.microsoft.com/office/drawing/2014/main" id="{524C9E87-59B6-B383-E94E-D2F31B51FFBD}"/>
              </a:ext>
            </a:extLst>
          </p:cNvPr>
          <p:cNvSpPr/>
          <p:nvPr/>
        </p:nvSpPr>
        <p:spPr>
          <a:xfrm>
            <a:off x="6710527" y="2949513"/>
            <a:ext cx="1885365" cy="659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tlCol="0" anchor="ctr"/>
          <a:lstStyle/>
          <a:p>
            <a:r>
              <a:rPr lang="fr-FR" sz="1000" b="1">
                <a:solidFill>
                  <a:srgbClr val="306A92"/>
                </a:solidFill>
                <a:latin typeface="Avenir LT Std 45 Book" panose="020B0502020203020204" pitchFamily="34" charset="0"/>
              </a:rPr>
              <a:t>Power apps RPS</a:t>
            </a:r>
          </a:p>
        </p:txBody>
      </p:sp>
      <p:sp>
        <p:nvSpPr>
          <p:cNvPr id="22" name="Rectangle 21">
            <a:extLst>
              <a:ext uri="{FF2B5EF4-FFF2-40B4-BE49-F238E27FC236}">
                <a16:creationId xmlns:a16="http://schemas.microsoft.com/office/drawing/2014/main" id="{4E6823CB-D4E1-831E-8028-70F085D2F35E}"/>
              </a:ext>
            </a:extLst>
          </p:cNvPr>
          <p:cNvSpPr/>
          <p:nvPr/>
        </p:nvSpPr>
        <p:spPr>
          <a:xfrm>
            <a:off x="8697272" y="3077892"/>
            <a:ext cx="2282056" cy="7448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defTabSz="914355"/>
            <a:r>
              <a:rPr lang="fr-FR" sz="900" b="1" i="1">
                <a:solidFill>
                  <a:schemeClr val="tx1"/>
                </a:solidFill>
                <a:latin typeface="Avenir LT Std 35 Light" panose="020B0402020203020204" pitchFamily="34" charset="0"/>
              </a:rPr>
              <a:t>A utiliser avec votre préventeur qui est habilité à l’outil</a:t>
            </a:r>
          </a:p>
          <a:p>
            <a:pPr defTabSz="914355"/>
            <a:r>
              <a:rPr lang="fr-FR" sz="900">
                <a:solidFill>
                  <a:schemeClr val="tx1"/>
                </a:solidFill>
                <a:latin typeface="Avenir LT Std 35 Light" panose="020B0402020203020204" pitchFamily="34" charset="0"/>
              </a:rPr>
              <a:t>Evaluation RPS qui se base sur les questions issues du RH970</a:t>
            </a:r>
          </a:p>
        </p:txBody>
      </p:sp>
      <p:sp>
        <p:nvSpPr>
          <p:cNvPr id="26" name="Rectangle 25">
            <a:extLst>
              <a:ext uri="{FF2B5EF4-FFF2-40B4-BE49-F238E27FC236}">
                <a16:creationId xmlns:a16="http://schemas.microsoft.com/office/drawing/2014/main" id="{C6F3C542-7043-E75E-5521-ACCA73832727}"/>
              </a:ext>
            </a:extLst>
          </p:cNvPr>
          <p:cNvSpPr/>
          <p:nvPr/>
        </p:nvSpPr>
        <p:spPr>
          <a:xfrm>
            <a:off x="10989435" y="3077892"/>
            <a:ext cx="623068"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latin typeface="Avenir LT Std 45 Book" panose="020B0502020203020204" pitchFamily="34" charset="0"/>
              </a:rPr>
              <a:t>~ 1 h</a:t>
            </a:r>
          </a:p>
        </p:txBody>
      </p:sp>
      <p:grpSp>
        <p:nvGrpSpPr>
          <p:cNvPr id="27" name="Groupe 26">
            <a:extLst>
              <a:ext uri="{FF2B5EF4-FFF2-40B4-BE49-F238E27FC236}">
                <a16:creationId xmlns:a16="http://schemas.microsoft.com/office/drawing/2014/main" id="{2E39A363-1617-DA59-E4F7-940627B7000F}"/>
              </a:ext>
            </a:extLst>
          </p:cNvPr>
          <p:cNvGrpSpPr/>
          <p:nvPr/>
        </p:nvGrpSpPr>
        <p:grpSpPr>
          <a:xfrm>
            <a:off x="11610032" y="3141690"/>
            <a:ext cx="315567" cy="274775"/>
            <a:chOff x="11492282" y="2015291"/>
            <a:chExt cx="315567" cy="274775"/>
          </a:xfrm>
        </p:grpSpPr>
        <p:pic>
          <p:nvPicPr>
            <p:cNvPr id="28" name="Graphique 27" descr="Cœur contour">
              <a:extLst>
                <a:ext uri="{FF2B5EF4-FFF2-40B4-BE49-F238E27FC236}">
                  <a16:creationId xmlns:a16="http://schemas.microsoft.com/office/drawing/2014/main" id="{5CF5E4A2-4DD9-4DDA-B1CF-D616E5BAE27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1492282" y="2015291"/>
              <a:ext cx="214188" cy="214188"/>
            </a:xfrm>
            <a:prstGeom prst="rect">
              <a:avLst/>
            </a:prstGeom>
          </p:spPr>
        </p:pic>
        <p:sp>
          <p:nvSpPr>
            <p:cNvPr id="29" name="Rectangle 28">
              <a:extLst>
                <a:ext uri="{FF2B5EF4-FFF2-40B4-BE49-F238E27FC236}">
                  <a16:creationId xmlns:a16="http://schemas.microsoft.com/office/drawing/2014/main" id="{DCC72703-5DDB-F340-61AD-643519EC683A}"/>
                </a:ext>
              </a:extLst>
            </p:cNvPr>
            <p:cNvSpPr/>
            <p:nvPr/>
          </p:nvSpPr>
          <p:spPr>
            <a:xfrm>
              <a:off x="11593661" y="2101883"/>
              <a:ext cx="214188" cy="1881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a:solidFill>
                    <a:srgbClr val="306A92"/>
                  </a:solidFill>
                </a:rPr>
                <a:t>x</a:t>
              </a:r>
            </a:p>
          </p:txBody>
        </p:sp>
      </p:grpSp>
      <p:pic>
        <p:nvPicPr>
          <p:cNvPr id="30" name="Graphique 29" descr="Outils avec un remplissage uni">
            <a:extLst>
              <a:ext uri="{FF2B5EF4-FFF2-40B4-BE49-F238E27FC236}">
                <a16:creationId xmlns:a16="http://schemas.microsoft.com/office/drawing/2014/main" id="{17D6D243-BA6F-C566-F9F8-37BA47B9F74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flipH="1">
            <a:off x="6364276" y="3133665"/>
            <a:ext cx="290825" cy="290825"/>
          </a:xfrm>
          <a:prstGeom prst="rect">
            <a:avLst/>
          </a:prstGeom>
        </p:spPr>
      </p:pic>
      <p:sp>
        <p:nvSpPr>
          <p:cNvPr id="31" name="Rectangle 30">
            <a:extLst>
              <a:ext uri="{FF2B5EF4-FFF2-40B4-BE49-F238E27FC236}">
                <a16:creationId xmlns:a16="http://schemas.microsoft.com/office/drawing/2014/main" id="{10E7291A-EA11-A882-3D63-181122FE526D}"/>
              </a:ext>
            </a:extLst>
          </p:cNvPr>
          <p:cNvSpPr/>
          <p:nvPr/>
        </p:nvSpPr>
        <p:spPr>
          <a:xfrm>
            <a:off x="6789598" y="3443462"/>
            <a:ext cx="873752" cy="100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fr-FR" sz="800" b="1">
                <a:latin typeface="Avenir LT Std 45 Book" panose="020B0502020203020204" pitchFamily="34" charset="0"/>
              </a:rPr>
              <a:t>Non disponible</a:t>
            </a:r>
          </a:p>
        </p:txBody>
      </p:sp>
    </p:spTree>
    <p:extLst>
      <p:ext uri="{BB962C8B-B14F-4D97-AF65-F5344CB8AC3E}">
        <p14:creationId xmlns:p14="http://schemas.microsoft.com/office/powerpoint/2010/main" val="36462448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58E6B-C683-FCAF-1C36-A179D837C8E7}"/>
            </a:ext>
          </a:extLst>
        </p:cNvPr>
        <p:cNvGrpSpPr/>
        <p:nvPr/>
      </p:nvGrpSpPr>
      <p:grpSpPr>
        <a:xfrm>
          <a:off x="0" y="0"/>
          <a:ext cx="0" cy="0"/>
          <a:chOff x="0" y="0"/>
          <a:chExt cx="0" cy="0"/>
        </a:xfrm>
      </p:grpSpPr>
      <p:sp>
        <p:nvSpPr>
          <p:cNvPr id="27" name="Rectangle : coins arrondis 26">
            <a:extLst>
              <a:ext uri="{FF2B5EF4-FFF2-40B4-BE49-F238E27FC236}">
                <a16:creationId xmlns:a16="http://schemas.microsoft.com/office/drawing/2014/main" id="{C5E437DB-5021-D6ED-24CA-ED2995B927BA}"/>
              </a:ext>
            </a:extLst>
          </p:cNvPr>
          <p:cNvSpPr/>
          <p:nvPr/>
        </p:nvSpPr>
        <p:spPr>
          <a:xfrm>
            <a:off x="216504" y="1889361"/>
            <a:ext cx="5715147" cy="4449600"/>
          </a:xfrm>
          <a:prstGeom prst="roundRect">
            <a:avLst>
              <a:gd name="adj" fmla="val 3071"/>
            </a:avLst>
          </a:prstGeom>
          <a:solidFill>
            <a:schemeClr val="bg1"/>
          </a:solidFill>
          <a:ln w="38100">
            <a:solidFill>
              <a:srgbClr val="00B388"/>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6213" lvl="0" indent="-171450" algn="just">
              <a:lnSpc>
                <a:spcPts val="1400"/>
              </a:lnSpc>
              <a:spcAft>
                <a:spcPts val="600"/>
              </a:spcAft>
              <a:buFont typeface="Arial" panose="020B0604020202020204" pitchFamily="34" charset="0"/>
              <a:buChar char="•"/>
              <a:tabLst>
                <a:tab pos="176213" algn="l"/>
              </a:tabLst>
              <a:defRPr/>
            </a:pPr>
            <a:endParaRPr lang="fr-FR" sz="1200" b="1" i="1">
              <a:solidFill>
                <a:schemeClr val="tx1"/>
              </a:solidFill>
              <a:latin typeface="Avenir LT Std 55 Roman" panose="020B0503020203020204" pitchFamily="34" charset="0"/>
              <a:cs typeface="Times New Roman" panose="02020603050405020304" pitchFamily="18" charset="0"/>
            </a:endParaRPr>
          </a:p>
          <a:p>
            <a:pPr marL="176213" lvl="0" indent="-171450" algn="just">
              <a:spcAft>
                <a:spcPts val="1800"/>
              </a:spcAft>
              <a:buFont typeface="Arial" panose="020B0604020202020204" pitchFamily="34" charset="0"/>
              <a:buChar char="•"/>
              <a:tabLst>
                <a:tab pos="176213" algn="l"/>
              </a:tabLst>
              <a:defRPr/>
            </a:pPr>
            <a:r>
              <a:rPr lang="fr-FR" sz="1200">
                <a:solidFill>
                  <a:schemeClr val="tx1"/>
                </a:solidFill>
                <a:latin typeface="Avenir LT Std 55 Roman" panose="020B0503020203020204" pitchFamily="34" charset="0"/>
                <a:cs typeface="Times New Roman" panose="02020603050405020304" pitchFamily="18" charset="0"/>
              </a:rPr>
              <a:t>Ai-je identifié </a:t>
            </a:r>
            <a:r>
              <a:rPr lang="fr-FR" sz="1200" b="1" i="1">
                <a:solidFill>
                  <a:schemeClr val="tx1"/>
                </a:solidFill>
                <a:latin typeface="Avenir LT Std 55 Roman" panose="020B0503020203020204" pitchFamily="34" charset="0"/>
                <a:cs typeface="Times New Roman" panose="02020603050405020304" pitchFamily="18" charset="0"/>
              </a:rPr>
              <a:t>comment et à quel moment communiquer</a:t>
            </a:r>
            <a:r>
              <a:rPr lang="fr-FR" sz="1200">
                <a:solidFill>
                  <a:schemeClr val="tx1"/>
                </a:solidFill>
                <a:latin typeface="Avenir LT Std 55 Roman" panose="020B0503020203020204" pitchFamily="34" charset="0"/>
                <a:cs typeface="Times New Roman" panose="02020603050405020304" pitchFamily="18" charset="0"/>
              </a:rPr>
              <a:t> pendant les différentes phases du projet </a:t>
            </a:r>
            <a:r>
              <a:rPr lang="fr-FR" sz="1200" b="1" i="1">
                <a:solidFill>
                  <a:schemeClr val="tx1"/>
                </a:solidFill>
                <a:latin typeface="Avenir LT Std 55 Roman" panose="020B0503020203020204" pitchFamily="34" charset="0"/>
                <a:cs typeface="Times New Roman" panose="02020603050405020304" pitchFamily="18" charset="0"/>
              </a:rPr>
              <a:t>au regard des échéances du dialogue social</a:t>
            </a:r>
            <a:r>
              <a:rPr lang="fr-FR" sz="1200">
                <a:solidFill>
                  <a:schemeClr val="tx1"/>
                </a:solidFill>
                <a:latin typeface="Avenir LT Std 55 Roman" panose="020B0503020203020204" pitchFamily="34" charset="0"/>
                <a:cs typeface="Times New Roman" panose="02020603050405020304" pitchFamily="18" charset="0"/>
              </a:rPr>
              <a:t> ? </a:t>
            </a:r>
          </a:p>
          <a:p>
            <a:pPr marL="176213" lvl="0" indent="-171450" algn="just">
              <a:spcAft>
                <a:spcPts val="1800"/>
              </a:spcAft>
              <a:buFont typeface="Arial" panose="020B0604020202020204" pitchFamily="34" charset="0"/>
              <a:buChar char="•"/>
              <a:tabLst>
                <a:tab pos="176213" algn="l"/>
              </a:tabLst>
              <a:defRPr/>
            </a:pPr>
            <a:r>
              <a:rPr lang="fr-FR" sz="1200" b="1" i="1">
                <a:solidFill>
                  <a:schemeClr val="tx1"/>
                </a:solidFill>
                <a:latin typeface="Avenir LT Std 55 Roman" panose="020B0503020203020204" pitchFamily="34" charset="0"/>
                <a:cs typeface="Times New Roman" panose="02020603050405020304" pitchFamily="18" charset="0"/>
              </a:rPr>
              <a:t>Quel niveau d’information</a:t>
            </a:r>
            <a:r>
              <a:rPr lang="fr-FR" sz="1200">
                <a:solidFill>
                  <a:schemeClr val="tx1"/>
                </a:solidFill>
                <a:latin typeface="Avenir LT Std 55 Roman" panose="020B0503020203020204" pitchFamily="34" charset="0"/>
                <a:cs typeface="Times New Roman" panose="02020603050405020304" pitchFamily="18" charset="0"/>
              </a:rPr>
              <a:t> puis-je </a:t>
            </a:r>
            <a:r>
              <a:rPr lang="fr-FR" sz="1200" b="1" i="1">
                <a:solidFill>
                  <a:schemeClr val="tx1"/>
                </a:solidFill>
                <a:latin typeface="Avenir LT Std 55 Roman" panose="020B0503020203020204" pitchFamily="34" charset="0"/>
                <a:cs typeface="Times New Roman" panose="02020603050405020304" pitchFamily="18" charset="0"/>
              </a:rPr>
              <a:t>communiquer aux agents</a:t>
            </a:r>
            <a:r>
              <a:rPr lang="fr-FR" sz="1200">
                <a:solidFill>
                  <a:schemeClr val="tx1"/>
                </a:solidFill>
                <a:latin typeface="Avenir LT Std 55 Roman" panose="020B0503020203020204" pitchFamily="34" charset="0"/>
                <a:cs typeface="Times New Roman" panose="02020603050405020304" pitchFamily="18" charset="0"/>
              </a:rPr>
              <a:t> ? Comment leur donner la primeur de l’information ?</a:t>
            </a:r>
          </a:p>
          <a:p>
            <a:pPr marL="176213" lvl="0" indent="-171450" algn="just">
              <a:spcAft>
                <a:spcPts val="1800"/>
              </a:spcAft>
              <a:buFont typeface="Arial" panose="020B0604020202020204" pitchFamily="34" charset="0"/>
              <a:buChar char="•"/>
              <a:tabLst>
                <a:tab pos="176213" algn="l"/>
              </a:tabLst>
              <a:defRPr/>
            </a:pPr>
            <a:r>
              <a:rPr lang="fr-FR" sz="1200">
                <a:solidFill>
                  <a:schemeClr val="tx1"/>
                </a:solidFill>
                <a:latin typeface="Avenir LT Std 55 Roman" panose="020B0503020203020204" pitchFamily="34" charset="0"/>
                <a:cs typeface="Times New Roman" panose="02020603050405020304" pitchFamily="18" charset="0"/>
              </a:rPr>
              <a:t>Ai-je préparé le </a:t>
            </a:r>
            <a:r>
              <a:rPr lang="fr-FR" sz="1200" b="1" i="1">
                <a:solidFill>
                  <a:schemeClr val="tx1"/>
                </a:solidFill>
                <a:latin typeface="Avenir LT Std 55 Roman" panose="020B0503020203020204" pitchFamily="34" charset="0"/>
                <a:cs typeface="Times New Roman" panose="02020603050405020304" pitchFamily="18" charset="0"/>
              </a:rPr>
              <a:t>plan de communication</a:t>
            </a:r>
            <a:r>
              <a:rPr lang="fr-FR" sz="1200">
                <a:solidFill>
                  <a:schemeClr val="tx1"/>
                </a:solidFill>
                <a:latin typeface="Avenir LT Std 55 Roman" panose="020B0503020203020204" pitchFamily="34" charset="0"/>
                <a:cs typeface="Times New Roman" panose="02020603050405020304" pitchFamily="18" charset="0"/>
              </a:rPr>
              <a:t> : les cibles de communication et leurs caractéristiques (ex. collectif large), les modalités de diffusion de l’information pour chaque cible (fréquence des communications, pluralité des formats de communication…), les temps forts de communication ?  </a:t>
            </a:r>
          </a:p>
          <a:p>
            <a:pPr marL="176213" lvl="0" indent="-171450" algn="just">
              <a:spcAft>
                <a:spcPts val="1800"/>
              </a:spcAft>
              <a:buFont typeface="Arial" panose="020B0604020202020204" pitchFamily="34" charset="0"/>
              <a:buChar char="•"/>
              <a:tabLst>
                <a:tab pos="176213" algn="l"/>
              </a:tabLst>
              <a:defRPr/>
            </a:pPr>
            <a:r>
              <a:rPr lang="fr-FR" sz="1200">
                <a:solidFill>
                  <a:schemeClr val="tx1"/>
                </a:solidFill>
                <a:latin typeface="Avenir LT Std 55 Roman" panose="020B0503020203020204" pitchFamily="34" charset="0"/>
                <a:cs typeface="Times New Roman" panose="02020603050405020304" pitchFamily="18" charset="0"/>
              </a:rPr>
              <a:t>Comment je m’assure d’identifier les </a:t>
            </a:r>
            <a:r>
              <a:rPr lang="fr-FR" sz="1200" b="1" i="1">
                <a:solidFill>
                  <a:schemeClr val="tx1"/>
                </a:solidFill>
                <a:latin typeface="Avenir LT Std 55 Roman" panose="020B0503020203020204" pitchFamily="34" charset="0"/>
                <a:cs typeface="Times New Roman" panose="02020603050405020304" pitchFamily="18" charset="0"/>
              </a:rPr>
              <a:t>ressources fiables </a:t>
            </a:r>
            <a:r>
              <a:rPr lang="fr-FR" sz="1200">
                <a:solidFill>
                  <a:schemeClr val="tx1"/>
                </a:solidFill>
                <a:latin typeface="Avenir LT Std 55 Roman" panose="020B0503020203020204" pitchFamily="34" charset="0"/>
                <a:cs typeface="Times New Roman" panose="02020603050405020304" pitchFamily="18" charset="0"/>
              </a:rPr>
              <a:t>(informations certaines, ne pas véhiculer de "rumeurs") ?</a:t>
            </a:r>
          </a:p>
          <a:p>
            <a:pPr marL="176213" lvl="0" indent="-171450" algn="just">
              <a:spcAft>
                <a:spcPts val="1800"/>
              </a:spcAft>
              <a:buFont typeface="Arial" panose="020B0604020202020204" pitchFamily="34" charset="0"/>
              <a:buChar char="•"/>
              <a:tabLst>
                <a:tab pos="176213" algn="l"/>
              </a:tabLst>
              <a:defRPr/>
            </a:pPr>
            <a:r>
              <a:rPr lang="fr-FR" sz="1200">
                <a:solidFill>
                  <a:schemeClr val="tx1"/>
                </a:solidFill>
                <a:latin typeface="Avenir LT Std 55 Roman" panose="020B0503020203020204" pitchFamily="34" charset="0"/>
                <a:cs typeface="Times New Roman" panose="02020603050405020304" pitchFamily="18" charset="0"/>
              </a:rPr>
              <a:t>Est-ce que je peux </a:t>
            </a:r>
            <a:r>
              <a:rPr lang="fr-FR" sz="1200" b="1" i="1">
                <a:solidFill>
                  <a:schemeClr val="tx1"/>
                </a:solidFill>
                <a:latin typeface="Avenir LT Std 55 Roman" panose="020B0503020203020204" pitchFamily="34" charset="0"/>
                <a:cs typeface="Times New Roman" panose="02020603050405020304" pitchFamily="18" charset="0"/>
              </a:rPr>
              <a:t>m’appuyer sur les parties prenantes </a:t>
            </a:r>
            <a:r>
              <a:rPr lang="fr-FR" sz="1200">
                <a:solidFill>
                  <a:schemeClr val="tx1"/>
                </a:solidFill>
                <a:latin typeface="Avenir LT Std 55 Roman" panose="020B0503020203020204" pitchFamily="34" charset="0"/>
                <a:cs typeface="Times New Roman" panose="02020603050405020304" pitchFamily="18" charset="0"/>
              </a:rPr>
              <a:t>(chef de projet, sponsor, ligne managériale…) </a:t>
            </a:r>
            <a:r>
              <a:rPr lang="fr-FR" sz="1200" b="1" i="1">
                <a:solidFill>
                  <a:schemeClr val="tx1"/>
                </a:solidFill>
                <a:latin typeface="Avenir LT Std 55 Roman" panose="020B0503020203020204" pitchFamily="34" charset="0"/>
                <a:cs typeface="Times New Roman" panose="02020603050405020304" pitchFamily="18" charset="0"/>
              </a:rPr>
              <a:t>pour assurer un relais de la communication </a:t>
            </a:r>
            <a:r>
              <a:rPr lang="fr-FR" sz="1200">
                <a:solidFill>
                  <a:schemeClr val="tx1"/>
                </a:solidFill>
                <a:latin typeface="Avenir LT Std 55 Roman" panose="020B0503020203020204" pitchFamily="34" charset="0"/>
                <a:cs typeface="Times New Roman" panose="02020603050405020304" pitchFamily="18" charset="0"/>
              </a:rPr>
              <a:t>aux équipes ? Est-ce que les parties prenantes maitrisent et partagent les éléments de langage et </a:t>
            </a:r>
            <a:r>
              <a:rPr lang="fr-FR" sz="1200" b="1" i="1">
                <a:solidFill>
                  <a:schemeClr val="tx1"/>
                </a:solidFill>
                <a:latin typeface="Avenir LT Std 55 Roman" panose="020B0503020203020204" pitchFamily="34" charset="0"/>
                <a:cs typeface="Times New Roman" panose="02020603050405020304" pitchFamily="18" charset="0"/>
              </a:rPr>
              <a:t>savent-elles « raconter l’histoire »</a:t>
            </a:r>
            <a:r>
              <a:rPr lang="fr-FR" sz="1200">
                <a:solidFill>
                  <a:schemeClr val="tx1"/>
                </a:solidFill>
                <a:latin typeface="Avenir LT Std 55 Roman" panose="020B0503020203020204" pitchFamily="34" charset="0"/>
                <a:cs typeface="Times New Roman" panose="02020603050405020304" pitchFamily="18" charset="0"/>
              </a:rPr>
              <a:t> ?</a:t>
            </a:r>
          </a:p>
        </p:txBody>
      </p:sp>
      <p:sp>
        <p:nvSpPr>
          <p:cNvPr id="7" name="Rectangle : coins arrondis 6">
            <a:extLst>
              <a:ext uri="{FF2B5EF4-FFF2-40B4-BE49-F238E27FC236}">
                <a16:creationId xmlns:a16="http://schemas.microsoft.com/office/drawing/2014/main" id="{9B97ABAF-98D9-4512-52E3-22138ECDAC15}"/>
              </a:ext>
            </a:extLst>
          </p:cNvPr>
          <p:cNvSpPr/>
          <p:nvPr/>
        </p:nvSpPr>
        <p:spPr>
          <a:xfrm>
            <a:off x="6229780" y="3645437"/>
            <a:ext cx="5715146" cy="2693524"/>
          </a:xfrm>
          <a:prstGeom prst="roundRect">
            <a:avLst>
              <a:gd name="adj" fmla="val 3573"/>
            </a:avLst>
          </a:prstGeom>
          <a:solidFill>
            <a:srgbClr val="FBFBFB"/>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defRPr/>
            </a:pPr>
            <a:r>
              <a:rPr kumimoji="0" lang="fr-FR" sz="900" b="0" i="1" u="none" strike="noStrike" kern="1200" cap="none" spc="0" normalizeH="0" baseline="0" noProof="0">
                <a:ln>
                  <a:noFill/>
                </a:ln>
                <a:solidFill>
                  <a:srgbClr val="FFFFFF">
                    <a:lumMod val="50000"/>
                  </a:srgbClr>
                </a:solidFill>
                <a:effectLst/>
                <a:uLnTx/>
                <a:uFillTx/>
                <a:latin typeface="Avenir LT Std 35 Light" panose="020B0402020203020204" pitchFamily="34" charset="0"/>
                <a:ea typeface="+mn-ea"/>
                <a:cs typeface="+mn-cs"/>
              </a:rPr>
              <a:t>Zone de texte libre</a:t>
            </a:r>
          </a:p>
        </p:txBody>
      </p:sp>
      <p:sp>
        <p:nvSpPr>
          <p:cNvPr id="168" name="Rectangle : coins arrondis 167">
            <a:extLst>
              <a:ext uri="{FF2B5EF4-FFF2-40B4-BE49-F238E27FC236}">
                <a16:creationId xmlns:a16="http://schemas.microsoft.com/office/drawing/2014/main" id="{9E97D6BF-8364-006B-61F1-2907E4710CA8}"/>
              </a:ext>
            </a:extLst>
          </p:cNvPr>
          <p:cNvSpPr/>
          <p:nvPr/>
        </p:nvSpPr>
        <p:spPr>
          <a:xfrm>
            <a:off x="6229779" y="2285304"/>
            <a:ext cx="5751893" cy="1224000"/>
          </a:xfrm>
          <a:prstGeom prst="roundRect">
            <a:avLst>
              <a:gd name="adj" fmla="val 0"/>
            </a:avLst>
          </a:prstGeom>
          <a:solidFill>
            <a:srgbClr val="F6F9FC"/>
          </a:solid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9050" lvl="0" algn="just">
              <a:lnSpc>
                <a:spcPts val="1400"/>
              </a:lnSpc>
              <a:spcAft>
                <a:spcPts val="600"/>
              </a:spcAft>
              <a:tabLst>
                <a:tab pos="180975" algn="l"/>
              </a:tabLst>
              <a:defRPr/>
            </a:pPr>
            <a:endParaRPr lang="fr-FR" sz="1000">
              <a:solidFill>
                <a:srgbClr val="000000"/>
              </a:solidFill>
              <a:latin typeface="Avenir LT Std 55 Roman" panose="020B0503020203020204" pitchFamily="34" charset="0"/>
              <a:cs typeface="Times New Roman" panose="02020603050405020304" pitchFamily="18" charset="0"/>
            </a:endParaRPr>
          </a:p>
        </p:txBody>
      </p:sp>
      <p:sp>
        <p:nvSpPr>
          <p:cNvPr id="107" name="Rectangle : coins arrondis 106">
            <a:extLst>
              <a:ext uri="{FF2B5EF4-FFF2-40B4-BE49-F238E27FC236}">
                <a16:creationId xmlns:a16="http://schemas.microsoft.com/office/drawing/2014/main" id="{A821A537-EA27-442D-546C-8A6BFE91E5E6}"/>
              </a:ext>
            </a:extLst>
          </p:cNvPr>
          <p:cNvSpPr/>
          <p:nvPr/>
        </p:nvSpPr>
        <p:spPr>
          <a:xfrm>
            <a:off x="7052664" y="2875465"/>
            <a:ext cx="4717648" cy="65912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sp>
        <p:nvSpPr>
          <p:cNvPr id="16" name="Rectangle : coins arrondis 15">
            <a:extLst>
              <a:ext uri="{FF2B5EF4-FFF2-40B4-BE49-F238E27FC236}">
                <a16:creationId xmlns:a16="http://schemas.microsoft.com/office/drawing/2014/main" id="{F4CE8464-E297-D133-D12E-D50C79ECFC31}"/>
              </a:ext>
            </a:extLst>
          </p:cNvPr>
          <p:cNvSpPr/>
          <p:nvPr/>
        </p:nvSpPr>
        <p:spPr>
          <a:xfrm>
            <a:off x="206672" y="1889361"/>
            <a:ext cx="5740809" cy="504694"/>
          </a:xfrm>
          <a:prstGeom prst="roundRect">
            <a:avLst/>
          </a:prstGeom>
          <a:solidFill>
            <a:srgbClr val="00B3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400" b="1" i="1">
                <a:solidFill>
                  <a:schemeClr val="bg1"/>
                </a:solidFill>
              </a:rPr>
              <a:t>Les questions à se poser</a:t>
            </a:r>
          </a:p>
        </p:txBody>
      </p:sp>
      <p:sp>
        <p:nvSpPr>
          <p:cNvPr id="5" name="Rectangle 4">
            <a:extLst>
              <a:ext uri="{FF2B5EF4-FFF2-40B4-BE49-F238E27FC236}">
                <a16:creationId xmlns:a16="http://schemas.microsoft.com/office/drawing/2014/main" id="{67CA68D6-08F3-CDE4-0017-6E5AA7F27544}"/>
              </a:ext>
            </a:extLst>
          </p:cNvPr>
          <p:cNvSpPr/>
          <p:nvPr/>
        </p:nvSpPr>
        <p:spPr>
          <a:xfrm>
            <a:off x="-3064" y="378372"/>
            <a:ext cx="12195063" cy="1427747"/>
          </a:xfrm>
          <a:prstGeom prst="rect">
            <a:avLst/>
          </a:prstGeom>
          <a:solidFill>
            <a:srgbClr val="DFF1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5963">
              <a:spcAft>
                <a:spcPts val="1200"/>
              </a:spcAft>
              <a:buClr>
                <a:schemeClr val="tx1"/>
              </a:buClr>
            </a:pPr>
            <a:r>
              <a:rPr lang="fr-FR" b="1">
                <a:solidFill>
                  <a:srgbClr val="00B388"/>
                </a:solidFill>
                <a:latin typeface="Avenir LT Std 65 Medium" panose="020B0803020203020204" pitchFamily="34" charset="0"/>
              </a:rPr>
              <a:t>Comment organiser la communication sur le projet </a:t>
            </a:r>
            <a:r>
              <a:rPr lang="fr-FR">
                <a:solidFill>
                  <a:schemeClr val="tx1"/>
                </a:solidFill>
                <a:latin typeface="Avenir LT Std 55 Roman" panose="020B0503020203020204" pitchFamily="34" charset="0"/>
              </a:rPr>
              <a:t>à destination des équipes concernées pour leur donner la primeur de l’information (au regard du calendrier social) et quel relais des parties prenantes pour appuyer cette communication.</a:t>
            </a:r>
          </a:p>
        </p:txBody>
      </p:sp>
      <p:sp>
        <p:nvSpPr>
          <p:cNvPr id="6" name="Triangle isocèle 5">
            <a:extLst>
              <a:ext uri="{FF2B5EF4-FFF2-40B4-BE49-F238E27FC236}">
                <a16:creationId xmlns:a16="http://schemas.microsoft.com/office/drawing/2014/main" id="{63ED377C-5368-2D7B-6D86-992E922822E7}"/>
              </a:ext>
            </a:extLst>
          </p:cNvPr>
          <p:cNvSpPr/>
          <p:nvPr/>
        </p:nvSpPr>
        <p:spPr>
          <a:xfrm rot="5400000">
            <a:off x="34126" y="929868"/>
            <a:ext cx="782530" cy="324754"/>
          </a:xfrm>
          <a:prstGeom prst="triangle">
            <a:avLst/>
          </a:prstGeom>
          <a:solidFill>
            <a:srgbClr val="1547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18" name="Rectangle : coins arrondis 17">
            <a:extLst>
              <a:ext uri="{FF2B5EF4-FFF2-40B4-BE49-F238E27FC236}">
                <a16:creationId xmlns:a16="http://schemas.microsoft.com/office/drawing/2014/main" id="{B62D370B-42F7-D911-45B1-263BDCB928A4}"/>
              </a:ext>
            </a:extLst>
          </p:cNvPr>
          <p:cNvSpPr/>
          <p:nvPr/>
        </p:nvSpPr>
        <p:spPr>
          <a:xfrm>
            <a:off x="6233435" y="1889361"/>
            <a:ext cx="5751893" cy="504694"/>
          </a:xfrm>
          <a:prstGeom prst="round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400" b="1" i="1">
                <a:solidFill>
                  <a:schemeClr val="bg1"/>
                </a:solidFill>
              </a:rPr>
              <a:t>Ressources à ma disposition</a:t>
            </a:r>
          </a:p>
        </p:txBody>
      </p:sp>
      <p:sp>
        <p:nvSpPr>
          <p:cNvPr id="43" name="Ellipse 42">
            <a:extLst>
              <a:ext uri="{FF2B5EF4-FFF2-40B4-BE49-F238E27FC236}">
                <a16:creationId xmlns:a16="http://schemas.microsoft.com/office/drawing/2014/main" id="{92C8A71A-168B-E3E3-FB0F-FCB245B36E55}"/>
              </a:ext>
            </a:extLst>
          </p:cNvPr>
          <p:cNvSpPr/>
          <p:nvPr/>
        </p:nvSpPr>
        <p:spPr>
          <a:xfrm>
            <a:off x="6682059" y="1894046"/>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pic>
        <p:nvPicPr>
          <p:cNvPr id="42" name="Image 41">
            <a:extLst>
              <a:ext uri="{FF2B5EF4-FFF2-40B4-BE49-F238E27FC236}">
                <a16:creationId xmlns:a16="http://schemas.microsoft.com/office/drawing/2014/main" id="{C2F48659-289A-0FF8-AD59-F57625FA0AF3}"/>
              </a:ext>
            </a:extLst>
          </p:cNvPr>
          <p:cNvPicPr>
            <a:picLocks noChangeAspect="1"/>
          </p:cNvPicPr>
          <p:nvPr/>
        </p:nvPicPr>
        <p:blipFill>
          <a:blip r:embed="rId3"/>
          <a:stretch>
            <a:fillRect/>
          </a:stretch>
        </p:blipFill>
        <p:spPr>
          <a:xfrm>
            <a:off x="6806176" y="1887770"/>
            <a:ext cx="485486" cy="621422"/>
          </a:xfrm>
          <a:prstGeom prst="rect">
            <a:avLst/>
          </a:prstGeom>
        </p:spPr>
      </p:pic>
      <p:sp>
        <p:nvSpPr>
          <p:cNvPr id="85" name="Rectangle : coins arrondis 84">
            <a:extLst>
              <a:ext uri="{FF2B5EF4-FFF2-40B4-BE49-F238E27FC236}">
                <a16:creationId xmlns:a16="http://schemas.microsoft.com/office/drawing/2014/main" id="{A597E1EB-D882-311A-725D-1AE1D00A7E90}"/>
              </a:ext>
            </a:extLst>
          </p:cNvPr>
          <p:cNvSpPr/>
          <p:nvPr/>
        </p:nvSpPr>
        <p:spPr>
          <a:xfrm>
            <a:off x="6336832" y="2544206"/>
            <a:ext cx="1883143" cy="35624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ts val="900"/>
              </a:lnSpc>
              <a:spcBef>
                <a:spcPts val="300"/>
              </a:spcBef>
              <a:buClr>
                <a:srgbClr val="0084D4"/>
              </a:buClr>
              <a:defRPr/>
            </a:pPr>
            <a:r>
              <a:rPr lang="fr-FR" sz="1100" b="1" i="1">
                <a:solidFill>
                  <a:schemeClr val="tx1"/>
                </a:solidFill>
                <a:latin typeface="Avenir LT Std 65 Medium" panose="020B0803020203020204" pitchFamily="34" charset="0"/>
              </a:rPr>
              <a:t>Ressource</a:t>
            </a:r>
            <a:br>
              <a:rPr lang="fr-FR" sz="1000" b="1" i="1">
                <a:solidFill>
                  <a:schemeClr val="tx1"/>
                </a:solidFill>
                <a:latin typeface="Avenir LT Std 65 Medium" panose="020B0803020203020204" pitchFamily="34" charset="0"/>
              </a:rPr>
            </a:br>
            <a:r>
              <a:rPr lang="fr-FR" sz="900" i="1">
                <a:solidFill>
                  <a:srgbClr val="FFFFFF">
                    <a:lumMod val="50000"/>
                  </a:srgbClr>
                </a:solidFill>
                <a:latin typeface="Avenir LT Std 35 Light" panose="020B0402020203020204" pitchFamily="34" charset="0"/>
              </a:rPr>
              <a:t>(accessible en cliquant dessus)</a:t>
            </a:r>
          </a:p>
        </p:txBody>
      </p:sp>
      <p:sp>
        <p:nvSpPr>
          <p:cNvPr id="86" name="Rectangle : coins arrondis 85">
            <a:extLst>
              <a:ext uri="{FF2B5EF4-FFF2-40B4-BE49-F238E27FC236}">
                <a16:creationId xmlns:a16="http://schemas.microsoft.com/office/drawing/2014/main" id="{F1F6B6B3-BFE9-9200-DBBC-8A7366A96B08}"/>
              </a:ext>
            </a:extLst>
          </p:cNvPr>
          <p:cNvSpPr/>
          <p:nvPr/>
        </p:nvSpPr>
        <p:spPr>
          <a:xfrm>
            <a:off x="8517576" y="2544206"/>
            <a:ext cx="1959272" cy="32903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000" b="1" i="1">
                <a:solidFill>
                  <a:schemeClr val="tx1"/>
                </a:solidFill>
                <a:latin typeface="Avenir LT Std 65 Medium" panose="020B0803020203020204" pitchFamily="34" charset="0"/>
              </a:rPr>
              <a:t>Ce qu’elle apporte</a:t>
            </a:r>
          </a:p>
        </p:txBody>
      </p:sp>
      <p:sp>
        <p:nvSpPr>
          <p:cNvPr id="84" name="Rectangle 83">
            <a:hlinkClick r:id="rId4" action="ppaction://hlinksldjump"/>
            <a:extLst>
              <a:ext uri="{FF2B5EF4-FFF2-40B4-BE49-F238E27FC236}">
                <a16:creationId xmlns:a16="http://schemas.microsoft.com/office/drawing/2014/main" id="{22C332FF-7402-632F-8A0A-92E593716D81}"/>
              </a:ext>
            </a:extLst>
          </p:cNvPr>
          <p:cNvSpPr/>
          <p:nvPr/>
        </p:nvSpPr>
        <p:spPr>
          <a:xfrm>
            <a:off x="6710527" y="3007084"/>
            <a:ext cx="1885365"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tlCol="0" anchor="ctr"/>
          <a:lstStyle/>
          <a:p>
            <a:r>
              <a:rPr lang="fr-FR" sz="1000" b="1">
                <a:solidFill>
                  <a:srgbClr val="306A92"/>
                </a:solidFill>
                <a:latin typeface="Avenir LT Std 45 Book" panose="020B0502020203020204" pitchFamily="34" charset="0"/>
              </a:rPr>
              <a:t>Bonnes pratiques de communication</a:t>
            </a:r>
            <a:endParaRPr lang="fr-FR" sz="1000" b="1">
              <a:solidFill>
                <a:srgbClr val="306A92"/>
              </a:solidFill>
              <a:highlight>
                <a:srgbClr val="FFFF00"/>
              </a:highlight>
              <a:latin typeface="Avenir LT Std 45 Book" panose="020B0502020203020204" pitchFamily="34" charset="0"/>
            </a:endParaRPr>
          </a:p>
        </p:txBody>
      </p:sp>
      <p:sp>
        <p:nvSpPr>
          <p:cNvPr id="89" name="Rectangle 88">
            <a:extLst>
              <a:ext uri="{FF2B5EF4-FFF2-40B4-BE49-F238E27FC236}">
                <a16:creationId xmlns:a16="http://schemas.microsoft.com/office/drawing/2014/main" id="{74FE32A8-1AA6-6B44-251E-0373AFC56A59}"/>
              </a:ext>
            </a:extLst>
          </p:cNvPr>
          <p:cNvSpPr/>
          <p:nvPr/>
        </p:nvSpPr>
        <p:spPr>
          <a:xfrm>
            <a:off x="8783836" y="3007084"/>
            <a:ext cx="2195491"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defTabSz="914355"/>
            <a:r>
              <a:rPr lang="fr-FR" sz="900">
                <a:solidFill>
                  <a:schemeClr val="tx1"/>
                </a:solidFill>
                <a:latin typeface="Avenir LT Std 35 Light" panose="020B0402020203020204" pitchFamily="34" charset="0"/>
              </a:rPr>
              <a:t>Etapes clés pour communiquer durant un projet et bonnes pratiques sur la manière de communiquer</a:t>
            </a:r>
          </a:p>
        </p:txBody>
      </p:sp>
      <p:sp>
        <p:nvSpPr>
          <p:cNvPr id="91" name="Rectangle 90">
            <a:extLst>
              <a:ext uri="{FF2B5EF4-FFF2-40B4-BE49-F238E27FC236}">
                <a16:creationId xmlns:a16="http://schemas.microsoft.com/office/drawing/2014/main" id="{03D78FA7-A53D-0339-0FE3-2236AD4FA34C}"/>
              </a:ext>
            </a:extLst>
          </p:cNvPr>
          <p:cNvSpPr/>
          <p:nvPr/>
        </p:nvSpPr>
        <p:spPr>
          <a:xfrm>
            <a:off x="10932285" y="3007084"/>
            <a:ext cx="623068"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latin typeface="Avenir LT Std 45 Book" panose="020B0502020203020204" pitchFamily="34" charset="0"/>
              </a:rPr>
              <a:t>~ 3 min</a:t>
            </a:r>
          </a:p>
        </p:txBody>
      </p:sp>
      <p:pic>
        <p:nvPicPr>
          <p:cNvPr id="146" name="Graphique 145" descr="Cœur avec un remplissage uni">
            <a:extLst>
              <a:ext uri="{FF2B5EF4-FFF2-40B4-BE49-F238E27FC236}">
                <a16:creationId xmlns:a16="http://schemas.microsoft.com/office/drawing/2014/main" id="{49AAFFF3-E4B7-63AF-0B05-A379D7C3969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580997" y="2533060"/>
            <a:ext cx="288595" cy="288595"/>
          </a:xfrm>
          <a:prstGeom prst="rect">
            <a:avLst/>
          </a:prstGeom>
        </p:spPr>
      </p:pic>
      <p:pic>
        <p:nvPicPr>
          <p:cNvPr id="148" name="Graphique 147" descr="Sablier plein avec un remplissage uni">
            <a:extLst>
              <a:ext uri="{FF2B5EF4-FFF2-40B4-BE49-F238E27FC236}">
                <a16:creationId xmlns:a16="http://schemas.microsoft.com/office/drawing/2014/main" id="{80C4A3FF-ABC3-7F28-1CC0-17AC7DE9A0F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089885" y="2536313"/>
            <a:ext cx="281763" cy="281763"/>
          </a:xfrm>
          <a:prstGeom prst="rect">
            <a:avLst/>
          </a:prstGeom>
        </p:spPr>
      </p:pic>
      <p:grpSp>
        <p:nvGrpSpPr>
          <p:cNvPr id="152" name="Groupe 151">
            <a:extLst>
              <a:ext uri="{FF2B5EF4-FFF2-40B4-BE49-F238E27FC236}">
                <a16:creationId xmlns:a16="http://schemas.microsoft.com/office/drawing/2014/main" id="{3FF701E5-2DE4-CC80-7C1B-8E93615D9AA9}"/>
              </a:ext>
            </a:extLst>
          </p:cNvPr>
          <p:cNvGrpSpPr/>
          <p:nvPr/>
        </p:nvGrpSpPr>
        <p:grpSpPr>
          <a:xfrm>
            <a:off x="11610032" y="3104443"/>
            <a:ext cx="315567" cy="274775"/>
            <a:chOff x="11492282" y="2015291"/>
            <a:chExt cx="315567" cy="274775"/>
          </a:xfrm>
        </p:grpSpPr>
        <p:pic>
          <p:nvPicPr>
            <p:cNvPr id="150" name="Graphique 149" descr="Cœur contour">
              <a:extLst>
                <a:ext uri="{FF2B5EF4-FFF2-40B4-BE49-F238E27FC236}">
                  <a16:creationId xmlns:a16="http://schemas.microsoft.com/office/drawing/2014/main" id="{C415A23E-E02E-37EA-0FB3-2D464DB3173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492282" y="2015291"/>
              <a:ext cx="214188" cy="214188"/>
            </a:xfrm>
            <a:prstGeom prst="rect">
              <a:avLst/>
            </a:prstGeom>
          </p:spPr>
        </p:pic>
        <p:sp>
          <p:nvSpPr>
            <p:cNvPr id="151" name="Rectangle 150">
              <a:extLst>
                <a:ext uri="{FF2B5EF4-FFF2-40B4-BE49-F238E27FC236}">
                  <a16:creationId xmlns:a16="http://schemas.microsoft.com/office/drawing/2014/main" id="{305BB06C-547A-DBFC-FF21-F472075A44BE}"/>
                </a:ext>
              </a:extLst>
            </p:cNvPr>
            <p:cNvSpPr/>
            <p:nvPr/>
          </p:nvSpPr>
          <p:spPr>
            <a:xfrm>
              <a:off x="11593661" y="2101883"/>
              <a:ext cx="214188" cy="1881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a:solidFill>
                    <a:srgbClr val="306A92"/>
                  </a:solidFill>
                </a:rPr>
                <a:t>x</a:t>
              </a:r>
            </a:p>
          </p:txBody>
        </p:sp>
      </p:grpSp>
      <p:sp>
        <p:nvSpPr>
          <p:cNvPr id="12" name="Ellipse 11">
            <a:extLst>
              <a:ext uri="{FF2B5EF4-FFF2-40B4-BE49-F238E27FC236}">
                <a16:creationId xmlns:a16="http://schemas.microsoft.com/office/drawing/2014/main" id="{8E20B3E2-28C7-9972-B070-C38814ECFE09}"/>
              </a:ext>
            </a:extLst>
          </p:cNvPr>
          <p:cNvSpPr/>
          <p:nvPr/>
        </p:nvSpPr>
        <p:spPr>
          <a:xfrm>
            <a:off x="864443" y="1904403"/>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pic>
        <p:nvPicPr>
          <p:cNvPr id="11" name="Graphique 10" descr="Ampoule et crayon avec un remplissage uni">
            <a:extLst>
              <a:ext uri="{FF2B5EF4-FFF2-40B4-BE49-F238E27FC236}">
                <a16:creationId xmlns:a16="http://schemas.microsoft.com/office/drawing/2014/main" id="{41F9564F-E281-3908-1562-8FFC6FD3816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51179" y="1955818"/>
            <a:ext cx="402694" cy="402694"/>
          </a:xfrm>
          <a:prstGeom prst="rect">
            <a:avLst/>
          </a:prstGeom>
        </p:spPr>
      </p:pic>
      <p:pic>
        <p:nvPicPr>
          <p:cNvPr id="9" name="Image 8">
            <a:extLst>
              <a:ext uri="{FF2B5EF4-FFF2-40B4-BE49-F238E27FC236}">
                <a16:creationId xmlns:a16="http://schemas.microsoft.com/office/drawing/2014/main" id="{F21E578F-C68D-3743-6240-C254B34A1466}"/>
              </a:ext>
            </a:extLst>
          </p:cNvPr>
          <p:cNvPicPr>
            <a:picLocks noChangeAspect="1"/>
          </p:cNvPicPr>
          <p:nvPr/>
        </p:nvPicPr>
        <p:blipFill>
          <a:blip r:embed="rId9"/>
          <a:stretch>
            <a:fillRect/>
          </a:stretch>
        </p:blipFill>
        <p:spPr>
          <a:xfrm>
            <a:off x="6339779" y="2997988"/>
            <a:ext cx="335309" cy="432854"/>
          </a:xfrm>
          <a:prstGeom prst="rect">
            <a:avLst/>
          </a:prstGeom>
        </p:spPr>
      </p:pic>
      <p:grpSp>
        <p:nvGrpSpPr>
          <p:cNvPr id="3" name="Groupe 2">
            <a:extLst>
              <a:ext uri="{FF2B5EF4-FFF2-40B4-BE49-F238E27FC236}">
                <a16:creationId xmlns:a16="http://schemas.microsoft.com/office/drawing/2014/main" id="{91C49CCA-EA99-64BC-FC9A-B63EB0A07291}"/>
              </a:ext>
            </a:extLst>
          </p:cNvPr>
          <p:cNvGrpSpPr>
            <a:grpSpLocks noChangeAspect="1"/>
          </p:cNvGrpSpPr>
          <p:nvPr/>
        </p:nvGrpSpPr>
        <p:grpSpPr>
          <a:xfrm>
            <a:off x="11001871" y="6336764"/>
            <a:ext cx="1082632" cy="444130"/>
            <a:chOff x="5810" y="1578917"/>
            <a:chExt cx="559801" cy="229645"/>
          </a:xfrm>
        </p:grpSpPr>
        <p:sp>
          <p:nvSpPr>
            <p:cNvPr id="4" name="Rectangle : coins arrondis 3">
              <a:hlinkClick r:id="rId10" action="ppaction://hlinksldjump"/>
              <a:extLst>
                <a:ext uri="{FF2B5EF4-FFF2-40B4-BE49-F238E27FC236}">
                  <a16:creationId xmlns:a16="http://schemas.microsoft.com/office/drawing/2014/main" id="{3FA8E9C6-7F65-C58D-CA6F-DFBE40884C97}"/>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hlinkClick r:id="rId10"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ndParaRPr>
            </a:p>
          </p:txBody>
        </p:sp>
        <p:pic>
          <p:nvPicPr>
            <p:cNvPr id="10" name="Graphique 9" descr="Retour avec un remplissage uni">
              <a:hlinkClick r:id="rId10" action="ppaction://hlinksldjump"/>
              <a:extLst>
                <a:ext uri="{FF2B5EF4-FFF2-40B4-BE49-F238E27FC236}">
                  <a16:creationId xmlns:a16="http://schemas.microsoft.com/office/drawing/2014/main" id="{6A24FE90-47F3-0D9D-8C3D-5EAFFF5BB74F}"/>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9060" y="1578917"/>
              <a:ext cx="229645" cy="229645"/>
            </a:xfrm>
            <a:prstGeom prst="rect">
              <a:avLst/>
            </a:prstGeom>
          </p:spPr>
        </p:pic>
      </p:grpSp>
      <p:sp>
        <p:nvSpPr>
          <p:cNvPr id="26" name="Rectangle : coins arrondis 25">
            <a:extLst>
              <a:ext uri="{FF2B5EF4-FFF2-40B4-BE49-F238E27FC236}">
                <a16:creationId xmlns:a16="http://schemas.microsoft.com/office/drawing/2014/main" id="{C4D9D14C-537D-D8E8-72E6-808ABF038403}"/>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DC582A"/>
                </a:solidFill>
              </a:rPr>
              <a:t>PROTOTYPE</a:t>
            </a:r>
          </a:p>
        </p:txBody>
      </p:sp>
      <p:sp>
        <p:nvSpPr>
          <p:cNvPr id="41" name="Flèche : chevron 8 - 2 - 1">
            <a:extLst>
              <a:ext uri="{FF2B5EF4-FFF2-40B4-BE49-F238E27FC236}">
                <a16:creationId xmlns:a16="http://schemas.microsoft.com/office/drawing/2014/main" id="{5EDA0855-13C7-C0BE-0F54-FA0A7CDD83B1}"/>
              </a:ext>
            </a:extLst>
          </p:cNvPr>
          <p:cNvSpPr/>
          <p:nvPr/>
        </p:nvSpPr>
        <p:spPr>
          <a:xfrm>
            <a:off x="6924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impacts humains</a:t>
            </a:r>
          </a:p>
        </p:txBody>
      </p:sp>
      <p:sp>
        <p:nvSpPr>
          <p:cNvPr id="45" name="Flèche : chevron 8 - 2 - 1">
            <a:extLst>
              <a:ext uri="{FF2B5EF4-FFF2-40B4-BE49-F238E27FC236}">
                <a16:creationId xmlns:a16="http://schemas.microsoft.com/office/drawing/2014/main" id="{D72DC4EA-4C55-6255-26DA-B82D24B2F6C6}"/>
              </a:ext>
            </a:extLst>
          </p:cNvPr>
          <p:cNvSpPr/>
          <p:nvPr/>
        </p:nvSpPr>
        <p:spPr>
          <a:xfrm>
            <a:off x="1776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a:t>
            </a:r>
            <a:r>
              <a:rPr lang="fr-FR" sz="1100" b="1" err="1">
                <a:solidFill>
                  <a:schemeClr val="bg1">
                    <a:lumMod val="50000"/>
                  </a:schemeClr>
                </a:solidFill>
                <a:latin typeface="Avenir LT Std 45 Book" panose="020B0502020203020204" pitchFamily="34" charset="0"/>
              </a:rPr>
              <a:t>moi-mëme</a:t>
            </a:r>
            <a:endParaRPr lang="fr-FR" sz="1100" b="1">
              <a:solidFill>
                <a:schemeClr val="bg1">
                  <a:lumMod val="50000"/>
                </a:schemeClr>
              </a:solidFill>
              <a:latin typeface="Avenir LT Std 45 Book" panose="020B0502020203020204" pitchFamily="34" charset="0"/>
            </a:endParaRPr>
          </a:p>
        </p:txBody>
      </p:sp>
      <p:sp>
        <p:nvSpPr>
          <p:cNvPr id="47" name="Flèche : chevron 8 - 2 - 1">
            <a:extLst>
              <a:ext uri="{FF2B5EF4-FFF2-40B4-BE49-F238E27FC236}">
                <a16:creationId xmlns:a16="http://schemas.microsoft.com/office/drawing/2014/main" id="{CE94691D-82E1-0AC7-6B7A-ADCD44A5659C}"/>
              </a:ext>
            </a:extLst>
          </p:cNvPr>
          <p:cNvSpPr/>
          <p:nvPr/>
        </p:nvSpPr>
        <p:spPr>
          <a:xfrm>
            <a:off x="5244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des impacts humains</a:t>
            </a:r>
          </a:p>
        </p:txBody>
      </p:sp>
      <p:sp>
        <p:nvSpPr>
          <p:cNvPr id="49" name="Flèche : chevron 8 - 2 - 1">
            <a:extLst>
              <a:ext uri="{FF2B5EF4-FFF2-40B4-BE49-F238E27FC236}">
                <a16:creationId xmlns:a16="http://schemas.microsoft.com/office/drawing/2014/main" id="{C0CDBA1B-8D82-E148-425F-A56A9B95FE93}"/>
              </a:ext>
            </a:extLst>
          </p:cNvPr>
          <p:cNvSpPr/>
          <p:nvPr/>
        </p:nvSpPr>
        <p:spPr>
          <a:xfrm>
            <a:off x="636000" y="21771"/>
            <a:ext cx="115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Cas d’usage</a:t>
            </a:r>
          </a:p>
        </p:txBody>
      </p:sp>
      <p:sp>
        <p:nvSpPr>
          <p:cNvPr id="51" name="Flèche : chevron 8 - 2 - 1">
            <a:extLst>
              <a:ext uri="{FF2B5EF4-FFF2-40B4-BE49-F238E27FC236}">
                <a16:creationId xmlns:a16="http://schemas.microsoft.com/office/drawing/2014/main" id="{D120D75B-7319-6B23-2EA7-CA7A567BC628}"/>
              </a:ext>
            </a:extLst>
          </p:cNvPr>
          <p:cNvSpPr/>
          <p:nvPr/>
        </p:nvSpPr>
        <p:spPr>
          <a:xfrm>
            <a:off x="3456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pour moi-même</a:t>
            </a:r>
          </a:p>
        </p:txBody>
      </p:sp>
      <p:sp>
        <p:nvSpPr>
          <p:cNvPr id="53" name="Flèche : pentagone 3">
            <a:extLst>
              <a:ext uri="{FF2B5EF4-FFF2-40B4-BE49-F238E27FC236}">
                <a16:creationId xmlns:a16="http://schemas.microsoft.com/office/drawing/2014/main" id="{F2DE3194-182D-EAB3-F8E8-9DBA015475EA}"/>
              </a:ext>
            </a:extLst>
          </p:cNvPr>
          <p:cNvSpPr/>
          <p:nvPr/>
        </p:nvSpPr>
        <p:spPr>
          <a:xfrm>
            <a:off x="0" y="21771"/>
            <a:ext cx="648000" cy="288000"/>
          </a:xfrm>
          <a:prstGeom prst="homePlate">
            <a:avLst>
              <a:gd name="adj" fmla="val 26503"/>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Accueil</a:t>
            </a:r>
          </a:p>
        </p:txBody>
      </p:sp>
      <p:sp>
        <p:nvSpPr>
          <p:cNvPr id="55" name="Flèche : chevron 8 - 2 - 1">
            <a:extLst>
              <a:ext uri="{FF2B5EF4-FFF2-40B4-BE49-F238E27FC236}">
                <a16:creationId xmlns:a16="http://schemas.microsoft.com/office/drawing/2014/main" id="{196CD379-E24C-2C7A-0025-30D6F5A0F8FE}"/>
              </a:ext>
            </a:extLst>
          </p:cNvPr>
          <p:cNvSpPr/>
          <p:nvPr/>
        </p:nvSpPr>
        <p:spPr>
          <a:xfrm>
            <a:off x="8712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a:t>
            </a:r>
            <a:br>
              <a:rPr lang="fr-FR" sz="1100" b="1">
                <a:solidFill>
                  <a:schemeClr val="bg1">
                    <a:lumMod val="50000"/>
                  </a:schemeClr>
                </a:solidFill>
                <a:latin typeface="Avenir LT Std 45 Book" panose="020B0502020203020204" pitchFamily="34" charset="0"/>
              </a:rPr>
            </a:br>
            <a:r>
              <a:rPr lang="fr-FR" sz="1100" b="1">
                <a:solidFill>
                  <a:schemeClr val="bg1">
                    <a:lumMod val="50000"/>
                  </a:schemeClr>
                </a:solidFill>
                <a:latin typeface="Avenir LT Std 45 Book" panose="020B0502020203020204" pitchFamily="34" charset="0"/>
              </a:rPr>
              <a:t>préparer le collectif</a:t>
            </a:r>
          </a:p>
        </p:txBody>
      </p:sp>
      <p:sp>
        <p:nvSpPr>
          <p:cNvPr id="57" name="Flèche : chevron 8 - 2 - 1">
            <a:extLst>
              <a:ext uri="{FF2B5EF4-FFF2-40B4-BE49-F238E27FC236}">
                <a16:creationId xmlns:a16="http://schemas.microsoft.com/office/drawing/2014/main" id="{533E9F07-00B1-B125-6ADC-A0E42C4392EC}"/>
              </a:ext>
            </a:extLst>
          </p:cNvPr>
          <p:cNvSpPr/>
          <p:nvPr/>
        </p:nvSpPr>
        <p:spPr>
          <a:xfrm>
            <a:off x="10392000" y="21771"/>
            <a:ext cx="1800000" cy="288000"/>
          </a:xfrm>
          <a:prstGeom prst="chevron">
            <a:avLst>
              <a:gd name="adj" fmla="val 28278"/>
            </a:avLst>
          </a:prstGeom>
          <a:solidFill>
            <a:srgbClr val="A1D6CA"/>
          </a:solidFill>
          <a:ln w="28575">
            <a:solidFill>
              <a:srgbClr val="A1D6CA"/>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rgbClr val="154734"/>
                </a:solidFill>
                <a:latin typeface="Avenir LT Std 45 Book" panose="020B0502020203020204" pitchFamily="34" charset="0"/>
              </a:rPr>
              <a:t>Ressources préparation collectif</a:t>
            </a:r>
          </a:p>
        </p:txBody>
      </p:sp>
    </p:spTree>
    <p:extLst>
      <p:ext uri="{BB962C8B-B14F-4D97-AF65-F5344CB8AC3E}">
        <p14:creationId xmlns:p14="http://schemas.microsoft.com/office/powerpoint/2010/main" val="12941984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B7BE9-867D-24CD-05AA-7B8CD315DEE3}"/>
            </a:ext>
          </a:extLst>
        </p:cNvPr>
        <p:cNvGrpSpPr/>
        <p:nvPr/>
      </p:nvGrpSpPr>
      <p:grpSpPr>
        <a:xfrm>
          <a:off x="0" y="0"/>
          <a:ext cx="0" cy="0"/>
          <a:chOff x="0" y="0"/>
          <a:chExt cx="0" cy="0"/>
        </a:xfrm>
      </p:grpSpPr>
      <p:sp>
        <p:nvSpPr>
          <p:cNvPr id="33" name="Rectangle : coins arrondis 32">
            <a:extLst>
              <a:ext uri="{FF2B5EF4-FFF2-40B4-BE49-F238E27FC236}">
                <a16:creationId xmlns:a16="http://schemas.microsoft.com/office/drawing/2014/main" id="{0614610E-C7B4-19E6-21A4-AEA13CF4C2D6}"/>
              </a:ext>
            </a:extLst>
          </p:cNvPr>
          <p:cNvSpPr/>
          <p:nvPr/>
        </p:nvSpPr>
        <p:spPr>
          <a:xfrm>
            <a:off x="216504" y="1889360"/>
            <a:ext cx="5715147" cy="4590267"/>
          </a:xfrm>
          <a:prstGeom prst="roundRect">
            <a:avLst>
              <a:gd name="adj" fmla="val 3071"/>
            </a:avLst>
          </a:prstGeom>
          <a:solidFill>
            <a:schemeClr val="bg1"/>
          </a:solidFill>
          <a:ln w="38100">
            <a:solidFill>
              <a:srgbClr val="00B388"/>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6213" lvl="0" indent="-171450" algn="just">
              <a:spcAft>
                <a:spcPts val="600"/>
              </a:spcAft>
              <a:buFont typeface="Arial" panose="020B0604020202020204" pitchFamily="34" charset="0"/>
              <a:buChar char="•"/>
              <a:tabLst>
                <a:tab pos="176213" algn="l"/>
              </a:tabLst>
              <a:defRPr/>
            </a:pPr>
            <a:endParaRPr lang="fr-FR" sz="1200">
              <a:solidFill>
                <a:schemeClr val="tx1"/>
              </a:solidFill>
              <a:latin typeface="Avenir LT Std 55 Roman" panose="020B0503020203020204" pitchFamily="34" charset="0"/>
              <a:cs typeface="Times New Roman" panose="02020603050405020304" pitchFamily="18" charset="0"/>
            </a:endParaRPr>
          </a:p>
          <a:p>
            <a:pPr marL="176213" lvl="0" indent="-171450" algn="just">
              <a:spcAft>
                <a:spcPts val="600"/>
              </a:spcAft>
              <a:buFont typeface="Arial" panose="020B0604020202020204" pitchFamily="34" charset="0"/>
              <a:buChar char="•"/>
              <a:tabLst>
                <a:tab pos="176213" algn="l"/>
              </a:tabLst>
              <a:defRPr/>
            </a:pPr>
            <a:endParaRPr lang="fr-FR" sz="1200">
              <a:solidFill>
                <a:schemeClr val="tx1"/>
              </a:solidFill>
              <a:latin typeface="Avenir LT Std 55 Roman" panose="020B0503020203020204" pitchFamily="34" charset="0"/>
              <a:cs typeface="Times New Roman" panose="02020603050405020304" pitchFamily="18" charset="0"/>
            </a:endParaRPr>
          </a:p>
          <a:p>
            <a:pPr marL="176213" lvl="0" indent="-171450" algn="just">
              <a:spcAft>
                <a:spcPts val="1000"/>
              </a:spcAft>
              <a:buFont typeface="Arial" panose="020B0604020202020204" pitchFamily="34" charset="0"/>
              <a:buChar char="•"/>
              <a:tabLst>
                <a:tab pos="176213" algn="l"/>
              </a:tabLst>
              <a:defRPr/>
            </a:pPr>
            <a:r>
              <a:rPr lang="fr-FR" sz="1200">
                <a:solidFill>
                  <a:schemeClr val="tx1"/>
                </a:solidFill>
                <a:latin typeface="Avenir LT Std 55 Roman" panose="020B0503020203020204" pitchFamily="34" charset="0"/>
                <a:cs typeface="Times New Roman" panose="02020603050405020304" pitchFamily="18" charset="0"/>
              </a:rPr>
              <a:t>Quel est le contexte de </a:t>
            </a:r>
            <a:r>
              <a:rPr lang="fr-FR" sz="1200" b="1" i="1">
                <a:solidFill>
                  <a:schemeClr val="tx1"/>
                </a:solidFill>
                <a:latin typeface="Avenir LT Std 55 Roman" panose="020B0503020203020204" pitchFamily="34" charset="0"/>
                <a:cs typeface="Times New Roman" panose="02020603050405020304" pitchFamily="18" charset="0"/>
              </a:rPr>
              <a:t>dialogue social avant le projet</a:t>
            </a:r>
            <a:r>
              <a:rPr lang="fr-FR" sz="1200">
                <a:solidFill>
                  <a:schemeClr val="tx1"/>
                </a:solidFill>
                <a:latin typeface="Avenir LT Std 55 Roman" panose="020B0503020203020204" pitchFamily="34" charset="0"/>
                <a:cs typeface="Times New Roman" panose="02020603050405020304" pitchFamily="18" charset="0"/>
              </a:rPr>
              <a:t> ?</a:t>
            </a:r>
          </a:p>
          <a:p>
            <a:pPr marL="176213" indent="-171450" algn="just">
              <a:spcAft>
                <a:spcPts val="1000"/>
              </a:spcAft>
              <a:buFont typeface="Arial" panose="020B0604020202020204" pitchFamily="34" charset="0"/>
              <a:buChar char="•"/>
              <a:tabLst>
                <a:tab pos="176213" algn="l"/>
              </a:tabLst>
              <a:defRPr/>
            </a:pPr>
            <a:r>
              <a:rPr lang="fr-FR" sz="1200">
                <a:solidFill>
                  <a:schemeClr val="tx1"/>
                </a:solidFill>
                <a:latin typeface="Avenir LT Std 55 Roman" panose="020B0503020203020204" pitchFamily="34" charset="0"/>
                <a:cs typeface="Times New Roman" panose="02020603050405020304" pitchFamily="18" charset="0"/>
              </a:rPr>
              <a:t>Comment </a:t>
            </a:r>
            <a:r>
              <a:rPr lang="fr-FR" sz="1200" b="1" i="1">
                <a:solidFill>
                  <a:schemeClr val="tx1"/>
                </a:solidFill>
                <a:latin typeface="Avenir LT Std 55 Roman" panose="020B0503020203020204" pitchFamily="34" charset="0"/>
                <a:cs typeface="Times New Roman" panose="02020603050405020304" pitchFamily="18" charset="0"/>
              </a:rPr>
              <a:t>embarquer les Organisations Syndicales comme partie prenante</a:t>
            </a:r>
            <a:r>
              <a:rPr lang="fr-FR" sz="1200">
                <a:solidFill>
                  <a:schemeClr val="tx1"/>
                </a:solidFill>
                <a:latin typeface="Avenir LT Std 55 Roman" panose="020B0503020203020204" pitchFamily="34" charset="0"/>
                <a:cs typeface="Times New Roman" panose="02020603050405020304" pitchFamily="18" charset="0"/>
              </a:rPr>
              <a:t> sur le projet pour relayer les retours du terrain, contribuer aux réflexions… ?</a:t>
            </a:r>
          </a:p>
          <a:p>
            <a:pPr marL="176213" lvl="0" indent="-171450" algn="just">
              <a:spcAft>
                <a:spcPts val="1000"/>
              </a:spcAft>
              <a:buFont typeface="Arial" panose="020B0604020202020204" pitchFamily="34" charset="0"/>
              <a:buChar char="•"/>
              <a:tabLst>
                <a:tab pos="176213" algn="l"/>
              </a:tabLst>
              <a:defRPr/>
            </a:pPr>
            <a:r>
              <a:rPr lang="fr-FR" sz="1200">
                <a:solidFill>
                  <a:schemeClr val="tx1"/>
                </a:solidFill>
                <a:latin typeface="Avenir LT Std 55 Roman" panose="020B0503020203020204" pitchFamily="34" charset="0"/>
                <a:cs typeface="Times New Roman" panose="02020603050405020304" pitchFamily="18" charset="0"/>
              </a:rPr>
              <a:t>Ai-je pu </a:t>
            </a:r>
            <a:r>
              <a:rPr lang="fr-FR" sz="1200" b="1" i="1">
                <a:solidFill>
                  <a:schemeClr val="tx1"/>
                </a:solidFill>
                <a:latin typeface="Avenir LT Std 55 Roman" panose="020B0503020203020204" pitchFamily="34" charset="0"/>
                <a:cs typeface="Times New Roman" panose="02020603050405020304" pitchFamily="18" charset="0"/>
              </a:rPr>
              <a:t>m’appuyer sur le RH/RS</a:t>
            </a:r>
            <a:r>
              <a:rPr lang="fr-FR" sz="1200">
                <a:solidFill>
                  <a:schemeClr val="tx1"/>
                </a:solidFill>
                <a:latin typeface="Avenir LT Std 55 Roman" panose="020B0503020203020204" pitchFamily="34" charset="0"/>
                <a:cs typeface="Times New Roman" panose="02020603050405020304" pitchFamily="18" charset="0"/>
              </a:rPr>
              <a:t> pour préparer le </a:t>
            </a:r>
            <a:r>
              <a:rPr lang="fr-FR" sz="1200" b="1" i="1">
                <a:solidFill>
                  <a:schemeClr val="tx1"/>
                </a:solidFill>
                <a:latin typeface="Avenir LT Std 55 Roman" panose="020B0503020203020204" pitchFamily="34" charset="0"/>
                <a:cs typeface="Times New Roman" panose="02020603050405020304" pitchFamily="18" charset="0"/>
              </a:rPr>
              <a:t>calendrier social du projet</a:t>
            </a:r>
            <a:r>
              <a:rPr lang="fr-FR" sz="1200">
                <a:solidFill>
                  <a:schemeClr val="tx1"/>
                </a:solidFill>
                <a:latin typeface="Avenir LT Std 55 Roman" panose="020B0503020203020204" pitchFamily="34" charset="0"/>
                <a:cs typeface="Times New Roman" panose="02020603050405020304" pitchFamily="18" charset="0"/>
              </a:rPr>
              <a:t> : auprès de quelles instances communiquer (CSE, CSP, CSSCT, comité de proximité, informations-consultations, bilatérales…), à quelle fréquence, quels éléments communiquer et à quel niveau de détail, à quelle date être prêt en amont de l’instance, comment se mettre en relation avec les personnes qui préparent et président l’instance… ? </a:t>
            </a:r>
          </a:p>
          <a:p>
            <a:pPr marL="176213" lvl="0" indent="-171450" algn="just">
              <a:spcAft>
                <a:spcPts val="1000"/>
              </a:spcAft>
              <a:buFont typeface="Arial" panose="020B0604020202020204" pitchFamily="34" charset="0"/>
              <a:buChar char="•"/>
              <a:tabLst>
                <a:tab pos="176213" algn="l"/>
              </a:tabLst>
              <a:defRPr/>
            </a:pPr>
            <a:r>
              <a:rPr lang="fr-FR" sz="1200">
                <a:solidFill>
                  <a:schemeClr val="tx1"/>
                </a:solidFill>
                <a:latin typeface="Avenir LT Std 55 Roman" panose="020B0503020203020204" pitchFamily="34" charset="0"/>
                <a:cs typeface="Times New Roman" panose="02020603050405020304" pitchFamily="18" charset="0"/>
              </a:rPr>
              <a:t>Ai-je préparé </a:t>
            </a:r>
            <a:r>
              <a:rPr lang="fr-FR" sz="1200" b="1" i="1">
                <a:solidFill>
                  <a:schemeClr val="tx1"/>
                </a:solidFill>
                <a:latin typeface="Avenir LT Std 55 Roman" panose="020B0503020203020204" pitchFamily="34" charset="0"/>
                <a:cs typeface="Times New Roman" panose="02020603050405020304" pitchFamily="18" charset="0"/>
              </a:rPr>
              <a:t>ma stratégie de dialogue social </a:t>
            </a:r>
            <a:r>
              <a:rPr lang="fr-FR" sz="1200">
                <a:solidFill>
                  <a:schemeClr val="tx1"/>
                </a:solidFill>
                <a:latin typeface="Avenir LT Std 55 Roman" panose="020B0503020203020204" pitchFamily="34" charset="0"/>
                <a:cs typeface="Times New Roman" panose="02020603050405020304" pitchFamily="18" charset="0"/>
              </a:rPr>
              <a:t> en accord avec mon mandat : identifier les limites légales, opérationnelles et stratégiques du projet à ne pas franchir, déterminer les sujets de négociation et les leviers de négociations possibles... ?</a:t>
            </a:r>
          </a:p>
          <a:p>
            <a:pPr marL="176213" lvl="0" indent="-171450" algn="just">
              <a:spcAft>
                <a:spcPts val="1000"/>
              </a:spcAft>
              <a:buFont typeface="Arial" panose="020B0604020202020204" pitchFamily="34" charset="0"/>
              <a:buChar char="•"/>
              <a:tabLst>
                <a:tab pos="176213" algn="l"/>
              </a:tabLst>
              <a:defRPr/>
            </a:pPr>
            <a:r>
              <a:rPr lang="fr-FR" sz="1200">
                <a:solidFill>
                  <a:schemeClr val="tx1"/>
                </a:solidFill>
                <a:latin typeface="Avenir LT Std 55 Roman" panose="020B0503020203020204" pitchFamily="34" charset="0"/>
                <a:cs typeface="Times New Roman" panose="02020603050405020304" pitchFamily="18" charset="0"/>
              </a:rPr>
              <a:t>Comment </a:t>
            </a:r>
            <a:r>
              <a:rPr lang="fr-FR" sz="1200" b="1" i="1">
                <a:solidFill>
                  <a:schemeClr val="tx1"/>
                </a:solidFill>
                <a:latin typeface="Avenir LT Std 55 Roman" panose="020B0503020203020204" pitchFamily="34" charset="0"/>
                <a:cs typeface="Times New Roman" panose="02020603050405020304" pitchFamily="18" charset="0"/>
              </a:rPr>
              <a:t>je m’assure de ne pas faire de délit d’entrave </a:t>
            </a:r>
            <a:r>
              <a:rPr lang="fr-FR" sz="1200">
                <a:solidFill>
                  <a:schemeClr val="tx1"/>
                </a:solidFill>
                <a:highlight>
                  <a:srgbClr val="FFFFFF"/>
                </a:highlight>
                <a:latin typeface="Avenir LT Std 55 Roman" panose="020B0503020203020204" pitchFamily="34" charset="0"/>
                <a:cs typeface="Times New Roman" panose="02020603050405020304" pitchFamily="18" charset="0"/>
              </a:rPr>
              <a:t>? Est-ce que je connais </a:t>
            </a:r>
            <a:r>
              <a:rPr lang="fr-FR" sz="1200" b="1" i="1">
                <a:solidFill>
                  <a:schemeClr val="tx1"/>
                </a:solidFill>
                <a:highlight>
                  <a:srgbClr val="FFFFFF"/>
                </a:highlight>
                <a:latin typeface="Avenir LT Std 55 Roman" panose="020B0503020203020204" pitchFamily="34" charset="0"/>
                <a:cs typeface="Times New Roman" panose="02020603050405020304" pitchFamily="18" charset="0"/>
              </a:rPr>
              <a:t>les bonnes pratiques pour l’éviter</a:t>
            </a:r>
            <a:r>
              <a:rPr lang="fr-FR" sz="1200">
                <a:solidFill>
                  <a:schemeClr val="tx1"/>
                </a:solidFill>
                <a:highlight>
                  <a:srgbClr val="FFFFFF"/>
                </a:highlight>
                <a:latin typeface="Avenir LT Std 55 Roman" panose="020B0503020203020204" pitchFamily="34" charset="0"/>
                <a:cs typeface="Times New Roman" panose="02020603050405020304" pitchFamily="18" charset="0"/>
              </a:rPr>
              <a:t> : intégrer les consultations du CSE ou autre dès la phase de conception du projet, garder une trace écrite des échanges, fournir les informations demandées dans les délais, sensibiliser les équipes aux obligations légales ?</a:t>
            </a:r>
          </a:p>
        </p:txBody>
      </p:sp>
      <p:sp>
        <p:nvSpPr>
          <p:cNvPr id="168" name="Rectangle : coins arrondis 167">
            <a:extLst>
              <a:ext uri="{FF2B5EF4-FFF2-40B4-BE49-F238E27FC236}">
                <a16:creationId xmlns:a16="http://schemas.microsoft.com/office/drawing/2014/main" id="{A3224784-EA96-7C8E-9DEF-9A658202D136}"/>
              </a:ext>
            </a:extLst>
          </p:cNvPr>
          <p:cNvSpPr/>
          <p:nvPr/>
        </p:nvSpPr>
        <p:spPr>
          <a:xfrm>
            <a:off x="6229779" y="2285305"/>
            <a:ext cx="5751893" cy="1581845"/>
          </a:xfrm>
          <a:prstGeom prst="roundRect">
            <a:avLst>
              <a:gd name="adj" fmla="val 0"/>
            </a:avLst>
          </a:prstGeom>
          <a:solidFill>
            <a:srgbClr val="F6F9FC"/>
          </a:solid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9050" lvl="0" algn="just">
              <a:lnSpc>
                <a:spcPts val="1400"/>
              </a:lnSpc>
              <a:spcAft>
                <a:spcPts val="600"/>
              </a:spcAft>
              <a:tabLst>
                <a:tab pos="180975" algn="l"/>
              </a:tabLst>
              <a:defRPr/>
            </a:pPr>
            <a:endParaRPr lang="fr-FR" sz="1000">
              <a:solidFill>
                <a:srgbClr val="000000"/>
              </a:solidFill>
              <a:latin typeface="Avenir LT Std 55 Roman" panose="020B0503020203020204" pitchFamily="34" charset="0"/>
              <a:cs typeface="Times New Roman" panose="02020603050405020304" pitchFamily="18" charset="0"/>
            </a:endParaRPr>
          </a:p>
        </p:txBody>
      </p:sp>
      <p:sp>
        <p:nvSpPr>
          <p:cNvPr id="16" name="Rectangle : coins arrondis 15">
            <a:extLst>
              <a:ext uri="{FF2B5EF4-FFF2-40B4-BE49-F238E27FC236}">
                <a16:creationId xmlns:a16="http://schemas.microsoft.com/office/drawing/2014/main" id="{0E571C63-5B0E-4E05-6AA1-64A7AF9FE000}"/>
              </a:ext>
            </a:extLst>
          </p:cNvPr>
          <p:cNvSpPr/>
          <p:nvPr/>
        </p:nvSpPr>
        <p:spPr>
          <a:xfrm>
            <a:off x="206672" y="1889361"/>
            <a:ext cx="5740809" cy="504694"/>
          </a:xfrm>
          <a:prstGeom prst="roundRect">
            <a:avLst/>
          </a:prstGeom>
          <a:solidFill>
            <a:srgbClr val="00B3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400" b="1" i="1">
                <a:solidFill>
                  <a:schemeClr val="bg1"/>
                </a:solidFill>
              </a:rPr>
              <a:t>Les questions à se poser</a:t>
            </a:r>
          </a:p>
        </p:txBody>
      </p:sp>
      <p:sp>
        <p:nvSpPr>
          <p:cNvPr id="5" name="Rectangle 4">
            <a:extLst>
              <a:ext uri="{FF2B5EF4-FFF2-40B4-BE49-F238E27FC236}">
                <a16:creationId xmlns:a16="http://schemas.microsoft.com/office/drawing/2014/main" id="{74706AD7-DBFA-5FC6-6381-38573F14919E}"/>
              </a:ext>
            </a:extLst>
          </p:cNvPr>
          <p:cNvSpPr/>
          <p:nvPr/>
        </p:nvSpPr>
        <p:spPr>
          <a:xfrm>
            <a:off x="-3064" y="378372"/>
            <a:ext cx="12195063" cy="1427747"/>
          </a:xfrm>
          <a:prstGeom prst="rect">
            <a:avLst/>
          </a:prstGeom>
          <a:solidFill>
            <a:srgbClr val="DFF1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5963">
              <a:spcAft>
                <a:spcPts val="1200"/>
              </a:spcAft>
              <a:buClr>
                <a:schemeClr val="tx1"/>
              </a:buClr>
            </a:pPr>
            <a:r>
              <a:rPr lang="fr-FR" b="1">
                <a:solidFill>
                  <a:srgbClr val="00B388"/>
                </a:solidFill>
                <a:latin typeface="Avenir LT Std 65 Medium" panose="020B0803020203020204" pitchFamily="34" charset="0"/>
              </a:rPr>
              <a:t>Préparer le dialogue avec les Instances Représentatives du Personnel </a:t>
            </a:r>
            <a:r>
              <a:rPr lang="fr-FR">
                <a:solidFill>
                  <a:schemeClr val="tx1"/>
                </a:solidFill>
                <a:latin typeface="Avenir LT Std 55 Roman" panose="020B0503020203020204" pitchFamily="34" charset="0"/>
              </a:rPr>
              <a:t>à mener tout au long du projet : du calendrier des instances à la stratégie à mettre en place (analyse de la qualité du dialogue social avant-projet, prise en compte de l’importance de l’informel…).</a:t>
            </a:r>
          </a:p>
        </p:txBody>
      </p:sp>
      <p:sp>
        <p:nvSpPr>
          <p:cNvPr id="6" name="Triangle isocèle 5">
            <a:extLst>
              <a:ext uri="{FF2B5EF4-FFF2-40B4-BE49-F238E27FC236}">
                <a16:creationId xmlns:a16="http://schemas.microsoft.com/office/drawing/2014/main" id="{F3B3AEE0-130A-BA1B-6DAA-8DDF921BBBCC}"/>
              </a:ext>
            </a:extLst>
          </p:cNvPr>
          <p:cNvSpPr/>
          <p:nvPr/>
        </p:nvSpPr>
        <p:spPr>
          <a:xfrm rot="5400000">
            <a:off x="34126" y="929868"/>
            <a:ext cx="782530" cy="324754"/>
          </a:xfrm>
          <a:prstGeom prst="triangle">
            <a:avLst/>
          </a:prstGeom>
          <a:solidFill>
            <a:srgbClr val="1547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18" name="Rectangle : coins arrondis 17">
            <a:extLst>
              <a:ext uri="{FF2B5EF4-FFF2-40B4-BE49-F238E27FC236}">
                <a16:creationId xmlns:a16="http://schemas.microsoft.com/office/drawing/2014/main" id="{8D7C1EC4-F188-81C8-DCDC-F76CEF2258DD}"/>
              </a:ext>
            </a:extLst>
          </p:cNvPr>
          <p:cNvSpPr/>
          <p:nvPr/>
        </p:nvSpPr>
        <p:spPr>
          <a:xfrm>
            <a:off x="6233435" y="1889361"/>
            <a:ext cx="5751893" cy="504694"/>
          </a:xfrm>
          <a:prstGeom prst="round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400" b="1" i="1">
                <a:solidFill>
                  <a:schemeClr val="bg1"/>
                </a:solidFill>
              </a:rPr>
              <a:t>Ressources à ma disposition</a:t>
            </a:r>
          </a:p>
        </p:txBody>
      </p:sp>
      <p:sp>
        <p:nvSpPr>
          <p:cNvPr id="21" name="Rectangle : coins arrondis 20">
            <a:extLst>
              <a:ext uri="{FF2B5EF4-FFF2-40B4-BE49-F238E27FC236}">
                <a16:creationId xmlns:a16="http://schemas.microsoft.com/office/drawing/2014/main" id="{4FECBB75-2C1D-467F-9BF1-91693039E515}"/>
              </a:ext>
            </a:extLst>
          </p:cNvPr>
          <p:cNvSpPr/>
          <p:nvPr/>
        </p:nvSpPr>
        <p:spPr>
          <a:xfrm>
            <a:off x="6229780" y="3994271"/>
            <a:ext cx="5715146" cy="2344690"/>
          </a:xfrm>
          <a:prstGeom prst="roundRect">
            <a:avLst>
              <a:gd name="adj" fmla="val 7884"/>
            </a:avLst>
          </a:prstGeom>
          <a:solidFill>
            <a:srgbClr val="FBFBFB"/>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defRPr/>
            </a:pPr>
            <a:r>
              <a:rPr kumimoji="0" lang="fr-FR" sz="900" b="0" i="1" u="none" strike="noStrike" kern="1200" cap="none" spc="0" normalizeH="0" baseline="0" noProof="0">
                <a:ln>
                  <a:noFill/>
                </a:ln>
                <a:solidFill>
                  <a:srgbClr val="FFFFFF">
                    <a:lumMod val="50000"/>
                  </a:srgbClr>
                </a:solidFill>
                <a:effectLst/>
                <a:uLnTx/>
                <a:uFillTx/>
                <a:latin typeface="Avenir LT Std 35 Light" panose="020B0402020203020204" pitchFamily="34" charset="0"/>
                <a:ea typeface="+mn-ea"/>
                <a:cs typeface="+mn-cs"/>
              </a:rPr>
              <a:t>Zone de texte libre</a:t>
            </a:r>
          </a:p>
        </p:txBody>
      </p:sp>
      <p:sp>
        <p:nvSpPr>
          <p:cNvPr id="43" name="Ellipse 42">
            <a:extLst>
              <a:ext uri="{FF2B5EF4-FFF2-40B4-BE49-F238E27FC236}">
                <a16:creationId xmlns:a16="http://schemas.microsoft.com/office/drawing/2014/main" id="{DC3F735D-66DD-20C5-1F54-C03ECE7BE7B4}"/>
              </a:ext>
            </a:extLst>
          </p:cNvPr>
          <p:cNvSpPr/>
          <p:nvPr/>
        </p:nvSpPr>
        <p:spPr>
          <a:xfrm>
            <a:off x="6682059" y="1894046"/>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pic>
        <p:nvPicPr>
          <p:cNvPr id="42" name="Image 41">
            <a:extLst>
              <a:ext uri="{FF2B5EF4-FFF2-40B4-BE49-F238E27FC236}">
                <a16:creationId xmlns:a16="http://schemas.microsoft.com/office/drawing/2014/main" id="{1C68D800-C1D5-8DF2-4069-E96294760A62}"/>
              </a:ext>
            </a:extLst>
          </p:cNvPr>
          <p:cNvPicPr>
            <a:picLocks noChangeAspect="1"/>
          </p:cNvPicPr>
          <p:nvPr/>
        </p:nvPicPr>
        <p:blipFill>
          <a:blip r:embed="rId3"/>
          <a:stretch>
            <a:fillRect/>
          </a:stretch>
        </p:blipFill>
        <p:spPr>
          <a:xfrm>
            <a:off x="6806176" y="1887770"/>
            <a:ext cx="485486" cy="621422"/>
          </a:xfrm>
          <a:prstGeom prst="rect">
            <a:avLst/>
          </a:prstGeom>
        </p:spPr>
      </p:pic>
      <p:sp>
        <p:nvSpPr>
          <p:cNvPr id="85" name="Rectangle : coins arrondis 84">
            <a:extLst>
              <a:ext uri="{FF2B5EF4-FFF2-40B4-BE49-F238E27FC236}">
                <a16:creationId xmlns:a16="http://schemas.microsoft.com/office/drawing/2014/main" id="{5BB92ECD-29F1-86D9-8430-6D13AA70B4CB}"/>
              </a:ext>
            </a:extLst>
          </p:cNvPr>
          <p:cNvSpPr/>
          <p:nvPr/>
        </p:nvSpPr>
        <p:spPr>
          <a:xfrm>
            <a:off x="6336832" y="2544206"/>
            <a:ext cx="1883143" cy="35624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ts val="900"/>
              </a:lnSpc>
              <a:spcBef>
                <a:spcPts val="300"/>
              </a:spcBef>
              <a:buClr>
                <a:srgbClr val="0084D4"/>
              </a:buClr>
              <a:defRPr/>
            </a:pPr>
            <a:r>
              <a:rPr lang="fr-FR" sz="1100" b="1" i="1">
                <a:solidFill>
                  <a:schemeClr val="tx1"/>
                </a:solidFill>
                <a:latin typeface="Avenir LT Std 65 Medium" panose="020B0803020203020204" pitchFamily="34" charset="0"/>
              </a:rPr>
              <a:t>Ressource</a:t>
            </a:r>
            <a:br>
              <a:rPr lang="fr-FR" sz="1000" b="1" i="1">
                <a:solidFill>
                  <a:schemeClr val="tx1"/>
                </a:solidFill>
                <a:latin typeface="Avenir LT Std 65 Medium" panose="020B0803020203020204" pitchFamily="34" charset="0"/>
              </a:rPr>
            </a:br>
            <a:r>
              <a:rPr lang="fr-FR" sz="900" i="1">
                <a:solidFill>
                  <a:srgbClr val="FFFFFF">
                    <a:lumMod val="50000"/>
                  </a:srgbClr>
                </a:solidFill>
                <a:latin typeface="Avenir LT Std 35 Light" panose="020B0402020203020204" pitchFamily="34" charset="0"/>
              </a:rPr>
              <a:t>(accessible en cliquant dessus)</a:t>
            </a:r>
          </a:p>
        </p:txBody>
      </p:sp>
      <p:sp>
        <p:nvSpPr>
          <p:cNvPr id="86" name="Rectangle : coins arrondis 85">
            <a:extLst>
              <a:ext uri="{FF2B5EF4-FFF2-40B4-BE49-F238E27FC236}">
                <a16:creationId xmlns:a16="http://schemas.microsoft.com/office/drawing/2014/main" id="{A4E11A2C-9B39-8D4A-60B5-F17E6A708B1E}"/>
              </a:ext>
            </a:extLst>
          </p:cNvPr>
          <p:cNvSpPr/>
          <p:nvPr/>
        </p:nvSpPr>
        <p:spPr>
          <a:xfrm>
            <a:off x="8517576" y="2544206"/>
            <a:ext cx="1959272" cy="32903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000" b="1" i="1">
                <a:solidFill>
                  <a:schemeClr val="tx1"/>
                </a:solidFill>
                <a:latin typeface="Avenir LT Std 65 Medium" panose="020B0803020203020204" pitchFamily="34" charset="0"/>
              </a:rPr>
              <a:t>Ce qu’elle apporte</a:t>
            </a:r>
          </a:p>
        </p:txBody>
      </p:sp>
      <p:pic>
        <p:nvPicPr>
          <p:cNvPr id="146" name="Graphique 145" descr="Cœur avec un remplissage uni">
            <a:extLst>
              <a:ext uri="{FF2B5EF4-FFF2-40B4-BE49-F238E27FC236}">
                <a16:creationId xmlns:a16="http://schemas.microsoft.com/office/drawing/2014/main" id="{9A47F8B1-DFA1-9671-4262-4AFD8E996F1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80997" y="2533060"/>
            <a:ext cx="288595" cy="288595"/>
          </a:xfrm>
          <a:prstGeom prst="rect">
            <a:avLst/>
          </a:prstGeom>
        </p:spPr>
      </p:pic>
      <p:pic>
        <p:nvPicPr>
          <p:cNvPr id="148" name="Graphique 147" descr="Sablier plein avec un remplissage uni">
            <a:extLst>
              <a:ext uri="{FF2B5EF4-FFF2-40B4-BE49-F238E27FC236}">
                <a16:creationId xmlns:a16="http://schemas.microsoft.com/office/drawing/2014/main" id="{A72684C7-249B-DEB8-D355-1FE10FCB5E0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089885" y="2536313"/>
            <a:ext cx="281763" cy="281763"/>
          </a:xfrm>
          <a:prstGeom prst="rect">
            <a:avLst/>
          </a:prstGeom>
        </p:spPr>
      </p:pic>
      <p:sp>
        <p:nvSpPr>
          <p:cNvPr id="12" name="Ellipse 11">
            <a:extLst>
              <a:ext uri="{FF2B5EF4-FFF2-40B4-BE49-F238E27FC236}">
                <a16:creationId xmlns:a16="http://schemas.microsoft.com/office/drawing/2014/main" id="{4000EFB7-F598-1E6B-1866-0673BBDC9FD1}"/>
              </a:ext>
            </a:extLst>
          </p:cNvPr>
          <p:cNvSpPr/>
          <p:nvPr/>
        </p:nvSpPr>
        <p:spPr>
          <a:xfrm>
            <a:off x="864443" y="1904403"/>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pic>
        <p:nvPicPr>
          <p:cNvPr id="11" name="Graphique 10" descr="Ampoule et crayon avec un remplissage uni">
            <a:extLst>
              <a:ext uri="{FF2B5EF4-FFF2-40B4-BE49-F238E27FC236}">
                <a16:creationId xmlns:a16="http://schemas.microsoft.com/office/drawing/2014/main" id="{C9D80E80-969A-C8A6-5107-A0EBDDB151B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51179" y="1955818"/>
            <a:ext cx="402694" cy="402694"/>
          </a:xfrm>
          <a:prstGeom prst="rect">
            <a:avLst/>
          </a:prstGeom>
        </p:spPr>
      </p:pic>
      <p:sp>
        <p:nvSpPr>
          <p:cNvPr id="2" name="Rectangle 1">
            <a:extLst>
              <a:ext uri="{FF2B5EF4-FFF2-40B4-BE49-F238E27FC236}">
                <a16:creationId xmlns:a16="http://schemas.microsoft.com/office/drawing/2014/main" id="{78AA0CF1-3A02-1EC4-B737-1F7666678807}"/>
              </a:ext>
            </a:extLst>
          </p:cNvPr>
          <p:cNvSpPr/>
          <p:nvPr/>
        </p:nvSpPr>
        <p:spPr>
          <a:xfrm>
            <a:off x="6732798" y="3098955"/>
            <a:ext cx="1851464"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tlCol="0" anchor="ctr"/>
          <a:lstStyle/>
          <a:p>
            <a:r>
              <a:rPr lang="fr-FR" sz="1000" b="1">
                <a:solidFill>
                  <a:srgbClr val="306A92"/>
                </a:solidFill>
                <a:latin typeface="Avenir LT Std 45 Book" panose="020B0502020203020204" pitchFamily="34" charset="0"/>
              </a:rPr>
              <a:t>Préparation du dialogue social </a:t>
            </a:r>
          </a:p>
        </p:txBody>
      </p:sp>
      <p:pic>
        <p:nvPicPr>
          <p:cNvPr id="3" name="Image 2">
            <a:extLst>
              <a:ext uri="{FF2B5EF4-FFF2-40B4-BE49-F238E27FC236}">
                <a16:creationId xmlns:a16="http://schemas.microsoft.com/office/drawing/2014/main" id="{765E5762-A707-622B-4C45-B1722E952E78}"/>
              </a:ext>
            </a:extLst>
          </p:cNvPr>
          <p:cNvPicPr>
            <a:picLocks noChangeAspect="1"/>
          </p:cNvPicPr>
          <p:nvPr/>
        </p:nvPicPr>
        <p:blipFill>
          <a:blip r:embed="rId7"/>
          <a:stretch>
            <a:fillRect/>
          </a:stretch>
        </p:blipFill>
        <p:spPr>
          <a:xfrm>
            <a:off x="6339779" y="3083713"/>
            <a:ext cx="335309" cy="432854"/>
          </a:xfrm>
          <a:prstGeom prst="rect">
            <a:avLst/>
          </a:prstGeom>
        </p:spPr>
      </p:pic>
      <p:sp>
        <p:nvSpPr>
          <p:cNvPr id="4" name="Rectangle 3">
            <a:extLst>
              <a:ext uri="{FF2B5EF4-FFF2-40B4-BE49-F238E27FC236}">
                <a16:creationId xmlns:a16="http://schemas.microsoft.com/office/drawing/2014/main" id="{2DD9008F-1937-D347-C5CB-600CE284F4D1}"/>
              </a:ext>
            </a:extLst>
          </p:cNvPr>
          <p:cNvSpPr/>
          <p:nvPr/>
        </p:nvSpPr>
        <p:spPr>
          <a:xfrm>
            <a:off x="8389089" y="3098955"/>
            <a:ext cx="2621821" cy="5046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defTabSz="914355"/>
            <a:r>
              <a:rPr lang="fr-FR" sz="900">
                <a:solidFill>
                  <a:schemeClr val="tx1"/>
                </a:solidFill>
                <a:latin typeface="Avenir LT Std 35 Light" panose="020B0402020203020204" pitchFamily="34" charset="0"/>
              </a:rPr>
              <a:t>Présentation du processus avec les IRP et de la liste des documents à produire, et recommandations sur quand communiquer en lien avec les RS, comment se mettre en relation avec la personne qui prépare les instances</a:t>
            </a:r>
          </a:p>
        </p:txBody>
      </p:sp>
      <p:sp>
        <p:nvSpPr>
          <p:cNvPr id="15" name="Rectangle 14">
            <a:extLst>
              <a:ext uri="{FF2B5EF4-FFF2-40B4-BE49-F238E27FC236}">
                <a16:creationId xmlns:a16="http://schemas.microsoft.com/office/drawing/2014/main" id="{B29BE557-BFFC-8D1A-C31D-219D1F763A0F}"/>
              </a:ext>
            </a:extLst>
          </p:cNvPr>
          <p:cNvSpPr/>
          <p:nvPr/>
        </p:nvSpPr>
        <p:spPr>
          <a:xfrm>
            <a:off x="10931257" y="3098955"/>
            <a:ext cx="623068"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latin typeface="Avenir LT Std 45 Book" panose="020B0502020203020204" pitchFamily="34" charset="0"/>
              </a:rPr>
              <a:t>~ 5 min</a:t>
            </a:r>
          </a:p>
        </p:txBody>
      </p:sp>
      <p:grpSp>
        <p:nvGrpSpPr>
          <p:cNvPr id="23" name="Groupe 22">
            <a:extLst>
              <a:ext uri="{FF2B5EF4-FFF2-40B4-BE49-F238E27FC236}">
                <a16:creationId xmlns:a16="http://schemas.microsoft.com/office/drawing/2014/main" id="{1E10EF67-792E-9BBE-CC5E-FA3DB7CF67BA}"/>
              </a:ext>
            </a:extLst>
          </p:cNvPr>
          <p:cNvGrpSpPr/>
          <p:nvPr/>
        </p:nvGrpSpPr>
        <p:grpSpPr>
          <a:xfrm>
            <a:off x="11609004" y="3162753"/>
            <a:ext cx="315567" cy="274775"/>
            <a:chOff x="11492282" y="2015291"/>
            <a:chExt cx="315567" cy="274775"/>
          </a:xfrm>
        </p:grpSpPr>
        <p:pic>
          <p:nvPicPr>
            <p:cNvPr id="24" name="Graphique 23" descr="Cœur contour">
              <a:extLst>
                <a:ext uri="{FF2B5EF4-FFF2-40B4-BE49-F238E27FC236}">
                  <a16:creationId xmlns:a16="http://schemas.microsoft.com/office/drawing/2014/main" id="{40ED2647-94E6-609C-3C6A-AC172DDA327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492282" y="2015291"/>
              <a:ext cx="214188" cy="214188"/>
            </a:xfrm>
            <a:prstGeom prst="rect">
              <a:avLst/>
            </a:prstGeom>
          </p:spPr>
        </p:pic>
        <p:sp>
          <p:nvSpPr>
            <p:cNvPr id="25" name="Rectangle 24">
              <a:extLst>
                <a:ext uri="{FF2B5EF4-FFF2-40B4-BE49-F238E27FC236}">
                  <a16:creationId xmlns:a16="http://schemas.microsoft.com/office/drawing/2014/main" id="{BF3EE202-C0D9-2CF7-5BB6-3AF8EA529F20}"/>
                </a:ext>
              </a:extLst>
            </p:cNvPr>
            <p:cNvSpPr/>
            <p:nvPr/>
          </p:nvSpPr>
          <p:spPr>
            <a:xfrm>
              <a:off x="11593661" y="2101883"/>
              <a:ext cx="214188" cy="1881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a:solidFill>
                    <a:srgbClr val="306A92"/>
                  </a:solidFill>
                </a:rPr>
                <a:t>x</a:t>
              </a:r>
            </a:p>
          </p:txBody>
        </p:sp>
      </p:grpSp>
      <p:sp>
        <p:nvSpPr>
          <p:cNvPr id="10" name="Rectangle 9">
            <a:extLst>
              <a:ext uri="{FF2B5EF4-FFF2-40B4-BE49-F238E27FC236}">
                <a16:creationId xmlns:a16="http://schemas.microsoft.com/office/drawing/2014/main" id="{0F819CBA-A687-E474-6717-E28AB6EEB88D}"/>
              </a:ext>
            </a:extLst>
          </p:cNvPr>
          <p:cNvSpPr/>
          <p:nvPr/>
        </p:nvSpPr>
        <p:spPr>
          <a:xfrm>
            <a:off x="6789598" y="3474282"/>
            <a:ext cx="873752" cy="100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fr-FR" sz="800" b="1">
                <a:latin typeface="Avenir LT Std 45 Book" panose="020B0502020203020204" pitchFamily="34" charset="0"/>
              </a:rPr>
              <a:t>Non disponible</a:t>
            </a:r>
          </a:p>
        </p:txBody>
      </p:sp>
      <p:grpSp>
        <p:nvGrpSpPr>
          <p:cNvPr id="9" name="Groupe 8">
            <a:extLst>
              <a:ext uri="{FF2B5EF4-FFF2-40B4-BE49-F238E27FC236}">
                <a16:creationId xmlns:a16="http://schemas.microsoft.com/office/drawing/2014/main" id="{2E527B76-6BF8-3D29-EBB3-62F086F2BB79}"/>
              </a:ext>
            </a:extLst>
          </p:cNvPr>
          <p:cNvGrpSpPr>
            <a:grpSpLocks noChangeAspect="1"/>
          </p:cNvGrpSpPr>
          <p:nvPr/>
        </p:nvGrpSpPr>
        <p:grpSpPr>
          <a:xfrm>
            <a:off x="11001871" y="6336764"/>
            <a:ext cx="1082632" cy="444130"/>
            <a:chOff x="5810" y="1578917"/>
            <a:chExt cx="559801" cy="229645"/>
          </a:xfrm>
        </p:grpSpPr>
        <p:sp>
          <p:nvSpPr>
            <p:cNvPr id="13" name="Rectangle : coins arrondis 12">
              <a:hlinkClick r:id="rId9" action="ppaction://hlinksldjump"/>
              <a:extLst>
                <a:ext uri="{FF2B5EF4-FFF2-40B4-BE49-F238E27FC236}">
                  <a16:creationId xmlns:a16="http://schemas.microsoft.com/office/drawing/2014/main" id="{D6BF0F97-3A5F-C8AF-24E7-AD02BAB17A9F}"/>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hlinkClick r:id="rId9"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ndParaRPr>
            </a:p>
          </p:txBody>
        </p:sp>
        <p:pic>
          <p:nvPicPr>
            <p:cNvPr id="14" name="Graphique 13" descr="Retour avec un remplissage uni">
              <a:hlinkClick r:id="rId9" action="ppaction://hlinksldjump"/>
              <a:extLst>
                <a:ext uri="{FF2B5EF4-FFF2-40B4-BE49-F238E27FC236}">
                  <a16:creationId xmlns:a16="http://schemas.microsoft.com/office/drawing/2014/main" id="{25A09F4B-0616-88DD-8BCC-B3652DB17D1E}"/>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9060" y="1578917"/>
              <a:ext cx="229645" cy="229645"/>
            </a:xfrm>
            <a:prstGeom prst="rect">
              <a:avLst/>
            </a:prstGeom>
          </p:spPr>
        </p:pic>
      </p:grpSp>
      <p:sp>
        <p:nvSpPr>
          <p:cNvPr id="32" name="Rectangle : coins arrondis 31">
            <a:extLst>
              <a:ext uri="{FF2B5EF4-FFF2-40B4-BE49-F238E27FC236}">
                <a16:creationId xmlns:a16="http://schemas.microsoft.com/office/drawing/2014/main" id="{9275EF98-1EF3-2B08-873A-012A33B32C8B}"/>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DC582A"/>
                </a:solidFill>
              </a:rPr>
              <a:t>PROTOTYPE</a:t>
            </a:r>
          </a:p>
        </p:txBody>
      </p:sp>
      <p:sp>
        <p:nvSpPr>
          <p:cNvPr id="8" name="Flèche : chevron 8 - 2 - 1">
            <a:extLst>
              <a:ext uri="{FF2B5EF4-FFF2-40B4-BE49-F238E27FC236}">
                <a16:creationId xmlns:a16="http://schemas.microsoft.com/office/drawing/2014/main" id="{7CA20896-E260-D2B1-CCE8-08EB1ED2282B}"/>
              </a:ext>
            </a:extLst>
          </p:cNvPr>
          <p:cNvSpPr/>
          <p:nvPr/>
        </p:nvSpPr>
        <p:spPr>
          <a:xfrm>
            <a:off x="6924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impacts humains</a:t>
            </a:r>
          </a:p>
        </p:txBody>
      </p:sp>
      <p:sp>
        <p:nvSpPr>
          <p:cNvPr id="20" name="Flèche : chevron 8 - 2 - 1">
            <a:extLst>
              <a:ext uri="{FF2B5EF4-FFF2-40B4-BE49-F238E27FC236}">
                <a16:creationId xmlns:a16="http://schemas.microsoft.com/office/drawing/2014/main" id="{7A3CB769-5F19-BB1B-4C12-0E8E1E3FA2E4}"/>
              </a:ext>
            </a:extLst>
          </p:cNvPr>
          <p:cNvSpPr/>
          <p:nvPr/>
        </p:nvSpPr>
        <p:spPr>
          <a:xfrm>
            <a:off x="1776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a:t>
            </a:r>
            <a:r>
              <a:rPr lang="fr-FR" sz="1100" b="1" err="1">
                <a:solidFill>
                  <a:schemeClr val="bg1">
                    <a:lumMod val="50000"/>
                  </a:schemeClr>
                </a:solidFill>
                <a:latin typeface="Avenir LT Std 45 Book" panose="020B0502020203020204" pitchFamily="34" charset="0"/>
              </a:rPr>
              <a:t>moi-mëme</a:t>
            </a:r>
            <a:endParaRPr lang="fr-FR" sz="1100" b="1">
              <a:solidFill>
                <a:schemeClr val="bg1">
                  <a:lumMod val="50000"/>
                </a:schemeClr>
              </a:solidFill>
              <a:latin typeface="Avenir LT Std 45 Book" panose="020B0502020203020204" pitchFamily="34" charset="0"/>
            </a:endParaRPr>
          </a:p>
        </p:txBody>
      </p:sp>
      <p:sp>
        <p:nvSpPr>
          <p:cNvPr id="35" name="Flèche : chevron 8 - 2 - 1">
            <a:extLst>
              <a:ext uri="{FF2B5EF4-FFF2-40B4-BE49-F238E27FC236}">
                <a16:creationId xmlns:a16="http://schemas.microsoft.com/office/drawing/2014/main" id="{19D351D1-CE9A-4029-BD4A-3BE791FF26F2}"/>
              </a:ext>
            </a:extLst>
          </p:cNvPr>
          <p:cNvSpPr/>
          <p:nvPr/>
        </p:nvSpPr>
        <p:spPr>
          <a:xfrm>
            <a:off x="5244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des impacts humains</a:t>
            </a:r>
          </a:p>
        </p:txBody>
      </p:sp>
      <p:sp>
        <p:nvSpPr>
          <p:cNvPr id="37" name="Flèche : chevron 8 - 2 - 1">
            <a:extLst>
              <a:ext uri="{FF2B5EF4-FFF2-40B4-BE49-F238E27FC236}">
                <a16:creationId xmlns:a16="http://schemas.microsoft.com/office/drawing/2014/main" id="{E46E2A77-792D-FEE1-E069-33EEE8830BBD}"/>
              </a:ext>
            </a:extLst>
          </p:cNvPr>
          <p:cNvSpPr/>
          <p:nvPr/>
        </p:nvSpPr>
        <p:spPr>
          <a:xfrm>
            <a:off x="636000" y="21771"/>
            <a:ext cx="115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Cas d’usage</a:t>
            </a:r>
          </a:p>
        </p:txBody>
      </p:sp>
      <p:sp>
        <p:nvSpPr>
          <p:cNvPr id="39" name="Flèche : chevron 8 - 2 - 1">
            <a:extLst>
              <a:ext uri="{FF2B5EF4-FFF2-40B4-BE49-F238E27FC236}">
                <a16:creationId xmlns:a16="http://schemas.microsoft.com/office/drawing/2014/main" id="{808C0284-8C4B-793D-F989-58BA0BD9B337}"/>
              </a:ext>
            </a:extLst>
          </p:cNvPr>
          <p:cNvSpPr/>
          <p:nvPr/>
        </p:nvSpPr>
        <p:spPr>
          <a:xfrm>
            <a:off x="3456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pour moi-même</a:t>
            </a:r>
          </a:p>
        </p:txBody>
      </p:sp>
      <p:sp>
        <p:nvSpPr>
          <p:cNvPr id="41" name="Flèche : pentagone 3">
            <a:extLst>
              <a:ext uri="{FF2B5EF4-FFF2-40B4-BE49-F238E27FC236}">
                <a16:creationId xmlns:a16="http://schemas.microsoft.com/office/drawing/2014/main" id="{F96CB92E-277A-1155-552F-3D20094DA9F8}"/>
              </a:ext>
            </a:extLst>
          </p:cNvPr>
          <p:cNvSpPr/>
          <p:nvPr/>
        </p:nvSpPr>
        <p:spPr>
          <a:xfrm>
            <a:off x="0" y="21771"/>
            <a:ext cx="648000" cy="288000"/>
          </a:xfrm>
          <a:prstGeom prst="homePlate">
            <a:avLst>
              <a:gd name="adj" fmla="val 26503"/>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Accueil</a:t>
            </a:r>
          </a:p>
        </p:txBody>
      </p:sp>
      <p:sp>
        <p:nvSpPr>
          <p:cNvPr id="45" name="Flèche : chevron 8 - 2 - 1">
            <a:extLst>
              <a:ext uri="{FF2B5EF4-FFF2-40B4-BE49-F238E27FC236}">
                <a16:creationId xmlns:a16="http://schemas.microsoft.com/office/drawing/2014/main" id="{05AD027A-6592-3070-94B6-6881E84A3070}"/>
              </a:ext>
            </a:extLst>
          </p:cNvPr>
          <p:cNvSpPr/>
          <p:nvPr/>
        </p:nvSpPr>
        <p:spPr>
          <a:xfrm>
            <a:off x="8712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a:t>
            </a:r>
            <a:br>
              <a:rPr lang="fr-FR" sz="1100" b="1">
                <a:solidFill>
                  <a:schemeClr val="bg1">
                    <a:lumMod val="50000"/>
                  </a:schemeClr>
                </a:solidFill>
                <a:latin typeface="Avenir LT Std 45 Book" panose="020B0502020203020204" pitchFamily="34" charset="0"/>
              </a:rPr>
            </a:br>
            <a:r>
              <a:rPr lang="fr-FR" sz="1100" b="1">
                <a:solidFill>
                  <a:schemeClr val="bg1">
                    <a:lumMod val="50000"/>
                  </a:schemeClr>
                </a:solidFill>
                <a:latin typeface="Avenir LT Std 45 Book" panose="020B0502020203020204" pitchFamily="34" charset="0"/>
              </a:rPr>
              <a:t>préparer le collectif</a:t>
            </a:r>
          </a:p>
        </p:txBody>
      </p:sp>
      <p:sp>
        <p:nvSpPr>
          <p:cNvPr id="47" name="Flèche : chevron 8 - 2 - 1">
            <a:extLst>
              <a:ext uri="{FF2B5EF4-FFF2-40B4-BE49-F238E27FC236}">
                <a16:creationId xmlns:a16="http://schemas.microsoft.com/office/drawing/2014/main" id="{1EACC033-0D9F-5A6B-4040-C8B03BBEC490}"/>
              </a:ext>
            </a:extLst>
          </p:cNvPr>
          <p:cNvSpPr/>
          <p:nvPr/>
        </p:nvSpPr>
        <p:spPr>
          <a:xfrm>
            <a:off x="10392000" y="21771"/>
            <a:ext cx="1800000" cy="288000"/>
          </a:xfrm>
          <a:prstGeom prst="chevron">
            <a:avLst>
              <a:gd name="adj" fmla="val 28278"/>
            </a:avLst>
          </a:prstGeom>
          <a:solidFill>
            <a:srgbClr val="A1D6CA"/>
          </a:solidFill>
          <a:ln w="28575">
            <a:solidFill>
              <a:srgbClr val="A1D6CA"/>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rgbClr val="154734"/>
                </a:solidFill>
                <a:latin typeface="Avenir LT Std 45 Book" panose="020B0502020203020204" pitchFamily="34" charset="0"/>
              </a:rPr>
              <a:t>Ressources préparation collectif</a:t>
            </a:r>
          </a:p>
        </p:txBody>
      </p:sp>
    </p:spTree>
    <p:extLst>
      <p:ext uri="{BB962C8B-B14F-4D97-AF65-F5344CB8AC3E}">
        <p14:creationId xmlns:p14="http://schemas.microsoft.com/office/powerpoint/2010/main" val="15927989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C5225-B4D1-FFBD-A98F-1BAB99400177}"/>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416C8AF6-A36E-4043-9EEC-93E01F56DE0C}"/>
              </a:ext>
            </a:extLst>
          </p:cNvPr>
          <p:cNvSpPr/>
          <p:nvPr/>
        </p:nvSpPr>
        <p:spPr>
          <a:xfrm>
            <a:off x="364570" y="4321630"/>
            <a:ext cx="11418170" cy="1404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sp>
        <p:nvSpPr>
          <p:cNvPr id="14" name="Rectangle 13">
            <a:extLst>
              <a:ext uri="{FF2B5EF4-FFF2-40B4-BE49-F238E27FC236}">
                <a16:creationId xmlns:a16="http://schemas.microsoft.com/office/drawing/2014/main" id="{5AE2F195-09FA-521A-7608-EA722C73ED6E}"/>
              </a:ext>
            </a:extLst>
          </p:cNvPr>
          <p:cNvSpPr/>
          <p:nvPr/>
        </p:nvSpPr>
        <p:spPr>
          <a:xfrm>
            <a:off x="364569" y="2729756"/>
            <a:ext cx="11418170" cy="1404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sp>
        <p:nvSpPr>
          <p:cNvPr id="8" name="Rectangle 7">
            <a:extLst>
              <a:ext uri="{FF2B5EF4-FFF2-40B4-BE49-F238E27FC236}">
                <a16:creationId xmlns:a16="http://schemas.microsoft.com/office/drawing/2014/main" id="{FB00D21D-89D7-F908-47BD-1F27C6D6E9F1}"/>
              </a:ext>
            </a:extLst>
          </p:cNvPr>
          <p:cNvSpPr/>
          <p:nvPr/>
        </p:nvSpPr>
        <p:spPr>
          <a:xfrm>
            <a:off x="364570" y="1198718"/>
            <a:ext cx="11418170" cy="1404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sp>
        <p:nvSpPr>
          <p:cNvPr id="151" name="ZoneTexte 150">
            <a:hlinkClick r:id="rId3" action="ppaction://hlinksldjump"/>
            <a:extLst>
              <a:ext uri="{FF2B5EF4-FFF2-40B4-BE49-F238E27FC236}">
                <a16:creationId xmlns:a16="http://schemas.microsoft.com/office/drawing/2014/main" id="{1DE96E09-BA61-0BB2-DD3A-ADA4AF66295D}"/>
              </a:ext>
            </a:extLst>
          </p:cNvPr>
          <p:cNvSpPr txBox="1"/>
          <p:nvPr/>
        </p:nvSpPr>
        <p:spPr>
          <a:xfrm>
            <a:off x="2259470" y="1239099"/>
            <a:ext cx="7628369" cy="307777"/>
          </a:xfrm>
          <a:prstGeom prst="rect">
            <a:avLst/>
          </a:prstGeom>
          <a:noFill/>
        </p:spPr>
        <p:txBody>
          <a:bodyPr wrap="square">
            <a:spAutoFit/>
          </a:bodyPr>
          <a:lstStyle/>
          <a:p>
            <a:pPr lvl="0" algn="ctr">
              <a:defRPr/>
            </a:pPr>
            <a:r>
              <a:rPr lang="fr-FR" sz="1400">
                <a:solidFill>
                  <a:srgbClr val="306A92"/>
                </a:solidFill>
                <a:latin typeface="Avenir LT Std 65 Medium" panose="020B0803020203020204" pitchFamily="34" charset="0"/>
              </a:rPr>
              <a:t>COMPRENDRE ET S’INFORMER</a:t>
            </a:r>
            <a:endParaRPr lang="fr-FR" sz="1400">
              <a:solidFill>
                <a:srgbClr val="306A92"/>
              </a:solidFill>
              <a:latin typeface="Avenir LT Std 55 Roman" panose="020B0503020203020204" pitchFamily="34" charset="0"/>
            </a:endParaRPr>
          </a:p>
        </p:txBody>
      </p:sp>
      <p:sp>
        <p:nvSpPr>
          <p:cNvPr id="124" name="ZoneTexte 123">
            <a:hlinkClick r:id="rId4" action="ppaction://hlinksldjump"/>
            <a:extLst>
              <a:ext uri="{FF2B5EF4-FFF2-40B4-BE49-F238E27FC236}">
                <a16:creationId xmlns:a16="http://schemas.microsoft.com/office/drawing/2014/main" id="{62FD3068-512D-0CF6-A1E5-5766E7DB96FB}"/>
              </a:ext>
            </a:extLst>
          </p:cNvPr>
          <p:cNvSpPr txBox="1"/>
          <p:nvPr/>
        </p:nvSpPr>
        <p:spPr>
          <a:xfrm>
            <a:off x="2948047" y="4376312"/>
            <a:ext cx="6556016" cy="307777"/>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schemeClr val="accent3">
                    <a:lumMod val="50000"/>
                  </a:schemeClr>
                </a:solidFill>
                <a:effectLst/>
                <a:uLnTx/>
                <a:uFillTx/>
                <a:latin typeface="Avenir LT Std 65 Medium" panose="020B0803020203020204" pitchFamily="34" charset="0"/>
              </a:rPr>
              <a:t>COMMENT ACCOMPAGNER ET TRAITER LES SITUATIONS DIFFICILES</a:t>
            </a:r>
          </a:p>
        </p:txBody>
      </p:sp>
      <p:sp>
        <p:nvSpPr>
          <p:cNvPr id="126" name="ZoneTexte 125">
            <a:hlinkClick r:id="rId5" action="ppaction://hlinksldjump"/>
            <a:extLst>
              <a:ext uri="{FF2B5EF4-FFF2-40B4-BE49-F238E27FC236}">
                <a16:creationId xmlns:a16="http://schemas.microsoft.com/office/drawing/2014/main" id="{A97298B7-EB3F-EC52-A234-DC5436B49FBC}"/>
              </a:ext>
            </a:extLst>
          </p:cNvPr>
          <p:cNvSpPr txBox="1"/>
          <p:nvPr/>
        </p:nvSpPr>
        <p:spPr>
          <a:xfrm>
            <a:off x="2419733" y="2811617"/>
            <a:ext cx="7352534" cy="307777"/>
          </a:xfrm>
          <a:prstGeom prst="rect">
            <a:avLst/>
          </a:prstGeom>
          <a:noFill/>
        </p:spPr>
        <p:txBody>
          <a:bodyPr wrap="square">
            <a:spAutoFit/>
          </a:bodyPr>
          <a:lstStyle/>
          <a:p>
            <a:pPr lvl="0" algn="ctr">
              <a:defRPr/>
            </a:pPr>
            <a:r>
              <a:rPr lang="fr-FR" sz="1400">
                <a:solidFill>
                  <a:schemeClr val="accent3">
                    <a:lumMod val="50000"/>
                  </a:schemeClr>
                </a:solidFill>
                <a:latin typeface="Avenir LT Std 65 Medium" panose="020B0803020203020204" pitchFamily="34" charset="0"/>
              </a:rPr>
              <a:t>COMMENT AGIR POUR PRÉVENIR LES RPS</a:t>
            </a:r>
            <a:endParaRPr lang="fr-FR" sz="1400">
              <a:solidFill>
                <a:schemeClr val="accent3">
                  <a:lumMod val="50000"/>
                </a:schemeClr>
              </a:solidFill>
              <a:latin typeface="Avenir LT Std 55 Roman" panose="020B0503020203020204" pitchFamily="34" charset="0"/>
            </a:endParaRPr>
          </a:p>
        </p:txBody>
      </p:sp>
      <p:grpSp>
        <p:nvGrpSpPr>
          <p:cNvPr id="16" name="Groupe 15">
            <a:extLst>
              <a:ext uri="{FF2B5EF4-FFF2-40B4-BE49-F238E27FC236}">
                <a16:creationId xmlns:a16="http://schemas.microsoft.com/office/drawing/2014/main" id="{5F53F794-9A24-8605-7B8A-0E079C947BB4}"/>
              </a:ext>
            </a:extLst>
          </p:cNvPr>
          <p:cNvGrpSpPr/>
          <p:nvPr/>
        </p:nvGrpSpPr>
        <p:grpSpPr>
          <a:xfrm>
            <a:off x="5569655" y="4698449"/>
            <a:ext cx="1008000" cy="849386"/>
            <a:chOff x="6911977" y="2672115"/>
            <a:chExt cx="1008000" cy="849386"/>
          </a:xfrm>
        </p:grpSpPr>
        <p:sp>
          <p:nvSpPr>
            <p:cNvPr id="15" name="Rectangle : coins arrondis 14">
              <a:extLst>
                <a:ext uri="{FF2B5EF4-FFF2-40B4-BE49-F238E27FC236}">
                  <a16:creationId xmlns:a16="http://schemas.microsoft.com/office/drawing/2014/main" id="{6F98A5B3-BFCE-AF22-6808-F6951180F4E8}"/>
                </a:ext>
              </a:extLst>
            </p:cNvPr>
            <p:cNvSpPr/>
            <p:nvPr/>
          </p:nvSpPr>
          <p:spPr>
            <a:xfrm>
              <a:off x="6995317" y="2672115"/>
              <a:ext cx="841321" cy="841321"/>
            </a:xfrm>
            <a:prstGeom prst="roundRect">
              <a:avLst/>
            </a:prstGeom>
            <a:solidFill>
              <a:schemeClr val="accent3">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pic>
          <p:nvPicPr>
            <p:cNvPr id="18" name="Image 17">
              <a:hlinkClick r:id="rId4" action="ppaction://hlinksldjump"/>
              <a:extLst>
                <a:ext uri="{FF2B5EF4-FFF2-40B4-BE49-F238E27FC236}">
                  <a16:creationId xmlns:a16="http://schemas.microsoft.com/office/drawing/2014/main" id="{C55E12AB-7AFF-8032-168A-B834B5388767}"/>
                </a:ext>
              </a:extLst>
            </p:cNvPr>
            <p:cNvPicPr>
              <a:picLocks noChangeAspect="1"/>
            </p:cNvPicPr>
            <p:nvPr/>
          </p:nvPicPr>
          <p:blipFill>
            <a:blip r:embed="rId6">
              <a:duotone>
                <a:schemeClr val="bg2">
                  <a:shade val="45000"/>
                  <a:satMod val="135000"/>
                </a:schemeClr>
                <a:prstClr val="white"/>
              </a:duotone>
            </a:blip>
            <a:stretch>
              <a:fillRect/>
            </a:stretch>
          </p:blipFill>
          <p:spPr>
            <a:xfrm>
              <a:off x="6911977" y="2821363"/>
              <a:ext cx="1008000" cy="700138"/>
            </a:xfrm>
            <a:prstGeom prst="rect">
              <a:avLst/>
            </a:prstGeom>
          </p:spPr>
        </p:pic>
      </p:grpSp>
      <p:grpSp>
        <p:nvGrpSpPr>
          <p:cNvPr id="22" name="Groupe 21">
            <a:extLst>
              <a:ext uri="{FF2B5EF4-FFF2-40B4-BE49-F238E27FC236}">
                <a16:creationId xmlns:a16="http://schemas.microsoft.com/office/drawing/2014/main" id="{FCE3AFEF-4D0F-3145-07E1-55BFF3267B02}"/>
              </a:ext>
            </a:extLst>
          </p:cNvPr>
          <p:cNvGrpSpPr/>
          <p:nvPr/>
        </p:nvGrpSpPr>
        <p:grpSpPr>
          <a:xfrm>
            <a:off x="5652995" y="3146735"/>
            <a:ext cx="841321" cy="841321"/>
            <a:chOff x="8172481" y="3424452"/>
            <a:chExt cx="841321" cy="841321"/>
          </a:xfrm>
        </p:grpSpPr>
        <p:sp>
          <p:nvSpPr>
            <p:cNvPr id="21" name="Rectangle : coins arrondis 20">
              <a:extLst>
                <a:ext uri="{FF2B5EF4-FFF2-40B4-BE49-F238E27FC236}">
                  <a16:creationId xmlns:a16="http://schemas.microsoft.com/office/drawing/2014/main" id="{C3A24A98-2B03-F7D8-3472-5EB793DE9F70}"/>
                </a:ext>
              </a:extLst>
            </p:cNvPr>
            <p:cNvSpPr/>
            <p:nvPr/>
          </p:nvSpPr>
          <p:spPr>
            <a:xfrm>
              <a:off x="8172481" y="3424452"/>
              <a:ext cx="841321" cy="841321"/>
            </a:xfrm>
            <a:prstGeom prst="roundRect">
              <a:avLst/>
            </a:prstGeom>
            <a:solidFill>
              <a:schemeClr val="accent3">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pic>
          <p:nvPicPr>
            <p:cNvPr id="11" name="Image 10">
              <a:hlinkClick r:id="rId5" action="ppaction://hlinksldjump"/>
              <a:extLst>
                <a:ext uri="{FF2B5EF4-FFF2-40B4-BE49-F238E27FC236}">
                  <a16:creationId xmlns:a16="http://schemas.microsoft.com/office/drawing/2014/main" id="{81DBD956-2097-27AB-3E5A-F8FE55C053CE}"/>
                </a:ext>
              </a:extLst>
            </p:cNvPr>
            <p:cNvPicPr>
              <a:picLocks noChangeAspect="1"/>
            </p:cNvPicPr>
            <p:nvPr/>
          </p:nvPicPr>
          <p:blipFill>
            <a:blip r:embed="rId7">
              <a:duotone>
                <a:schemeClr val="bg2">
                  <a:shade val="45000"/>
                  <a:satMod val="135000"/>
                </a:schemeClr>
                <a:prstClr val="white"/>
              </a:duotone>
            </a:blip>
            <a:stretch>
              <a:fillRect/>
            </a:stretch>
          </p:blipFill>
          <p:spPr>
            <a:xfrm>
              <a:off x="8288315" y="3500658"/>
              <a:ext cx="609653" cy="688908"/>
            </a:xfrm>
            <a:prstGeom prst="rect">
              <a:avLst/>
            </a:prstGeom>
          </p:spPr>
        </p:pic>
      </p:grpSp>
      <p:grpSp>
        <p:nvGrpSpPr>
          <p:cNvPr id="27" name="Groupe 26">
            <a:extLst>
              <a:ext uri="{FF2B5EF4-FFF2-40B4-BE49-F238E27FC236}">
                <a16:creationId xmlns:a16="http://schemas.microsoft.com/office/drawing/2014/main" id="{8824BD51-0BF6-0558-5D51-7A8F4A125B52}"/>
              </a:ext>
            </a:extLst>
          </p:cNvPr>
          <p:cNvGrpSpPr/>
          <p:nvPr/>
        </p:nvGrpSpPr>
        <p:grpSpPr>
          <a:xfrm>
            <a:off x="5652995" y="1572744"/>
            <a:ext cx="841321" cy="841321"/>
            <a:chOff x="6942958" y="5245134"/>
            <a:chExt cx="841321" cy="841321"/>
          </a:xfrm>
        </p:grpSpPr>
        <p:sp>
          <p:nvSpPr>
            <p:cNvPr id="23" name="Rectangle : coins arrondis 22">
              <a:extLst>
                <a:ext uri="{FF2B5EF4-FFF2-40B4-BE49-F238E27FC236}">
                  <a16:creationId xmlns:a16="http://schemas.microsoft.com/office/drawing/2014/main" id="{C427BF0B-AF17-403A-4C91-7BDEF78C8355}"/>
                </a:ext>
              </a:extLst>
            </p:cNvPr>
            <p:cNvSpPr/>
            <p:nvPr/>
          </p:nvSpPr>
          <p:spPr>
            <a:xfrm>
              <a:off x="6942958" y="5245134"/>
              <a:ext cx="841321" cy="841321"/>
            </a:xfrm>
            <a:prstGeom prst="roundRect">
              <a:avLst/>
            </a:prstGeom>
            <a:solidFill>
              <a:schemeClr val="accent3">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pic>
          <p:nvPicPr>
            <p:cNvPr id="13" name="Image 12">
              <a:hlinkClick r:id="rId3" action="ppaction://hlinksldjump"/>
              <a:extLst>
                <a:ext uri="{FF2B5EF4-FFF2-40B4-BE49-F238E27FC236}">
                  <a16:creationId xmlns:a16="http://schemas.microsoft.com/office/drawing/2014/main" id="{286509CA-6744-2623-23D0-5DFD440F97CF}"/>
                </a:ext>
              </a:extLst>
            </p:cNvPr>
            <p:cNvPicPr>
              <a:picLocks noChangeAspect="1"/>
            </p:cNvPicPr>
            <p:nvPr/>
          </p:nvPicPr>
          <p:blipFill>
            <a:blip r:embed="rId8">
              <a:duotone>
                <a:schemeClr val="bg2">
                  <a:shade val="45000"/>
                  <a:satMod val="135000"/>
                </a:schemeClr>
                <a:prstClr val="white"/>
              </a:duotone>
            </a:blip>
            <a:stretch>
              <a:fillRect/>
            </a:stretch>
          </p:blipFill>
          <p:spPr>
            <a:xfrm>
              <a:off x="6949618" y="5373559"/>
              <a:ext cx="828000" cy="584470"/>
            </a:xfrm>
            <a:prstGeom prst="rect">
              <a:avLst/>
            </a:prstGeom>
          </p:spPr>
        </p:pic>
      </p:grpSp>
      <p:grpSp>
        <p:nvGrpSpPr>
          <p:cNvPr id="2" name="Groupe 1">
            <a:extLst>
              <a:ext uri="{FF2B5EF4-FFF2-40B4-BE49-F238E27FC236}">
                <a16:creationId xmlns:a16="http://schemas.microsoft.com/office/drawing/2014/main" id="{42E1FD9B-7898-4041-0BCF-1AC79E13B43D}"/>
              </a:ext>
            </a:extLst>
          </p:cNvPr>
          <p:cNvGrpSpPr>
            <a:grpSpLocks noChangeAspect="1"/>
          </p:cNvGrpSpPr>
          <p:nvPr/>
        </p:nvGrpSpPr>
        <p:grpSpPr>
          <a:xfrm>
            <a:off x="11001871" y="6336764"/>
            <a:ext cx="1082632" cy="444130"/>
            <a:chOff x="5810" y="1578917"/>
            <a:chExt cx="559801" cy="229645"/>
          </a:xfrm>
        </p:grpSpPr>
        <p:sp>
          <p:nvSpPr>
            <p:cNvPr id="4" name="Rectangle : coins arrondis 3">
              <a:hlinkClick r:id="rId9" action="ppaction://hlinksldjump"/>
              <a:extLst>
                <a:ext uri="{FF2B5EF4-FFF2-40B4-BE49-F238E27FC236}">
                  <a16:creationId xmlns:a16="http://schemas.microsoft.com/office/drawing/2014/main" id="{D0F50ACE-AE30-607D-762F-D10955F30E77}"/>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306A92"/>
                  </a:solidFill>
                  <a:effectLst/>
                  <a:uLnTx/>
                  <a:uFillTx/>
                  <a:latin typeface="Avenir LT Std 65 Medium" panose="020B0803020203020204" pitchFamily="34" charset="0"/>
                  <a:hlinkClick r:id="rId9" action="ppaction://hlinksldjump">
                    <a:extLst>
                      <a:ext uri="{A12FA001-AC4F-418D-AE19-62706E023703}">
                        <ahyp:hlinkClr xmlns:ahyp="http://schemas.microsoft.com/office/drawing/2018/hyperlinkcolor" val="tx"/>
                      </a:ext>
                    </a:extLst>
                  </a:hlinkClick>
                </a:rPr>
                <a:t>Retour</a:t>
              </a:r>
              <a:endParaRPr kumimoji="0" lang="fr-FR" sz="1200" b="0" i="0" u="none" strike="noStrike" kern="1200" cap="none" spc="0" normalizeH="0" baseline="0" noProof="0">
                <a:ln>
                  <a:noFill/>
                </a:ln>
                <a:solidFill>
                  <a:srgbClr val="306A92"/>
                </a:solidFill>
                <a:effectLst/>
                <a:uLnTx/>
                <a:uFillTx/>
                <a:latin typeface="Avenir LT Std 65 Medium" panose="020B0803020203020204" pitchFamily="34" charset="0"/>
              </a:endParaRPr>
            </a:p>
          </p:txBody>
        </p:sp>
        <p:pic>
          <p:nvPicPr>
            <p:cNvPr id="6" name="Graphique 5" descr="Retour avec un remplissage uni">
              <a:hlinkClick r:id="rId9" action="ppaction://hlinksldjump"/>
              <a:extLst>
                <a:ext uri="{FF2B5EF4-FFF2-40B4-BE49-F238E27FC236}">
                  <a16:creationId xmlns:a16="http://schemas.microsoft.com/office/drawing/2014/main" id="{7023C8E8-6010-DDBF-0BCA-0B6BC352FF12}"/>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9060" y="1578917"/>
              <a:ext cx="229645" cy="229645"/>
            </a:xfrm>
            <a:prstGeom prst="rect">
              <a:avLst/>
            </a:prstGeom>
          </p:spPr>
        </p:pic>
      </p:grpSp>
      <p:sp>
        <p:nvSpPr>
          <p:cNvPr id="7" name="Rectangle : coins arrondis 6">
            <a:extLst>
              <a:ext uri="{FF2B5EF4-FFF2-40B4-BE49-F238E27FC236}">
                <a16:creationId xmlns:a16="http://schemas.microsoft.com/office/drawing/2014/main" id="{A872EB1B-6710-27FA-4E66-F39BA76128CA}"/>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DC582A"/>
                </a:solidFill>
              </a:rPr>
              <a:t>PROTOTYPE</a:t>
            </a:r>
          </a:p>
        </p:txBody>
      </p:sp>
      <p:sp>
        <p:nvSpPr>
          <p:cNvPr id="12" name="Forme libre : forme 11">
            <a:hlinkClick r:id="rId5" action="ppaction://hlinksldjump"/>
            <a:extLst>
              <a:ext uri="{FF2B5EF4-FFF2-40B4-BE49-F238E27FC236}">
                <a16:creationId xmlns:a16="http://schemas.microsoft.com/office/drawing/2014/main" id="{5C5D9F80-6163-E5D8-EC30-A8B4C139FA55}"/>
              </a:ext>
            </a:extLst>
          </p:cNvPr>
          <p:cNvSpPr>
            <a:spLocks noChangeAspect="1"/>
          </p:cNvSpPr>
          <p:nvPr/>
        </p:nvSpPr>
        <p:spPr>
          <a:xfrm rot="18678108">
            <a:off x="6469479" y="3587084"/>
            <a:ext cx="360000" cy="537218"/>
          </a:xfrm>
          <a:custGeom>
            <a:avLst/>
            <a:gdLst>
              <a:gd name="csX0" fmla="*/ 238034 w 599990"/>
              <a:gd name="csY0" fmla="*/ -952 h 895350"/>
              <a:gd name="csX1" fmla="*/ 218984 w 599990"/>
              <a:gd name="csY1" fmla="*/ 18098 h 895350"/>
              <a:gd name="csX2" fmla="*/ 218984 w 599990"/>
              <a:gd name="csY2" fmla="*/ 132398 h 895350"/>
              <a:gd name="csX3" fmla="*/ 238034 w 599990"/>
              <a:gd name="csY3" fmla="*/ 151448 h 895350"/>
              <a:gd name="csX4" fmla="*/ 257084 w 599990"/>
              <a:gd name="csY4" fmla="*/ 132398 h 895350"/>
              <a:gd name="csX5" fmla="*/ 257084 w 599990"/>
              <a:gd name="csY5" fmla="*/ 18098 h 895350"/>
              <a:gd name="csX6" fmla="*/ 238034 w 599990"/>
              <a:gd name="csY6" fmla="*/ -952 h 895350"/>
              <a:gd name="csX7" fmla="*/ 458300 w 599990"/>
              <a:gd name="csY7" fmla="*/ 122873 h 895350"/>
              <a:gd name="csX8" fmla="*/ 447584 w 599990"/>
              <a:gd name="csY8" fmla="*/ 125551 h 895350"/>
              <a:gd name="csX9" fmla="*/ 348465 w 599990"/>
              <a:gd name="csY9" fmla="*/ 182701 h 895350"/>
              <a:gd name="csX10" fmla="*/ 341619 w 599990"/>
              <a:gd name="csY10" fmla="*/ 208598 h 895350"/>
              <a:gd name="csX11" fmla="*/ 367515 w 599990"/>
              <a:gd name="csY11" fmla="*/ 215444 h 895350"/>
              <a:gd name="csX12" fmla="*/ 466634 w 599990"/>
              <a:gd name="csY12" fmla="*/ 158294 h 895350"/>
              <a:gd name="csX13" fmla="*/ 473481 w 599990"/>
              <a:gd name="csY13" fmla="*/ 132398 h 895350"/>
              <a:gd name="csX14" fmla="*/ 458300 w 599990"/>
              <a:gd name="csY14" fmla="*/ 122873 h 895350"/>
              <a:gd name="csX15" fmla="*/ 16875 w 599990"/>
              <a:gd name="csY15" fmla="*/ 123168 h 895350"/>
              <a:gd name="csX16" fmla="*/ 2588 w 599990"/>
              <a:gd name="csY16" fmla="*/ 132396 h 895350"/>
              <a:gd name="csX17" fmla="*/ 9434 w 599990"/>
              <a:gd name="csY17" fmla="*/ 158293 h 895350"/>
              <a:gd name="csX18" fmla="*/ 108553 w 599990"/>
              <a:gd name="csY18" fmla="*/ 215443 h 895350"/>
              <a:gd name="csX19" fmla="*/ 134450 w 599990"/>
              <a:gd name="csY19" fmla="*/ 208596 h 895350"/>
              <a:gd name="csX20" fmla="*/ 127603 w 599990"/>
              <a:gd name="csY20" fmla="*/ 182699 h 895350"/>
              <a:gd name="csX21" fmla="*/ 28484 w 599990"/>
              <a:gd name="csY21" fmla="*/ 125549 h 895350"/>
              <a:gd name="csX22" fmla="*/ 16875 w 599990"/>
              <a:gd name="csY22" fmla="*/ 123168 h 895350"/>
              <a:gd name="csX23" fmla="*/ 238034 w 599990"/>
              <a:gd name="csY23" fmla="*/ 189548 h 895350"/>
              <a:gd name="csX24" fmla="*/ 161834 w 599990"/>
              <a:gd name="csY24" fmla="*/ 265748 h 895350"/>
              <a:gd name="csX25" fmla="*/ 161834 w 599990"/>
              <a:gd name="csY25" fmla="*/ 508932 h 895350"/>
              <a:gd name="csX26" fmla="*/ 102303 w 599990"/>
              <a:gd name="csY26" fmla="*/ 449104 h 895350"/>
              <a:gd name="csX27" fmla="*/ 11815 w 599990"/>
              <a:gd name="csY27" fmla="*/ 501788 h 895350"/>
              <a:gd name="csX28" fmla="*/ 20150 w 599990"/>
              <a:gd name="csY28" fmla="*/ 567869 h 895350"/>
              <a:gd name="csX29" fmla="*/ 204697 w 599990"/>
              <a:gd name="csY29" fmla="*/ 887849 h 895350"/>
              <a:gd name="csX30" fmla="*/ 218984 w 599990"/>
              <a:gd name="csY30" fmla="*/ 894398 h 895350"/>
              <a:gd name="csX31" fmla="*/ 476159 w 599990"/>
              <a:gd name="csY31" fmla="*/ 894398 h 895350"/>
              <a:gd name="csX32" fmla="*/ 487470 w 599990"/>
              <a:gd name="csY32" fmla="*/ 890529 h 895350"/>
              <a:gd name="csX33" fmla="*/ 555336 w 599990"/>
              <a:gd name="csY33" fmla="*/ 794385 h 895350"/>
              <a:gd name="csX34" fmla="*/ 594925 w 599990"/>
              <a:gd name="csY34" fmla="*/ 658654 h 895350"/>
              <a:gd name="csX35" fmla="*/ 591947 w 599990"/>
              <a:gd name="csY35" fmla="*/ 529471 h 895350"/>
              <a:gd name="csX36" fmla="*/ 516343 w 599990"/>
              <a:gd name="csY36" fmla="*/ 456248 h 895350"/>
              <a:gd name="csX37" fmla="*/ 488959 w 599990"/>
              <a:gd name="csY37" fmla="*/ 458926 h 895350"/>
              <a:gd name="csX38" fmla="*/ 468718 w 599990"/>
              <a:gd name="csY38" fmla="*/ 431245 h 895350"/>
              <a:gd name="csX39" fmla="*/ 428237 w 599990"/>
              <a:gd name="csY39" fmla="*/ 418148 h 895350"/>
              <a:gd name="csX40" fmla="*/ 397578 w 599990"/>
              <a:gd name="csY40" fmla="*/ 428863 h 895350"/>
              <a:gd name="csX41" fmla="*/ 383886 w 599990"/>
              <a:gd name="csY41" fmla="*/ 412195 h 895350"/>
              <a:gd name="csX42" fmla="*/ 342809 w 599990"/>
              <a:gd name="csY42" fmla="*/ 399098 h 895350"/>
              <a:gd name="csX43" fmla="*/ 314234 w 599990"/>
              <a:gd name="csY43" fmla="*/ 405646 h 895350"/>
              <a:gd name="csX44" fmla="*/ 314234 w 599990"/>
              <a:gd name="csY44" fmla="*/ 265748 h 895350"/>
              <a:gd name="csX45" fmla="*/ 238034 w 599990"/>
              <a:gd name="csY45" fmla="*/ 189548 h 895350"/>
              <a:gd name="csX46" fmla="*/ 238034 w 599990"/>
              <a:gd name="csY46" fmla="*/ 227648 h 895350"/>
              <a:gd name="csX47" fmla="*/ 276134 w 599990"/>
              <a:gd name="csY47" fmla="*/ 265748 h 895350"/>
              <a:gd name="csX48" fmla="*/ 276134 w 599990"/>
              <a:gd name="csY48" fmla="*/ 446723 h 895350"/>
              <a:gd name="csX49" fmla="*/ 291017 w 599990"/>
              <a:gd name="csY49" fmla="*/ 465476 h 895350"/>
              <a:gd name="csX50" fmla="*/ 312448 w 599990"/>
              <a:gd name="csY50" fmla="*/ 455057 h 895350"/>
              <a:gd name="csX51" fmla="*/ 342809 w 599990"/>
              <a:gd name="csY51" fmla="*/ 437198 h 895350"/>
              <a:gd name="csX52" fmla="*/ 361562 w 599990"/>
              <a:gd name="csY52" fmla="*/ 443151 h 895350"/>
              <a:gd name="csX53" fmla="*/ 371384 w 599990"/>
              <a:gd name="csY53" fmla="*/ 465773 h 895350"/>
              <a:gd name="csX54" fmla="*/ 385969 w 599990"/>
              <a:gd name="csY54" fmla="*/ 484227 h 895350"/>
              <a:gd name="csX55" fmla="*/ 407400 w 599990"/>
              <a:gd name="csY55" fmla="*/ 474404 h 895350"/>
              <a:gd name="csX56" fmla="*/ 428831 w 599990"/>
              <a:gd name="csY56" fmla="*/ 456248 h 895350"/>
              <a:gd name="csX57" fmla="*/ 446691 w 599990"/>
              <a:gd name="csY57" fmla="*/ 462201 h 895350"/>
              <a:gd name="csX58" fmla="*/ 457109 w 599990"/>
              <a:gd name="csY58" fmla="*/ 484823 h 895350"/>
              <a:gd name="csX59" fmla="*/ 468420 w 599990"/>
              <a:gd name="csY59" fmla="*/ 502385 h 895350"/>
              <a:gd name="csX60" fmla="*/ 489256 w 599990"/>
              <a:gd name="csY60" fmla="*/ 498813 h 895350"/>
              <a:gd name="csX61" fmla="*/ 512771 w 599990"/>
              <a:gd name="csY61" fmla="*/ 494348 h 895350"/>
              <a:gd name="csX62" fmla="*/ 555336 w 599990"/>
              <a:gd name="csY62" fmla="*/ 539888 h 895350"/>
              <a:gd name="csX63" fmla="*/ 557122 w 599990"/>
              <a:gd name="csY63" fmla="*/ 652701 h 895350"/>
              <a:gd name="csX64" fmla="*/ 520510 w 599990"/>
              <a:gd name="csY64" fmla="*/ 778907 h 895350"/>
              <a:gd name="csX65" fmla="*/ 468420 w 599990"/>
              <a:gd name="csY65" fmla="*/ 856298 h 895350"/>
              <a:gd name="csX66" fmla="*/ 228212 w 599990"/>
              <a:gd name="csY66" fmla="*/ 856298 h 895350"/>
              <a:gd name="csX67" fmla="*/ 55869 w 599990"/>
              <a:gd name="csY67" fmla="*/ 554176 h 895350"/>
              <a:gd name="csX68" fmla="*/ 48428 w 599990"/>
              <a:gd name="csY68" fmla="*/ 511910 h 895350"/>
              <a:gd name="csX69" fmla="*/ 92183 w 599990"/>
              <a:gd name="csY69" fmla="*/ 485716 h 895350"/>
              <a:gd name="csX70" fmla="*/ 126115 w 599990"/>
              <a:gd name="csY70" fmla="*/ 522327 h 895350"/>
              <a:gd name="csX71" fmla="*/ 163918 w 599990"/>
              <a:gd name="csY71" fmla="*/ 598229 h 895350"/>
              <a:gd name="csX72" fmla="*/ 185350 w 599990"/>
              <a:gd name="csY72" fmla="*/ 608052 h 895350"/>
              <a:gd name="csX73" fmla="*/ 199934 w 599990"/>
              <a:gd name="csY73" fmla="*/ 589598 h 895350"/>
              <a:gd name="csX74" fmla="*/ 199934 w 599990"/>
              <a:gd name="csY74" fmla="*/ 265748 h 895350"/>
              <a:gd name="csX75" fmla="*/ 238034 w 599990"/>
              <a:gd name="csY75" fmla="*/ 227648 h 895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599990" h="895350">
                <a:moveTo>
                  <a:pt x="238034" y="-952"/>
                </a:moveTo>
                <a:cubicBezTo>
                  <a:pt x="227513" y="-952"/>
                  <a:pt x="218984" y="7576"/>
                  <a:pt x="218984" y="18098"/>
                </a:cubicBezTo>
                <a:lnTo>
                  <a:pt x="218984" y="132398"/>
                </a:lnTo>
                <a:cubicBezTo>
                  <a:pt x="218984" y="142919"/>
                  <a:pt x="227513" y="151448"/>
                  <a:pt x="238034" y="151448"/>
                </a:cubicBezTo>
                <a:cubicBezTo>
                  <a:pt x="248556" y="151448"/>
                  <a:pt x="257084" y="142919"/>
                  <a:pt x="257084" y="132398"/>
                </a:cubicBezTo>
                <a:lnTo>
                  <a:pt x="257084" y="18098"/>
                </a:lnTo>
                <a:cubicBezTo>
                  <a:pt x="257084" y="7576"/>
                  <a:pt x="248556" y="-952"/>
                  <a:pt x="238034" y="-952"/>
                </a:cubicBezTo>
                <a:close/>
                <a:moveTo>
                  <a:pt x="458300" y="122873"/>
                </a:moveTo>
                <a:cubicBezTo>
                  <a:pt x="454885" y="122777"/>
                  <a:pt x="451301" y="123711"/>
                  <a:pt x="447584" y="125551"/>
                </a:cubicBezTo>
                <a:lnTo>
                  <a:pt x="348465" y="182701"/>
                </a:lnTo>
                <a:cubicBezTo>
                  <a:pt x="339354" y="187963"/>
                  <a:pt x="336358" y="199486"/>
                  <a:pt x="341619" y="208598"/>
                </a:cubicBezTo>
                <a:cubicBezTo>
                  <a:pt x="346879" y="217709"/>
                  <a:pt x="358403" y="220704"/>
                  <a:pt x="367515" y="215444"/>
                </a:cubicBezTo>
                <a:lnTo>
                  <a:pt x="466634" y="158294"/>
                </a:lnTo>
                <a:cubicBezTo>
                  <a:pt x="475747" y="153032"/>
                  <a:pt x="478741" y="141509"/>
                  <a:pt x="473481" y="132398"/>
                </a:cubicBezTo>
                <a:cubicBezTo>
                  <a:pt x="469177" y="125970"/>
                  <a:pt x="463991" y="123010"/>
                  <a:pt x="458300" y="122873"/>
                </a:cubicBezTo>
                <a:close/>
                <a:moveTo>
                  <a:pt x="16875" y="123168"/>
                </a:moveTo>
                <a:cubicBezTo>
                  <a:pt x="10985" y="123778"/>
                  <a:pt x="6126" y="127277"/>
                  <a:pt x="2588" y="132396"/>
                </a:cubicBezTo>
                <a:cubicBezTo>
                  <a:pt x="-2672" y="141508"/>
                  <a:pt x="322" y="153030"/>
                  <a:pt x="9434" y="158293"/>
                </a:cubicBezTo>
                <a:lnTo>
                  <a:pt x="108553" y="215443"/>
                </a:lnTo>
                <a:cubicBezTo>
                  <a:pt x="117665" y="220702"/>
                  <a:pt x="129189" y="217708"/>
                  <a:pt x="134450" y="208596"/>
                </a:cubicBezTo>
                <a:cubicBezTo>
                  <a:pt x="139710" y="199484"/>
                  <a:pt x="136716" y="187961"/>
                  <a:pt x="127603" y="182699"/>
                </a:cubicBezTo>
                <a:lnTo>
                  <a:pt x="28484" y="125549"/>
                </a:lnTo>
                <a:cubicBezTo>
                  <a:pt x="24376" y="123399"/>
                  <a:pt x="20410" y="122805"/>
                  <a:pt x="16875" y="123168"/>
                </a:cubicBezTo>
                <a:close/>
                <a:moveTo>
                  <a:pt x="238034" y="189548"/>
                </a:moveTo>
                <a:cubicBezTo>
                  <a:pt x="196149" y="189548"/>
                  <a:pt x="161834" y="223862"/>
                  <a:pt x="161834" y="265748"/>
                </a:cubicBezTo>
                <a:lnTo>
                  <a:pt x="161834" y="508932"/>
                </a:lnTo>
                <a:cubicBezTo>
                  <a:pt x="150037" y="483432"/>
                  <a:pt x="128865" y="455869"/>
                  <a:pt x="102303" y="449104"/>
                </a:cubicBezTo>
                <a:cubicBezTo>
                  <a:pt x="66164" y="439292"/>
                  <a:pt x="21897" y="468203"/>
                  <a:pt x="11815" y="501788"/>
                </a:cubicBezTo>
                <a:cubicBezTo>
                  <a:pt x="6677" y="520510"/>
                  <a:pt x="10027" y="541814"/>
                  <a:pt x="20150" y="567869"/>
                </a:cubicBezTo>
                <a:cubicBezTo>
                  <a:pt x="69636" y="686864"/>
                  <a:pt x="130566" y="801107"/>
                  <a:pt x="204697" y="887849"/>
                </a:cubicBezTo>
                <a:cubicBezTo>
                  <a:pt x="208241" y="891925"/>
                  <a:pt x="213584" y="894373"/>
                  <a:pt x="218984" y="894398"/>
                </a:cubicBezTo>
                <a:lnTo>
                  <a:pt x="476159" y="894398"/>
                </a:lnTo>
                <a:cubicBezTo>
                  <a:pt x="480212" y="894398"/>
                  <a:pt x="484240" y="892978"/>
                  <a:pt x="487470" y="890529"/>
                </a:cubicBezTo>
                <a:cubicBezTo>
                  <a:pt x="514890" y="870215"/>
                  <a:pt x="536990" y="835614"/>
                  <a:pt x="555336" y="794385"/>
                </a:cubicBezTo>
                <a:cubicBezTo>
                  <a:pt x="573682" y="753156"/>
                  <a:pt x="587726" y="705329"/>
                  <a:pt x="594925" y="658654"/>
                </a:cubicBezTo>
                <a:cubicBezTo>
                  <a:pt x="602125" y="611979"/>
                  <a:pt x="602095" y="568272"/>
                  <a:pt x="591947" y="529471"/>
                </a:cubicBezTo>
                <a:cubicBezTo>
                  <a:pt x="582153" y="492024"/>
                  <a:pt x="555734" y="460859"/>
                  <a:pt x="516343" y="456248"/>
                </a:cubicBezTo>
                <a:cubicBezTo>
                  <a:pt x="507058" y="456248"/>
                  <a:pt x="497252" y="457019"/>
                  <a:pt x="488959" y="458926"/>
                </a:cubicBezTo>
                <a:cubicBezTo>
                  <a:pt x="484073" y="447244"/>
                  <a:pt x="477224" y="437281"/>
                  <a:pt x="468718" y="431245"/>
                </a:cubicBezTo>
                <a:cubicBezTo>
                  <a:pt x="454475" y="421138"/>
                  <a:pt x="439978" y="417954"/>
                  <a:pt x="428237" y="418148"/>
                </a:cubicBezTo>
                <a:cubicBezTo>
                  <a:pt x="416965" y="418338"/>
                  <a:pt x="406686" y="422440"/>
                  <a:pt x="397578" y="428863"/>
                </a:cubicBezTo>
                <a:cubicBezTo>
                  <a:pt x="393479" y="422609"/>
                  <a:pt x="389265" y="416101"/>
                  <a:pt x="383886" y="412195"/>
                </a:cubicBezTo>
                <a:cubicBezTo>
                  <a:pt x="369764" y="401939"/>
                  <a:pt x="354740" y="399098"/>
                  <a:pt x="342809" y="399098"/>
                </a:cubicBezTo>
                <a:cubicBezTo>
                  <a:pt x="332940" y="399098"/>
                  <a:pt x="323389" y="401834"/>
                  <a:pt x="314234" y="405646"/>
                </a:cubicBezTo>
                <a:lnTo>
                  <a:pt x="314234" y="265748"/>
                </a:lnTo>
                <a:cubicBezTo>
                  <a:pt x="313425" y="214762"/>
                  <a:pt x="273214" y="189449"/>
                  <a:pt x="238034" y="189548"/>
                </a:cubicBezTo>
                <a:close/>
                <a:moveTo>
                  <a:pt x="238034" y="227648"/>
                </a:moveTo>
                <a:cubicBezTo>
                  <a:pt x="259471" y="227648"/>
                  <a:pt x="276134" y="244311"/>
                  <a:pt x="276134" y="265748"/>
                </a:cubicBezTo>
                <a:lnTo>
                  <a:pt x="276134" y="446723"/>
                </a:lnTo>
                <a:cubicBezTo>
                  <a:pt x="276010" y="455357"/>
                  <a:pt x="282601" y="463544"/>
                  <a:pt x="291017" y="465476"/>
                </a:cubicBezTo>
                <a:cubicBezTo>
                  <a:pt x="299433" y="467407"/>
                  <a:pt x="308796" y="462882"/>
                  <a:pt x="312448" y="455057"/>
                </a:cubicBezTo>
                <a:cubicBezTo>
                  <a:pt x="316656" y="446309"/>
                  <a:pt x="332510" y="437198"/>
                  <a:pt x="342809" y="437198"/>
                </a:cubicBezTo>
                <a:cubicBezTo>
                  <a:pt x="347433" y="437198"/>
                  <a:pt x="356011" y="439119"/>
                  <a:pt x="361562" y="443151"/>
                </a:cubicBezTo>
                <a:cubicBezTo>
                  <a:pt x="367114" y="447183"/>
                  <a:pt x="371384" y="451901"/>
                  <a:pt x="371384" y="465773"/>
                </a:cubicBezTo>
                <a:cubicBezTo>
                  <a:pt x="371384" y="474241"/>
                  <a:pt x="377734" y="482254"/>
                  <a:pt x="385969" y="484227"/>
                </a:cubicBezTo>
                <a:cubicBezTo>
                  <a:pt x="394205" y="486201"/>
                  <a:pt x="403545" y="481946"/>
                  <a:pt x="407400" y="474404"/>
                </a:cubicBezTo>
                <a:cubicBezTo>
                  <a:pt x="415146" y="458912"/>
                  <a:pt x="419296" y="456408"/>
                  <a:pt x="428831" y="456248"/>
                </a:cubicBezTo>
                <a:cubicBezTo>
                  <a:pt x="431471" y="456152"/>
                  <a:pt x="440717" y="457962"/>
                  <a:pt x="446691" y="462201"/>
                </a:cubicBezTo>
                <a:cubicBezTo>
                  <a:pt x="452665" y="466441"/>
                  <a:pt x="457109" y="471314"/>
                  <a:pt x="457109" y="484823"/>
                </a:cubicBezTo>
                <a:cubicBezTo>
                  <a:pt x="457014" y="492242"/>
                  <a:pt x="461617" y="499424"/>
                  <a:pt x="468420" y="502385"/>
                </a:cubicBezTo>
                <a:cubicBezTo>
                  <a:pt x="475224" y="505345"/>
                  <a:pt x="483868" y="503913"/>
                  <a:pt x="489256" y="498813"/>
                </a:cubicBezTo>
                <a:cubicBezTo>
                  <a:pt x="496480" y="495252"/>
                  <a:pt x="503565" y="494172"/>
                  <a:pt x="512771" y="494348"/>
                </a:cubicBezTo>
                <a:cubicBezTo>
                  <a:pt x="535484" y="497237"/>
                  <a:pt x="547274" y="511470"/>
                  <a:pt x="555336" y="539888"/>
                </a:cubicBezTo>
                <a:cubicBezTo>
                  <a:pt x="563473" y="568569"/>
                  <a:pt x="563776" y="609564"/>
                  <a:pt x="557122" y="652701"/>
                </a:cubicBezTo>
                <a:cubicBezTo>
                  <a:pt x="550468" y="695838"/>
                  <a:pt x="537317" y="741136"/>
                  <a:pt x="520510" y="778907"/>
                </a:cubicBezTo>
                <a:cubicBezTo>
                  <a:pt x="504748" y="814332"/>
                  <a:pt x="485443" y="841996"/>
                  <a:pt x="468420" y="856298"/>
                </a:cubicBezTo>
                <a:lnTo>
                  <a:pt x="228212" y="856298"/>
                </a:lnTo>
                <a:cubicBezTo>
                  <a:pt x="161346" y="777416"/>
                  <a:pt x="97491" y="656289"/>
                  <a:pt x="55869" y="554176"/>
                </a:cubicBezTo>
                <a:cubicBezTo>
                  <a:pt x="47204" y="531874"/>
                  <a:pt x="46423" y="519068"/>
                  <a:pt x="48428" y="511910"/>
                </a:cubicBezTo>
                <a:cubicBezTo>
                  <a:pt x="55487" y="493484"/>
                  <a:pt x="75240" y="483081"/>
                  <a:pt x="92183" y="485716"/>
                </a:cubicBezTo>
                <a:cubicBezTo>
                  <a:pt x="112437" y="493344"/>
                  <a:pt x="117455" y="506859"/>
                  <a:pt x="126115" y="522327"/>
                </a:cubicBezTo>
                <a:lnTo>
                  <a:pt x="163918" y="598229"/>
                </a:lnTo>
                <a:cubicBezTo>
                  <a:pt x="167773" y="605771"/>
                  <a:pt x="177113" y="610026"/>
                  <a:pt x="185350" y="608052"/>
                </a:cubicBezTo>
                <a:cubicBezTo>
                  <a:pt x="193586" y="606079"/>
                  <a:pt x="199917" y="598066"/>
                  <a:pt x="199934" y="589598"/>
                </a:cubicBezTo>
                <a:lnTo>
                  <a:pt x="199934" y="265748"/>
                </a:lnTo>
                <a:cubicBezTo>
                  <a:pt x="199934" y="244311"/>
                  <a:pt x="216597" y="227648"/>
                  <a:pt x="238034" y="227648"/>
                </a:cubicBezTo>
                <a:close/>
              </a:path>
            </a:pathLst>
          </a:custGeom>
          <a:solidFill>
            <a:schemeClr val="bg1"/>
          </a:solidFill>
          <a:ln w="9525" cap="flat">
            <a:solidFill>
              <a:schemeClr val="bg1"/>
            </a:solidFill>
            <a:prstDash val="solid"/>
            <a:miter/>
          </a:ln>
        </p:spPr>
        <p:txBody>
          <a:bodyPr/>
          <a:lstStyle/>
          <a:p>
            <a:endParaRPr lang="fr-FR"/>
          </a:p>
        </p:txBody>
      </p:sp>
      <p:sp>
        <p:nvSpPr>
          <p:cNvPr id="25" name="Forme libre : forme 24">
            <a:hlinkClick r:id="rId3" action="ppaction://hlinksldjump"/>
            <a:extLst>
              <a:ext uri="{FF2B5EF4-FFF2-40B4-BE49-F238E27FC236}">
                <a16:creationId xmlns:a16="http://schemas.microsoft.com/office/drawing/2014/main" id="{F381CD12-AE87-AAAF-9213-9290F7F20D38}"/>
              </a:ext>
            </a:extLst>
          </p:cNvPr>
          <p:cNvSpPr>
            <a:spLocks noChangeAspect="1"/>
          </p:cNvSpPr>
          <p:nvPr/>
        </p:nvSpPr>
        <p:spPr>
          <a:xfrm rot="18678108">
            <a:off x="6469479" y="2059491"/>
            <a:ext cx="360000" cy="537218"/>
          </a:xfrm>
          <a:custGeom>
            <a:avLst/>
            <a:gdLst>
              <a:gd name="csX0" fmla="*/ 238034 w 599990"/>
              <a:gd name="csY0" fmla="*/ -952 h 895350"/>
              <a:gd name="csX1" fmla="*/ 218984 w 599990"/>
              <a:gd name="csY1" fmla="*/ 18098 h 895350"/>
              <a:gd name="csX2" fmla="*/ 218984 w 599990"/>
              <a:gd name="csY2" fmla="*/ 132398 h 895350"/>
              <a:gd name="csX3" fmla="*/ 238034 w 599990"/>
              <a:gd name="csY3" fmla="*/ 151448 h 895350"/>
              <a:gd name="csX4" fmla="*/ 257084 w 599990"/>
              <a:gd name="csY4" fmla="*/ 132398 h 895350"/>
              <a:gd name="csX5" fmla="*/ 257084 w 599990"/>
              <a:gd name="csY5" fmla="*/ 18098 h 895350"/>
              <a:gd name="csX6" fmla="*/ 238034 w 599990"/>
              <a:gd name="csY6" fmla="*/ -952 h 895350"/>
              <a:gd name="csX7" fmla="*/ 458300 w 599990"/>
              <a:gd name="csY7" fmla="*/ 122873 h 895350"/>
              <a:gd name="csX8" fmla="*/ 447584 w 599990"/>
              <a:gd name="csY8" fmla="*/ 125551 h 895350"/>
              <a:gd name="csX9" fmla="*/ 348465 w 599990"/>
              <a:gd name="csY9" fmla="*/ 182701 h 895350"/>
              <a:gd name="csX10" fmla="*/ 341619 w 599990"/>
              <a:gd name="csY10" fmla="*/ 208598 h 895350"/>
              <a:gd name="csX11" fmla="*/ 367515 w 599990"/>
              <a:gd name="csY11" fmla="*/ 215444 h 895350"/>
              <a:gd name="csX12" fmla="*/ 466634 w 599990"/>
              <a:gd name="csY12" fmla="*/ 158294 h 895350"/>
              <a:gd name="csX13" fmla="*/ 473481 w 599990"/>
              <a:gd name="csY13" fmla="*/ 132398 h 895350"/>
              <a:gd name="csX14" fmla="*/ 458300 w 599990"/>
              <a:gd name="csY14" fmla="*/ 122873 h 895350"/>
              <a:gd name="csX15" fmla="*/ 16875 w 599990"/>
              <a:gd name="csY15" fmla="*/ 123168 h 895350"/>
              <a:gd name="csX16" fmla="*/ 2588 w 599990"/>
              <a:gd name="csY16" fmla="*/ 132396 h 895350"/>
              <a:gd name="csX17" fmla="*/ 9434 w 599990"/>
              <a:gd name="csY17" fmla="*/ 158293 h 895350"/>
              <a:gd name="csX18" fmla="*/ 108553 w 599990"/>
              <a:gd name="csY18" fmla="*/ 215443 h 895350"/>
              <a:gd name="csX19" fmla="*/ 134450 w 599990"/>
              <a:gd name="csY19" fmla="*/ 208596 h 895350"/>
              <a:gd name="csX20" fmla="*/ 127603 w 599990"/>
              <a:gd name="csY20" fmla="*/ 182699 h 895350"/>
              <a:gd name="csX21" fmla="*/ 28484 w 599990"/>
              <a:gd name="csY21" fmla="*/ 125549 h 895350"/>
              <a:gd name="csX22" fmla="*/ 16875 w 599990"/>
              <a:gd name="csY22" fmla="*/ 123168 h 895350"/>
              <a:gd name="csX23" fmla="*/ 238034 w 599990"/>
              <a:gd name="csY23" fmla="*/ 189548 h 895350"/>
              <a:gd name="csX24" fmla="*/ 161834 w 599990"/>
              <a:gd name="csY24" fmla="*/ 265748 h 895350"/>
              <a:gd name="csX25" fmla="*/ 161834 w 599990"/>
              <a:gd name="csY25" fmla="*/ 508932 h 895350"/>
              <a:gd name="csX26" fmla="*/ 102303 w 599990"/>
              <a:gd name="csY26" fmla="*/ 449104 h 895350"/>
              <a:gd name="csX27" fmla="*/ 11815 w 599990"/>
              <a:gd name="csY27" fmla="*/ 501788 h 895350"/>
              <a:gd name="csX28" fmla="*/ 20150 w 599990"/>
              <a:gd name="csY28" fmla="*/ 567869 h 895350"/>
              <a:gd name="csX29" fmla="*/ 204697 w 599990"/>
              <a:gd name="csY29" fmla="*/ 887849 h 895350"/>
              <a:gd name="csX30" fmla="*/ 218984 w 599990"/>
              <a:gd name="csY30" fmla="*/ 894398 h 895350"/>
              <a:gd name="csX31" fmla="*/ 476159 w 599990"/>
              <a:gd name="csY31" fmla="*/ 894398 h 895350"/>
              <a:gd name="csX32" fmla="*/ 487470 w 599990"/>
              <a:gd name="csY32" fmla="*/ 890529 h 895350"/>
              <a:gd name="csX33" fmla="*/ 555336 w 599990"/>
              <a:gd name="csY33" fmla="*/ 794385 h 895350"/>
              <a:gd name="csX34" fmla="*/ 594925 w 599990"/>
              <a:gd name="csY34" fmla="*/ 658654 h 895350"/>
              <a:gd name="csX35" fmla="*/ 591947 w 599990"/>
              <a:gd name="csY35" fmla="*/ 529471 h 895350"/>
              <a:gd name="csX36" fmla="*/ 516343 w 599990"/>
              <a:gd name="csY36" fmla="*/ 456248 h 895350"/>
              <a:gd name="csX37" fmla="*/ 488959 w 599990"/>
              <a:gd name="csY37" fmla="*/ 458926 h 895350"/>
              <a:gd name="csX38" fmla="*/ 468718 w 599990"/>
              <a:gd name="csY38" fmla="*/ 431245 h 895350"/>
              <a:gd name="csX39" fmla="*/ 428237 w 599990"/>
              <a:gd name="csY39" fmla="*/ 418148 h 895350"/>
              <a:gd name="csX40" fmla="*/ 397578 w 599990"/>
              <a:gd name="csY40" fmla="*/ 428863 h 895350"/>
              <a:gd name="csX41" fmla="*/ 383886 w 599990"/>
              <a:gd name="csY41" fmla="*/ 412195 h 895350"/>
              <a:gd name="csX42" fmla="*/ 342809 w 599990"/>
              <a:gd name="csY42" fmla="*/ 399098 h 895350"/>
              <a:gd name="csX43" fmla="*/ 314234 w 599990"/>
              <a:gd name="csY43" fmla="*/ 405646 h 895350"/>
              <a:gd name="csX44" fmla="*/ 314234 w 599990"/>
              <a:gd name="csY44" fmla="*/ 265748 h 895350"/>
              <a:gd name="csX45" fmla="*/ 238034 w 599990"/>
              <a:gd name="csY45" fmla="*/ 189548 h 895350"/>
              <a:gd name="csX46" fmla="*/ 238034 w 599990"/>
              <a:gd name="csY46" fmla="*/ 227648 h 895350"/>
              <a:gd name="csX47" fmla="*/ 276134 w 599990"/>
              <a:gd name="csY47" fmla="*/ 265748 h 895350"/>
              <a:gd name="csX48" fmla="*/ 276134 w 599990"/>
              <a:gd name="csY48" fmla="*/ 446723 h 895350"/>
              <a:gd name="csX49" fmla="*/ 291017 w 599990"/>
              <a:gd name="csY49" fmla="*/ 465476 h 895350"/>
              <a:gd name="csX50" fmla="*/ 312448 w 599990"/>
              <a:gd name="csY50" fmla="*/ 455057 h 895350"/>
              <a:gd name="csX51" fmla="*/ 342809 w 599990"/>
              <a:gd name="csY51" fmla="*/ 437198 h 895350"/>
              <a:gd name="csX52" fmla="*/ 361562 w 599990"/>
              <a:gd name="csY52" fmla="*/ 443151 h 895350"/>
              <a:gd name="csX53" fmla="*/ 371384 w 599990"/>
              <a:gd name="csY53" fmla="*/ 465773 h 895350"/>
              <a:gd name="csX54" fmla="*/ 385969 w 599990"/>
              <a:gd name="csY54" fmla="*/ 484227 h 895350"/>
              <a:gd name="csX55" fmla="*/ 407400 w 599990"/>
              <a:gd name="csY55" fmla="*/ 474404 h 895350"/>
              <a:gd name="csX56" fmla="*/ 428831 w 599990"/>
              <a:gd name="csY56" fmla="*/ 456248 h 895350"/>
              <a:gd name="csX57" fmla="*/ 446691 w 599990"/>
              <a:gd name="csY57" fmla="*/ 462201 h 895350"/>
              <a:gd name="csX58" fmla="*/ 457109 w 599990"/>
              <a:gd name="csY58" fmla="*/ 484823 h 895350"/>
              <a:gd name="csX59" fmla="*/ 468420 w 599990"/>
              <a:gd name="csY59" fmla="*/ 502385 h 895350"/>
              <a:gd name="csX60" fmla="*/ 489256 w 599990"/>
              <a:gd name="csY60" fmla="*/ 498813 h 895350"/>
              <a:gd name="csX61" fmla="*/ 512771 w 599990"/>
              <a:gd name="csY61" fmla="*/ 494348 h 895350"/>
              <a:gd name="csX62" fmla="*/ 555336 w 599990"/>
              <a:gd name="csY62" fmla="*/ 539888 h 895350"/>
              <a:gd name="csX63" fmla="*/ 557122 w 599990"/>
              <a:gd name="csY63" fmla="*/ 652701 h 895350"/>
              <a:gd name="csX64" fmla="*/ 520510 w 599990"/>
              <a:gd name="csY64" fmla="*/ 778907 h 895350"/>
              <a:gd name="csX65" fmla="*/ 468420 w 599990"/>
              <a:gd name="csY65" fmla="*/ 856298 h 895350"/>
              <a:gd name="csX66" fmla="*/ 228212 w 599990"/>
              <a:gd name="csY66" fmla="*/ 856298 h 895350"/>
              <a:gd name="csX67" fmla="*/ 55869 w 599990"/>
              <a:gd name="csY67" fmla="*/ 554176 h 895350"/>
              <a:gd name="csX68" fmla="*/ 48428 w 599990"/>
              <a:gd name="csY68" fmla="*/ 511910 h 895350"/>
              <a:gd name="csX69" fmla="*/ 92183 w 599990"/>
              <a:gd name="csY69" fmla="*/ 485716 h 895350"/>
              <a:gd name="csX70" fmla="*/ 126115 w 599990"/>
              <a:gd name="csY70" fmla="*/ 522327 h 895350"/>
              <a:gd name="csX71" fmla="*/ 163918 w 599990"/>
              <a:gd name="csY71" fmla="*/ 598229 h 895350"/>
              <a:gd name="csX72" fmla="*/ 185350 w 599990"/>
              <a:gd name="csY72" fmla="*/ 608052 h 895350"/>
              <a:gd name="csX73" fmla="*/ 199934 w 599990"/>
              <a:gd name="csY73" fmla="*/ 589598 h 895350"/>
              <a:gd name="csX74" fmla="*/ 199934 w 599990"/>
              <a:gd name="csY74" fmla="*/ 265748 h 895350"/>
              <a:gd name="csX75" fmla="*/ 238034 w 599990"/>
              <a:gd name="csY75" fmla="*/ 227648 h 895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599990" h="895350">
                <a:moveTo>
                  <a:pt x="238034" y="-952"/>
                </a:moveTo>
                <a:cubicBezTo>
                  <a:pt x="227513" y="-952"/>
                  <a:pt x="218984" y="7576"/>
                  <a:pt x="218984" y="18098"/>
                </a:cubicBezTo>
                <a:lnTo>
                  <a:pt x="218984" y="132398"/>
                </a:lnTo>
                <a:cubicBezTo>
                  <a:pt x="218984" y="142919"/>
                  <a:pt x="227513" y="151448"/>
                  <a:pt x="238034" y="151448"/>
                </a:cubicBezTo>
                <a:cubicBezTo>
                  <a:pt x="248556" y="151448"/>
                  <a:pt x="257084" y="142919"/>
                  <a:pt x="257084" y="132398"/>
                </a:cubicBezTo>
                <a:lnTo>
                  <a:pt x="257084" y="18098"/>
                </a:lnTo>
                <a:cubicBezTo>
                  <a:pt x="257084" y="7576"/>
                  <a:pt x="248556" y="-952"/>
                  <a:pt x="238034" y="-952"/>
                </a:cubicBezTo>
                <a:close/>
                <a:moveTo>
                  <a:pt x="458300" y="122873"/>
                </a:moveTo>
                <a:cubicBezTo>
                  <a:pt x="454885" y="122777"/>
                  <a:pt x="451301" y="123711"/>
                  <a:pt x="447584" y="125551"/>
                </a:cubicBezTo>
                <a:lnTo>
                  <a:pt x="348465" y="182701"/>
                </a:lnTo>
                <a:cubicBezTo>
                  <a:pt x="339354" y="187963"/>
                  <a:pt x="336358" y="199486"/>
                  <a:pt x="341619" y="208598"/>
                </a:cubicBezTo>
                <a:cubicBezTo>
                  <a:pt x="346879" y="217709"/>
                  <a:pt x="358403" y="220704"/>
                  <a:pt x="367515" y="215444"/>
                </a:cubicBezTo>
                <a:lnTo>
                  <a:pt x="466634" y="158294"/>
                </a:lnTo>
                <a:cubicBezTo>
                  <a:pt x="475747" y="153032"/>
                  <a:pt x="478741" y="141509"/>
                  <a:pt x="473481" y="132398"/>
                </a:cubicBezTo>
                <a:cubicBezTo>
                  <a:pt x="469177" y="125970"/>
                  <a:pt x="463991" y="123010"/>
                  <a:pt x="458300" y="122873"/>
                </a:cubicBezTo>
                <a:close/>
                <a:moveTo>
                  <a:pt x="16875" y="123168"/>
                </a:moveTo>
                <a:cubicBezTo>
                  <a:pt x="10985" y="123778"/>
                  <a:pt x="6126" y="127277"/>
                  <a:pt x="2588" y="132396"/>
                </a:cubicBezTo>
                <a:cubicBezTo>
                  <a:pt x="-2672" y="141508"/>
                  <a:pt x="322" y="153030"/>
                  <a:pt x="9434" y="158293"/>
                </a:cubicBezTo>
                <a:lnTo>
                  <a:pt x="108553" y="215443"/>
                </a:lnTo>
                <a:cubicBezTo>
                  <a:pt x="117665" y="220702"/>
                  <a:pt x="129189" y="217708"/>
                  <a:pt x="134450" y="208596"/>
                </a:cubicBezTo>
                <a:cubicBezTo>
                  <a:pt x="139710" y="199484"/>
                  <a:pt x="136716" y="187961"/>
                  <a:pt x="127603" y="182699"/>
                </a:cubicBezTo>
                <a:lnTo>
                  <a:pt x="28484" y="125549"/>
                </a:lnTo>
                <a:cubicBezTo>
                  <a:pt x="24376" y="123399"/>
                  <a:pt x="20410" y="122805"/>
                  <a:pt x="16875" y="123168"/>
                </a:cubicBezTo>
                <a:close/>
                <a:moveTo>
                  <a:pt x="238034" y="189548"/>
                </a:moveTo>
                <a:cubicBezTo>
                  <a:pt x="196149" y="189548"/>
                  <a:pt x="161834" y="223862"/>
                  <a:pt x="161834" y="265748"/>
                </a:cubicBezTo>
                <a:lnTo>
                  <a:pt x="161834" y="508932"/>
                </a:lnTo>
                <a:cubicBezTo>
                  <a:pt x="150037" y="483432"/>
                  <a:pt x="128865" y="455869"/>
                  <a:pt x="102303" y="449104"/>
                </a:cubicBezTo>
                <a:cubicBezTo>
                  <a:pt x="66164" y="439292"/>
                  <a:pt x="21897" y="468203"/>
                  <a:pt x="11815" y="501788"/>
                </a:cubicBezTo>
                <a:cubicBezTo>
                  <a:pt x="6677" y="520510"/>
                  <a:pt x="10027" y="541814"/>
                  <a:pt x="20150" y="567869"/>
                </a:cubicBezTo>
                <a:cubicBezTo>
                  <a:pt x="69636" y="686864"/>
                  <a:pt x="130566" y="801107"/>
                  <a:pt x="204697" y="887849"/>
                </a:cubicBezTo>
                <a:cubicBezTo>
                  <a:pt x="208241" y="891925"/>
                  <a:pt x="213584" y="894373"/>
                  <a:pt x="218984" y="894398"/>
                </a:cubicBezTo>
                <a:lnTo>
                  <a:pt x="476159" y="894398"/>
                </a:lnTo>
                <a:cubicBezTo>
                  <a:pt x="480212" y="894398"/>
                  <a:pt x="484240" y="892978"/>
                  <a:pt x="487470" y="890529"/>
                </a:cubicBezTo>
                <a:cubicBezTo>
                  <a:pt x="514890" y="870215"/>
                  <a:pt x="536990" y="835614"/>
                  <a:pt x="555336" y="794385"/>
                </a:cubicBezTo>
                <a:cubicBezTo>
                  <a:pt x="573682" y="753156"/>
                  <a:pt x="587726" y="705329"/>
                  <a:pt x="594925" y="658654"/>
                </a:cubicBezTo>
                <a:cubicBezTo>
                  <a:pt x="602125" y="611979"/>
                  <a:pt x="602095" y="568272"/>
                  <a:pt x="591947" y="529471"/>
                </a:cubicBezTo>
                <a:cubicBezTo>
                  <a:pt x="582153" y="492024"/>
                  <a:pt x="555734" y="460859"/>
                  <a:pt x="516343" y="456248"/>
                </a:cubicBezTo>
                <a:cubicBezTo>
                  <a:pt x="507058" y="456248"/>
                  <a:pt x="497252" y="457019"/>
                  <a:pt x="488959" y="458926"/>
                </a:cubicBezTo>
                <a:cubicBezTo>
                  <a:pt x="484073" y="447244"/>
                  <a:pt x="477224" y="437281"/>
                  <a:pt x="468718" y="431245"/>
                </a:cubicBezTo>
                <a:cubicBezTo>
                  <a:pt x="454475" y="421138"/>
                  <a:pt x="439978" y="417954"/>
                  <a:pt x="428237" y="418148"/>
                </a:cubicBezTo>
                <a:cubicBezTo>
                  <a:pt x="416965" y="418338"/>
                  <a:pt x="406686" y="422440"/>
                  <a:pt x="397578" y="428863"/>
                </a:cubicBezTo>
                <a:cubicBezTo>
                  <a:pt x="393479" y="422609"/>
                  <a:pt x="389265" y="416101"/>
                  <a:pt x="383886" y="412195"/>
                </a:cubicBezTo>
                <a:cubicBezTo>
                  <a:pt x="369764" y="401939"/>
                  <a:pt x="354740" y="399098"/>
                  <a:pt x="342809" y="399098"/>
                </a:cubicBezTo>
                <a:cubicBezTo>
                  <a:pt x="332940" y="399098"/>
                  <a:pt x="323389" y="401834"/>
                  <a:pt x="314234" y="405646"/>
                </a:cubicBezTo>
                <a:lnTo>
                  <a:pt x="314234" y="265748"/>
                </a:lnTo>
                <a:cubicBezTo>
                  <a:pt x="313425" y="214762"/>
                  <a:pt x="273214" y="189449"/>
                  <a:pt x="238034" y="189548"/>
                </a:cubicBezTo>
                <a:close/>
                <a:moveTo>
                  <a:pt x="238034" y="227648"/>
                </a:moveTo>
                <a:cubicBezTo>
                  <a:pt x="259471" y="227648"/>
                  <a:pt x="276134" y="244311"/>
                  <a:pt x="276134" y="265748"/>
                </a:cubicBezTo>
                <a:lnTo>
                  <a:pt x="276134" y="446723"/>
                </a:lnTo>
                <a:cubicBezTo>
                  <a:pt x="276010" y="455357"/>
                  <a:pt x="282601" y="463544"/>
                  <a:pt x="291017" y="465476"/>
                </a:cubicBezTo>
                <a:cubicBezTo>
                  <a:pt x="299433" y="467407"/>
                  <a:pt x="308796" y="462882"/>
                  <a:pt x="312448" y="455057"/>
                </a:cubicBezTo>
                <a:cubicBezTo>
                  <a:pt x="316656" y="446309"/>
                  <a:pt x="332510" y="437198"/>
                  <a:pt x="342809" y="437198"/>
                </a:cubicBezTo>
                <a:cubicBezTo>
                  <a:pt x="347433" y="437198"/>
                  <a:pt x="356011" y="439119"/>
                  <a:pt x="361562" y="443151"/>
                </a:cubicBezTo>
                <a:cubicBezTo>
                  <a:pt x="367114" y="447183"/>
                  <a:pt x="371384" y="451901"/>
                  <a:pt x="371384" y="465773"/>
                </a:cubicBezTo>
                <a:cubicBezTo>
                  <a:pt x="371384" y="474241"/>
                  <a:pt x="377734" y="482254"/>
                  <a:pt x="385969" y="484227"/>
                </a:cubicBezTo>
                <a:cubicBezTo>
                  <a:pt x="394205" y="486201"/>
                  <a:pt x="403545" y="481946"/>
                  <a:pt x="407400" y="474404"/>
                </a:cubicBezTo>
                <a:cubicBezTo>
                  <a:pt x="415146" y="458912"/>
                  <a:pt x="419296" y="456408"/>
                  <a:pt x="428831" y="456248"/>
                </a:cubicBezTo>
                <a:cubicBezTo>
                  <a:pt x="431471" y="456152"/>
                  <a:pt x="440717" y="457962"/>
                  <a:pt x="446691" y="462201"/>
                </a:cubicBezTo>
                <a:cubicBezTo>
                  <a:pt x="452665" y="466441"/>
                  <a:pt x="457109" y="471314"/>
                  <a:pt x="457109" y="484823"/>
                </a:cubicBezTo>
                <a:cubicBezTo>
                  <a:pt x="457014" y="492242"/>
                  <a:pt x="461617" y="499424"/>
                  <a:pt x="468420" y="502385"/>
                </a:cubicBezTo>
                <a:cubicBezTo>
                  <a:pt x="475224" y="505345"/>
                  <a:pt x="483868" y="503913"/>
                  <a:pt x="489256" y="498813"/>
                </a:cubicBezTo>
                <a:cubicBezTo>
                  <a:pt x="496480" y="495252"/>
                  <a:pt x="503565" y="494172"/>
                  <a:pt x="512771" y="494348"/>
                </a:cubicBezTo>
                <a:cubicBezTo>
                  <a:pt x="535484" y="497237"/>
                  <a:pt x="547274" y="511470"/>
                  <a:pt x="555336" y="539888"/>
                </a:cubicBezTo>
                <a:cubicBezTo>
                  <a:pt x="563473" y="568569"/>
                  <a:pt x="563776" y="609564"/>
                  <a:pt x="557122" y="652701"/>
                </a:cubicBezTo>
                <a:cubicBezTo>
                  <a:pt x="550468" y="695838"/>
                  <a:pt x="537317" y="741136"/>
                  <a:pt x="520510" y="778907"/>
                </a:cubicBezTo>
                <a:cubicBezTo>
                  <a:pt x="504748" y="814332"/>
                  <a:pt x="485443" y="841996"/>
                  <a:pt x="468420" y="856298"/>
                </a:cubicBezTo>
                <a:lnTo>
                  <a:pt x="228212" y="856298"/>
                </a:lnTo>
                <a:cubicBezTo>
                  <a:pt x="161346" y="777416"/>
                  <a:pt x="97491" y="656289"/>
                  <a:pt x="55869" y="554176"/>
                </a:cubicBezTo>
                <a:cubicBezTo>
                  <a:pt x="47204" y="531874"/>
                  <a:pt x="46423" y="519068"/>
                  <a:pt x="48428" y="511910"/>
                </a:cubicBezTo>
                <a:cubicBezTo>
                  <a:pt x="55487" y="493484"/>
                  <a:pt x="75240" y="483081"/>
                  <a:pt x="92183" y="485716"/>
                </a:cubicBezTo>
                <a:cubicBezTo>
                  <a:pt x="112437" y="493344"/>
                  <a:pt x="117455" y="506859"/>
                  <a:pt x="126115" y="522327"/>
                </a:cubicBezTo>
                <a:lnTo>
                  <a:pt x="163918" y="598229"/>
                </a:lnTo>
                <a:cubicBezTo>
                  <a:pt x="167773" y="605771"/>
                  <a:pt x="177113" y="610026"/>
                  <a:pt x="185350" y="608052"/>
                </a:cubicBezTo>
                <a:cubicBezTo>
                  <a:pt x="193586" y="606079"/>
                  <a:pt x="199917" y="598066"/>
                  <a:pt x="199934" y="589598"/>
                </a:cubicBezTo>
                <a:lnTo>
                  <a:pt x="199934" y="265748"/>
                </a:lnTo>
                <a:cubicBezTo>
                  <a:pt x="199934" y="244311"/>
                  <a:pt x="216597" y="227648"/>
                  <a:pt x="238034" y="227648"/>
                </a:cubicBezTo>
                <a:close/>
              </a:path>
            </a:pathLst>
          </a:custGeom>
          <a:solidFill>
            <a:schemeClr val="bg1"/>
          </a:solidFill>
          <a:ln w="9525" cap="flat">
            <a:solidFill>
              <a:schemeClr val="bg1"/>
            </a:solidFill>
            <a:prstDash val="solid"/>
            <a:miter/>
          </a:ln>
        </p:spPr>
        <p:txBody>
          <a:bodyPr/>
          <a:lstStyle/>
          <a:p>
            <a:endParaRPr lang="fr-FR"/>
          </a:p>
        </p:txBody>
      </p:sp>
      <p:sp>
        <p:nvSpPr>
          <p:cNvPr id="26" name="Forme libre : forme 25">
            <a:hlinkClick r:id="rId4" action="ppaction://hlinksldjump"/>
            <a:extLst>
              <a:ext uri="{FF2B5EF4-FFF2-40B4-BE49-F238E27FC236}">
                <a16:creationId xmlns:a16="http://schemas.microsoft.com/office/drawing/2014/main" id="{56B6163C-E9FA-991B-B544-8FD67982B5FA}"/>
              </a:ext>
            </a:extLst>
          </p:cNvPr>
          <p:cNvSpPr>
            <a:spLocks noChangeAspect="1"/>
          </p:cNvSpPr>
          <p:nvPr/>
        </p:nvSpPr>
        <p:spPr>
          <a:xfrm rot="18678108">
            <a:off x="6469479" y="5145916"/>
            <a:ext cx="360000" cy="537218"/>
          </a:xfrm>
          <a:custGeom>
            <a:avLst/>
            <a:gdLst>
              <a:gd name="csX0" fmla="*/ 238034 w 599990"/>
              <a:gd name="csY0" fmla="*/ -952 h 895350"/>
              <a:gd name="csX1" fmla="*/ 218984 w 599990"/>
              <a:gd name="csY1" fmla="*/ 18098 h 895350"/>
              <a:gd name="csX2" fmla="*/ 218984 w 599990"/>
              <a:gd name="csY2" fmla="*/ 132398 h 895350"/>
              <a:gd name="csX3" fmla="*/ 238034 w 599990"/>
              <a:gd name="csY3" fmla="*/ 151448 h 895350"/>
              <a:gd name="csX4" fmla="*/ 257084 w 599990"/>
              <a:gd name="csY4" fmla="*/ 132398 h 895350"/>
              <a:gd name="csX5" fmla="*/ 257084 w 599990"/>
              <a:gd name="csY5" fmla="*/ 18098 h 895350"/>
              <a:gd name="csX6" fmla="*/ 238034 w 599990"/>
              <a:gd name="csY6" fmla="*/ -952 h 895350"/>
              <a:gd name="csX7" fmla="*/ 458300 w 599990"/>
              <a:gd name="csY7" fmla="*/ 122873 h 895350"/>
              <a:gd name="csX8" fmla="*/ 447584 w 599990"/>
              <a:gd name="csY8" fmla="*/ 125551 h 895350"/>
              <a:gd name="csX9" fmla="*/ 348465 w 599990"/>
              <a:gd name="csY9" fmla="*/ 182701 h 895350"/>
              <a:gd name="csX10" fmla="*/ 341619 w 599990"/>
              <a:gd name="csY10" fmla="*/ 208598 h 895350"/>
              <a:gd name="csX11" fmla="*/ 367515 w 599990"/>
              <a:gd name="csY11" fmla="*/ 215444 h 895350"/>
              <a:gd name="csX12" fmla="*/ 466634 w 599990"/>
              <a:gd name="csY12" fmla="*/ 158294 h 895350"/>
              <a:gd name="csX13" fmla="*/ 473481 w 599990"/>
              <a:gd name="csY13" fmla="*/ 132398 h 895350"/>
              <a:gd name="csX14" fmla="*/ 458300 w 599990"/>
              <a:gd name="csY14" fmla="*/ 122873 h 895350"/>
              <a:gd name="csX15" fmla="*/ 16875 w 599990"/>
              <a:gd name="csY15" fmla="*/ 123168 h 895350"/>
              <a:gd name="csX16" fmla="*/ 2588 w 599990"/>
              <a:gd name="csY16" fmla="*/ 132396 h 895350"/>
              <a:gd name="csX17" fmla="*/ 9434 w 599990"/>
              <a:gd name="csY17" fmla="*/ 158293 h 895350"/>
              <a:gd name="csX18" fmla="*/ 108553 w 599990"/>
              <a:gd name="csY18" fmla="*/ 215443 h 895350"/>
              <a:gd name="csX19" fmla="*/ 134450 w 599990"/>
              <a:gd name="csY19" fmla="*/ 208596 h 895350"/>
              <a:gd name="csX20" fmla="*/ 127603 w 599990"/>
              <a:gd name="csY20" fmla="*/ 182699 h 895350"/>
              <a:gd name="csX21" fmla="*/ 28484 w 599990"/>
              <a:gd name="csY21" fmla="*/ 125549 h 895350"/>
              <a:gd name="csX22" fmla="*/ 16875 w 599990"/>
              <a:gd name="csY22" fmla="*/ 123168 h 895350"/>
              <a:gd name="csX23" fmla="*/ 238034 w 599990"/>
              <a:gd name="csY23" fmla="*/ 189548 h 895350"/>
              <a:gd name="csX24" fmla="*/ 161834 w 599990"/>
              <a:gd name="csY24" fmla="*/ 265748 h 895350"/>
              <a:gd name="csX25" fmla="*/ 161834 w 599990"/>
              <a:gd name="csY25" fmla="*/ 508932 h 895350"/>
              <a:gd name="csX26" fmla="*/ 102303 w 599990"/>
              <a:gd name="csY26" fmla="*/ 449104 h 895350"/>
              <a:gd name="csX27" fmla="*/ 11815 w 599990"/>
              <a:gd name="csY27" fmla="*/ 501788 h 895350"/>
              <a:gd name="csX28" fmla="*/ 20150 w 599990"/>
              <a:gd name="csY28" fmla="*/ 567869 h 895350"/>
              <a:gd name="csX29" fmla="*/ 204697 w 599990"/>
              <a:gd name="csY29" fmla="*/ 887849 h 895350"/>
              <a:gd name="csX30" fmla="*/ 218984 w 599990"/>
              <a:gd name="csY30" fmla="*/ 894398 h 895350"/>
              <a:gd name="csX31" fmla="*/ 476159 w 599990"/>
              <a:gd name="csY31" fmla="*/ 894398 h 895350"/>
              <a:gd name="csX32" fmla="*/ 487470 w 599990"/>
              <a:gd name="csY32" fmla="*/ 890529 h 895350"/>
              <a:gd name="csX33" fmla="*/ 555336 w 599990"/>
              <a:gd name="csY33" fmla="*/ 794385 h 895350"/>
              <a:gd name="csX34" fmla="*/ 594925 w 599990"/>
              <a:gd name="csY34" fmla="*/ 658654 h 895350"/>
              <a:gd name="csX35" fmla="*/ 591947 w 599990"/>
              <a:gd name="csY35" fmla="*/ 529471 h 895350"/>
              <a:gd name="csX36" fmla="*/ 516343 w 599990"/>
              <a:gd name="csY36" fmla="*/ 456248 h 895350"/>
              <a:gd name="csX37" fmla="*/ 488959 w 599990"/>
              <a:gd name="csY37" fmla="*/ 458926 h 895350"/>
              <a:gd name="csX38" fmla="*/ 468718 w 599990"/>
              <a:gd name="csY38" fmla="*/ 431245 h 895350"/>
              <a:gd name="csX39" fmla="*/ 428237 w 599990"/>
              <a:gd name="csY39" fmla="*/ 418148 h 895350"/>
              <a:gd name="csX40" fmla="*/ 397578 w 599990"/>
              <a:gd name="csY40" fmla="*/ 428863 h 895350"/>
              <a:gd name="csX41" fmla="*/ 383886 w 599990"/>
              <a:gd name="csY41" fmla="*/ 412195 h 895350"/>
              <a:gd name="csX42" fmla="*/ 342809 w 599990"/>
              <a:gd name="csY42" fmla="*/ 399098 h 895350"/>
              <a:gd name="csX43" fmla="*/ 314234 w 599990"/>
              <a:gd name="csY43" fmla="*/ 405646 h 895350"/>
              <a:gd name="csX44" fmla="*/ 314234 w 599990"/>
              <a:gd name="csY44" fmla="*/ 265748 h 895350"/>
              <a:gd name="csX45" fmla="*/ 238034 w 599990"/>
              <a:gd name="csY45" fmla="*/ 189548 h 895350"/>
              <a:gd name="csX46" fmla="*/ 238034 w 599990"/>
              <a:gd name="csY46" fmla="*/ 227648 h 895350"/>
              <a:gd name="csX47" fmla="*/ 276134 w 599990"/>
              <a:gd name="csY47" fmla="*/ 265748 h 895350"/>
              <a:gd name="csX48" fmla="*/ 276134 w 599990"/>
              <a:gd name="csY48" fmla="*/ 446723 h 895350"/>
              <a:gd name="csX49" fmla="*/ 291017 w 599990"/>
              <a:gd name="csY49" fmla="*/ 465476 h 895350"/>
              <a:gd name="csX50" fmla="*/ 312448 w 599990"/>
              <a:gd name="csY50" fmla="*/ 455057 h 895350"/>
              <a:gd name="csX51" fmla="*/ 342809 w 599990"/>
              <a:gd name="csY51" fmla="*/ 437198 h 895350"/>
              <a:gd name="csX52" fmla="*/ 361562 w 599990"/>
              <a:gd name="csY52" fmla="*/ 443151 h 895350"/>
              <a:gd name="csX53" fmla="*/ 371384 w 599990"/>
              <a:gd name="csY53" fmla="*/ 465773 h 895350"/>
              <a:gd name="csX54" fmla="*/ 385969 w 599990"/>
              <a:gd name="csY54" fmla="*/ 484227 h 895350"/>
              <a:gd name="csX55" fmla="*/ 407400 w 599990"/>
              <a:gd name="csY55" fmla="*/ 474404 h 895350"/>
              <a:gd name="csX56" fmla="*/ 428831 w 599990"/>
              <a:gd name="csY56" fmla="*/ 456248 h 895350"/>
              <a:gd name="csX57" fmla="*/ 446691 w 599990"/>
              <a:gd name="csY57" fmla="*/ 462201 h 895350"/>
              <a:gd name="csX58" fmla="*/ 457109 w 599990"/>
              <a:gd name="csY58" fmla="*/ 484823 h 895350"/>
              <a:gd name="csX59" fmla="*/ 468420 w 599990"/>
              <a:gd name="csY59" fmla="*/ 502385 h 895350"/>
              <a:gd name="csX60" fmla="*/ 489256 w 599990"/>
              <a:gd name="csY60" fmla="*/ 498813 h 895350"/>
              <a:gd name="csX61" fmla="*/ 512771 w 599990"/>
              <a:gd name="csY61" fmla="*/ 494348 h 895350"/>
              <a:gd name="csX62" fmla="*/ 555336 w 599990"/>
              <a:gd name="csY62" fmla="*/ 539888 h 895350"/>
              <a:gd name="csX63" fmla="*/ 557122 w 599990"/>
              <a:gd name="csY63" fmla="*/ 652701 h 895350"/>
              <a:gd name="csX64" fmla="*/ 520510 w 599990"/>
              <a:gd name="csY64" fmla="*/ 778907 h 895350"/>
              <a:gd name="csX65" fmla="*/ 468420 w 599990"/>
              <a:gd name="csY65" fmla="*/ 856298 h 895350"/>
              <a:gd name="csX66" fmla="*/ 228212 w 599990"/>
              <a:gd name="csY66" fmla="*/ 856298 h 895350"/>
              <a:gd name="csX67" fmla="*/ 55869 w 599990"/>
              <a:gd name="csY67" fmla="*/ 554176 h 895350"/>
              <a:gd name="csX68" fmla="*/ 48428 w 599990"/>
              <a:gd name="csY68" fmla="*/ 511910 h 895350"/>
              <a:gd name="csX69" fmla="*/ 92183 w 599990"/>
              <a:gd name="csY69" fmla="*/ 485716 h 895350"/>
              <a:gd name="csX70" fmla="*/ 126115 w 599990"/>
              <a:gd name="csY70" fmla="*/ 522327 h 895350"/>
              <a:gd name="csX71" fmla="*/ 163918 w 599990"/>
              <a:gd name="csY71" fmla="*/ 598229 h 895350"/>
              <a:gd name="csX72" fmla="*/ 185350 w 599990"/>
              <a:gd name="csY72" fmla="*/ 608052 h 895350"/>
              <a:gd name="csX73" fmla="*/ 199934 w 599990"/>
              <a:gd name="csY73" fmla="*/ 589598 h 895350"/>
              <a:gd name="csX74" fmla="*/ 199934 w 599990"/>
              <a:gd name="csY74" fmla="*/ 265748 h 895350"/>
              <a:gd name="csX75" fmla="*/ 238034 w 599990"/>
              <a:gd name="csY75" fmla="*/ 227648 h 895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599990" h="895350">
                <a:moveTo>
                  <a:pt x="238034" y="-952"/>
                </a:moveTo>
                <a:cubicBezTo>
                  <a:pt x="227513" y="-952"/>
                  <a:pt x="218984" y="7576"/>
                  <a:pt x="218984" y="18098"/>
                </a:cubicBezTo>
                <a:lnTo>
                  <a:pt x="218984" y="132398"/>
                </a:lnTo>
                <a:cubicBezTo>
                  <a:pt x="218984" y="142919"/>
                  <a:pt x="227513" y="151448"/>
                  <a:pt x="238034" y="151448"/>
                </a:cubicBezTo>
                <a:cubicBezTo>
                  <a:pt x="248556" y="151448"/>
                  <a:pt x="257084" y="142919"/>
                  <a:pt x="257084" y="132398"/>
                </a:cubicBezTo>
                <a:lnTo>
                  <a:pt x="257084" y="18098"/>
                </a:lnTo>
                <a:cubicBezTo>
                  <a:pt x="257084" y="7576"/>
                  <a:pt x="248556" y="-952"/>
                  <a:pt x="238034" y="-952"/>
                </a:cubicBezTo>
                <a:close/>
                <a:moveTo>
                  <a:pt x="458300" y="122873"/>
                </a:moveTo>
                <a:cubicBezTo>
                  <a:pt x="454885" y="122777"/>
                  <a:pt x="451301" y="123711"/>
                  <a:pt x="447584" y="125551"/>
                </a:cubicBezTo>
                <a:lnTo>
                  <a:pt x="348465" y="182701"/>
                </a:lnTo>
                <a:cubicBezTo>
                  <a:pt x="339354" y="187963"/>
                  <a:pt x="336358" y="199486"/>
                  <a:pt x="341619" y="208598"/>
                </a:cubicBezTo>
                <a:cubicBezTo>
                  <a:pt x="346879" y="217709"/>
                  <a:pt x="358403" y="220704"/>
                  <a:pt x="367515" y="215444"/>
                </a:cubicBezTo>
                <a:lnTo>
                  <a:pt x="466634" y="158294"/>
                </a:lnTo>
                <a:cubicBezTo>
                  <a:pt x="475747" y="153032"/>
                  <a:pt x="478741" y="141509"/>
                  <a:pt x="473481" y="132398"/>
                </a:cubicBezTo>
                <a:cubicBezTo>
                  <a:pt x="469177" y="125970"/>
                  <a:pt x="463991" y="123010"/>
                  <a:pt x="458300" y="122873"/>
                </a:cubicBezTo>
                <a:close/>
                <a:moveTo>
                  <a:pt x="16875" y="123168"/>
                </a:moveTo>
                <a:cubicBezTo>
                  <a:pt x="10985" y="123778"/>
                  <a:pt x="6126" y="127277"/>
                  <a:pt x="2588" y="132396"/>
                </a:cubicBezTo>
                <a:cubicBezTo>
                  <a:pt x="-2672" y="141508"/>
                  <a:pt x="322" y="153030"/>
                  <a:pt x="9434" y="158293"/>
                </a:cubicBezTo>
                <a:lnTo>
                  <a:pt x="108553" y="215443"/>
                </a:lnTo>
                <a:cubicBezTo>
                  <a:pt x="117665" y="220702"/>
                  <a:pt x="129189" y="217708"/>
                  <a:pt x="134450" y="208596"/>
                </a:cubicBezTo>
                <a:cubicBezTo>
                  <a:pt x="139710" y="199484"/>
                  <a:pt x="136716" y="187961"/>
                  <a:pt x="127603" y="182699"/>
                </a:cubicBezTo>
                <a:lnTo>
                  <a:pt x="28484" y="125549"/>
                </a:lnTo>
                <a:cubicBezTo>
                  <a:pt x="24376" y="123399"/>
                  <a:pt x="20410" y="122805"/>
                  <a:pt x="16875" y="123168"/>
                </a:cubicBezTo>
                <a:close/>
                <a:moveTo>
                  <a:pt x="238034" y="189548"/>
                </a:moveTo>
                <a:cubicBezTo>
                  <a:pt x="196149" y="189548"/>
                  <a:pt x="161834" y="223862"/>
                  <a:pt x="161834" y="265748"/>
                </a:cubicBezTo>
                <a:lnTo>
                  <a:pt x="161834" y="508932"/>
                </a:lnTo>
                <a:cubicBezTo>
                  <a:pt x="150037" y="483432"/>
                  <a:pt x="128865" y="455869"/>
                  <a:pt x="102303" y="449104"/>
                </a:cubicBezTo>
                <a:cubicBezTo>
                  <a:pt x="66164" y="439292"/>
                  <a:pt x="21897" y="468203"/>
                  <a:pt x="11815" y="501788"/>
                </a:cubicBezTo>
                <a:cubicBezTo>
                  <a:pt x="6677" y="520510"/>
                  <a:pt x="10027" y="541814"/>
                  <a:pt x="20150" y="567869"/>
                </a:cubicBezTo>
                <a:cubicBezTo>
                  <a:pt x="69636" y="686864"/>
                  <a:pt x="130566" y="801107"/>
                  <a:pt x="204697" y="887849"/>
                </a:cubicBezTo>
                <a:cubicBezTo>
                  <a:pt x="208241" y="891925"/>
                  <a:pt x="213584" y="894373"/>
                  <a:pt x="218984" y="894398"/>
                </a:cubicBezTo>
                <a:lnTo>
                  <a:pt x="476159" y="894398"/>
                </a:lnTo>
                <a:cubicBezTo>
                  <a:pt x="480212" y="894398"/>
                  <a:pt x="484240" y="892978"/>
                  <a:pt x="487470" y="890529"/>
                </a:cubicBezTo>
                <a:cubicBezTo>
                  <a:pt x="514890" y="870215"/>
                  <a:pt x="536990" y="835614"/>
                  <a:pt x="555336" y="794385"/>
                </a:cubicBezTo>
                <a:cubicBezTo>
                  <a:pt x="573682" y="753156"/>
                  <a:pt x="587726" y="705329"/>
                  <a:pt x="594925" y="658654"/>
                </a:cubicBezTo>
                <a:cubicBezTo>
                  <a:pt x="602125" y="611979"/>
                  <a:pt x="602095" y="568272"/>
                  <a:pt x="591947" y="529471"/>
                </a:cubicBezTo>
                <a:cubicBezTo>
                  <a:pt x="582153" y="492024"/>
                  <a:pt x="555734" y="460859"/>
                  <a:pt x="516343" y="456248"/>
                </a:cubicBezTo>
                <a:cubicBezTo>
                  <a:pt x="507058" y="456248"/>
                  <a:pt x="497252" y="457019"/>
                  <a:pt x="488959" y="458926"/>
                </a:cubicBezTo>
                <a:cubicBezTo>
                  <a:pt x="484073" y="447244"/>
                  <a:pt x="477224" y="437281"/>
                  <a:pt x="468718" y="431245"/>
                </a:cubicBezTo>
                <a:cubicBezTo>
                  <a:pt x="454475" y="421138"/>
                  <a:pt x="439978" y="417954"/>
                  <a:pt x="428237" y="418148"/>
                </a:cubicBezTo>
                <a:cubicBezTo>
                  <a:pt x="416965" y="418338"/>
                  <a:pt x="406686" y="422440"/>
                  <a:pt x="397578" y="428863"/>
                </a:cubicBezTo>
                <a:cubicBezTo>
                  <a:pt x="393479" y="422609"/>
                  <a:pt x="389265" y="416101"/>
                  <a:pt x="383886" y="412195"/>
                </a:cubicBezTo>
                <a:cubicBezTo>
                  <a:pt x="369764" y="401939"/>
                  <a:pt x="354740" y="399098"/>
                  <a:pt x="342809" y="399098"/>
                </a:cubicBezTo>
                <a:cubicBezTo>
                  <a:pt x="332940" y="399098"/>
                  <a:pt x="323389" y="401834"/>
                  <a:pt x="314234" y="405646"/>
                </a:cubicBezTo>
                <a:lnTo>
                  <a:pt x="314234" y="265748"/>
                </a:lnTo>
                <a:cubicBezTo>
                  <a:pt x="313425" y="214762"/>
                  <a:pt x="273214" y="189449"/>
                  <a:pt x="238034" y="189548"/>
                </a:cubicBezTo>
                <a:close/>
                <a:moveTo>
                  <a:pt x="238034" y="227648"/>
                </a:moveTo>
                <a:cubicBezTo>
                  <a:pt x="259471" y="227648"/>
                  <a:pt x="276134" y="244311"/>
                  <a:pt x="276134" y="265748"/>
                </a:cubicBezTo>
                <a:lnTo>
                  <a:pt x="276134" y="446723"/>
                </a:lnTo>
                <a:cubicBezTo>
                  <a:pt x="276010" y="455357"/>
                  <a:pt x="282601" y="463544"/>
                  <a:pt x="291017" y="465476"/>
                </a:cubicBezTo>
                <a:cubicBezTo>
                  <a:pt x="299433" y="467407"/>
                  <a:pt x="308796" y="462882"/>
                  <a:pt x="312448" y="455057"/>
                </a:cubicBezTo>
                <a:cubicBezTo>
                  <a:pt x="316656" y="446309"/>
                  <a:pt x="332510" y="437198"/>
                  <a:pt x="342809" y="437198"/>
                </a:cubicBezTo>
                <a:cubicBezTo>
                  <a:pt x="347433" y="437198"/>
                  <a:pt x="356011" y="439119"/>
                  <a:pt x="361562" y="443151"/>
                </a:cubicBezTo>
                <a:cubicBezTo>
                  <a:pt x="367114" y="447183"/>
                  <a:pt x="371384" y="451901"/>
                  <a:pt x="371384" y="465773"/>
                </a:cubicBezTo>
                <a:cubicBezTo>
                  <a:pt x="371384" y="474241"/>
                  <a:pt x="377734" y="482254"/>
                  <a:pt x="385969" y="484227"/>
                </a:cubicBezTo>
                <a:cubicBezTo>
                  <a:pt x="394205" y="486201"/>
                  <a:pt x="403545" y="481946"/>
                  <a:pt x="407400" y="474404"/>
                </a:cubicBezTo>
                <a:cubicBezTo>
                  <a:pt x="415146" y="458912"/>
                  <a:pt x="419296" y="456408"/>
                  <a:pt x="428831" y="456248"/>
                </a:cubicBezTo>
                <a:cubicBezTo>
                  <a:pt x="431471" y="456152"/>
                  <a:pt x="440717" y="457962"/>
                  <a:pt x="446691" y="462201"/>
                </a:cubicBezTo>
                <a:cubicBezTo>
                  <a:pt x="452665" y="466441"/>
                  <a:pt x="457109" y="471314"/>
                  <a:pt x="457109" y="484823"/>
                </a:cubicBezTo>
                <a:cubicBezTo>
                  <a:pt x="457014" y="492242"/>
                  <a:pt x="461617" y="499424"/>
                  <a:pt x="468420" y="502385"/>
                </a:cubicBezTo>
                <a:cubicBezTo>
                  <a:pt x="475224" y="505345"/>
                  <a:pt x="483868" y="503913"/>
                  <a:pt x="489256" y="498813"/>
                </a:cubicBezTo>
                <a:cubicBezTo>
                  <a:pt x="496480" y="495252"/>
                  <a:pt x="503565" y="494172"/>
                  <a:pt x="512771" y="494348"/>
                </a:cubicBezTo>
                <a:cubicBezTo>
                  <a:pt x="535484" y="497237"/>
                  <a:pt x="547274" y="511470"/>
                  <a:pt x="555336" y="539888"/>
                </a:cubicBezTo>
                <a:cubicBezTo>
                  <a:pt x="563473" y="568569"/>
                  <a:pt x="563776" y="609564"/>
                  <a:pt x="557122" y="652701"/>
                </a:cubicBezTo>
                <a:cubicBezTo>
                  <a:pt x="550468" y="695838"/>
                  <a:pt x="537317" y="741136"/>
                  <a:pt x="520510" y="778907"/>
                </a:cubicBezTo>
                <a:cubicBezTo>
                  <a:pt x="504748" y="814332"/>
                  <a:pt x="485443" y="841996"/>
                  <a:pt x="468420" y="856298"/>
                </a:cubicBezTo>
                <a:lnTo>
                  <a:pt x="228212" y="856298"/>
                </a:lnTo>
                <a:cubicBezTo>
                  <a:pt x="161346" y="777416"/>
                  <a:pt x="97491" y="656289"/>
                  <a:pt x="55869" y="554176"/>
                </a:cubicBezTo>
                <a:cubicBezTo>
                  <a:pt x="47204" y="531874"/>
                  <a:pt x="46423" y="519068"/>
                  <a:pt x="48428" y="511910"/>
                </a:cubicBezTo>
                <a:cubicBezTo>
                  <a:pt x="55487" y="493484"/>
                  <a:pt x="75240" y="483081"/>
                  <a:pt x="92183" y="485716"/>
                </a:cubicBezTo>
                <a:cubicBezTo>
                  <a:pt x="112437" y="493344"/>
                  <a:pt x="117455" y="506859"/>
                  <a:pt x="126115" y="522327"/>
                </a:cubicBezTo>
                <a:lnTo>
                  <a:pt x="163918" y="598229"/>
                </a:lnTo>
                <a:cubicBezTo>
                  <a:pt x="167773" y="605771"/>
                  <a:pt x="177113" y="610026"/>
                  <a:pt x="185350" y="608052"/>
                </a:cubicBezTo>
                <a:cubicBezTo>
                  <a:pt x="193586" y="606079"/>
                  <a:pt x="199917" y="598066"/>
                  <a:pt x="199934" y="589598"/>
                </a:cubicBezTo>
                <a:lnTo>
                  <a:pt x="199934" y="265748"/>
                </a:lnTo>
                <a:cubicBezTo>
                  <a:pt x="199934" y="244311"/>
                  <a:pt x="216597" y="227648"/>
                  <a:pt x="238034" y="227648"/>
                </a:cubicBezTo>
                <a:close/>
              </a:path>
            </a:pathLst>
          </a:custGeom>
          <a:solidFill>
            <a:schemeClr val="bg1"/>
          </a:solidFill>
          <a:ln w="9525" cap="flat">
            <a:solidFill>
              <a:schemeClr val="bg1"/>
            </a:solidFill>
            <a:prstDash val="solid"/>
            <a:miter/>
          </a:ln>
        </p:spPr>
        <p:txBody>
          <a:bodyPr/>
          <a:lstStyle/>
          <a:p>
            <a:endParaRPr lang="fr-FR"/>
          </a:p>
        </p:txBody>
      </p:sp>
      <p:sp>
        <p:nvSpPr>
          <p:cNvPr id="5" name="Flèche : chevron 8 - 2 - 1">
            <a:extLst>
              <a:ext uri="{FF2B5EF4-FFF2-40B4-BE49-F238E27FC236}">
                <a16:creationId xmlns:a16="http://schemas.microsoft.com/office/drawing/2014/main" id="{AF9FC115-F05B-BFCA-0B0D-F587670C3365}"/>
              </a:ext>
            </a:extLst>
          </p:cNvPr>
          <p:cNvSpPr/>
          <p:nvPr/>
        </p:nvSpPr>
        <p:spPr>
          <a:xfrm>
            <a:off x="1832999" y="21771"/>
            <a:ext cx="2448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comprendre et s’informer</a:t>
            </a:r>
          </a:p>
        </p:txBody>
      </p:sp>
      <p:sp>
        <p:nvSpPr>
          <p:cNvPr id="9" name="Flèche : chevron 8 - 2 - 1">
            <a:extLst>
              <a:ext uri="{FF2B5EF4-FFF2-40B4-BE49-F238E27FC236}">
                <a16:creationId xmlns:a16="http://schemas.microsoft.com/office/drawing/2014/main" id="{8B68B9CD-08C1-FC59-CE5E-F6AE5534DAC5}"/>
              </a:ext>
            </a:extLst>
          </p:cNvPr>
          <p:cNvSpPr/>
          <p:nvPr/>
        </p:nvSpPr>
        <p:spPr>
          <a:xfrm>
            <a:off x="4313999" y="21771"/>
            <a:ext cx="2844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savoir comment agir pour prévenir les RPS</a:t>
            </a:r>
          </a:p>
        </p:txBody>
      </p:sp>
      <p:sp>
        <p:nvSpPr>
          <p:cNvPr id="19" name="Flèche : pentagone 3">
            <a:extLst>
              <a:ext uri="{FF2B5EF4-FFF2-40B4-BE49-F238E27FC236}">
                <a16:creationId xmlns:a16="http://schemas.microsoft.com/office/drawing/2014/main" id="{E43A2F7D-7D30-3684-8C54-E2A6E87EF10B}"/>
              </a:ext>
            </a:extLst>
          </p:cNvPr>
          <p:cNvSpPr/>
          <p:nvPr/>
        </p:nvSpPr>
        <p:spPr>
          <a:xfrm>
            <a:off x="-2" y="21771"/>
            <a:ext cx="1800000" cy="288000"/>
          </a:xfrm>
          <a:prstGeom prst="homePlate">
            <a:avLst>
              <a:gd name="adj" fmla="val 26503"/>
            </a:avLst>
          </a:prstGeom>
          <a:solidFill>
            <a:schemeClr val="accent1">
              <a:lumMod val="10000"/>
              <a:lumOff val="90000"/>
            </a:schemeClr>
          </a:solidFill>
          <a:ln w="28575">
            <a:solidFill>
              <a:schemeClr val="accent1">
                <a:lumMod val="10000"/>
                <a:lumOff val="90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accent1">
                    <a:lumMod val="50000"/>
                    <a:lumOff val="50000"/>
                  </a:schemeClr>
                </a:solidFill>
                <a:latin typeface="Avenir LT Std 45 Book" panose="020B0502020203020204" pitchFamily="34" charset="0"/>
              </a:rPr>
              <a:t>Cas d’usage</a:t>
            </a:r>
          </a:p>
        </p:txBody>
      </p:sp>
      <p:sp>
        <p:nvSpPr>
          <p:cNvPr id="20" name="Flèche : chevron 8 - 2 - 1">
            <a:extLst>
              <a:ext uri="{FF2B5EF4-FFF2-40B4-BE49-F238E27FC236}">
                <a16:creationId xmlns:a16="http://schemas.microsoft.com/office/drawing/2014/main" id="{A3C5D31E-6EEF-A59F-771A-17FD02A5808A}"/>
              </a:ext>
            </a:extLst>
          </p:cNvPr>
          <p:cNvSpPr/>
          <p:nvPr/>
        </p:nvSpPr>
        <p:spPr>
          <a:xfrm>
            <a:off x="7190999" y="21771"/>
            <a:ext cx="3168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savoir comment accompagner et traiter les situations difficiles</a:t>
            </a:r>
          </a:p>
        </p:txBody>
      </p:sp>
      <p:sp>
        <p:nvSpPr>
          <p:cNvPr id="28" name="Flèche : chevron 8 - 2 - 1">
            <a:extLst>
              <a:ext uri="{FF2B5EF4-FFF2-40B4-BE49-F238E27FC236}">
                <a16:creationId xmlns:a16="http://schemas.microsoft.com/office/drawing/2014/main" id="{3584DEA5-B999-4EBF-6135-8F7CC80C7B41}"/>
              </a:ext>
            </a:extLst>
          </p:cNvPr>
          <p:cNvSpPr/>
          <p:nvPr/>
        </p:nvSpPr>
        <p:spPr>
          <a:xfrm>
            <a:off x="10392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complémentaires</a:t>
            </a:r>
          </a:p>
        </p:txBody>
      </p:sp>
    </p:spTree>
    <p:extLst>
      <p:ext uri="{BB962C8B-B14F-4D97-AF65-F5344CB8AC3E}">
        <p14:creationId xmlns:p14="http://schemas.microsoft.com/office/powerpoint/2010/main" val="2112711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2EB61-3AFE-A0EC-CD17-8EB674029E75}"/>
            </a:ext>
          </a:extLst>
        </p:cNvPr>
        <p:cNvGrpSpPr/>
        <p:nvPr/>
      </p:nvGrpSpPr>
      <p:grpSpPr>
        <a:xfrm>
          <a:off x="0" y="0"/>
          <a:ext cx="0" cy="0"/>
          <a:chOff x="0" y="0"/>
          <a:chExt cx="0" cy="0"/>
        </a:xfrm>
      </p:grpSpPr>
      <p:sp>
        <p:nvSpPr>
          <p:cNvPr id="58" name="ZoneTexte 57">
            <a:extLst>
              <a:ext uri="{FF2B5EF4-FFF2-40B4-BE49-F238E27FC236}">
                <a16:creationId xmlns:a16="http://schemas.microsoft.com/office/drawing/2014/main" id="{12A98C18-B8A0-3531-031E-F1EC5B51047F}"/>
              </a:ext>
            </a:extLst>
          </p:cNvPr>
          <p:cNvSpPr txBox="1"/>
          <p:nvPr/>
        </p:nvSpPr>
        <p:spPr>
          <a:xfrm>
            <a:off x="1739303" y="1534344"/>
            <a:ext cx="8713393" cy="4088299"/>
          </a:xfrm>
          <a:prstGeom prst="rect">
            <a:avLst/>
          </a:prstGeom>
          <a:noFill/>
        </p:spPr>
        <p:txBody>
          <a:bodyPr wrap="square">
            <a:spAutoFit/>
          </a:bodyPr>
          <a:lstStyle>
            <a:defPPr>
              <a:defRPr lang="fr-FR"/>
            </a:defPPr>
            <a:lvl1pPr marL="258762" lvl="0" indent="-171450" algn="just" defTabSz="908712">
              <a:spcAft>
                <a:spcPts val="800"/>
              </a:spcAft>
              <a:buFont typeface="Arial" panose="020B0604020202020204" pitchFamily="34" charset="0"/>
              <a:buChar char="•"/>
              <a:defRPr sz="900">
                <a:solidFill>
                  <a:srgbClr val="3C3732"/>
                </a:solidFill>
                <a:latin typeface="Avenir LT Std 55 Roman" panose="020B0503020203020204" pitchFamily="34" charset="0"/>
              </a:defRPr>
            </a:lvl1pPr>
          </a:lstStyle>
          <a:p>
            <a:pPr marL="92075" indent="0">
              <a:spcBef>
                <a:spcPts val="600"/>
              </a:spcBef>
              <a:spcAft>
                <a:spcPts val="2000"/>
              </a:spcAft>
              <a:buNone/>
            </a:pPr>
            <a:r>
              <a:rPr lang="fr-FR" sz="1200">
                <a:solidFill>
                  <a:srgbClr val="306A92"/>
                </a:solidFill>
                <a:latin typeface="Avenir LT Std 65 Medium" panose="020B0803020203020204" pitchFamily="34" charset="0"/>
              </a:rPr>
              <a:t>Se questionner sur sa capacité à comprendre, prévenir et accompagner les RPS</a:t>
            </a:r>
            <a:endParaRPr lang="fr-FR" sz="1100">
              <a:solidFill>
                <a:srgbClr val="306A92"/>
              </a:solidFill>
              <a:latin typeface="Avenir LT Std 65 Medium" panose="020B0803020203020204" pitchFamily="34" charset="0"/>
            </a:endParaRPr>
          </a:p>
          <a:p>
            <a:pPr marL="92075" indent="0">
              <a:spcBef>
                <a:spcPts val="600"/>
              </a:spcBef>
              <a:spcAft>
                <a:spcPts val="2000"/>
              </a:spcAft>
              <a:buNone/>
            </a:pPr>
            <a:r>
              <a:rPr lang="fr-FR" sz="1200">
                <a:solidFill>
                  <a:srgbClr val="306A92"/>
                </a:solidFill>
                <a:latin typeface="Avenir LT Std 65 Medium" panose="020B0803020203020204" pitchFamily="34" charset="0"/>
              </a:rPr>
              <a:t>Analyser ses pratiques managériales </a:t>
            </a:r>
            <a:r>
              <a:rPr lang="fr-FR" sz="1200"/>
              <a:t>(réguler ses propres émotions…)</a:t>
            </a:r>
          </a:p>
          <a:p>
            <a:pPr marL="92075" indent="0">
              <a:spcBef>
                <a:spcPts val="600"/>
              </a:spcBef>
              <a:spcAft>
                <a:spcPts val="2000"/>
              </a:spcAft>
              <a:buNone/>
            </a:pPr>
            <a:r>
              <a:rPr lang="fr-FR" sz="1200">
                <a:solidFill>
                  <a:srgbClr val="306A92"/>
                </a:solidFill>
                <a:latin typeface="Avenir LT Std 65 Medium" panose="020B0803020203020204" pitchFamily="34" charset="0"/>
              </a:rPr>
              <a:t>Être sensibilisé et sensibiliser les équipes aux RPS</a:t>
            </a:r>
          </a:p>
          <a:p>
            <a:pPr marL="92075" indent="0">
              <a:spcBef>
                <a:spcPts val="600"/>
              </a:spcBef>
              <a:spcAft>
                <a:spcPts val="2000"/>
              </a:spcAft>
              <a:buNone/>
            </a:pPr>
            <a:r>
              <a:rPr lang="fr-FR" sz="1200">
                <a:solidFill>
                  <a:srgbClr val="306A92"/>
                </a:solidFill>
                <a:latin typeface="Avenir LT Std 65 Medium" panose="020B0803020203020204" pitchFamily="34" charset="0"/>
              </a:rPr>
              <a:t>Situer les experts RPS à solliciter</a:t>
            </a:r>
          </a:p>
          <a:p>
            <a:pPr marL="92075" indent="0">
              <a:spcBef>
                <a:spcPts val="600"/>
              </a:spcBef>
              <a:spcAft>
                <a:spcPts val="2000"/>
              </a:spcAft>
              <a:buNone/>
            </a:pPr>
            <a:r>
              <a:rPr lang="fr-FR" sz="1200">
                <a:solidFill>
                  <a:srgbClr val="306A92"/>
                </a:solidFill>
                <a:latin typeface="Avenir LT Std 65 Medium" panose="020B0803020203020204" pitchFamily="34" charset="0"/>
              </a:rPr>
              <a:t>Ecouter les agents </a:t>
            </a:r>
            <a:r>
              <a:rPr lang="fr-FR" sz="1200">
                <a:solidFill>
                  <a:sysClr val="windowText" lastClr="000000"/>
                </a:solidFill>
                <a:latin typeface="Avenir LT Std 45 Book" panose="020B0502020203020204" pitchFamily="34" charset="0"/>
              </a:rPr>
              <a:t>(individuellement et collectivement)</a:t>
            </a:r>
            <a:r>
              <a:rPr lang="fr-FR" sz="1200" b="1">
                <a:solidFill>
                  <a:sysClr val="windowText" lastClr="000000"/>
                </a:solidFill>
                <a:latin typeface="Avenir LT Std 45 Book" panose="020B0502020203020204" pitchFamily="34" charset="0"/>
              </a:rPr>
              <a:t> </a:t>
            </a:r>
            <a:r>
              <a:rPr lang="fr-FR" sz="1200">
                <a:solidFill>
                  <a:srgbClr val="306A92"/>
                </a:solidFill>
                <a:latin typeface="Avenir LT Std 65 Medium" panose="020B0803020203020204" pitchFamily="34" charset="0"/>
              </a:rPr>
              <a:t>pour comprendre la situation</a:t>
            </a:r>
            <a:r>
              <a:rPr lang="fr-FR" sz="1200">
                <a:solidFill>
                  <a:srgbClr val="306A92"/>
                </a:solidFill>
              </a:rPr>
              <a:t> </a:t>
            </a:r>
            <a:r>
              <a:rPr lang="fr-FR" sz="1200">
                <a:solidFill>
                  <a:sysClr val="windowText" lastClr="000000"/>
                </a:solidFill>
                <a:latin typeface="Avenir LT Std 45 Book" panose="020B0502020203020204" pitchFamily="34" charset="0"/>
              </a:rPr>
              <a:t>(savoir détecter les signaux faibles)</a:t>
            </a:r>
          </a:p>
          <a:p>
            <a:pPr marL="92075" indent="0">
              <a:spcBef>
                <a:spcPts val="600"/>
              </a:spcBef>
              <a:spcAft>
                <a:spcPts val="2000"/>
              </a:spcAft>
              <a:buNone/>
            </a:pPr>
            <a:r>
              <a:rPr lang="fr-FR" sz="1200">
                <a:solidFill>
                  <a:srgbClr val="306A92"/>
                </a:solidFill>
                <a:latin typeface="Avenir LT Std 65 Medium" panose="020B0803020203020204" pitchFamily="34" charset="0"/>
              </a:rPr>
              <a:t>Connaître et vigiler les indicateurs de suivi des RPS</a:t>
            </a:r>
          </a:p>
          <a:p>
            <a:pPr marL="92075" indent="0">
              <a:spcBef>
                <a:spcPts val="600"/>
              </a:spcBef>
              <a:spcAft>
                <a:spcPts val="2000"/>
              </a:spcAft>
              <a:buNone/>
            </a:pPr>
            <a:r>
              <a:rPr lang="fr-FR" sz="1200">
                <a:solidFill>
                  <a:srgbClr val="306A92"/>
                </a:solidFill>
                <a:latin typeface="Avenir LT Std 65 Medium" panose="020B0803020203020204" pitchFamily="34" charset="0"/>
              </a:rPr>
              <a:t>Contribuer au dialogue social de proximité autour de la santé au travail </a:t>
            </a:r>
            <a:r>
              <a:rPr lang="fr-FR" sz="1200">
                <a:solidFill>
                  <a:sysClr val="windowText" lastClr="000000"/>
                </a:solidFill>
                <a:latin typeface="Avenir LT Std 45 Book" panose="020B0502020203020204" pitchFamily="34" charset="0"/>
              </a:rPr>
              <a:t>(connaitre les obligations d’information en instance, qui informer, dans quel cas)</a:t>
            </a:r>
            <a:endParaRPr lang="fr-FR" sz="1200" b="1">
              <a:solidFill>
                <a:sysClr val="windowText" lastClr="000000"/>
              </a:solidFill>
              <a:latin typeface="Avenir LT Std 45 Book" panose="020B0502020203020204" pitchFamily="34" charset="0"/>
            </a:endParaRPr>
          </a:p>
          <a:p>
            <a:pPr marL="92075" indent="0">
              <a:spcBef>
                <a:spcPts val="600"/>
              </a:spcBef>
              <a:spcAft>
                <a:spcPts val="2000"/>
              </a:spcAft>
              <a:buNone/>
            </a:pPr>
            <a:r>
              <a:rPr lang="fr-FR" sz="1200">
                <a:solidFill>
                  <a:srgbClr val="306A92"/>
                </a:solidFill>
                <a:latin typeface="Avenir LT Std 65 Medium" panose="020B0803020203020204" pitchFamily="34" charset="0"/>
              </a:rPr>
              <a:t>Agir sur les facteurs de risque </a:t>
            </a:r>
            <a:r>
              <a:rPr lang="fr-FR" sz="1200" spc="-50">
                <a:solidFill>
                  <a:sysClr val="windowText" lastClr="000000"/>
                </a:solidFill>
                <a:latin typeface="Avenir LT Std 45 Book" panose="020B0502020203020204" pitchFamily="34" charset="0"/>
              </a:rPr>
              <a:t>(évaluation de la charge de travail, charge cognitive, perte de sens, perte de repères sur l’avenir…)</a:t>
            </a:r>
            <a:endParaRPr lang="fr-FR" sz="1000"/>
          </a:p>
        </p:txBody>
      </p:sp>
      <p:grpSp>
        <p:nvGrpSpPr>
          <p:cNvPr id="56" name="Groupe 55">
            <a:extLst>
              <a:ext uri="{FF2B5EF4-FFF2-40B4-BE49-F238E27FC236}">
                <a16:creationId xmlns:a16="http://schemas.microsoft.com/office/drawing/2014/main" id="{F318BF41-061D-06B9-6CE4-F4B31E68A251}"/>
              </a:ext>
            </a:extLst>
          </p:cNvPr>
          <p:cNvGrpSpPr/>
          <p:nvPr/>
        </p:nvGrpSpPr>
        <p:grpSpPr>
          <a:xfrm>
            <a:off x="1528589" y="1498328"/>
            <a:ext cx="302577" cy="302577"/>
            <a:chOff x="229671" y="2122077"/>
            <a:chExt cx="302577" cy="302577"/>
          </a:xfrm>
        </p:grpSpPr>
        <p:sp>
          <p:nvSpPr>
            <p:cNvPr id="57" name="Bouton d’action : vide 56">
              <a:hlinkClick r:id="" action="ppaction://noaction" highlightClick="1"/>
              <a:extLst>
                <a:ext uri="{FF2B5EF4-FFF2-40B4-BE49-F238E27FC236}">
                  <a16:creationId xmlns:a16="http://schemas.microsoft.com/office/drawing/2014/main" id="{B0964ABA-D8A3-5887-3703-8E6A516794ED}"/>
                </a:ext>
              </a:extLst>
            </p:cNvPr>
            <p:cNvSpPr/>
            <p:nvPr/>
          </p:nvSpPr>
          <p:spPr>
            <a:xfrm>
              <a:off x="252322" y="2155667"/>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pic>
          <p:nvPicPr>
            <p:cNvPr id="59" name="Graphique 58" descr="Coche avec un remplissage uni">
              <a:extLst>
                <a:ext uri="{FF2B5EF4-FFF2-40B4-BE49-F238E27FC236}">
                  <a16:creationId xmlns:a16="http://schemas.microsoft.com/office/drawing/2014/main" id="{8114D058-8017-5E96-EB8F-BCCCDF93DF8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9671" y="2122077"/>
              <a:ext cx="302577" cy="302577"/>
            </a:xfrm>
            <a:prstGeom prst="rect">
              <a:avLst/>
            </a:prstGeom>
          </p:spPr>
        </p:pic>
      </p:grpSp>
      <p:sp>
        <p:nvSpPr>
          <p:cNvPr id="60" name="Bouton d’action : vide 59">
            <a:hlinkClick r:id="" action="ppaction://noaction" highlightClick="1"/>
            <a:extLst>
              <a:ext uri="{FF2B5EF4-FFF2-40B4-BE49-F238E27FC236}">
                <a16:creationId xmlns:a16="http://schemas.microsoft.com/office/drawing/2014/main" id="{803E6FC4-78B4-A8A5-3227-785CC0738CCB}"/>
              </a:ext>
            </a:extLst>
          </p:cNvPr>
          <p:cNvSpPr/>
          <p:nvPr/>
        </p:nvSpPr>
        <p:spPr>
          <a:xfrm>
            <a:off x="1565203" y="2059528"/>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61" name="Bouton d’action : vide 60">
            <a:hlinkClick r:id="" action="ppaction://noaction" highlightClick="1"/>
            <a:extLst>
              <a:ext uri="{FF2B5EF4-FFF2-40B4-BE49-F238E27FC236}">
                <a16:creationId xmlns:a16="http://schemas.microsoft.com/office/drawing/2014/main" id="{05A77992-E4E2-E2D6-AC48-57E9A6AB43F4}"/>
              </a:ext>
            </a:extLst>
          </p:cNvPr>
          <p:cNvSpPr/>
          <p:nvPr/>
        </p:nvSpPr>
        <p:spPr>
          <a:xfrm>
            <a:off x="1565203" y="2570151"/>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62" name="Bouton d’action : vide 61">
            <a:hlinkClick r:id="" action="ppaction://noaction" highlightClick="1"/>
            <a:extLst>
              <a:ext uri="{FF2B5EF4-FFF2-40B4-BE49-F238E27FC236}">
                <a16:creationId xmlns:a16="http://schemas.microsoft.com/office/drawing/2014/main" id="{52DA35F9-1905-CDDF-5EC5-8A37B1C42D13}"/>
              </a:ext>
            </a:extLst>
          </p:cNvPr>
          <p:cNvSpPr/>
          <p:nvPr/>
        </p:nvSpPr>
        <p:spPr>
          <a:xfrm>
            <a:off x="1565203" y="3080774"/>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63" name="Bouton d’action : vide 62">
            <a:hlinkClick r:id="" action="ppaction://noaction" highlightClick="1"/>
            <a:extLst>
              <a:ext uri="{FF2B5EF4-FFF2-40B4-BE49-F238E27FC236}">
                <a16:creationId xmlns:a16="http://schemas.microsoft.com/office/drawing/2014/main" id="{22829E9A-1A6E-06E8-24E4-61E3C6B10A74}"/>
              </a:ext>
            </a:extLst>
          </p:cNvPr>
          <p:cNvSpPr/>
          <p:nvPr/>
        </p:nvSpPr>
        <p:spPr>
          <a:xfrm>
            <a:off x="1565203" y="3570878"/>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64" name="Bouton d’action : vide 63">
            <a:hlinkClick r:id="" action="ppaction://noaction" highlightClick="1"/>
            <a:extLst>
              <a:ext uri="{FF2B5EF4-FFF2-40B4-BE49-F238E27FC236}">
                <a16:creationId xmlns:a16="http://schemas.microsoft.com/office/drawing/2014/main" id="{1035E2F4-E2C8-B598-A138-F9EAC5296EA7}"/>
              </a:ext>
            </a:extLst>
          </p:cNvPr>
          <p:cNvSpPr/>
          <p:nvPr/>
        </p:nvSpPr>
        <p:spPr>
          <a:xfrm>
            <a:off x="1565203" y="4118746"/>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65" name="Bouton d’action : vide 64">
            <a:hlinkClick r:id="" action="ppaction://noaction" highlightClick="1"/>
            <a:extLst>
              <a:ext uri="{FF2B5EF4-FFF2-40B4-BE49-F238E27FC236}">
                <a16:creationId xmlns:a16="http://schemas.microsoft.com/office/drawing/2014/main" id="{168444F8-35A0-F445-1238-34EA3C8131A5}"/>
              </a:ext>
            </a:extLst>
          </p:cNvPr>
          <p:cNvSpPr/>
          <p:nvPr/>
        </p:nvSpPr>
        <p:spPr>
          <a:xfrm>
            <a:off x="1565203" y="4734570"/>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66" name="Bouton d’action : vide 65">
            <a:hlinkClick r:id="" action="ppaction://noaction" highlightClick="1"/>
            <a:extLst>
              <a:ext uri="{FF2B5EF4-FFF2-40B4-BE49-F238E27FC236}">
                <a16:creationId xmlns:a16="http://schemas.microsoft.com/office/drawing/2014/main" id="{C928ECF0-43C6-269D-0649-C0D5672A8723}"/>
              </a:ext>
            </a:extLst>
          </p:cNvPr>
          <p:cNvSpPr/>
          <p:nvPr/>
        </p:nvSpPr>
        <p:spPr>
          <a:xfrm>
            <a:off x="1565203" y="5303119"/>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grpSp>
        <p:nvGrpSpPr>
          <p:cNvPr id="13" name="Groupe 12">
            <a:extLst>
              <a:ext uri="{FF2B5EF4-FFF2-40B4-BE49-F238E27FC236}">
                <a16:creationId xmlns:a16="http://schemas.microsoft.com/office/drawing/2014/main" id="{05AC217A-50E7-AED6-CB47-8EB3B5E90BBD}"/>
              </a:ext>
            </a:extLst>
          </p:cNvPr>
          <p:cNvGrpSpPr/>
          <p:nvPr/>
        </p:nvGrpSpPr>
        <p:grpSpPr>
          <a:xfrm>
            <a:off x="5199260" y="6206107"/>
            <a:ext cx="1793481" cy="412124"/>
            <a:chOff x="6678161" y="6206107"/>
            <a:chExt cx="1793481" cy="412124"/>
          </a:xfrm>
        </p:grpSpPr>
        <p:pic>
          <p:nvPicPr>
            <p:cNvPr id="3" name="Graphique 2" descr="Loupe avec un remplissage uni">
              <a:hlinkClick r:id="rId4" action="ppaction://hlinksldjump"/>
              <a:extLst>
                <a:ext uri="{FF2B5EF4-FFF2-40B4-BE49-F238E27FC236}">
                  <a16:creationId xmlns:a16="http://schemas.microsoft.com/office/drawing/2014/main" id="{7D54D17C-21CB-354F-346D-84C7FB89A9F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78161" y="6250259"/>
              <a:ext cx="323819" cy="323819"/>
            </a:xfrm>
            <a:prstGeom prst="rect">
              <a:avLst/>
            </a:prstGeom>
          </p:spPr>
        </p:pic>
        <p:sp>
          <p:nvSpPr>
            <p:cNvPr id="5" name="Rectangle 4">
              <a:hlinkClick r:id="rId4" action="ppaction://hlinksldjump"/>
              <a:extLst>
                <a:ext uri="{FF2B5EF4-FFF2-40B4-BE49-F238E27FC236}">
                  <a16:creationId xmlns:a16="http://schemas.microsoft.com/office/drawing/2014/main" id="{AB028BEC-318E-33BD-65AF-612B3CC2EEAD}"/>
                </a:ext>
              </a:extLst>
            </p:cNvPr>
            <p:cNvSpPr/>
            <p:nvPr/>
          </p:nvSpPr>
          <p:spPr>
            <a:xfrm>
              <a:off x="6716107" y="6206107"/>
              <a:ext cx="1755535" cy="4121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fr-FR" sz="1000" i="1">
                  <a:solidFill>
                    <a:schemeClr val="tx1">
                      <a:lumMod val="75000"/>
                      <a:lumOff val="25000"/>
                    </a:schemeClr>
                  </a:solidFill>
                  <a:latin typeface="Avenir LT Std 35 Light" panose="020B0402020203020204" pitchFamily="34" charset="0"/>
                </a:rPr>
                <a:t>Pour aller plus loin</a:t>
              </a:r>
            </a:p>
          </p:txBody>
        </p:sp>
      </p:grpSp>
      <p:sp>
        <p:nvSpPr>
          <p:cNvPr id="12" name="Rectangle 11">
            <a:extLst>
              <a:ext uri="{FF2B5EF4-FFF2-40B4-BE49-F238E27FC236}">
                <a16:creationId xmlns:a16="http://schemas.microsoft.com/office/drawing/2014/main" id="{DC76FF13-E008-757C-69B3-94C58A04EF8F}"/>
              </a:ext>
            </a:extLst>
          </p:cNvPr>
          <p:cNvSpPr/>
          <p:nvPr/>
        </p:nvSpPr>
        <p:spPr>
          <a:xfrm>
            <a:off x="1318012" y="849084"/>
            <a:ext cx="9000000" cy="4121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fr-FR" sz="1400" b="1" i="1">
                <a:solidFill>
                  <a:schemeClr val="tx1">
                    <a:lumMod val="75000"/>
                    <a:lumOff val="25000"/>
                  </a:schemeClr>
                </a:solidFill>
                <a:latin typeface="Avenir LT Std 35 Light" panose="020B0402020203020204" pitchFamily="34" charset="0"/>
              </a:rPr>
              <a:t>Les points essentiels à réaliser</a:t>
            </a:r>
          </a:p>
        </p:txBody>
      </p:sp>
      <p:grpSp>
        <p:nvGrpSpPr>
          <p:cNvPr id="7" name="Groupe 6">
            <a:extLst>
              <a:ext uri="{FF2B5EF4-FFF2-40B4-BE49-F238E27FC236}">
                <a16:creationId xmlns:a16="http://schemas.microsoft.com/office/drawing/2014/main" id="{CBB6CF24-33EE-E001-F08E-532266D6BFF2}"/>
              </a:ext>
            </a:extLst>
          </p:cNvPr>
          <p:cNvGrpSpPr>
            <a:grpSpLocks noChangeAspect="1"/>
          </p:cNvGrpSpPr>
          <p:nvPr/>
        </p:nvGrpSpPr>
        <p:grpSpPr>
          <a:xfrm>
            <a:off x="11001871" y="6336764"/>
            <a:ext cx="1082632" cy="444130"/>
            <a:chOff x="5810" y="1578917"/>
            <a:chExt cx="559801" cy="229645"/>
          </a:xfrm>
        </p:grpSpPr>
        <p:sp>
          <p:nvSpPr>
            <p:cNvPr id="8" name="Rectangle : coins arrondis 7">
              <a:hlinkClick r:id="rId6" action="ppaction://hlinksldjump"/>
              <a:extLst>
                <a:ext uri="{FF2B5EF4-FFF2-40B4-BE49-F238E27FC236}">
                  <a16:creationId xmlns:a16="http://schemas.microsoft.com/office/drawing/2014/main" id="{1353798D-103C-F796-D339-B99836A5E2FB}"/>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306A92"/>
                  </a:solidFill>
                  <a:effectLst/>
                  <a:uLnTx/>
                  <a:uFillTx/>
                  <a:latin typeface="Avenir LT Std 65 Medium" panose="020B0803020203020204" pitchFamily="34" charset="0"/>
                  <a:hlinkClick r:id="rId6" action="ppaction://hlinksldjump">
                    <a:extLst>
                      <a:ext uri="{A12FA001-AC4F-418D-AE19-62706E023703}">
                        <ahyp:hlinkClr xmlns:ahyp="http://schemas.microsoft.com/office/drawing/2018/hyperlinkcolor" val="tx"/>
                      </a:ext>
                    </a:extLst>
                  </a:hlinkClick>
                </a:rPr>
                <a:t>Retour</a:t>
              </a:r>
              <a:endParaRPr kumimoji="0" lang="fr-FR" sz="1200" b="0" i="0" u="none" strike="noStrike" kern="1200" cap="none" spc="0" normalizeH="0" baseline="0" noProof="0">
                <a:ln>
                  <a:noFill/>
                </a:ln>
                <a:solidFill>
                  <a:srgbClr val="306A92"/>
                </a:solidFill>
                <a:effectLst/>
                <a:uLnTx/>
                <a:uFillTx/>
                <a:latin typeface="Avenir LT Std 65 Medium" panose="020B0803020203020204" pitchFamily="34" charset="0"/>
              </a:endParaRPr>
            </a:p>
          </p:txBody>
        </p:sp>
        <p:pic>
          <p:nvPicPr>
            <p:cNvPr id="10" name="Graphique 9" descr="Retour avec un remplissage uni">
              <a:hlinkClick r:id="rId6" action="ppaction://hlinksldjump"/>
              <a:extLst>
                <a:ext uri="{FF2B5EF4-FFF2-40B4-BE49-F238E27FC236}">
                  <a16:creationId xmlns:a16="http://schemas.microsoft.com/office/drawing/2014/main" id="{396383A4-E58A-FFA3-84E7-10FCABC7C44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9060" y="1578917"/>
              <a:ext cx="229645" cy="229645"/>
            </a:xfrm>
            <a:prstGeom prst="rect">
              <a:avLst/>
            </a:prstGeom>
          </p:spPr>
        </p:pic>
      </p:grpSp>
      <p:sp>
        <p:nvSpPr>
          <p:cNvPr id="2" name="Rectangle : coins arrondis 1">
            <a:extLst>
              <a:ext uri="{FF2B5EF4-FFF2-40B4-BE49-F238E27FC236}">
                <a16:creationId xmlns:a16="http://schemas.microsoft.com/office/drawing/2014/main" id="{46A952CD-D84A-B036-9B06-82891A85350F}"/>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DC582A"/>
                </a:solidFill>
              </a:rPr>
              <a:t>PROTOTYPE</a:t>
            </a:r>
          </a:p>
        </p:txBody>
      </p:sp>
      <p:sp>
        <p:nvSpPr>
          <p:cNvPr id="6" name="Flèche : chevron 8 - 2 - 1">
            <a:extLst>
              <a:ext uri="{FF2B5EF4-FFF2-40B4-BE49-F238E27FC236}">
                <a16:creationId xmlns:a16="http://schemas.microsoft.com/office/drawing/2014/main" id="{F2E04CBA-0261-86D1-F2A1-59B2223C0805}"/>
              </a:ext>
            </a:extLst>
          </p:cNvPr>
          <p:cNvSpPr/>
          <p:nvPr/>
        </p:nvSpPr>
        <p:spPr>
          <a:xfrm>
            <a:off x="1832999" y="21771"/>
            <a:ext cx="2448000" cy="288000"/>
          </a:xfrm>
          <a:prstGeom prst="chevron">
            <a:avLst>
              <a:gd name="adj" fmla="val 28278"/>
            </a:avLst>
          </a:prstGeom>
          <a:solidFill>
            <a:schemeClr val="accent1">
              <a:lumMod val="10000"/>
              <a:lumOff val="90000"/>
            </a:schemeClr>
          </a:solidFill>
          <a:ln w="28575">
            <a:solidFill>
              <a:schemeClr val="accent1">
                <a:lumMod val="10000"/>
                <a:lumOff val="90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accent1">
                    <a:lumMod val="50000"/>
                    <a:lumOff val="50000"/>
                  </a:schemeClr>
                </a:solidFill>
                <a:latin typeface="Avenir LT Std 45 Book" panose="020B0502020203020204" pitchFamily="34" charset="0"/>
              </a:rPr>
              <a:t>Checklist pour comprendre et s’informer</a:t>
            </a:r>
          </a:p>
        </p:txBody>
      </p:sp>
      <p:sp>
        <p:nvSpPr>
          <p:cNvPr id="9" name="Flèche : chevron 8 - 2 - 1">
            <a:extLst>
              <a:ext uri="{FF2B5EF4-FFF2-40B4-BE49-F238E27FC236}">
                <a16:creationId xmlns:a16="http://schemas.microsoft.com/office/drawing/2014/main" id="{BE2460B1-642A-DA79-3BE3-5E744E1E1173}"/>
              </a:ext>
            </a:extLst>
          </p:cNvPr>
          <p:cNvSpPr/>
          <p:nvPr/>
        </p:nvSpPr>
        <p:spPr>
          <a:xfrm>
            <a:off x="4313999" y="21771"/>
            <a:ext cx="2844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savoir comment agir pour prévenir les RPS</a:t>
            </a:r>
          </a:p>
        </p:txBody>
      </p:sp>
      <p:sp>
        <p:nvSpPr>
          <p:cNvPr id="11" name="Flèche : pentagone 3">
            <a:extLst>
              <a:ext uri="{FF2B5EF4-FFF2-40B4-BE49-F238E27FC236}">
                <a16:creationId xmlns:a16="http://schemas.microsoft.com/office/drawing/2014/main" id="{5F01E3AF-CCE1-9292-FFAE-EF3FC29B6B4E}"/>
              </a:ext>
            </a:extLst>
          </p:cNvPr>
          <p:cNvSpPr/>
          <p:nvPr/>
        </p:nvSpPr>
        <p:spPr>
          <a:xfrm>
            <a:off x="-2" y="21771"/>
            <a:ext cx="1800000" cy="288000"/>
          </a:xfrm>
          <a:prstGeom prst="homePlate">
            <a:avLst>
              <a:gd name="adj" fmla="val 26503"/>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Cas d’usage</a:t>
            </a:r>
          </a:p>
        </p:txBody>
      </p:sp>
      <p:sp>
        <p:nvSpPr>
          <p:cNvPr id="15" name="Flèche : chevron 8 - 2 - 1">
            <a:extLst>
              <a:ext uri="{FF2B5EF4-FFF2-40B4-BE49-F238E27FC236}">
                <a16:creationId xmlns:a16="http://schemas.microsoft.com/office/drawing/2014/main" id="{3D5ECD3D-D616-8A4B-CF5D-B5D65A5124B5}"/>
              </a:ext>
            </a:extLst>
          </p:cNvPr>
          <p:cNvSpPr/>
          <p:nvPr/>
        </p:nvSpPr>
        <p:spPr>
          <a:xfrm>
            <a:off x="7190999" y="21771"/>
            <a:ext cx="3168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savoir comment accompagner et traiter les situations difficiles</a:t>
            </a:r>
          </a:p>
        </p:txBody>
      </p:sp>
      <p:sp>
        <p:nvSpPr>
          <p:cNvPr id="16" name="Flèche : chevron 8 - 2 - 1">
            <a:extLst>
              <a:ext uri="{FF2B5EF4-FFF2-40B4-BE49-F238E27FC236}">
                <a16:creationId xmlns:a16="http://schemas.microsoft.com/office/drawing/2014/main" id="{C56450CE-71D5-8566-886A-AE553CE0AD61}"/>
              </a:ext>
            </a:extLst>
          </p:cNvPr>
          <p:cNvSpPr/>
          <p:nvPr/>
        </p:nvSpPr>
        <p:spPr>
          <a:xfrm>
            <a:off x="10392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complémentaires</a:t>
            </a:r>
          </a:p>
        </p:txBody>
      </p:sp>
    </p:spTree>
    <p:extLst>
      <p:ext uri="{BB962C8B-B14F-4D97-AF65-F5344CB8AC3E}">
        <p14:creationId xmlns:p14="http://schemas.microsoft.com/office/powerpoint/2010/main" val="11652570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19DE3-9E42-F38E-55EA-967555C702A0}"/>
            </a:ext>
          </a:extLst>
        </p:cNvPr>
        <p:cNvGrpSpPr/>
        <p:nvPr/>
      </p:nvGrpSpPr>
      <p:grpSpPr>
        <a:xfrm>
          <a:off x="0" y="0"/>
          <a:ext cx="0" cy="0"/>
          <a:chOff x="0" y="0"/>
          <a:chExt cx="0" cy="0"/>
        </a:xfrm>
      </p:grpSpPr>
      <p:sp>
        <p:nvSpPr>
          <p:cNvPr id="58" name="ZoneTexte 57">
            <a:extLst>
              <a:ext uri="{FF2B5EF4-FFF2-40B4-BE49-F238E27FC236}">
                <a16:creationId xmlns:a16="http://schemas.microsoft.com/office/drawing/2014/main" id="{1F9DD0DA-220E-D24E-DA07-F32304B689BE}"/>
              </a:ext>
            </a:extLst>
          </p:cNvPr>
          <p:cNvSpPr txBox="1"/>
          <p:nvPr/>
        </p:nvSpPr>
        <p:spPr>
          <a:xfrm>
            <a:off x="1461790" y="1261264"/>
            <a:ext cx="9299253" cy="4729500"/>
          </a:xfrm>
          <a:prstGeom prst="rect">
            <a:avLst/>
          </a:prstGeom>
          <a:noFill/>
        </p:spPr>
        <p:txBody>
          <a:bodyPr wrap="square">
            <a:spAutoFit/>
          </a:bodyPr>
          <a:lstStyle>
            <a:defPPr>
              <a:defRPr lang="fr-FR"/>
            </a:defPPr>
            <a:lvl1pPr marL="258762" lvl="0" indent="-171450" algn="just" defTabSz="908712">
              <a:spcAft>
                <a:spcPts val="800"/>
              </a:spcAft>
              <a:buFont typeface="Arial" panose="020B0604020202020204" pitchFamily="34" charset="0"/>
              <a:buChar char="•"/>
              <a:defRPr sz="900">
                <a:solidFill>
                  <a:srgbClr val="3C3732"/>
                </a:solidFill>
                <a:latin typeface="Avenir LT Std 55 Roman" panose="020B0503020203020204" pitchFamily="34" charset="0"/>
              </a:defRPr>
            </a:lvl1pPr>
          </a:lstStyle>
          <a:p>
            <a:pPr marL="449263" indent="-357188">
              <a:spcAft>
                <a:spcPts val="1600"/>
              </a:spcAft>
            </a:pPr>
            <a:r>
              <a:rPr lang="fr-FR" sz="1200">
                <a:solidFill>
                  <a:srgbClr val="306A92"/>
                </a:solidFill>
                <a:latin typeface="Avenir LT Std 65 Medium" panose="020B0803020203020204" pitchFamily="34" charset="0"/>
              </a:rPr>
              <a:t>Identifier son propre état vis-à-vis de la situation</a:t>
            </a:r>
          </a:p>
          <a:p>
            <a:pPr marL="449263" indent="-357188">
              <a:spcAft>
                <a:spcPts val="1600"/>
              </a:spcAft>
            </a:pPr>
            <a:r>
              <a:rPr lang="fr-FR" sz="1200">
                <a:solidFill>
                  <a:srgbClr val="306A92"/>
                </a:solidFill>
                <a:latin typeface="Avenir LT Std 65 Medium" panose="020B0803020203020204" pitchFamily="34" charset="0"/>
              </a:rPr>
              <a:t>Connaitre les attitudes à éviter </a:t>
            </a:r>
            <a:r>
              <a:rPr lang="fr-FR" sz="1200"/>
              <a:t>(vouloir solutionner, être dans la sympathie…) </a:t>
            </a:r>
          </a:p>
          <a:p>
            <a:pPr marL="449263" indent="-357188">
              <a:spcAft>
                <a:spcPts val="1600"/>
              </a:spcAft>
            </a:pPr>
            <a:r>
              <a:rPr lang="fr-FR" sz="1200">
                <a:solidFill>
                  <a:srgbClr val="306A92"/>
                </a:solidFill>
                <a:latin typeface="Avenir LT Std 65 Medium" panose="020B0803020203020204" pitchFamily="34" charset="0"/>
              </a:rPr>
              <a:t>Détecter les situations professionnelles et personnelles à risque</a:t>
            </a:r>
          </a:p>
          <a:p>
            <a:pPr marL="449263" indent="-357188">
              <a:spcAft>
                <a:spcPts val="1600"/>
              </a:spcAft>
            </a:pPr>
            <a:r>
              <a:rPr lang="fr-FR" sz="1200">
                <a:solidFill>
                  <a:srgbClr val="306A92"/>
                </a:solidFill>
                <a:latin typeface="Avenir LT Std 65 Medium" panose="020B0803020203020204" pitchFamily="34" charset="0"/>
              </a:rPr>
              <a:t>Savoir évaluer la cause et le degré de risque </a:t>
            </a:r>
            <a:r>
              <a:rPr lang="fr-FR" sz="1200"/>
              <a:t>(évaluation RPS) </a:t>
            </a:r>
            <a:r>
              <a:rPr lang="fr-FR" sz="1200">
                <a:solidFill>
                  <a:srgbClr val="306A92"/>
                </a:solidFill>
                <a:latin typeface="Avenir LT Std 65 Medium" panose="020B0803020203020204" pitchFamily="34" charset="0"/>
              </a:rPr>
              <a:t>et prendre des décisions</a:t>
            </a:r>
          </a:p>
          <a:p>
            <a:pPr marL="449263" indent="-357188">
              <a:spcAft>
                <a:spcPts val="1600"/>
              </a:spcAft>
            </a:pPr>
            <a:r>
              <a:rPr lang="fr-FR" sz="1200">
                <a:solidFill>
                  <a:srgbClr val="306A92"/>
                </a:solidFill>
                <a:latin typeface="Avenir LT Std 65 Medium" panose="020B0803020203020204" pitchFamily="34" charset="0"/>
              </a:rPr>
              <a:t>Ecouter les agents par soi-même </a:t>
            </a:r>
            <a:r>
              <a:rPr lang="fr-FR" sz="1200"/>
              <a:t>(temps d’échange qualitatifs,  ex. 6h d’expression des salariés…) </a:t>
            </a:r>
            <a:r>
              <a:rPr lang="fr-FR" sz="1200">
                <a:solidFill>
                  <a:srgbClr val="306A92"/>
                </a:solidFill>
                <a:latin typeface="Avenir LT Std 65 Medium" panose="020B0803020203020204" pitchFamily="34" charset="0"/>
              </a:rPr>
              <a:t>ou par un tiers neutre </a:t>
            </a:r>
            <a:r>
              <a:rPr lang="fr-FR" sz="1200"/>
              <a:t>(expert…)</a:t>
            </a:r>
          </a:p>
          <a:p>
            <a:pPr marL="449263" indent="-357188">
              <a:spcAft>
                <a:spcPts val="1600"/>
              </a:spcAft>
            </a:pPr>
            <a:r>
              <a:rPr lang="fr-FR" sz="1200">
                <a:solidFill>
                  <a:srgbClr val="306A92"/>
                </a:solidFill>
                <a:latin typeface="Avenir LT Std 65 Medium" panose="020B0803020203020204" pitchFamily="34" charset="0"/>
              </a:rPr>
              <a:t>Communiquer de manière transparente pour expliquer les changements prévus ou en cours </a:t>
            </a:r>
            <a:r>
              <a:rPr lang="fr-FR" sz="1200"/>
              <a:t>(support, temps d’échange)</a:t>
            </a:r>
          </a:p>
          <a:p>
            <a:pPr marL="449263" indent="-357188">
              <a:spcAft>
                <a:spcPts val="1600"/>
              </a:spcAft>
            </a:pPr>
            <a:r>
              <a:rPr lang="fr-FR" sz="1200">
                <a:solidFill>
                  <a:srgbClr val="306A92"/>
                </a:solidFill>
                <a:latin typeface="Avenir LT Std 65 Medium" panose="020B0803020203020204" pitchFamily="34" charset="0"/>
              </a:rPr>
              <a:t>Remonter les alertes </a:t>
            </a:r>
            <a:r>
              <a:rPr lang="fr-FR" sz="1200"/>
              <a:t>: comment et à qui (outils, référents RPS....)</a:t>
            </a:r>
          </a:p>
          <a:p>
            <a:pPr marL="449263" indent="-357188">
              <a:spcAft>
                <a:spcPts val="1600"/>
              </a:spcAft>
            </a:pPr>
            <a:r>
              <a:rPr lang="fr-FR" sz="1200">
                <a:solidFill>
                  <a:srgbClr val="306A92"/>
                </a:solidFill>
                <a:latin typeface="Avenir LT Std 65 Medium" panose="020B0803020203020204" pitchFamily="34" charset="0"/>
              </a:rPr>
              <a:t>Traiter les dysfonctionnements du terrain qui génèrent du stress au quotidien</a:t>
            </a:r>
            <a:r>
              <a:rPr lang="fr-FR" sz="1200">
                <a:solidFill>
                  <a:srgbClr val="306A92"/>
                </a:solidFill>
              </a:rPr>
              <a:t> </a:t>
            </a:r>
            <a:r>
              <a:rPr lang="fr-FR" sz="1200"/>
              <a:t>(mise en qualité des procédures métier, …)</a:t>
            </a:r>
          </a:p>
          <a:p>
            <a:pPr marL="449263" indent="-357188">
              <a:spcAft>
                <a:spcPts val="1600"/>
              </a:spcAft>
            </a:pPr>
            <a:r>
              <a:rPr lang="fr-FR" sz="1200">
                <a:solidFill>
                  <a:srgbClr val="306A92"/>
                </a:solidFill>
                <a:latin typeface="Avenir LT Std 65 Medium" panose="020B0803020203020204" pitchFamily="34" charset="0"/>
              </a:rPr>
              <a:t>S’appuyer sur des relais humains </a:t>
            </a:r>
            <a:r>
              <a:rPr lang="fr-FR" sz="1200"/>
              <a:t>(préventeur, RH, ligne managériale, pairs,…)</a:t>
            </a:r>
          </a:p>
          <a:p>
            <a:pPr marL="449263" indent="-357188">
              <a:spcAft>
                <a:spcPts val="1600"/>
              </a:spcAft>
            </a:pPr>
            <a:r>
              <a:rPr lang="fr-FR" sz="1200">
                <a:solidFill>
                  <a:srgbClr val="306A92"/>
                </a:solidFill>
                <a:latin typeface="Avenir LT Std 65 Medium" panose="020B0803020203020204" pitchFamily="34" charset="0"/>
              </a:rPr>
              <a:t>Orienter les agents soumis à des RPS </a:t>
            </a:r>
            <a:r>
              <a:rPr lang="fr-FR" sz="1200"/>
              <a:t>: vers qui (médecine du travail, PSP, action sociale…) </a:t>
            </a:r>
            <a:r>
              <a:rPr lang="fr-FR" sz="1200">
                <a:solidFill>
                  <a:srgbClr val="306A92"/>
                </a:solidFill>
                <a:latin typeface="Avenir LT Std 65 Medium" panose="020B0803020203020204" pitchFamily="34" charset="0"/>
              </a:rPr>
              <a:t>et comment pour les inciter à utiliser ces moyens</a:t>
            </a:r>
          </a:p>
          <a:p>
            <a:pPr marL="449263" indent="-357188">
              <a:spcAft>
                <a:spcPts val="1600"/>
              </a:spcAft>
            </a:pPr>
            <a:r>
              <a:rPr lang="fr-FR" sz="1200">
                <a:solidFill>
                  <a:srgbClr val="306A92"/>
                </a:solidFill>
                <a:latin typeface="Avenir LT Std 65 Medium" panose="020B0803020203020204" pitchFamily="34" charset="0"/>
              </a:rPr>
              <a:t>Mettre en place des plans d’action pour aider les salariés à faire face aux RPS </a:t>
            </a:r>
            <a:r>
              <a:rPr lang="fr-FR" sz="1200"/>
              <a:t>(gestion du stress, des changements, bonnes pratiques…)</a:t>
            </a:r>
            <a:endParaRPr lang="fr-FR" sz="1200">
              <a:solidFill>
                <a:srgbClr val="0070C0"/>
              </a:solidFill>
              <a:latin typeface="Avenir LT Std 65 Medium" panose="020B0803020203020204" pitchFamily="34" charset="0"/>
            </a:endParaRPr>
          </a:p>
        </p:txBody>
      </p:sp>
      <p:grpSp>
        <p:nvGrpSpPr>
          <p:cNvPr id="61" name="Groupe 60">
            <a:extLst>
              <a:ext uri="{FF2B5EF4-FFF2-40B4-BE49-F238E27FC236}">
                <a16:creationId xmlns:a16="http://schemas.microsoft.com/office/drawing/2014/main" id="{F906A2E1-87CE-C008-6D52-6376CE80747F}"/>
              </a:ext>
            </a:extLst>
          </p:cNvPr>
          <p:cNvGrpSpPr/>
          <p:nvPr/>
        </p:nvGrpSpPr>
        <p:grpSpPr>
          <a:xfrm>
            <a:off x="1500992" y="1253184"/>
            <a:ext cx="302577" cy="302577"/>
            <a:chOff x="229671" y="2122077"/>
            <a:chExt cx="302577" cy="302577"/>
          </a:xfrm>
        </p:grpSpPr>
        <p:sp>
          <p:nvSpPr>
            <p:cNvPr id="62" name="Bouton d’action : vide 61">
              <a:hlinkClick r:id="" action="ppaction://noaction" highlightClick="1"/>
              <a:extLst>
                <a:ext uri="{FF2B5EF4-FFF2-40B4-BE49-F238E27FC236}">
                  <a16:creationId xmlns:a16="http://schemas.microsoft.com/office/drawing/2014/main" id="{2158F0BF-4872-5EAE-B3F4-0C020DB5D95A}"/>
                </a:ext>
              </a:extLst>
            </p:cNvPr>
            <p:cNvSpPr/>
            <p:nvPr/>
          </p:nvSpPr>
          <p:spPr>
            <a:xfrm>
              <a:off x="252322" y="2155667"/>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pic>
          <p:nvPicPr>
            <p:cNvPr id="63" name="Graphique 62" descr="Coche avec un remplissage uni">
              <a:extLst>
                <a:ext uri="{FF2B5EF4-FFF2-40B4-BE49-F238E27FC236}">
                  <a16:creationId xmlns:a16="http://schemas.microsoft.com/office/drawing/2014/main" id="{4EA73401-8F8C-3FAB-E125-A535BE63BDC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9671" y="2122077"/>
              <a:ext cx="302577" cy="302577"/>
            </a:xfrm>
            <a:prstGeom prst="rect">
              <a:avLst/>
            </a:prstGeom>
          </p:spPr>
        </p:pic>
      </p:grpSp>
      <p:sp>
        <p:nvSpPr>
          <p:cNvPr id="64" name="Bouton d’action : vide 63">
            <a:hlinkClick r:id="" action="ppaction://noaction" highlightClick="1"/>
            <a:extLst>
              <a:ext uri="{FF2B5EF4-FFF2-40B4-BE49-F238E27FC236}">
                <a16:creationId xmlns:a16="http://schemas.microsoft.com/office/drawing/2014/main" id="{FF41DB17-16FA-0237-0AB9-C6543CCE7031}"/>
              </a:ext>
            </a:extLst>
          </p:cNvPr>
          <p:cNvSpPr/>
          <p:nvPr/>
        </p:nvSpPr>
        <p:spPr>
          <a:xfrm>
            <a:off x="1526280" y="1675287"/>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65" name="Bouton d’action : vide 64">
            <a:hlinkClick r:id="" action="ppaction://noaction" highlightClick="1"/>
            <a:extLst>
              <a:ext uri="{FF2B5EF4-FFF2-40B4-BE49-F238E27FC236}">
                <a16:creationId xmlns:a16="http://schemas.microsoft.com/office/drawing/2014/main" id="{F537E2AB-3B9C-33A2-3689-26D506748807}"/>
              </a:ext>
            </a:extLst>
          </p:cNvPr>
          <p:cNvSpPr/>
          <p:nvPr/>
        </p:nvSpPr>
        <p:spPr>
          <a:xfrm>
            <a:off x="1526280" y="2055914"/>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66" name="Bouton d’action : vide 65">
            <a:hlinkClick r:id="" action="ppaction://noaction" highlightClick="1"/>
            <a:extLst>
              <a:ext uri="{FF2B5EF4-FFF2-40B4-BE49-F238E27FC236}">
                <a16:creationId xmlns:a16="http://schemas.microsoft.com/office/drawing/2014/main" id="{246ED3CE-7D8B-964B-C859-E3D233C680B3}"/>
              </a:ext>
            </a:extLst>
          </p:cNvPr>
          <p:cNvSpPr/>
          <p:nvPr/>
        </p:nvSpPr>
        <p:spPr>
          <a:xfrm>
            <a:off x="1526280" y="2425031"/>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67" name="Bouton d’action : vide 66">
            <a:hlinkClick r:id="" action="ppaction://noaction" highlightClick="1"/>
            <a:extLst>
              <a:ext uri="{FF2B5EF4-FFF2-40B4-BE49-F238E27FC236}">
                <a16:creationId xmlns:a16="http://schemas.microsoft.com/office/drawing/2014/main" id="{3C640AB4-6B74-561A-A5C7-01FE9C351E46}"/>
              </a:ext>
            </a:extLst>
          </p:cNvPr>
          <p:cNvSpPr/>
          <p:nvPr/>
        </p:nvSpPr>
        <p:spPr>
          <a:xfrm>
            <a:off x="1526280" y="2901096"/>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68" name="Bouton d’action : vide 67">
            <a:hlinkClick r:id="" action="ppaction://noaction" highlightClick="1"/>
            <a:extLst>
              <a:ext uri="{FF2B5EF4-FFF2-40B4-BE49-F238E27FC236}">
                <a16:creationId xmlns:a16="http://schemas.microsoft.com/office/drawing/2014/main" id="{20D18DA6-D710-7405-9D5D-AA90692769C6}"/>
              </a:ext>
            </a:extLst>
          </p:cNvPr>
          <p:cNvSpPr/>
          <p:nvPr/>
        </p:nvSpPr>
        <p:spPr>
          <a:xfrm>
            <a:off x="1526280" y="3380759"/>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69" name="Bouton d’action : vide 68">
            <a:hlinkClick r:id="" action="ppaction://noaction" highlightClick="1"/>
            <a:extLst>
              <a:ext uri="{FF2B5EF4-FFF2-40B4-BE49-F238E27FC236}">
                <a16:creationId xmlns:a16="http://schemas.microsoft.com/office/drawing/2014/main" id="{0C774E35-34AE-A430-C204-7C0E9090BFC1}"/>
              </a:ext>
            </a:extLst>
          </p:cNvPr>
          <p:cNvSpPr/>
          <p:nvPr/>
        </p:nvSpPr>
        <p:spPr>
          <a:xfrm>
            <a:off x="1525488" y="3765228"/>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70" name="Bouton d’action : vide 69">
            <a:hlinkClick r:id="" action="ppaction://noaction" highlightClick="1"/>
            <a:extLst>
              <a:ext uri="{FF2B5EF4-FFF2-40B4-BE49-F238E27FC236}">
                <a16:creationId xmlns:a16="http://schemas.microsoft.com/office/drawing/2014/main" id="{B25258A2-E699-C1B0-12F9-C51387F915D2}"/>
              </a:ext>
            </a:extLst>
          </p:cNvPr>
          <p:cNvSpPr/>
          <p:nvPr/>
        </p:nvSpPr>
        <p:spPr>
          <a:xfrm>
            <a:off x="1524696" y="4145390"/>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71" name="Bouton d’action : vide 70">
            <a:hlinkClick r:id="" action="ppaction://noaction" highlightClick="1"/>
            <a:extLst>
              <a:ext uri="{FF2B5EF4-FFF2-40B4-BE49-F238E27FC236}">
                <a16:creationId xmlns:a16="http://schemas.microsoft.com/office/drawing/2014/main" id="{ADFB4F66-39F5-55FA-4D36-A931DB98650A}"/>
              </a:ext>
            </a:extLst>
          </p:cNvPr>
          <p:cNvSpPr/>
          <p:nvPr/>
        </p:nvSpPr>
        <p:spPr>
          <a:xfrm>
            <a:off x="1523643" y="4536088"/>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72" name="Bouton d’action : vide 71">
            <a:hlinkClick r:id="" action="ppaction://noaction" highlightClick="1"/>
            <a:extLst>
              <a:ext uri="{FF2B5EF4-FFF2-40B4-BE49-F238E27FC236}">
                <a16:creationId xmlns:a16="http://schemas.microsoft.com/office/drawing/2014/main" id="{DBD593D4-6675-B8C4-DBEB-E0738A966FAF}"/>
              </a:ext>
            </a:extLst>
          </p:cNvPr>
          <p:cNvSpPr/>
          <p:nvPr/>
        </p:nvSpPr>
        <p:spPr>
          <a:xfrm>
            <a:off x="1522590" y="5003547"/>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73" name="Bouton d’action : vide 72">
            <a:hlinkClick r:id="" action="ppaction://noaction" highlightClick="1"/>
            <a:extLst>
              <a:ext uri="{FF2B5EF4-FFF2-40B4-BE49-F238E27FC236}">
                <a16:creationId xmlns:a16="http://schemas.microsoft.com/office/drawing/2014/main" id="{F2DEAA71-9725-9395-D4CD-E9068F64BBBF}"/>
              </a:ext>
            </a:extLst>
          </p:cNvPr>
          <p:cNvSpPr/>
          <p:nvPr/>
        </p:nvSpPr>
        <p:spPr>
          <a:xfrm>
            <a:off x="1521537" y="5558611"/>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6" name="Rectangle 5">
            <a:extLst>
              <a:ext uri="{FF2B5EF4-FFF2-40B4-BE49-F238E27FC236}">
                <a16:creationId xmlns:a16="http://schemas.microsoft.com/office/drawing/2014/main" id="{08B21334-D909-8D4F-65EE-030A23F00636}"/>
              </a:ext>
            </a:extLst>
          </p:cNvPr>
          <p:cNvSpPr/>
          <p:nvPr/>
        </p:nvSpPr>
        <p:spPr>
          <a:xfrm>
            <a:off x="1461791" y="754553"/>
            <a:ext cx="9000000" cy="4121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fr-FR" sz="1400" b="1" i="1">
                <a:solidFill>
                  <a:schemeClr val="tx1">
                    <a:lumMod val="75000"/>
                    <a:lumOff val="25000"/>
                  </a:schemeClr>
                </a:solidFill>
                <a:latin typeface="Avenir LT Std 35 Light" panose="020B0402020203020204" pitchFamily="34" charset="0"/>
              </a:rPr>
              <a:t>Les points essentiels à réaliser</a:t>
            </a:r>
          </a:p>
        </p:txBody>
      </p:sp>
      <p:sp>
        <p:nvSpPr>
          <p:cNvPr id="4" name="Rectangle : coins arrondis 3">
            <a:extLst>
              <a:ext uri="{FF2B5EF4-FFF2-40B4-BE49-F238E27FC236}">
                <a16:creationId xmlns:a16="http://schemas.microsoft.com/office/drawing/2014/main" id="{DE075937-6BC1-9CED-308B-9A7FE3AE7676}"/>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DC582A"/>
                </a:solidFill>
              </a:rPr>
              <a:t>PROTOTYPE</a:t>
            </a:r>
          </a:p>
        </p:txBody>
      </p:sp>
      <p:sp>
        <p:nvSpPr>
          <p:cNvPr id="7" name="Flèche : chevron 8 - 2 - 1">
            <a:extLst>
              <a:ext uri="{FF2B5EF4-FFF2-40B4-BE49-F238E27FC236}">
                <a16:creationId xmlns:a16="http://schemas.microsoft.com/office/drawing/2014/main" id="{FB1A75D9-B90F-7BC9-6B65-1F76722D9437}"/>
              </a:ext>
            </a:extLst>
          </p:cNvPr>
          <p:cNvSpPr/>
          <p:nvPr/>
        </p:nvSpPr>
        <p:spPr>
          <a:xfrm>
            <a:off x="1832999" y="21771"/>
            <a:ext cx="2448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comprendre et s’informer</a:t>
            </a:r>
          </a:p>
        </p:txBody>
      </p:sp>
      <p:sp>
        <p:nvSpPr>
          <p:cNvPr id="10" name="Flèche : chevron 8 - 2 - 1">
            <a:extLst>
              <a:ext uri="{FF2B5EF4-FFF2-40B4-BE49-F238E27FC236}">
                <a16:creationId xmlns:a16="http://schemas.microsoft.com/office/drawing/2014/main" id="{0951A9D1-A175-65BF-8A96-480319E8085F}"/>
              </a:ext>
            </a:extLst>
          </p:cNvPr>
          <p:cNvSpPr/>
          <p:nvPr/>
        </p:nvSpPr>
        <p:spPr>
          <a:xfrm>
            <a:off x="4313999" y="21771"/>
            <a:ext cx="2844000" cy="288000"/>
          </a:xfrm>
          <a:prstGeom prst="chevron">
            <a:avLst>
              <a:gd name="adj" fmla="val 28278"/>
            </a:avLst>
          </a:prstGeom>
          <a:solidFill>
            <a:schemeClr val="accent1">
              <a:lumMod val="10000"/>
              <a:lumOff val="90000"/>
            </a:schemeClr>
          </a:solidFill>
          <a:ln w="28575">
            <a:solidFill>
              <a:schemeClr val="accent1">
                <a:lumMod val="10000"/>
                <a:lumOff val="90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accent1">
                    <a:lumMod val="50000"/>
                    <a:lumOff val="50000"/>
                  </a:schemeClr>
                </a:solidFill>
                <a:latin typeface="Avenir LT Std 45 Book" panose="020B0502020203020204" pitchFamily="34" charset="0"/>
              </a:rPr>
              <a:t>Checklist pour savoir comment agir pour prévenir les RPS</a:t>
            </a:r>
          </a:p>
        </p:txBody>
      </p:sp>
      <p:sp>
        <p:nvSpPr>
          <p:cNvPr id="11" name="Flèche : pentagone 3">
            <a:extLst>
              <a:ext uri="{FF2B5EF4-FFF2-40B4-BE49-F238E27FC236}">
                <a16:creationId xmlns:a16="http://schemas.microsoft.com/office/drawing/2014/main" id="{B37AD343-9051-CE50-F356-D1BAE5AC9805}"/>
              </a:ext>
            </a:extLst>
          </p:cNvPr>
          <p:cNvSpPr/>
          <p:nvPr/>
        </p:nvSpPr>
        <p:spPr>
          <a:xfrm>
            <a:off x="-2" y="21771"/>
            <a:ext cx="1800000" cy="288000"/>
          </a:xfrm>
          <a:prstGeom prst="homePlate">
            <a:avLst>
              <a:gd name="adj" fmla="val 26503"/>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Cas d’usage</a:t>
            </a:r>
          </a:p>
        </p:txBody>
      </p:sp>
      <p:sp>
        <p:nvSpPr>
          <p:cNvPr id="13" name="Flèche : chevron 8 - 2 - 1">
            <a:extLst>
              <a:ext uri="{FF2B5EF4-FFF2-40B4-BE49-F238E27FC236}">
                <a16:creationId xmlns:a16="http://schemas.microsoft.com/office/drawing/2014/main" id="{DC9B0B8A-ED86-6C6E-3792-5791EBBCE014}"/>
              </a:ext>
            </a:extLst>
          </p:cNvPr>
          <p:cNvSpPr/>
          <p:nvPr/>
        </p:nvSpPr>
        <p:spPr>
          <a:xfrm>
            <a:off x="7190999" y="21771"/>
            <a:ext cx="3168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savoir comment accompagner et traiter les situations difficiles</a:t>
            </a:r>
          </a:p>
        </p:txBody>
      </p:sp>
      <p:sp>
        <p:nvSpPr>
          <p:cNvPr id="15" name="Flèche : chevron 8 - 2 - 1">
            <a:extLst>
              <a:ext uri="{FF2B5EF4-FFF2-40B4-BE49-F238E27FC236}">
                <a16:creationId xmlns:a16="http://schemas.microsoft.com/office/drawing/2014/main" id="{9525530C-7B9C-1416-0B0F-40C3C89D43A7}"/>
              </a:ext>
            </a:extLst>
          </p:cNvPr>
          <p:cNvSpPr/>
          <p:nvPr/>
        </p:nvSpPr>
        <p:spPr>
          <a:xfrm>
            <a:off x="10392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complémentaires</a:t>
            </a:r>
          </a:p>
        </p:txBody>
      </p:sp>
      <p:grpSp>
        <p:nvGrpSpPr>
          <p:cNvPr id="8" name="Groupe 7">
            <a:extLst>
              <a:ext uri="{FF2B5EF4-FFF2-40B4-BE49-F238E27FC236}">
                <a16:creationId xmlns:a16="http://schemas.microsoft.com/office/drawing/2014/main" id="{EFC8FD50-3A3E-9042-9DEC-1587FE1D7ED1}"/>
              </a:ext>
            </a:extLst>
          </p:cNvPr>
          <p:cNvGrpSpPr>
            <a:grpSpLocks noChangeAspect="1"/>
          </p:cNvGrpSpPr>
          <p:nvPr/>
        </p:nvGrpSpPr>
        <p:grpSpPr>
          <a:xfrm>
            <a:off x="11001871" y="6336764"/>
            <a:ext cx="1082632" cy="444130"/>
            <a:chOff x="5810" y="1578917"/>
            <a:chExt cx="559801" cy="229645"/>
          </a:xfrm>
        </p:grpSpPr>
        <p:sp>
          <p:nvSpPr>
            <p:cNvPr id="9" name="Rectangle : coins arrondis 8">
              <a:hlinkClick r:id="rId4" action="ppaction://hlinksldjump"/>
              <a:extLst>
                <a:ext uri="{FF2B5EF4-FFF2-40B4-BE49-F238E27FC236}">
                  <a16:creationId xmlns:a16="http://schemas.microsoft.com/office/drawing/2014/main" id="{B9B07686-1BA4-59A9-3AA5-48D2845EA1F0}"/>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306A92"/>
                  </a:solidFill>
                  <a:effectLst/>
                  <a:uLnTx/>
                  <a:uFillTx/>
                  <a:latin typeface="Avenir LT Std 65 Medium" panose="020B0803020203020204" pitchFamily="34" charset="0"/>
                  <a:hlinkClick r:id="rId4" action="ppaction://hlinksldjump">
                    <a:extLst>
                      <a:ext uri="{A12FA001-AC4F-418D-AE19-62706E023703}">
                        <ahyp:hlinkClr xmlns:ahyp="http://schemas.microsoft.com/office/drawing/2018/hyperlinkcolor" val="tx"/>
                      </a:ext>
                    </a:extLst>
                  </a:hlinkClick>
                </a:rPr>
                <a:t>Retour</a:t>
              </a:r>
              <a:endParaRPr kumimoji="0" lang="fr-FR" sz="1200" b="0" i="0" u="none" strike="noStrike" kern="1200" cap="none" spc="0" normalizeH="0" baseline="0" noProof="0">
                <a:ln>
                  <a:noFill/>
                </a:ln>
                <a:solidFill>
                  <a:srgbClr val="306A92"/>
                </a:solidFill>
                <a:effectLst/>
                <a:uLnTx/>
                <a:uFillTx/>
                <a:latin typeface="Avenir LT Std 65 Medium" panose="020B0803020203020204" pitchFamily="34" charset="0"/>
              </a:endParaRPr>
            </a:p>
          </p:txBody>
        </p:sp>
        <p:pic>
          <p:nvPicPr>
            <p:cNvPr id="14" name="Graphique 13" descr="Retour avec un remplissage uni">
              <a:hlinkClick r:id="rId4" action="ppaction://hlinksldjump"/>
              <a:extLst>
                <a:ext uri="{FF2B5EF4-FFF2-40B4-BE49-F238E27FC236}">
                  <a16:creationId xmlns:a16="http://schemas.microsoft.com/office/drawing/2014/main" id="{EBD77B93-E86A-3445-82DD-4071CEDAFCC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9060" y="1578917"/>
              <a:ext cx="229645" cy="229645"/>
            </a:xfrm>
            <a:prstGeom prst="rect">
              <a:avLst/>
            </a:prstGeom>
          </p:spPr>
        </p:pic>
      </p:grpSp>
      <p:grpSp>
        <p:nvGrpSpPr>
          <p:cNvPr id="16" name="Groupe 15">
            <a:extLst>
              <a:ext uri="{FF2B5EF4-FFF2-40B4-BE49-F238E27FC236}">
                <a16:creationId xmlns:a16="http://schemas.microsoft.com/office/drawing/2014/main" id="{6F939465-497D-A54B-16FC-304985DB1CEA}"/>
              </a:ext>
            </a:extLst>
          </p:cNvPr>
          <p:cNvGrpSpPr/>
          <p:nvPr/>
        </p:nvGrpSpPr>
        <p:grpSpPr>
          <a:xfrm>
            <a:off x="5199260" y="6206107"/>
            <a:ext cx="1793481" cy="412124"/>
            <a:chOff x="6678161" y="6206107"/>
            <a:chExt cx="1793481" cy="412124"/>
          </a:xfrm>
        </p:grpSpPr>
        <p:pic>
          <p:nvPicPr>
            <p:cNvPr id="17" name="Graphique 16" descr="Loupe avec un remplissage uni">
              <a:hlinkClick r:id="rId6" action="ppaction://hlinksldjump"/>
              <a:extLst>
                <a:ext uri="{FF2B5EF4-FFF2-40B4-BE49-F238E27FC236}">
                  <a16:creationId xmlns:a16="http://schemas.microsoft.com/office/drawing/2014/main" id="{B7603DE9-C87C-F0F7-FC42-514E058D234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678161" y="6250259"/>
              <a:ext cx="323819" cy="323819"/>
            </a:xfrm>
            <a:prstGeom prst="rect">
              <a:avLst/>
            </a:prstGeom>
          </p:spPr>
        </p:pic>
        <p:sp>
          <p:nvSpPr>
            <p:cNvPr id="20" name="Rectangle 19">
              <a:hlinkClick r:id="rId6" action="ppaction://hlinksldjump"/>
              <a:extLst>
                <a:ext uri="{FF2B5EF4-FFF2-40B4-BE49-F238E27FC236}">
                  <a16:creationId xmlns:a16="http://schemas.microsoft.com/office/drawing/2014/main" id="{119E9F8F-1E5D-CFA6-D813-DEC30B6CC457}"/>
                </a:ext>
              </a:extLst>
            </p:cNvPr>
            <p:cNvSpPr/>
            <p:nvPr/>
          </p:nvSpPr>
          <p:spPr>
            <a:xfrm>
              <a:off x="6716107" y="6206107"/>
              <a:ext cx="1755535" cy="4121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fr-FR" sz="1000" i="1">
                  <a:solidFill>
                    <a:schemeClr val="tx1">
                      <a:lumMod val="75000"/>
                      <a:lumOff val="25000"/>
                    </a:schemeClr>
                  </a:solidFill>
                  <a:latin typeface="Avenir LT Std 35 Light" panose="020B0402020203020204" pitchFamily="34" charset="0"/>
                </a:rPr>
                <a:t>Pour aller plus loin</a:t>
              </a:r>
            </a:p>
          </p:txBody>
        </p:sp>
      </p:grpSp>
    </p:spTree>
    <p:extLst>
      <p:ext uri="{BB962C8B-B14F-4D97-AF65-F5344CB8AC3E}">
        <p14:creationId xmlns:p14="http://schemas.microsoft.com/office/powerpoint/2010/main" val="19238062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F6342-D77E-0B5A-BE70-B3ED8525A663}"/>
            </a:ext>
          </a:extLst>
        </p:cNvPr>
        <p:cNvGrpSpPr/>
        <p:nvPr/>
      </p:nvGrpSpPr>
      <p:grpSpPr>
        <a:xfrm>
          <a:off x="0" y="0"/>
          <a:ext cx="0" cy="0"/>
          <a:chOff x="0" y="0"/>
          <a:chExt cx="0" cy="0"/>
        </a:xfrm>
      </p:grpSpPr>
      <p:sp>
        <p:nvSpPr>
          <p:cNvPr id="58" name="ZoneTexte 57">
            <a:extLst>
              <a:ext uri="{FF2B5EF4-FFF2-40B4-BE49-F238E27FC236}">
                <a16:creationId xmlns:a16="http://schemas.microsoft.com/office/drawing/2014/main" id="{054094D7-808F-A425-A95D-B0AB890FE8AF}"/>
              </a:ext>
            </a:extLst>
          </p:cNvPr>
          <p:cNvSpPr txBox="1"/>
          <p:nvPr/>
        </p:nvSpPr>
        <p:spPr>
          <a:xfrm>
            <a:off x="1509026" y="2104786"/>
            <a:ext cx="9211894" cy="3347512"/>
          </a:xfrm>
          <a:prstGeom prst="roundRect">
            <a:avLst>
              <a:gd name="adj" fmla="val 5308"/>
            </a:avLst>
          </a:prstGeom>
          <a:solidFill>
            <a:schemeClr val="accent3">
              <a:lumMod val="20000"/>
              <a:lumOff val="80000"/>
            </a:schemeClr>
          </a:solidFill>
        </p:spPr>
        <p:txBody>
          <a:bodyPr wrap="square" rIns="36000" anchor="ctr">
            <a:noAutofit/>
          </a:bodyPr>
          <a:lstStyle>
            <a:defPPr>
              <a:defRPr lang="fr-FR"/>
            </a:defPPr>
            <a:lvl1pPr marL="258762" lvl="0" indent="-171450" algn="just" defTabSz="908712">
              <a:spcAft>
                <a:spcPts val="800"/>
              </a:spcAft>
              <a:buFont typeface="Arial" panose="020B0604020202020204" pitchFamily="34" charset="0"/>
              <a:buChar char="•"/>
              <a:defRPr sz="900">
                <a:solidFill>
                  <a:srgbClr val="3C3732"/>
                </a:solidFill>
                <a:latin typeface="Avenir LT Std 55 Roman" panose="020B0503020203020204" pitchFamily="34" charset="0"/>
              </a:defRPr>
            </a:lvl1pPr>
          </a:lstStyle>
          <a:p>
            <a:pPr marL="171450" defTabSz="742950">
              <a:lnSpc>
                <a:spcPts val="1300"/>
              </a:lnSpc>
              <a:spcAft>
                <a:spcPts val="1200"/>
              </a:spcAft>
              <a:defRPr/>
            </a:pPr>
            <a:r>
              <a:rPr lang="fr-FR" sz="1200">
                <a:solidFill>
                  <a:srgbClr val="306A92"/>
                </a:solidFill>
                <a:latin typeface="Avenir LT Std 65 Medium" panose="020B0803020203020204" pitchFamily="34" charset="0"/>
              </a:rPr>
              <a:t>Est-ce que je suis à l’écoute </a:t>
            </a:r>
            <a:r>
              <a:rPr lang="fr-FR" sz="1200"/>
              <a:t>de mes émotions et de mes besoins face à la situation de RPS ?</a:t>
            </a:r>
          </a:p>
          <a:p>
            <a:pPr marL="171450" defTabSz="742950">
              <a:lnSpc>
                <a:spcPts val="1300"/>
              </a:lnSpc>
              <a:spcAft>
                <a:spcPts val="1200"/>
              </a:spcAft>
              <a:defRPr/>
            </a:pPr>
            <a:r>
              <a:rPr lang="fr-FR" sz="1200">
                <a:solidFill>
                  <a:srgbClr val="306A92"/>
                </a:solidFill>
                <a:latin typeface="Avenir LT Std 65 Medium" panose="020B0803020203020204" pitchFamily="34" charset="0"/>
              </a:rPr>
              <a:t>Est-ce que je connais mon périmètre d’intervention dans cette situation</a:t>
            </a:r>
            <a:r>
              <a:rPr lang="fr-FR" sz="1200">
                <a:solidFill>
                  <a:srgbClr val="0070C0"/>
                </a:solidFill>
                <a:latin typeface="Avenir LT Std 65 Medium" panose="020B0803020203020204" pitchFamily="34" charset="0"/>
              </a:rPr>
              <a:t> </a:t>
            </a:r>
            <a:r>
              <a:rPr lang="fr-FR" sz="1200"/>
              <a:t>en tant que manager (rester dans l’empathie…) ?</a:t>
            </a:r>
          </a:p>
          <a:p>
            <a:pPr marL="171450" defTabSz="742950">
              <a:lnSpc>
                <a:spcPts val="1300"/>
              </a:lnSpc>
              <a:spcAft>
                <a:spcPts val="1200"/>
              </a:spcAft>
              <a:defRPr/>
            </a:pPr>
            <a:r>
              <a:rPr lang="fr-FR" sz="1200">
                <a:solidFill>
                  <a:srgbClr val="306A92"/>
                </a:solidFill>
                <a:latin typeface="Avenir LT Std 65 Medium" panose="020B0803020203020204" pitchFamily="34" charset="0"/>
              </a:rPr>
              <a:t>Est-ce que j’ai besoin de déléguer et/ou d’être aidé, et par qui </a:t>
            </a:r>
            <a:r>
              <a:rPr lang="fr-FR" sz="1200"/>
              <a:t>(préventeur, RH, ligne managériale, action sociale, médecine du travail, cellule de soutien psychologique...) ?</a:t>
            </a:r>
          </a:p>
          <a:p>
            <a:pPr marL="171450" defTabSz="742950">
              <a:lnSpc>
                <a:spcPts val="1300"/>
              </a:lnSpc>
              <a:spcAft>
                <a:spcPts val="1200"/>
              </a:spcAft>
              <a:defRPr/>
            </a:pPr>
            <a:r>
              <a:rPr lang="fr-FR" sz="1200"/>
              <a:t>Comment</a:t>
            </a:r>
            <a:r>
              <a:rPr lang="fr-FR" sz="1400">
                <a:latin typeface="Avenir LT Std 45 Book" panose="020B0502020203020204" pitchFamily="34" charset="0"/>
              </a:rPr>
              <a:t> </a:t>
            </a:r>
            <a:r>
              <a:rPr lang="fr-FR" sz="1200">
                <a:solidFill>
                  <a:srgbClr val="306A92"/>
                </a:solidFill>
                <a:latin typeface="Avenir LT Std 65 Medium" panose="020B0803020203020204" pitchFamily="34" charset="0"/>
              </a:rPr>
              <a:t>sécuriser le reste de l’équipe </a:t>
            </a:r>
            <a:r>
              <a:rPr lang="fr-FR" sz="1200"/>
              <a:t>?</a:t>
            </a:r>
          </a:p>
          <a:p>
            <a:pPr marL="171450" defTabSz="742950">
              <a:lnSpc>
                <a:spcPts val="1300"/>
              </a:lnSpc>
              <a:spcAft>
                <a:spcPts val="1200"/>
              </a:spcAft>
              <a:defRPr/>
            </a:pPr>
            <a:r>
              <a:rPr lang="fr-FR" sz="1200">
                <a:solidFill>
                  <a:srgbClr val="306A92"/>
                </a:solidFill>
                <a:latin typeface="Avenir LT Std 65 Medium" panose="020B0803020203020204" pitchFamily="34" charset="0"/>
              </a:rPr>
              <a:t>Comment communiquer auprès du reste de l’équipe</a:t>
            </a:r>
            <a:r>
              <a:rPr lang="fr-FR" sz="1200">
                <a:solidFill>
                  <a:srgbClr val="0070C0"/>
                </a:solidFill>
                <a:latin typeface="Avenir LT Std 65 Medium" panose="020B0803020203020204" pitchFamily="34" charset="0"/>
              </a:rPr>
              <a:t> </a:t>
            </a:r>
            <a:r>
              <a:rPr lang="fr-FR" sz="1200"/>
              <a:t>(être présent, être accompagné d’un collègue…) ?</a:t>
            </a:r>
          </a:p>
          <a:p>
            <a:pPr marL="171450" defTabSz="742950">
              <a:lnSpc>
                <a:spcPts val="1300"/>
              </a:lnSpc>
              <a:spcAft>
                <a:spcPts val="1200"/>
              </a:spcAft>
              <a:defRPr/>
            </a:pPr>
            <a:r>
              <a:rPr lang="fr-FR" sz="1200">
                <a:solidFill>
                  <a:srgbClr val="306A92"/>
                </a:solidFill>
                <a:latin typeface="Avenir LT Std 65 Medium" panose="020B0803020203020204" pitchFamily="34" charset="0"/>
              </a:rPr>
              <a:t>Comment communiquer auprès des IRP </a:t>
            </a:r>
            <a:r>
              <a:rPr lang="fr-FR" sz="1200"/>
              <a:t>(quelle obligation d’information, qui informer…) ?</a:t>
            </a:r>
          </a:p>
          <a:p>
            <a:pPr marL="171450" defTabSz="742950">
              <a:lnSpc>
                <a:spcPts val="1300"/>
              </a:lnSpc>
              <a:spcAft>
                <a:spcPts val="1200"/>
              </a:spcAft>
              <a:defRPr/>
            </a:pPr>
            <a:r>
              <a:rPr lang="fr-FR" sz="1200"/>
              <a:t>Comment </a:t>
            </a:r>
            <a:r>
              <a:rPr lang="fr-FR" sz="1200">
                <a:solidFill>
                  <a:srgbClr val="306A92"/>
                </a:solidFill>
                <a:latin typeface="Avenir LT Std 65 Medium" panose="020B0803020203020204" pitchFamily="34" charset="0"/>
              </a:rPr>
              <a:t>accompagner l’agent en souffrance </a:t>
            </a:r>
            <a:r>
              <a:rPr lang="fr-FR" sz="1200"/>
              <a:t>liée à une situation RPS avérée ?</a:t>
            </a:r>
          </a:p>
          <a:p>
            <a:pPr marL="171450" defTabSz="742950">
              <a:lnSpc>
                <a:spcPts val="1300"/>
              </a:lnSpc>
              <a:spcAft>
                <a:spcPts val="1200"/>
              </a:spcAft>
              <a:defRPr/>
            </a:pPr>
            <a:r>
              <a:rPr lang="fr-FR" sz="1200">
                <a:solidFill>
                  <a:srgbClr val="306A92"/>
                </a:solidFill>
                <a:latin typeface="Avenir LT Std 65 Medium" panose="020B0803020203020204" pitchFamily="34" charset="0"/>
              </a:rPr>
              <a:t>Comment accompagner l’équipe en cas d’événement grave ?</a:t>
            </a:r>
          </a:p>
          <a:p>
            <a:pPr marL="171450" defTabSz="742950">
              <a:lnSpc>
                <a:spcPts val="1300"/>
              </a:lnSpc>
              <a:spcAft>
                <a:spcPts val="1200"/>
              </a:spcAft>
              <a:defRPr/>
            </a:pPr>
            <a:r>
              <a:rPr lang="fr-FR" sz="1200">
                <a:solidFill>
                  <a:srgbClr val="306A92"/>
                </a:solidFill>
                <a:latin typeface="Avenir LT Std 65 Medium" panose="020B0803020203020204" pitchFamily="34" charset="0"/>
              </a:rPr>
              <a:t>Comment accompagner la poursuite ou le retour au travail </a:t>
            </a:r>
            <a:r>
              <a:rPr lang="fr-FR" sz="1200"/>
              <a:t>des agents ayant eu une situation RPS ?</a:t>
            </a:r>
          </a:p>
        </p:txBody>
      </p:sp>
      <p:sp>
        <p:nvSpPr>
          <p:cNvPr id="7" name="ZoneTexte 6">
            <a:extLst>
              <a:ext uri="{FF2B5EF4-FFF2-40B4-BE49-F238E27FC236}">
                <a16:creationId xmlns:a16="http://schemas.microsoft.com/office/drawing/2014/main" id="{3A67CBFE-6AF0-CD79-7EAF-F529C17B6CFF}"/>
              </a:ext>
            </a:extLst>
          </p:cNvPr>
          <p:cNvSpPr txBox="1"/>
          <p:nvPr/>
        </p:nvSpPr>
        <p:spPr>
          <a:xfrm>
            <a:off x="1509026" y="1146103"/>
            <a:ext cx="9211898" cy="666282"/>
          </a:xfrm>
          <a:prstGeom prst="roundRect">
            <a:avLst/>
          </a:prstGeom>
          <a:solidFill>
            <a:srgbClr val="FEF2F0"/>
          </a:solidFill>
        </p:spPr>
        <p:txBody>
          <a:bodyPr wrap="square">
            <a:spAutoFit/>
          </a:bodyPr>
          <a:lstStyle/>
          <a:p>
            <a:pPr lvl="0" algn="ctr" defTabSz="742950">
              <a:lnSpc>
                <a:spcPts val="1300"/>
              </a:lnSpc>
              <a:defRPr/>
            </a:pPr>
            <a:r>
              <a:rPr lang="fr-FR" sz="1400" b="1">
                <a:latin typeface="Avenir LT Std 45 Book" panose="020B0502020203020204" pitchFamily="34" charset="0"/>
              </a:rPr>
              <a:t>En tant que manager, vous êtes accompagnés par des interlocuteurs spécialisés pour la gestion des situations difficiles. Vous pouvez également vous questionner sur les points suivants </a:t>
            </a:r>
            <a:r>
              <a:rPr lang="fr-FR" sz="1400" b="1" u="sng">
                <a:latin typeface="Avenir LT Std 45 Book" panose="020B0502020203020204" pitchFamily="34" charset="0"/>
              </a:rPr>
              <a:t>dans les limites de votre rôle de manager et de vos responsabilités face à la situation</a:t>
            </a:r>
            <a:endParaRPr lang="fr-FR" sz="1400" b="1">
              <a:latin typeface="Avenir LT Std 45 Book" panose="020B0502020203020204" pitchFamily="34" charset="0"/>
            </a:endParaRPr>
          </a:p>
        </p:txBody>
      </p:sp>
      <p:sp>
        <p:nvSpPr>
          <p:cNvPr id="4" name="Rectangle : coins arrondis 3">
            <a:extLst>
              <a:ext uri="{FF2B5EF4-FFF2-40B4-BE49-F238E27FC236}">
                <a16:creationId xmlns:a16="http://schemas.microsoft.com/office/drawing/2014/main" id="{9B004CB3-3422-2065-A521-E7F8DB2C0F11}"/>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DC582A"/>
                </a:solidFill>
              </a:rPr>
              <a:t>PROTOTYPE</a:t>
            </a:r>
          </a:p>
        </p:txBody>
      </p:sp>
      <p:grpSp>
        <p:nvGrpSpPr>
          <p:cNvPr id="9" name="Groupe 8">
            <a:extLst>
              <a:ext uri="{FF2B5EF4-FFF2-40B4-BE49-F238E27FC236}">
                <a16:creationId xmlns:a16="http://schemas.microsoft.com/office/drawing/2014/main" id="{BBCC18B3-10D3-4322-7B85-6E21076FC29B}"/>
              </a:ext>
            </a:extLst>
          </p:cNvPr>
          <p:cNvGrpSpPr/>
          <p:nvPr/>
        </p:nvGrpSpPr>
        <p:grpSpPr>
          <a:xfrm>
            <a:off x="5199260" y="6206107"/>
            <a:ext cx="1793481" cy="412124"/>
            <a:chOff x="6678161" y="6206107"/>
            <a:chExt cx="1793481" cy="412124"/>
          </a:xfrm>
        </p:grpSpPr>
        <p:pic>
          <p:nvPicPr>
            <p:cNvPr id="10" name="Graphique 9" descr="Loupe avec un remplissage uni">
              <a:hlinkClick r:id="rId3" action="ppaction://hlinksldjump"/>
              <a:extLst>
                <a:ext uri="{FF2B5EF4-FFF2-40B4-BE49-F238E27FC236}">
                  <a16:creationId xmlns:a16="http://schemas.microsoft.com/office/drawing/2014/main" id="{E76C8760-BF74-0595-3091-DA492D24E03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78161" y="6250259"/>
              <a:ext cx="323819" cy="323819"/>
            </a:xfrm>
            <a:prstGeom prst="rect">
              <a:avLst/>
            </a:prstGeom>
          </p:spPr>
        </p:pic>
        <p:sp>
          <p:nvSpPr>
            <p:cNvPr id="15" name="Rectangle 14">
              <a:hlinkClick r:id="rId3" action="ppaction://hlinksldjump"/>
              <a:extLst>
                <a:ext uri="{FF2B5EF4-FFF2-40B4-BE49-F238E27FC236}">
                  <a16:creationId xmlns:a16="http://schemas.microsoft.com/office/drawing/2014/main" id="{98414D99-47EE-B618-E7E0-132372BDE1B3}"/>
                </a:ext>
              </a:extLst>
            </p:cNvPr>
            <p:cNvSpPr/>
            <p:nvPr/>
          </p:nvSpPr>
          <p:spPr>
            <a:xfrm>
              <a:off x="6716107" y="6206107"/>
              <a:ext cx="1755535" cy="4121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fr-FR" sz="1000" i="1">
                  <a:solidFill>
                    <a:schemeClr val="tx1">
                      <a:lumMod val="75000"/>
                      <a:lumOff val="25000"/>
                    </a:schemeClr>
                  </a:solidFill>
                  <a:latin typeface="Avenir LT Std 35 Light" panose="020B0402020203020204" pitchFamily="34" charset="0"/>
                </a:rPr>
                <a:t>Pour aller plus loin</a:t>
              </a:r>
            </a:p>
          </p:txBody>
        </p:sp>
      </p:grpSp>
      <p:sp>
        <p:nvSpPr>
          <p:cNvPr id="2" name="Flèche : chevron 8 - 2 - 1">
            <a:extLst>
              <a:ext uri="{FF2B5EF4-FFF2-40B4-BE49-F238E27FC236}">
                <a16:creationId xmlns:a16="http://schemas.microsoft.com/office/drawing/2014/main" id="{F6371FA8-8B20-B01F-D1FB-F97C48B1B202}"/>
              </a:ext>
            </a:extLst>
          </p:cNvPr>
          <p:cNvSpPr/>
          <p:nvPr/>
        </p:nvSpPr>
        <p:spPr>
          <a:xfrm>
            <a:off x="1832999" y="21771"/>
            <a:ext cx="2448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comprendre et s’informer</a:t>
            </a:r>
          </a:p>
        </p:txBody>
      </p:sp>
      <p:sp>
        <p:nvSpPr>
          <p:cNvPr id="3" name="Flèche : chevron 8 - 2 - 1">
            <a:extLst>
              <a:ext uri="{FF2B5EF4-FFF2-40B4-BE49-F238E27FC236}">
                <a16:creationId xmlns:a16="http://schemas.microsoft.com/office/drawing/2014/main" id="{DC366486-9F85-3B16-C663-4A857EBC783E}"/>
              </a:ext>
            </a:extLst>
          </p:cNvPr>
          <p:cNvSpPr/>
          <p:nvPr/>
        </p:nvSpPr>
        <p:spPr>
          <a:xfrm>
            <a:off x="4313999" y="21771"/>
            <a:ext cx="2844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savoir comment agir pour prévenir les RPS</a:t>
            </a:r>
          </a:p>
        </p:txBody>
      </p:sp>
      <p:sp>
        <p:nvSpPr>
          <p:cNvPr id="5" name="Flèche : pentagone 3">
            <a:extLst>
              <a:ext uri="{FF2B5EF4-FFF2-40B4-BE49-F238E27FC236}">
                <a16:creationId xmlns:a16="http://schemas.microsoft.com/office/drawing/2014/main" id="{0399DF17-2A44-2342-FB2F-01AF99829DD4}"/>
              </a:ext>
            </a:extLst>
          </p:cNvPr>
          <p:cNvSpPr/>
          <p:nvPr/>
        </p:nvSpPr>
        <p:spPr>
          <a:xfrm>
            <a:off x="-2" y="21771"/>
            <a:ext cx="1800000" cy="288000"/>
          </a:xfrm>
          <a:prstGeom prst="homePlate">
            <a:avLst>
              <a:gd name="adj" fmla="val 26503"/>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Cas d’usage</a:t>
            </a:r>
          </a:p>
        </p:txBody>
      </p:sp>
      <p:sp>
        <p:nvSpPr>
          <p:cNvPr id="6" name="Flèche : chevron 8 - 2 - 1">
            <a:extLst>
              <a:ext uri="{FF2B5EF4-FFF2-40B4-BE49-F238E27FC236}">
                <a16:creationId xmlns:a16="http://schemas.microsoft.com/office/drawing/2014/main" id="{AB2139A7-AFB7-7452-7CC3-182298F474CE}"/>
              </a:ext>
            </a:extLst>
          </p:cNvPr>
          <p:cNvSpPr/>
          <p:nvPr/>
        </p:nvSpPr>
        <p:spPr>
          <a:xfrm>
            <a:off x="7190999" y="21771"/>
            <a:ext cx="3168000" cy="288000"/>
          </a:xfrm>
          <a:prstGeom prst="chevron">
            <a:avLst>
              <a:gd name="adj" fmla="val 28278"/>
            </a:avLst>
          </a:prstGeom>
          <a:solidFill>
            <a:schemeClr val="accent1">
              <a:lumMod val="10000"/>
              <a:lumOff val="90000"/>
            </a:schemeClr>
          </a:solidFill>
          <a:ln w="28575">
            <a:solidFill>
              <a:schemeClr val="accent1">
                <a:lumMod val="10000"/>
                <a:lumOff val="90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accent1">
                    <a:lumMod val="50000"/>
                    <a:lumOff val="50000"/>
                  </a:schemeClr>
                </a:solidFill>
                <a:latin typeface="Avenir LT Std 45 Book" panose="020B0502020203020204" pitchFamily="34" charset="0"/>
              </a:rPr>
              <a:t>Checklist pour savoir comment accompagner et traiter les situations difficiles</a:t>
            </a:r>
          </a:p>
        </p:txBody>
      </p:sp>
      <p:sp>
        <p:nvSpPr>
          <p:cNvPr id="8" name="Flèche : chevron 8 - 2 - 1">
            <a:extLst>
              <a:ext uri="{FF2B5EF4-FFF2-40B4-BE49-F238E27FC236}">
                <a16:creationId xmlns:a16="http://schemas.microsoft.com/office/drawing/2014/main" id="{3F5376AF-B895-D085-D15E-AF3CD4B2CDB0}"/>
              </a:ext>
            </a:extLst>
          </p:cNvPr>
          <p:cNvSpPr/>
          <p:nvPr/>
        </p:nvSpPr>
        <p:spPr>
          <a:xfrm>
            <a:off x="10392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Ressources complémentaires</a:t>
            </a:r>
          </a:p>
        </p:txBody>
      </p:sp>
      <p:grpSp>
        <p:nvGrpSpPr>
          <p:cNvPr id="11" name="Groupe 10">
            <a:extLst>
              <a:ext uri="{FF2B5EF4-FFF2-40B4-BE49-F238E27FC236}">
                <a16:creationId xmlns:a16="http://schemas.microsoft.com/office/drawing/2014/main" id="{23425DFA-56B9-5DC9-F9BA-040F42AF2E0D}"/>
              </a:ext>
            </a:extLst>
          </p:cNvPr>
          <p:cNvGrpSpPr>
            <a:grpSpLocks noChangeAspect="1"/>
          </p:cNvGrpSpPr>
          <p:nvPr/>
        </p:nvGrpSpPr>
        <p:grpSpPr>
          <a:xfrm>
            <a:off x="11001871" y="6336764"/>
            <a:ext cx="1082632" cy="444130"/>
            <a:chOff x="5810" y="1578917"/>
            <a:chExt cx="559801" cy="229645"/>
          </a:xfrm>
        </p:grpSpPr>
        <p:sp>
          <p:nvSpPr>
            <p:cNvPr id="16" name="Rectangle : coins arrondis 15">
              <a:hlinkClick r:id="rId5" action="ppaction://hlinksldjump"/>
              <a:extLst>
                <a:ext uri="{FF2B5EF4-FFF2-40B4-BE49-F238E27FC236}">
                  <a16:creationId xmlns:a16="http://schemas.microsoft.com/office/drawing/2014/main" id="{656ACEB6-8E8D-C066-51BC-12235BEC4361}"/>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306A92"/>
                  </a:solidFill>
                  <a:effectLst/>
                  <a:uLnTx/>
                  <a:uFillTx/>
                  <a:latin typeface="Avenir LT Std 65 Medium" panose="020B0803020203020204" pitchFamily="34" charset="0"/>
                  <a:hlinkClick r:id="rId5" action="ppaction://hlinksldjump">
                    <a:extLst>
                      <a:ext uri="{A12FA001-AC4F-418D-AE19-62706E023703}">
                        <ahyp:hlinkClr xmlns:ahyp="http://schemas.microsoft.com/office/drawing/2018/hyperlinkcolor" val="tx"/>
                      </a:ext>
                    </a:extLst>
                  </a:hlinkClick>
                </a:rPr>
                <a:t>Retour</a:t>
              </a:r>
              <a:endParaRPr kumimoji="0" lang="fr-FR" sz="1200" b="0" i="0" u="none" strike="noStrike" kern="1200" cap="none" spc="0" normalizeH="0" baseline="0" noProof="0">
                <a:ln>
                  <a:noFill/>
                </a:ln>
                <a:solidFill>
                  <a:srgbClr val="306A92"/>
                </a:solidFill>
                <a:effectLst/>
                <a:uLnTx/>
                <a:uFillTx/>
                <a:latin typeface="Avenir LT Std 65 Medium" panose="020B0803020203020204" pitchFamily="34" charset="0"/>
              </a:endParaRPr>
            </a:p>
          </p:txBody>
        </p:sp>
        <p:pic>
          <p:nvPicPr>
            <p:cNvPr id="17" name="Graphique 16" descr="Retour avec un remplissage uni">
              <a:hlinkClick r:id="rId5" action="ppaction://hlinksldjump"/>
              <a:extLst>
                <a:ext uri="{FF2B5EF4-FFF2-40B4-BE49-F238E27FC236}">
                  <a16:creationId xmlns:a16="http://schemas.microsoft.com/office/drawing/2014/main" id="{D848A4B1-262A-3FA1-C0B2-A20B1CD3089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9060" y="1578917"/>
              <a:ext cx="229645" cy="229645"/>
            </a:xfrm>
            <a:prstGeom prst="rect">
              <a:avLst/>
            </a:prstGeom>
          </p:spPr>
        </p:pic>
      </p:grpSp>
    </p:spTree>
    <p:extLst>
      <p:ext uri="{BB962C8B-B14F-4D97-AF65-F5344CB8AC3E}">
        <p14:creationId xmlns:p14="http://schemas.microsoft.com/office/powerpoint/2010/main" val="9053125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BDC83-55E5-CB5A-FDCB-4ED706BC4185}"/>
            </a:ext>
          </a:extLst>
        </p:cNvPr>
        <p:cNvGrpSpPr/>
        <p:nvPr/>
      </p:nvGrpSpPr>
      <p:grpSpPr>
        <a:xfrm>
          <a:off x="0" y="0"/>
          <a:ext cx="0" cy="0"/>
          <a:chOff x="0" y="0"/>
          <a:chExt cx="0" cy="0"/>
        </a:xfrm>
      </p:grpSpPr>
      <p:sp>
        <p:nvSpPr>
          <p:cNvPr id="21" name="Rectangle : coins arrondis 20">
            <a:extLst>
              <a:ext uri="{FF2B5EF4-FFF2-40B4-BE49-F238E27FC236}">
                <a16:creationId xmlns:a16="http://schemas.microsoft.com/office/drawing/2014/main" id="{9E1F3D73-4235-DE23-926F-1C0EFDF13CD6}"/>
              </a:ext>
            </a:extLst>
          </p:cNvPr>
          <p:cNvSpPr/>
          <p:nvPr/>
        </p:nvSpPr>
        <p:spPr>
          <a:xfrm>
            <a:off x="457200" y="5123683"/>
            <a:ext cx="11487726" cy="1244299"/>
          </a:xfrm>
          <a:prstGeom prst="roundRect">
            <a:avLst>
              <a:gd name="adj" fmla="val 7884"/>
            </a:avLst>
          </a:prstGeom>
          <a:solidFill>
            <a:srgbClr val="FBFBFB"/>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defRPr/>
            </a:pPr>
            <a:r>
              <a:rPr kumimoji="0" lang="fr-FR" sz="900" b="0" i="1" u="none" strike="noStrike" kern="1200" cap="none" spc="0" normalizeH="0" baseline="0" noProof="0">
                <a:ln>
                  <a:noFill/>
                </a:ln>
                <a:solidFill>
                  <a:srgbClr val="FFFFFF">
                    <a:lumMod val="50000"/>
                  </a:srgbClr>
                </a:solidFill>
                <a:effectLst/>
                <a:uLnTx/>
                <a:uFillTx/>
                <a:latin typeface="Avenir LT Std 35 Light" panose="020B0402020203020204" pitchFamily="34" charset="0"/>
                <a:ea typeface="+mn-ea"/>
                <a:cs typeface="+mn-cs"/>
              </a:rPr>
              <a:t>Zone de texte libre</a:t>
            </a:r>
          </a:p>
        </p:txBody>
      </p:sp>
      <p:sp>
        <p:nvSpPr>
          <p:cNvPr id="168" name="Rectangle : coins arrondis 167">
            <a:extLst>
              <a:ext uri="{FF2B5EF4-FFF2-40B4-BE49-F238E27FC236}">
                <a16:creationId xmlns:a16="http://schemas.microsoft.com/office/drawing/2014/main" id="{EE8722E5-63AB-5C67-6583-D2576C653BF0}"/>
              </a:ext>
            </a:extLst>
          </p:cNvPr>
          <p:cNvSpPr/>
          <p:nvPr/>
        </p:nvSpPr>
        <p:spPr>
          <a:xfrm>
            <a:off x="1185745" y="998575"/>
            <a:ext cx="9808951" cy="4039589"/>
          </a:xfrm>
          <a:prstGeom prst="roundRect">
            <a:avLst>
              <a:gd name="adj" fmla="val 0"/>
            </a:avLst>
          </a:prstGeom>
          <a:solidFill>
            <a:srgbClr val="F6F9FC"/>
          </a:solid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9050" lvl="0" algn="just">
              <a:lnSpc>
                <a:spcPts val="1400"/>
              </a:lnSpc>
              <a:spcAft>
                <a:spcPts val="600"/>
              </a:spcAft>
              <a:tabLst>
                <a:tab pos="180975" algn="l"/>
              </a:tabLst>
              <a:defRPr/>
            </a:pPr>
            <a:endParaRPr lang="fr-FR" sz="1000">
              <a:solidFill>
                <a:srgbClr val="000000"/>
              </a:solidFill>
              <a:latin typeface="Avenir LT Std 55 Roman" panose="020B0503020203020204" pitchFamily="34" charset="0"/>
              <a:cs typeface="Times New Roman" panose="02020603050405020304" pitchFamily="18" charset="0"/>
            </a:endParaRPr>
          </a:p>
        </p:txBody>
      </p:sp>
      <p:sp>
        <p:nvSpPr>
          <p:cNvPr id="18" name="Rectangle : coins arrondis 17">
            <a:extLst>
              <a:ext uri="{FF2B5EF4-FFF2-40B4-BE49-F238E27FC236}">
                <a16:creationId xmlns:a16="http://schemas.microsoft.com/office/drawing/2014/main" id="{EFAE8F27-5ABE-0457-84A4-D6F91B9AF886}"/>
              </a:ext>
            </a:extLst>
          </p:cNvPr>
          <p:cNvSpPr/>
          <p:nvPr/>
        </p:nvSpPr>
        <p:spPr>
          <a:xfrm>
            <a:off x="1197304" y="591519"/>
            <a:ext cx="9808951" cy="504694"/>
          </a:xfrm>
          <a:prstGeom prst="round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400" b="1" i="1">
                <a:solidFill>
                  <a:schemeClr val="bg1"/>
                </a:solidFill>
              </a:rPr>
              <a:t>Ressources à ma disposition</a:t>
            </a:r>
          </a:p>
        </p:txBody>
      </p:sp>
      <p:sp>
        <p:nvSpPr>
          <p:cNvPr id="43" name="Ellipse 42">
            <a:extLst>
              <a:ext uri="{FF2B5EF4-FFF2-40B4-BE49-F238E27FC236}">
                <a16:creationId xmlns:a16="http://schemas.microsoft.com/office/drawing/2014/main" id="{9C7E8CF1-8B70-EC36-953D-AEF995D914DD}"/>
              </a:ext>
            </a:extLst>
          </p:cNvPr>
          <p:cNvSpPr/>
          <p:nvPr/>
        </p:nvSpPr>
        <p:spPr>
          <a:xfrm>
            <a:off x="1645928" y="596204"/>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pic>
        <p:nvPicPr>
          <p:cNvPr id="42" name="Image 41">
            <a:extLst>
              <a:ext uri="{FF2B5EF4-FFF2-40B4-BE49-F238E27FC236}">
                <a16:creationId xmlns:a16="http://schemas.microsoft.com/office/drawing/2014/main" id="{0A319B21-826E-3DFF-D126-E8E87350DAA5}"/>
              </a:ext>
            </a:extLst>
          </p:cNvPr>
          <p:cNvPicPr>
            <a:picLocks noChangeAspect="1"/>
          </p:cNvPicPr>
          <p:nvPr/>
        </p:nvPicPr>
        <p:blipFill>
          <a:blip r:embed="rId3"/>
          <a:stretch>
            <a:fillRect/>
          </a:stretch>
        </p:blipFill>
        <p:spPr>
          <a:xfrm>
            <a:off x="1770045" y="589928"/>
            <a:ext cx="485486" cy="621422"/>
          </a:xfrm>
          <a:prstGeom prst="rect">
            <a:avLst/>
          </a:prstGeom>
        </p:spPr>
      </p:pic>
      <p:sp>
        <p:nvSpPr>
          <p:cNvPr id="85" name="Rectangle : coins arrondis 84">
            <a:extLst>
              <a:ext uri="{FF2B5EF4-FFF2-40B4-BE49-F238E27FC236}">
                <a16:creationId xmlns:a16="http://schemas.microsoft.com/office/drawing/2014/main" id="{39866807-02A7-4B6C-9AED-F055D837C56D}"/>
              </a:ext>
            </a:extLst>
          </p:cNvPr>
          <p:cNvSpPr/>
          <p:nvPr/>
        </p:nvSpPr>
        <p:spPr>
          <a:xfrm>
            <a:off x="1381384" y="1246364"/>
            <a:ext cx="2504302" cy="36735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ts val="900"/>
              </a:lnSpc>
              <a:spcBef>
                <a:spcPts val="300"/>
              </a:spcBef>
              <a:buClr>
                <a:srgbClr val="0084D4"/>
              </a:buClr>
              <a:defRPr/>
            </a:pPr>
            <a:r>
              <a:rPr lang="fr-FR" sz="1100" b="1" i="1">
                <a:solidFill>
                  <a:schemeClr val="tx1"/>
                </a:solidFill>
                <a:latin typeface="Avenir LT Std 65 Medium" panose="020B0803020203020204" pitchFamily="34" charset="0"/>
              </a:rPr>
              <a:t>Ressource</a:t>
            </a:r>
            <a:br>
              <a:rPr lang="fr-FR" sz="1000" b="1" i="1">
                <a:solidFill>
                  <a:schemeClr val="tx1"/>
                </a:solidFill>
                <a:latin typeface="Avenir LT Std 65 Medium" panose="020B0803020203020204" pitchFamily="34" charset="0"/>
              </a:rPr>
            </a:br>
            <a:r>
              <a:rPr lang="fr-FR" sz="900" i="1">
                <a:solidFill>
                  <a:srgbClr val="FFFFFF">
                    <a:lumMod val="50000"/>
                  </a:srgbClr>
                </a:solidFill>
                <a:latin typeface="Avenir LT Std 35 Light" panose="020B0402020203020204" pitchFamily="34" charset="0"/>
              </a:rPr>
              <a:t>(accessible en cliquant dessus)</a:t>
            </a:r>
          </a:p>
        </p:txBody>
      </p:sp>
      <p:sp>
        <p:nvSpPr>
          <p:cNvPr id="86" name="Rectangle : coins arrondis 85">
            <a:extLst>
              <a:ext uri="{FF2B5EF4-FFF2-40B4-BE49-F238E27FC236}">
                <a16:creationId xmlns:a16="http://schemas.microsoft.com/office/drawing/2014/main" id="{A0D0534A-CB7B-73AD-93B3-E67DCE036BA5}"/>
              </a:ext>
            </a:extLst>
          </p:cNvPr>
          <p:cNvSpPr/>
          <p:nvPr/>
        </p:nvSpPr>
        <p:spPr>
          <a:xfrm>
            <a:off x="4388386" y="1246364"/>
            <a:ext cx="4402497" cy="35624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14000"/>
              </a:lnSpc>
              <a:buClr>
                <a:srgbClr val="0084D4"/>
              </a:buClr>
              <a:defRPr/>
            </a:pPr>
            <a:r>
              <a:rPr lang="fr-FR" sz="1000" b="1" i="1">
                <a:solidFill>
                  <a:schemeClr val="tx1"/>
                </a:solidFill>
                <a:latin typeface="Avenir LT Std 65 Medium" panose="020B0803020203020204" pitchFamily="34" charset="0"/>
              </a:rPr>
              <a:t>Ce qu’elle apporte</a:t>
            </a:r>
          </a:p>
        </p:txBody>
      </p:sp>
      <p:pic>
        <p:nvPicPr>
          <p:cNvPr id="146" name="Graphique 145" descr="Cœur avec un remplissage uni">
            <a:extLst>
              <a:ext uri="{FF2B5EF4-FFF2-40B4-BE49-F238E27FC236}">
                <a16:creationId xmlns:a16="http://schemas.microsoft.com/office/drawing/2014/main" id="{21CFAE1A-6870-5BE8-747D-D99B81DF7F0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314869" y="1235218"/>
            <a:ext cx="288595" cy="288595"/>
          </a:xfrm>
          <a:prstGeom prst="rect">
            <a:avLst/>
          </a:prstGeom>
        </p:spPr>
      </p:pic>
      <p:pic>
        <p:nvPicPr>
          <p:cNvPr id="148" name="Graphique 147" descr="Sablier plein avec un remplissage uni">
            <a:extLst>
              <a:ext uri="{FF2B5EF4-FFF2-40B4-BE49-F238E27FC236}">
                <a16:creationId xmlns:a16="http://schemas.microsoft.com/office/drawing/2014/main" id="{7B71D3C9-E387-B041-AEC3-269BFEB2B29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642377" y="1238471"/>
            <a:ext cx="281763" cy="281763"/>
          </a:xfrm>
          <a:prstGeom prst="rect">
            <a:avLst/>
          </a:prstGeom>
        </p:spPr>
      </p:pic>
      <p:sp>
        <p:nvSpPr>
          <p:cNvPr id="7" name="Rectangle : coins arrondis 6">
            <a:extLst>
              <a:ext uri="{FF2B5EF4-FFF2-40B4-BE49-F238E27FC236}">
                <a16:creationId xmlns:a16="http://schemas.microsoft.com/office/drawing/2014/main" id="{3F324DA5-6DCE-D8CE-2393-B5885CC6CFFF}"/>
              </a:ext>
            </a:extLst>
          </p:cNvPr>
          <p:cNvSpPr/>
          <p:nvPr/>
        </p:nvSpPr>
        <p:spPr>
          <a:xfrm>
            <a:off x="2291494" y="1556508"/>
            <a:ext cx="4717648" cy="65912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sp>
        <p:nvSpPr>
          <p:cNvPr id="9" name="Rectangle 8">
            <a:hlinkClick r:id="rId6" action="ppaction://hlinksldjump"/>
            <a:extLst>
              <a:ext uri="{FF2B5EF4-FFF2-40B4-BE49-F238E27FC236}">
                <a16:creationId xmlns:a16="http://schemas.microsoft.com/office/drawing/2014/main" id="{7B53318F-254B-D492-B675-1CEDC550E9E8}"/>
              </a:ext>
            </a:extLst>
          </p:cNvPr>
          <p:cNvSpPr/>
          <p:nvPr/>
        </p:nvSpPr>
        <p:spPr>
          <a:xfrm>
            <a:off x="1949357" y="1688506"/>
            <a:ext cx="2238137"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tlCol="0" anchor="ctr"/>
          <a:lstStyle/>
          <a:p>
            <a:r>
              <a:rPr lang="fr-FR" sz="1000" b="1">
                <a:solidFill>
                  <a:srgbClr val="306A92"/>
                </a:solidFill>
                <a:latin typeface="Avenir LT Std 45 Book" panose="020B0502020203020204" pitchFamily="34" charset="0"/>
              </a:rPr>
              <a:t>Comment aborder la charge de travail avec les équipes</a:t>
            </a:r>
            <a:endParaRPr lang="fr-FR" sz="1000" b="1">
              <a:solidFill>
                <a:srgbClr val="306A92"/>
              </a:solidFill>
              <a:highlight>
                <a:srgbClr val="FFFF00"/>
              </a:highlight>
              <a:latin typeface="Avenir LT Std 45 Book" panose="020B0502020203020204" pitchFamily="34" charset="0"/>
            </a:endParaRPr>
          </a:p>
        </p:txBody>
      </p:sp>
      <p:sp>
        <p:nvSpPr>
          <p:cNvPr id="10" name="Rectangle 9">
            <a:hlinkClick r:id="rId6" action="ppaction://hlinksldjump"/>
            <a:extLst>
              <a:ext uri="{FF2B5EF4-FFF2-40B4-BE49-F238E27FC236}">
                <a16:creationId xmlns:a16="http://schemas.microsoft.com/office/drawing/2014/main" id="{205E9665-E6A6-EF3C-72F6-6E2500ABF6D4}"/>
              </a:ext>
            </a:extLst>
          </p:cNvPr>
          <p:cNvSpPr/>
          <p:nvPr/>
        </p:nvSpPr>
        <p:spPr>
          <a:xfrm>
            <a:off x="4388386" y="1688506"/>
            <a:ext cx="4752240"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defTabSz="914355"/>
            <a:r>
              <a:rPr lang="fr-FR" sz="900">
                <a:solidFill>
                  <a:schemeClr val="tx1"/>
                </a:solidFill>
                <a:latin typeface="Avenir LT Std 35 Light" panose="020B0402020203020204" pitchFamily="34" charset="0"/>
              </a:rPr>
              <a:t>Recommandations pour aborder la charge de travail pour soi-même et avec les équipes</a:t>
            </a:r>
          </a:p>
        </p:txBody>
      </p:sp>
      <p:sp>
        <p:nvSpPr>
          <p:cNvPr id="13" name="Rectangle 12">
            <a:extLst>
              <a:ext uri="{FF2B5EF4-FFF2-40B4-BE49-F238E27FC236}">
                <a16:creationId xmlns:a16="http://schemas.microsoft.com/office/drawing/2014/main" id="{638F63C7-C4B6-7A1B-B67C-317DEF830D2D}"/>
              </a:ext>
            </a:extLst>
          </p:cNvPr>
          <p:cNvSpPr/>
          <p:nvPr/>
        </p:nvSpPr>
        <p:spPr>
          <a:xfrm>
            <a:off x="9486011" y="1688506"/>
            <a:ext cx="594494"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latin typeface="Avenir LT Std 45 Book" panose="020B0502020203020204" pitchFamily="34" charset="0"/>
              </a:rPr>
              <a:t>~ 8 min </a:t>
            </a:r>
          </a:p>
        </p:txBody>
      </p:sp>
      <p:grpSp>
        <p:nvGrpSpPr>
          <p:cNvPr id="14" name="Groupe 13">
            <a:extLst>
              <a:ext uri="{FF2B5EF4-FFF2-40B4-BE49-F238E27FC236}">
                <a16:creationId xmlns:a16="http://schemas.microsoft.com/office/drawing/2014/main" id="{1261DACB-4AE5-7394-F318-364FDD55818B}"/>
              </a:ext>
            </a:extLst>
          </p:cNvPr>
          <p:cNvGrpSpPr/>
          <p:nvPr/>
        </p:nvGrpSpPr>
        <p:grpSpPr>
          <a:xfrm>
            <a:off x="10337243" y="1752304"/>
            <a:ext cx="315567" cy="274775"/>
            <a:chOff x="11492282" y="2015291"/>
            <a:chExt cx="315567" cy="274775"/>
          </a:xfrm>
        </p:grpSpPr>
        <p:pic>
          <p:nvPicPr>
            <p:cNvPr id="17" name="Graphique 16" descr="Cœur contour">
              <a:extLst>
                <a:ext uri="{FF2B5EF4-FFF2-40B4-BE49-F238E27FC236}">
                  <a16:creationId xmlns:a16="http://schemas.microsoft.com/office/drawing/2014/main" id="{03C6E548-A043-7287-91EC-DB8EDAA6C32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492282" y="2015291"/>
              <a:ext cx="214188" cy="214188"/>
            </a:xfrm>
            <a:prstGeom prst="rect">
              <a:avLst/>
            </a:prstGeom>
          </p:spPr>
        </p:pic>
        <p:sp>
          <p:nvSpPr>
            <p:cNvPr id="19" name="Rectangle 18">
              <a:extLst>
                <a:ext uri="{FF2B5EF4-FFF2-40B4-BE49-F238E27FC236}">
                  <a16:creationId xmlns:a16="http://schemas.microsoft.com/office/drawing/2014/main" id="{B92E32A8-874D-F87D-75E2-8CD117EF72F6}"/>
                </a:ext>
              </a:extLst>
            </p:cNvPr>
            <p:cNvSpPr/>
            <p:nvPr/>
          </p:nvSpPr>
          <p:spPr>
            <a:xfrm>
              <a:off x="11593661" y="2101883"/>
              <a:ext cx="214188" cy="1881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306A92"/>
                  </a:solidFill>
                </a:rPr>
                <a:t>2</a:t>
              </a:r>
              <a:endParaRPr lang="fr-FR" sz="1200" b="1">
                <a:solidFill>
                  <a:srgbClr val="306A92"/>
                </a:solidFill>
              </a:endParaRPr>
            </a:p>
          </p:txBody>
        </p:sp>
      </p:grpSp>
      <p:pic>
        <p:nvPicPr>
          <p:cNvPr id="22" name="Image 21">
            <a:hlinkClick r:id="rId6" action="ppaction://hlinksldjump"/>
            <a:extLst>
              <a:ext uri="{FF2B5EF4-FFF2-40B4-BE49-F238E27FC236}">
                <a16:creationId xmlns:a16="http://schemas.microsoft.com/office/drawing/2014/main" id="{48C5C452-30B4-BA4A-3374-37C760AD90C5}"/>
              </a:ext>
            </a:extLst>
          </p:cNvPr>
          <p:cNvPicPr>
            <a:picLocks noChangeAspect="1"/>
          </p:cNvPicPr>
          <p:nvPr/>
        </p:nvPicPr>
        <p:blipFill>
          <a:blip r:embed="rId8"/>
          <a:stretch>
            <a:fillRect/>
          </a:stretch>
        </p:blipFill>
        <p:spPr>
          <a:xfrm>
            <a:off x="1488962" y="1673264"/>
            <a:ext cx="335309" cy="432854"/>
          </a:xfrm>
          <a:prstGeom prst="rect">
            <a:avLst/>
          </a:prstGeom>
        </p:spPr>
      </p:pic>
      <p:sp>
        <p:nvSpPr>
          <p:cNvPr id="26" name="Rectangle 25">
            <a:hlinkClick r:id="rId9" action="ppaction://hlinksldjump"/>
            <a:extLst>
              <a:ext uri="{FF2B5EF4-FFF2-40B4-BE49-F238E27FC236}">
                <a16:creationId xmlns:a16="http://schemas.microsoft.com/office/drawing/2014/main" id="{B3CB4CB9-0FA9-0A61-BCC1-B1CBF3F652E3}"/>
              </a:ext>
            </a:extLst>
          </p:cNvPr>
          <p:cNvSpPr/>
          <p:nvPr/>
        </p:nvSpPr>
        <p:spPr>
          <a:xfrm>
            <a:off x="1913464" y="3334288"/>
            <a:ext cx="2238137"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tlCol="0" anchor="ctr"/>
          <a:lstStyle/>
          <a:p>
            <a:r>
              <a:rPr lang="fr-FR" sz="1000" b="1">
                <a:solidFill>
                  <a:srgbClr val="306A92"/>
                </a:solidFill>
                <a:latin typeface="Avenir LT Std 45 Book" panose="020B0502020203020204" pitchFamily="34" charset="0"/>
              </a:rPr>
              <a:t>Comment ajuster le cap ensemble pour préserver l’équipe ? </a:t>
            </a:r>
          </a:p>
        </p:txBody>
      </p:sp>
      <p:sp>
        <p:nvSpPr>
          <p:cNvPr id="31" name="Rectangle 30">
            <a:extLst>
              <a:ext uri="{FF2B5EF4-FFF2-40B4-BE49-F238E27FC236}">
                <a16:creationId xmlns:a16="http://schemas.microsoft.com/office/drawing/2014/main" id="{6DDB50C6-4500-5ED2-2DDE-D599B3F6404B}"/>
              </a:ext>
            </a:extLst>
          </p:cNvPr>
          <p:cNvSpPr/>
          <p:nvPr/>
        </p:nvSpPr>
        <p:spPr>
          <a:xfrm>
            <a:off x="1913465" y="3894229"/>
            <a:ext cx="2306150" cy="49760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tlCol="0" anchor="ctr"/>
          <a:lstStyle/>
          <a:p>
            <a:r>
              <a:rPr lang="fr-FR" sz="1000" b="1">
                <a:solidFill>
                  <a:srgbClr val="306A92"/>
                </a:solidFill>
                <a:latin typeface="Avenir LT Std 45 Book" panose="020B0502020203020204" pitchFamily="34" charset="0"/>
              </a:rPr>
              <a:t>Formation « Comprendre, évaluer, prendre en charge les RPS pour moi et pour mon collectif de travail» </a:t>
            </a:r>
          </a:p>
        </p:txBody>
      </p:sp>
      <p:sp>
        <p:nvSpPr>
          <p:cNvPr id="33" name="Rectangle 32">
            <a:hlinkClick r:id="rId10" action="ppaction://hlinksldjump"/>
            <a:extLst>
              <a:ext uri="{FF2B5EF4-FFF2-40B4-BE49-F238E27FC236}">
                <a16:creationId xmlns:a16="http://schemas.microsoft.com/office/drawing/2014/main" id="{28407B8A-303A-52AC-69D6-2BFACFC6880A}"/>
              </a:ext>
            </a:extLst>
          </p:cNvPr>
          <p:cNvSpPr/>
          <p:nvPr/>
        </p:nvSpPr>
        <p:spPr>
          <a:xfrm>
            <a:off x="1913464" y="4477351"/>
            <a:ext cx="2238137"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tlCol="0" anchor="ctr"/>
          <a:lstStyle/>
          <a:p>
            <a:r>
              <a:rPr lang="fr-FR" sz="1000" b="1">
                <a:solidFill>
                  <a:srgbClr val="306A92"/>
                </a:solidFill>
                <a:latin typeface="Avenir LT Std 45 Book" panose="020B0502020203020204" pitchFamily="34" charset="0"/>
              </a:rPr>
              <a:t>…</a:t>
            </a:r>
            <a:endParaRPr lang="fr-FR" sz="1000" b="1">
              <a:solidFill>
                <a:srgbClr val="306A92"/>
              </a:solidFill>
              <a:highlight>
                <a:srgbClr val="FFFF00"/>
              </a:highlight>
              <a:latin typeface="Avenir LT Std 45 Book" panose="020B0502020203020204" pitchFamily="34" charset="0"/>
            </a:endParaRPr>
          </a:p>
        </p:txBody>
      </p:sp>
      <p:pic>
        <p:nvPicPr>
          <p:cNvPr id="35" name="Graphique 34" descr="Livre fermé avec un remplissage uni">
            <a:extLst>
              <a:ext uri="{FF2B5EF4-FFF2-40B4-BE49-F238E27FC236}">
                <a16:creationId xmlns:a16="http://schemas.microsoft.com/office/drawing/2014/main" id="{89A4FCAE-E6ED-AF47-E8C5-F0C55C5AD50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453069" y="3902153"/>
            <a:ext cx="394447" cy="394447"/>
          </a:xfrm>
          <a:prstGeom prst="rect">
            <a:avLst/>
          </a:prstGeom>
        </p:spPr>
      </p:pic>
      <p:sp>
        <p:nvSpPr>
          <p:cNvPr id="34" name="Rectangle 33">
            <a:extLst>
              <a:ext uri="{FF2B5EF4-FFF2-40B4-BE49-F238E27FC236}">
                <a16:creationId xmlns:a16="http://schemas.microsoft.com/office/drawing/2014/main" id="{8B53CC36-569B-1F9C-E4BB-3C6699537882}"/>
              </a:ext>
            </a:extLst>
          </p:cNvPr>
          <p:cNvSpPr/>
          <p:nvPr/>
        </p:nvSpPr>
        <p:spPr>
          <a:xfrm>
            <a:off x="4388386" y="3334288"/>
            <a:ext cx="4752240"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defTabSz="914355"/>
            <a:endParaRPr lang="fr-FR" sz="900">
              <a:solidFill>
                <a:schemeClr val="tx1"/>
              </a:solidFill>
              <a:latin typeface="Avenir LT Std 35 Light" panose="020B0402020203020204" pitchFamily="34" charset="0"/>
            </a:endParaRPr>
          </a:p>
        </p:txBody>
      </p:sp>
      <p:pic>
        <p:nvPicPr>
          <p:cNvPr id="36" name="Graphique 35" descr="Outils avec un remplissage uni">
            <a:hlinkClick r:id="rId9" action="ppaction://hlinksldjump"/>
            <a:extLst>
              <a:ext uri="{FF2B5EF4-FFF2-40B4-BE49-F238E27FC236}">
                <a16:creationId xmlns:a16="http://schemas.microsoft.com/office/drawing/2014/main" id="{8FA537D1-835B-2646-1CF1-F1FE5E2A9775}"/>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flipH="1">
            <a:off x="1492327" y="3396779"/>
            <a:ext cx="290825" cy="290825"/>
          </a:xfrm>
          <a:prstGeom prst="rect">
            <a:avLst/>
          </a:prstGeom>
        </p:spPr>
      </p:pic>
      <p:sp>
        <p:nvSpPr>
          <p:cNvPr id="37" name="Rectangle 36">
            <a:hlinkClick r:id="rId9" action="ppaction://hlinksldjump"/>
            <a:extLst>
              <a:ext uri="{FF2B5EF4-FFF2-40B4-BE49-F238E27FC236}">
                <a16:creationId xmlns:a16="http://schemas.microsoft.com/office/drawing/2014/main" id="{07FC0C59-2A79-7A71-7DEC-68832056EB07}"/>
              </a:ext>
            </a:extLst>
          </p:cNvPr>
          <p:cNvSpPr/>
          <p:nvPr/>
        </p:nvSpPr>
        <p:spPr>
          <a:xfrm>
            <a:off x="4388386" y="3334288"/>
            <a:ext cx="4752240"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defTabSz="914355"/>
            <a:r>
              <a:rPr lang="fr-FR" sz="900">
                <a:solidFill>
                  <a:schemeClr val="tx1"/>
                </a:solidFill>
                <a:latin typeface="Avenir LT Std 35 Light" panose="020B0402020203020204" pitchFamily="34" charset="0"/>
              </a:rPr>
              <a:t>Outil pour prendre du recul en équipe et identifier collectivement ce qu'il faut continuer, arrêter, faire plus ou moins et commencer</a:t>
            </a:r>
          </a:p>
        </p:txBody>
      </p:sp>
      <p:sp>
        <p:nvSpPr>
          <p:cNvPr id="39" name="Rectangle 38">
            <a:extLst>
              <a:ext uri="{FF2B5EF4-FFF2-40B4-BE49-F238E27FC236}">
                <a16:creationId xmlns:a16="http://schemas.microsoft.com/office/drawing/2014/main" id="{875867BD-4EF1-C06E-B715-F61B967374FB}"/>
              </a:ext>
            </a:extLst>
          </p:cNvPr>
          <p:cNvSpPr/>
          <p:nvPr/>
        </p:nvSpPr>
        <p:spPr>
          <a:xfrm>
            <a:off x="9459258" y="3331083"/>
            <a:ext cx="648000" cy="396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latin typeface="Avenir LT Std 45 Book" panose="020B0502020203020204" pitchFamily="34" charset="0"/>
              </a:rPr>
              <a:t>~ 60 min </a:t>
            </a:r>
          </a:p>
        </p:txBody>
      </p:sp>
      <p:grpSp>
        <p:nvGrpSpPr>
          <p:cNvPr id="40" name="Groupe 39">
            <a:extLst>
              <a:ext uri="{FF2B5EF4-FFF2-40B4-BE49-F238E27FC236}">
                <a16:creationId xmlns:a16="http://schemas.microsoft.com/office/drawing/2014/main" id="{8980C3D9-D9B3-E7FE-D21F-010823E3C650}"/>
              </a:ext>
            </a:extLst>
          </p:cNvPr>
          <p:cNvGrpSpPr/>
          <p:nvPr/>
        </p:nvGrpSpPr>
        <p:grpSpPr>
          <a:xfrm>
            <a:off x="10337243" y="3428443"/>
            <a:ext cx="315567" cy="274775"/>
            <a:chOff x="11492282" y="2015291"/>
            <a:chExt cx="315567" cy="274775"/>
          </a:xfrm>
        </p:grpSpPr>
        <p:pic>
          <p:nvPicPr>
            <p:cNvPr id="41" name="Graphique 40" descr="Cœur contour">
              <a:extLst>
                <a:ext uri="{FF2B5EF4-FFF2-40B4-BE49-F238E27FC236}">
                  <a16:creationId xmlns:a16="http://schemas.microsoft.com/office/drawing/2014/main" id="{FD426B1C-D3D8-D20F-5F08-C2D79C3D599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492282" y="2015291"/>
              <a:ext cx="214188" cy="214188"/>
            </a:xfrm>
            <a:prstGeom prst="rect">
              <a:avLst/>
            </a:prstGeom>
          </p:spPr>
        </p:pic>
        <p:sp>
          <p:nvSpPr>
            <p:cNvPr id="44" name="Rectangle 43">
              <a:extLst>
                <a:ext uri="{FF2B5EF4-FFF2-40B4-BE49-F238E27FC236}">
                  <a16:creationId xmlns:a16="http://schemas.microsoft.com/office/drawing/2014/main" id="{311DFBC3-90BB-583B-7A23-512AFE2583C1}"/>
                </a:ext>
              </a:extLst>
            </p:cNvPr>
            <p:cNvSpPr/>
            <p:nvPr/>
          </p:nvSpPr>
          <p:spPr>
            <a:xfrm>
              <a:off x="11593661" y="2101883"/>
              <a:ext cx="214188" cy="1881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a:solidFill>
                    <a:srgbClr val="306A92"/>
                  </a:solidFill>
                </a:rPr>
                <a:t>3</a:t>
              </a:r>
            </a:p>
          </p:txBody>
        </p:sp>
      </p:grpSp>
      <p:grpSp>
        <p:nvGrpSpPr>
          <p:cNvPr id="27" name="Groupe 26">
            <a:extLst>
              <a:ext uri="{FF2B5EF4-FFF2-40B4-BE49-F238E27FC236}">
                <a16:creationId xmlns:a16="http://schemas.microsoft.com/office/drawing/2014/main" id="{6C50A285-BEF9-4CBC-2196-2AC930C7E7E3}"/>
              </a:ext>
            </a:extLst>
          </p:cNvPr>
          <p:cNvGrpSpPr>
            <a:grpSpLocks noChangeAspect="1"/>
          </p:cNvGrpSpPr>
          <p:nvPr/>
        </p:nvGrpSpPr>
        <p:grpSpPr>
          <a:xfrm>
            <a:off x="11001871" y="6336764"/>
            <a:ext cx="1082632" cy="444130"/>
            <a:chOff x="5810" y="1578917"/>
            <a:chExt cx="559801" cy="229645"/>
          </a:xfrm>
        </p:grpSpPr>
        <p:sp>
          <p:nvSpPr>
            <p:cNvPr id="28" name="Rectangle : coins arrondis 27">
              <a:hlinkClick r:id="rId13" action="ppaction://hlinksldjump"/>
              <a:extLst>
                <a:ext uri="{FF2B5EF4-FFF2-40B4-BE49-F238E27FC236}">
                  <a16:creationId xmlns:a16="http://schemas.microsoft.com/office/drawing/2014/main" id="{8B2C5A0B-CEC2-BEAE-467C-00FF4D51D5A5}"/>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306A92"/>
                  </a:solidFill>
                  <a:effectLst/>
                  <a:uLnTx/>
                  <a:uFillTx/>
                  <a:latin typeface="Avenir LT Std 65 Medium" panose="020B0803020203020204" pitchFamily="34" charset="0"/>
                  <a:hlinkClick r:id="rId13" action="ppaction://hlinksldjump">
                    <a:extLst>
                      <a:ext uri="{A12FA001-AC4F-418D-AE19-62706E023703}">
                        <ahyp:hlinkClr xmlns:ahyp="http://schemas.microsoft.com/office/drawing/2018/hyperlinkcolor" val="tx"/>
                      </a:ext>
                    </a:extLst>
                  </a:hlinkClick>
                </a:rPr>
                <a:t>Retour</a:t>
              </a:r>
              <a:endParaRPr kumimoji="0" lang="fr-FR" sz="1200" b="0" i="0" u="none" strike="noStrike" kern="1200" cap="none" spc="0" normalizeH="0" baseline="0" noProof="0">
                <a:ln>
                  <a:noFill/>
                </a:ln>
                <a:solidFill>
                  <a:srgbClr val="306A92"/>
                </a:solidFill>
                <a:effectLst/>
                <a:uLnTx/>
                <a:uFillTx/>
                <a:latin typeface="Avenir LT Std 65 Medium" panose="020B0803020203020204" pitchFamily="34" charset="0"/>
              </a:endParaRPr>
            </a:p>
          </p:txBody>
        </p:sp>
        <p:pic>
          <p:nvPicPr>
            <p:cNvPr id="29" name="Graphique 28" descr="Retour avec un remplissage uni">
              <a:hlinkClick r:id="rId13" action="ppaction://hlinksldjump"/>
              <a:extLst>
                <a:ext uri="{FF2B5EF4-FFF2-40B4-BE49-F238E27FC236}">
                  <a16:creationId xmlns:a16="http://schemas.microsoft.com/office/drawing/2014/main" id="{DFA953D9-669C-3053-DD06-DDF363FD48B3}"/>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9060" y="1578917"/>
              <a:ext cx="229645" cy="229645"/>
            </a:xfrm>
            <a:prstGeom prst="rect">
              <a:avLst/>
            </a:prstGeom>
          </p:spPr>
        </p:pic>
      </p:grpSp>
      <p:sp>
        <p:nvSpPr>
          <p:cNvPr id="3" name="Rectangle 2">
            <a:extLst>
              <a:ext uri="{FF2B5EF4-FFF2-40B4-BE49-F238E27FC236}">
                <a16:creationId xmlns:a16="http://schemas.microsoft.com/office/drawing/2014/main" id="{026B4E06-3A67-02FB-1D91-5E98D32FFADF}"/>
              </a:ext>
            </a:extLst>
          </p:cNvPr>
          <p:cNvSpPr/>
          <p:nvPr/>
        </p:nvSpPr>
        <p:spPr>
          <a:xfrm>
            <a:off x="12316799" y="698633"/>
            <a:ext cx="2103627" cy="487649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a:solidFill>
                  <a:schemeClr val="tx1"/>
                </a:solidFill>
              </a:rPr>
              <a:t>Construire : </a:t>
            </a:r>
            <a:r>
              <a:rPr lang="fr-FR" sz="1200">
                <a:solidFill>
                  <a:srgbClr val="3C3732"/>
                </a:solidFill>
                <a:highlight>
                  <a:srgbClr val="00FF00"/>
                </a:highlight>
                <a:latin typeface="Avenir LT Std 35 Light" panose="020B0402020203020204" pitchFamily="34" charset="0"/>
              </a:rPr>
              <a:t>Fiche « Boite à idées » pour bâtir un plan d’actions sur les « petites actions » sur lesquelles travailler pour améliorer l’organisation du travail (ex. cohésion d’équipe si agent non intégré au collectif, animation en dehors du lieu de travail…),</a:t>
            </a:r>
          </a:p>
          <a:p>
            <a:pPr algn="ctr"/>
            <a:endParaRPr lang="fr-FR" sz="1200">
              <a:solidFill>
                <a:srgbClr val="3C3732"/>
              </a:solidFill>
              <a:highlight>
                <a:srgbClr val="00FF00"/>
              </a:highlight>
              <a:latin typeface="Avenir LT Std 35 Light" panose="020B0402020203020204" pitchFamily="34" charset="0"/>
            </a:endParaRPr>
          </a:p>
          <a:p>
            <a:pPr algn="ctr"/>
            <a:r>
              <a:rPr lang="fr-FR" sz="1200">
                <a:solidFill>
                  <a:srgbClr val="3C3732"/>
                </a:solidFill>
                <a:highlight>
                  <a:srgbClr val="00FF00"/>
                </a:highlight>
                <a:latin typeface="Avenir LT Std 35 Light" panose="020B0402020203020204" pitchFamily="34" charset="0"/>
              </a:rPr>
              <a:t>A creuser :  </a:t>
            </a:r>
          </a:p>
          <a:p>
            <a:pPr marL="171450" indent="-171450" algn="ctr">
              <a:buFont typeface="Arial" panose="020B0604020202020204" pitchFamily="34" charset="0"/>
              <a:buChar char="•"/>
            </a:pPr>
            <a:r>
              <a:rPr lang="fr-FR" sz="1200">
                <a:solidFill>
                  <a:srgbClr val="3C3732"/>
                </a:solidFill>
                <a:highlight>
                  <a:srgbClr val="00FF00"/>
                </a:highlight>
                <a:latin typeface="Avenir LT Std 35 Light" panose="020B0402020203020204" pitchFamily="34" charset="0"/>
              </a:rPr>
              <a:t>Fiches pratiques du module e-learning </a:t>
            </a:r>
          </a:p>
          <a:p>
            <a:pPr marL="171450" indent="-171450" algn="ctr">
              <a:buFont typeface="Arial" panose="020B0604020202020204" pitchFamily="34" charset="0"/>
              <a:buChar char="•"/>
            </a:pPr>
            <a:r>
              <a:rPr lang="fr-FR" sz="1200">
                <a:solidFill>
                  <a:srgbClr val="3C3732"/>
                </a:solidFill>
                <a:highlight>
                  <a:srgbClr val="00FF00"/>
                </a:highlight>
                <a:latin typeface="Avenir LT Std 35 Light" panose="020B0402020203020204" pitchFamily="34" charset="0"/>
              </a:rPr>
              <a:t>Fiche PSSM ?</a:t>
            </a:r>
          </a:p>
          <a:p>
            <a:pPr marL="171450" indent="-171450" algn="ctr">
              <a:buFont typeface="Arial" panose="020B0604020202020204" pitchFamily="34" charset="0"/>
              <a:buChar char="•"/>
            </a:pPr>
            <a:r>
              <a:rPr lang="fr-FR" sz="1200">
                <a:solidFill>
                  <a:srgbClr val="3C3732"/>
                </a:solidFill>
                <a:latin typeface="Avenir LT Std 35 Light" panose="020B0402020203020204" pitchFamily="34" charset="0"/>
              </a:rPr>
              <a:t>Fiche Guide opérationnel Axe SE ? – à creuser</a:t>
            </a:r>
          </a:p>
          <a:p>
            <a:pPr marL="171450" indent="-171450" algn="ctr">
              <a:buFont typeface="Arial" panose="020B0604020202020204" pitchFamily="34" charset="0"/>
              <a:buChar char="•"/>
            </a:pPr>
            <a:endParaRPr lang="fr-FR" sz="1200">
              <a:solidFill>
                <a:schemeClr val="tx1"/>
              </a:solidFill>
            </a:endParaRPr>
          </a:p>
        </p:txBody>
      </p:sp>
      <p:sp>
        <p:nvSpPr>
          <p:cNvPr id="4" name="Rectangle : coins arrondis 3">
            <a:extLst>
              <a:ext uri="{FF2B5EF4-FFF2-40B4-BE49-F238E27FC236}">
                <a16:creationId xmlns:a16="http://schemas.microsoft.com/office/drawing/2014/main" id="{0BB6E502-F73B-12D4-93CF-FF42D1973057}"/>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DC582A"/>
                </a:solidFill>
              </a:rPr>
              <a:t>PROTOTYPE</a:t>
            </a:r>
          </a:p>
        </p:txBody>
      </p:sp>
      <p:sp>
        <p:nvSpPr>
          <p:cNvPr id="2" name="Rectangle : coins arrondis 1">
            <a:extLst>
              <a:ext uri="{FF2B5EF4-FFF2-40B4-BE49-F238E27FC236}">
                <a16:creationId xmlns:a16="http://schemas.microsoft.com/office/drawing/2014/main" id="{7D1BDCF1-3009-C9BC-5947-D99181C3AA89}"/>
              </a:ext>
            </a:extLst>
          </p:cNvPr>
          <p:cNvSpPr/>
          <p:nvPr/>
        </p:nvSpPr>
        <p:spPr>
          <a:xfrm>
            <a:off x="7052664" y="4013378"/>
            <a:ext cx="4737090" cy="605945"/>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sp>
        <p:nvSpPr>
          <p:cNvPr id="5" name="Rectangle 4">
            <a:hlinkClick r:id="rId15" action="ppaction://hlinksldjump"/>
            <a:extLst>
              <a:ext uri="{FF2B5EF4-FFF2-40B4-BE49-F238E27FC236}">
                <a16:creationId xmlns:a16="http://schemas.microsoft.com/office/drawing/2014/main" id="{0C396C5C-1236-9FD4-6750-D246FE504205}"/>
              </a:ext>
            </a:extLst>
          </p:cNvPr>
          <p:cNvSpPr/>
          <p:nvPr/>
        </p:nvSpPr>
        <p:spPr>
          <a:xfrm>
            <a:off x="1913464" y="2237669"/>
            <a:ext cx="2111655"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tlCol="0" anchor="ctr"/>
          <a:lstStyle/>
          <a:p>
            <a:r>
              <a:rPr lang="fr-FR" sz="1000" b="1">
                <a:solidFill>
                  <a:srgbClr val="306A92"/>
                </a:solidFill>
                <a:latin typeface="Avenir LT Std 45 Book" panose="020B0502020203020204" pitchFamily="34" charset="0"/>
              </a:rPr>
              <a:t>Les relais humains pour prévenir et accompagner les RPS</a:t>
            </a:r>
          </a:p>
        </p:txBody>
      </p:sp>
      <p:sp>
        <p:nvSpPr>
          <p:cNvPr id="6" name="Rectangle 5">
            <a:hlinkClick r:id="rId16" action="ppaction://hlinksldjump"/>
            <a:extLst>
              <a:ext uri="{FF2B5EF4-FFF2-40B4-BE49-F238E27FC236}">
                <a16:creationId xmlns:a16="http://schemas.microsoft.com/office/drawing/2014/main" id="{AD576B38-5B1A-71D4-D0E3-9E43F2EAA8F8}"/>
              </a:ext>
            </a:extLst>
          </p:cNvPr>
          <p:cNvSpPr/>
          <p:nvPr/>
        </p:nvSpPr>
        <p:spPr>
          <a:xfrm>
            <a:off x="4388386" y="2258856"/>
            <a:ext cx="4752240"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defTabSz="914355"/>
            <a:r>
              <a:rPr lang="fr-FR" sz="900">
                <a:solidFill>
                  <a:schemeClr val="tx1"/>
                </a:solidFill>
                <a:latin typeface="Avenir LT Std 35 Light" panose="020B0402020203020204" pitchFamily="34" charset="0"/>
              </a:rPr>
              <a:t>Cartographie des relais pour prévenir et accompagner les RPS : identifier les personnes clés, leurs rôles et leurs contacts pour savoir sur qui s’appuyer</a:t>
            </a:r>
          </a:p>
        </p:txBody>
      </p:sp>
      <p:sp>
        <p:nvSpPr>
          <p:cNvPr id="8" name="Rectangle 7">
            <a:extLst>
              <a:ext uri="{FF2B5EF4-FFF2-40B4-BE49-F238E27FC236}">
                <a16:creationId xmlns:a16="http://schemas.microsoft.com/office/drawing/2014/main" id="{7D2E90C3-AB13-DAE7-CDAD-70ED2A97BF5F}"/>
              </a:ext>
            </a:extLst>
          </p:cNvPr>
          <p:cNvSpPr/>
          <p:nvPr/>
        </p:nvSpPr>
        <p:spPr>
          <a:xfrm>
            <a:off x="9452980" y="2258855"/>
            <a:ext cx="660556"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latin typeface="Avenir LT Std 45 Book" panose="020B0502020203020204" pitchFamily="34" charset="0"/>
              </a:rPr>
              <a:t>~ 3 min</a:t>
            </a:r>
          </a:p>
        </p:txBody>
      </p:sp>
      <p:pic>
        <p:nvPicPr>
          <p:cNvPr id="11" name="Image 10">
            <a:hlinkClick r:id="rId16" action="ppaction://hlinksldjump"/>
            <a:extLst>
              <a:ext uri="{FF2B5EF4-FFF2-40B4-BE49-F238E27FC236}">
                <a16:creationId xmlns:a16="http://schemas.microsoft.com/office/drawing/2014/main" id="{7BDECCC6-75F4-A371-F93B-F1D1D904236A}"/>
              </a:ext>
            </a:extLst>
          </p:cNvPr>
          <p:cNvPicPr>
            <a:picLocks noChangeAspect="1"/>
          </p:cNvPicPr>
          <p:nvPr/>
        </p:nvPicPr>
        <p:blipFill>
          <a:blip r:embed="rId8"/>
          <a:stretch>
            <a:fillRect/>
          </a:stretch>
        </p:blipFill>
        <p:spPr>
          <a:xfrm>
            <a:off x="1478273" y="2243615"/>
            <a:ext cx="335309" cy="432854"/>
          </a:xfrm>
          <a:prstGeom prst="rect">
            <a:avLst/>
          </a:prstGeom>
        </p:spPr>
      </p:pic>
      <p:grpSp>
        <p:nvGrpSpPr>
          <p:cNvPr id="12" name="Groupe 11">
            <a:extLst>
              <a:ext uri="{FF2B5EF4-FFF2-40B4-BE49-F238E27FC236}">
                <a16:creationId xmlns:a16="http://schemas.microsoft.com/office/drawing/2014/main" id="{B49C6392-774B-63D2-8B56-2D5F95FCCE23}"/>
              </a:ext>
            </a:extLst>
          </p:cNvPr>
          <p:cNvGrpSpPr/>
          <p:nvPr/>
        </p:nvGrpSpPr>
        <p:grpSpPr>
          <a:xfrm>
            <a:off x="10337243" y="2333640"/>
            <a:ext cx="315567" cy="274775"/>
            <a:chOff x="11492282" y="2015291"/>
            <a:chExt cx="315567" cy="274775"/>
          </a:xfrm>
        </p:grpSpPr>
        <p:pic>
          <p:nvPicPr>
            <p:cNvPr id="15" name="Graphique 14" descr="Cœur contour">
              <a:extLst>
                <a:ext uri="{FF2B5EF4-FFF2-40B4-BE49-F238E27FC236}">
                  <a16:creationId xmlns:a16="http://schemas.microsoft.com/office/drawing/2014/main" id="{31019A10-23E0-F4D9-D8E4-2D80B65E460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492282" y="2015291"/>
              <a:ext cx="214188" cy="214188"/>
            </a:xfrm>
            <a:prstGeom prst="rect">
              <a:avLst/>
            </a:prstGeom>
          </p:spPr>
        </p:pic>
        <p:sp>
          <p:nvSpPr>
            <p:cNvPr id="16" name="Rectangle 15">
              <a:extLst>
                <a:ext uri="{FF2B5EF4-FFF2-40B4-BE49-F238E27FC236}">
                  <a16:creationId xmlns:a16="http://schemas.microsoft.com/office/drawing/2014/main" id="{29901000-7ED9-9FD6-870D-548F8815AD85}"/>
                </a:ext>
              </a:extLst>
            </p:cNvPr>
            <p:cNvSpPr/>
            <p:nvPr/>
          </p:nvSpPr>
          <p:spPr>
            <a:xfrm>
              <a:off x="11593661" y="2101883"/>
              <a:ext cx="214188" cy="1881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306A92"/>
                  </a:solidFill>
                </a:rPr>
                <a:t>x</a:t>
              </a:r>
              <a:endParaRPr lang="fr-FR" sz="1200" b="1">
                <a:solidFill>
                  <a:srgbClr val="306A92"/>
                </a:solidFill>
              </a:endParaRPr>
            </a:p>
          </p:txBody>
        </p:sp>
      </p:grpSp>
      <p:sp>
        <p:nvSpPr>
          <p:cNvPr id="20" name="Rectangle 19">
            <a:hlinkClick r:id="rId9" action="ppaction://hlinksldjump"/>
            <a:extLst>
              <a:ext uri="{FF2B5EF4-FFF2-40B4-BE49-F238E27FC236}">
                <a16:creationId xmlns:a16="http://schemas.microsoft.com/office/drawing/2014/main" id="{687E3BDF-10A6-EE3C-390E-11FCF058C9FD}"/>
              </a:ext>
            </a:extLst>
          </p:cNvPr>
          <p:cNvSpPr/>
          <p:nvPr/>
        </p:nvSpPr>
        <p:spPr>
          <a:xfrm>
            <a:off x="4388386" y="3936577"/>
            <a:ext cx="4752240"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defTabSz="914355"/>
            <a:r>
              <a:rPr lang="fr-FR" sz="900">
                <a:solidFill>
                  <a:schemeClr val="tx1"/>
                </a:solidFill>
                <a:latin typeface="Avenir LT Std 35 Light" panose="020B0402020203020204" pitchFamily="34" charset="0"/>
              </a:rPr>
              <a:t>De la théorie et des techniques pratiques pour mieux comprendre les RPS et le rôle du manager, savoir repérer les signaux faibles et accompagner un collaborateur en difficulté </a:t>
            </a:r>
          </a:p>
        </p:txBody>
      </p:sp>
      <p:sp>
        <p:nvSpPr>
          <p:cNvPr id="23" name="Rectangle 22">
            <a:extLst>
              <a:ext uri="{FF2B5EF4-FFF2-40B4-BE49-F238E27FC236}">
                <a16:creationId xmlns:a16="http://schemas.microsoft.com/office/drawing/2014/main" id="{568912C7-3976-C5F6-0A64-8C4B728D609D}"/>
              </a:ext>
            </a:extLst>
          </p:cNvPr>
          <p:cNvSpPr/>
          <p:nvPr/>
        </p:nvSpPr>
        <p:spPr>
          <a:xfrm>
            <a:off x="9565340" y="3877828"/>
            <a:ext cx="541917" cy="396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latin typeface="Avenir LT Std 45 Book" panose="020B0502020203020204" pitchFamily="34" charset="0"/>
              </a:rPr>
              <a:t>~ 1 j</a:t>
            </a:r>
          </a:p>
        </p:txBody>
      </p:sp>
      <p:grpSp>
        <p:nvGrpSpPr>
          <p:cNvPr id="24" name="Groupe 23">
            <a:extLst>
              <a:ext uri="{FF2B5EF4-FFF2-40B4-BE49-F238E27FC236}">
                <a16:creationId xmlns:a16="http://schemas.microsoft.com/office/drawing/2014/main" id="{A829163A-D37D-CFE3-E572-94885AA9C5A7}"/>
              </a:ext>
            </a:extLst>
          </p:cNvPr>
          <p:cNvGrpSpPr/>
          <p:nvPr/>
        </p:nvGrpSpPr>
        <p:grpSpPr>
          <a:xfrm>
            <a:off x="10337243" y="3936577"/>
            <a:ext cx="315567" cy="274775"/>
            <a:chOff x="11492282" y="2015291"/>
            <a:chExt cx="315567" cy="274775"/>
          </a:xfrm>
        </p:grpSpPr>
        <p:pic>
          <p:nvPicPr>
            <p:cNvPr id="25" name="Graphique 24" descr="Cœur contour">
              <a:extLst>
                <a:ext uri="{FF2B5EF4-FFF2-40B4-BE49-F238E27FC236}">
                  <a16:creationId xmlns:a16="http://schemas.microsoft.com/office/drawing/2014/main" id="{5768E878-D08F-1105-22FB-93ACDA1DC38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492282" y="2015291"/>
              <a:ext cx="214188" cy="214188"/>
            </a:xfrm>
            <a:prstGeom prst="rect">
              <a:avLst/>
            </a:prstGeom>
          </p:spPr>
        </p:pic>
        <p:sp>
          <p:nvSpPr>
            <p:cNvPr id="30" name="Rectangle 29">
              <a:extLst>
                <a:ext uri="{FF2B5EF4-FFF2-40B4-BE49-F238E27FC236}">
                  <a16:creationId xmlns:a16="http://schemas.microsoft.com/office/drawing/2014/main" id="{FED39100-016E-7C7B-8D63-F5EF86012243}"/>
                </a:ext>
              </a:extLst>
            </p:cNvPr>
            <p:cNvSpPr/>
            <p:nvPr/>
          </p:nvSpPr>
          <p:spPr>
            <a:xfrm>
              <a:off x="11593661" y="2101883"/>
              <a:ext cx="214188" cy="1881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a:solidFill>
                    <a:srgbClr val="306A92"/>
                  </a:solidFill>
                </a:rPr>
                <a:t>3</a:t>
              </a:r>
            </a:p>
          </p:txBody>
        </p:sp>
      </p:grpSp>
      <p:sp>
        <p:nvSpPr>
          <p:cNvPr id="32" name="Flèche : chevron 8 - 2 - 1">
            <a:extLst>
              <a:ext uri="{FF2B5EF4-FFF2-40B4-BE49-F238E27FC236}">
                <a16:creationId xmlns:a16="http://schemas.microsoft.com/office/drawing/2014/main" id="{8BB3060E-6E4E-B89C-3114-CEA3F2034F62}"/>
              </a:ext>
            </a:extLst>
          </p:cNvPr>
          <p:cNvSpPr/>
          <p:nvPr/>
        </p:nvSpPr>
        <p:spPr>
          <a:xfrm>
            <a:off x="1832999" y="21771"/>
            <a:ext cx="2448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comprendre et s’informer</a:t>
            </a:r>
          </a:p>
        </p:txBody>
      </p:sp>
      <p:sp>
        <p:nvSpPr>
          <p:cNvPr id="38" name="Flèche : chevron 8 - 2 - 1">
            <a:extLst>
              <a:ext uri="{FF2B5EF4-FFF2-40B4-BE49-F238E27FC236}">
                <a16:creationId xmlns:a16="http://schemas.microsoft.com/office/drawing/2014/main" id="{56D8B7E0-E958-4A2B-CE1D-CD4A84677A79}"/>
              </a:ext>
            </a:extLst>
          </p:cNvPr>
          <p:cNvSpPr/>
          <p:nvPr/>
        </p:nvSpPr>
        <p:spPr>
          <a:xfrm>
            <a:off x="4313999" y="21771"/>
            <a:ext cx="2844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savoir comment agir pour prévenir les RPS</a:t>
            </a:r>
          </a:p>
        </p:txBody>
      </p:sp>
      <p:sp>
        <p:nvSpPr>
          <p:cNvPr id="45" name="Flèche : pentagone 3">
            <a:extLst>
              <a:ext uri="{FF2B5EF4-FFF2-40B4-BE49-F238E27FC236}">
                <a16:creationId xmlns:a16="http://schemas.microsoft.com/office/drawing/2014/main" id="{EDF7B0A3-D358-9B4C-256D-B721DED077EA}"/>
              </a:ext>
            </a:extLst>
          </p:cNvPr>
          <p:cNvSpPr/>
          <p:nvPr/>
        </p:nvSpPr>
        <p:spPr>
          <a:xfrm>
            <a:off x="-2" y="21771"/>
            <a:ext cx="1800000" cy="288000"/>
          </a:xfrm>
          <a:prstGeom prst="homePlate">
            <a:avLst>
              <a:gd name="adj" fmla="val 26503"/>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Cas d’usage</a:t>
            </a:r>
          </a:p>
        </p:txBody>
      </p:sp>
      <p:sp>
        <p:nvSpPr>
          <p:cNvPr id="46" name="Flèche : chevron 8 - 2 - 1">
            <a:extLst>
              <a:ext uri="{FF2B5EF4-FFF2-40B4-BE49-F238E27FC236}">
                <a16:creationId xmlns:a16="http://schemas.microsoft.com/office/drawing/2014/main" id="{3AA8D3D2-D186-0F0D-B2B8-70A0F1C04EEC}"/>
              </a:ext>
            </a:extLst>
          </p:cNvPr>
          <p:cNvSpPr/>
          <p:nvPr/>
        </p:nvSpPr>
        <p:spPr>
          <a:xfrm>
            <a:off x="7190999" y="21771"/>
            <a:ext cx="3168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bg1">
                    <a:lumMod val="50000"/>
                  </a:schemeClr>
                </a:solidFill>
                <a:latin typeface="Avenir LT Std 45 Book" panose="020B0502020203020204" pitchFamily="34" charset="0"/>
              </a:rPr>
              <a:t>Checklist pour savoir comment accompagner et traiter les situations difficiles</a:t>
            </a:r>
          </a:p>
        </p:txBody>
      </p:sp>
      <p:sp>
        <p:nvSpPr>
          <p:cNvPr id="47" name="Flèche : chevron 8 - 2 - 1">
            <a:extLst>
              <a:ext uri="{FF2B5EF4-FFF2-40B4-BE49-F238E27FC236}">
                <a16:creationId xmlns:a16="http://schemas.microsoft.com/office/drawing/2014/main" id="{426169D7-2FFB-244A-740F-C62669D797F8}"/>
              </a:ext>
            </a:extLst>
          </p:cNvPr>
          <p:cNvSpPr/>
          <p:nvPr/>
        </p:nvSpPr>
        <p:spPr>
          <a:xfrm>
            <a:off x="10392000" y="21771"/>
            <a:ext cx="1800000" cy="288000"/>
          </a:xfrm>
          <a:prstGeom prst="chevron">
            <a:avLst>
              <a:gd name="adj" fmla="val 28278"/>
            </a:avLst>
          </a:prstGeom>
          <a:solidFill>
            <a:schemeClr val="accent1">
              <a:lumMod val="10000"/>
              <a:lumOff val="90000"/>
            </a:schemeClr>
          </a:solidFill>
          <a:ln w="28575">
            <a:solidFill>
              <a:schemeClr val="accent1">
                <a:lumMod val="10000"/>
                <a:lumOff val="90000"/>
              </a:schemeClr>
            </a:solidFill>
          </a:ln>
        </p:spPr>
        <p:txBody>
          <a:bodyPr lIns="0" rIns="0" rtlCol="0" anchor="ctr" anchorCtr="0">
            <a:noAutofit/>
          </a:bodyPr>
          <a:lstStyle/>
          <a:p>
            <a:pPr algn="ctr">
              <a:lnSpc>
                <a:spcPct val="90000"/>
              </a:lnSpc>
              <a:spcBef>
                <a:spcPts val="800"/>
              </a:spcBef>
              <a:buClr>
                <a:schemeClr val="tx2"/>
              </a:buClr>
              <a:buSzPct val="90000"/>
            </a:pPr>
            <a:r>
              <a:rPr lang="fr-FR" sz="1100" b="1">
                <a:solidFill>
                  <a:schemeClr val="accent1">
                    <a:lumMod val="50000"/>
                    <a:lumOff val="50000"/>
                  </a:schemeClr>
                </a:solidFill>
                <a:latin typeface="Avenir LT Std 45 Book" panose="020B0502020203020204" pitchFamily="34" charset="0"/>
              </a:rPr>
              <a:t>Ressources complémentaires</a:t>
            </a:r>
          </a:p>
        </p:txBody>
      </p:sp>
      <p:sp>
        <p:nvSpPr>
          <p:cNvPr id="49" name="Rectangle 48">
            <a:hlinkClick r:id="rId15" action="ppaction://hlinksldjump"/>
            <a:extLst>
              <a:ext uri="{FF2B5EF4-FFF2-40B4-BE49-F238E27FC236}">
                <a16:creationId xmlns:a16="http://schemas.microsoft.com/office/drawing/2014/main" id="{EA2956C7-0080-A4AB-779B-1EF474BBD327}"/>
              </a:ext>
            </a:extLst>
          </p:cNvPr>
          <p:cNvSpPr/>
          <p:nvPr/>
        </p:nvSpPr>
        <p:spPr>
          <a:xfrm>
            <a:off x="1913464" y="2766135"/>
            <a:ext cx="2111655"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tlCol="0" anchor="ctr"/>
          <a:lstStyle/>
          <a:p>
            <a:r>
              <a:rPr lang="fr-FR" sz="1000" b="1">
                <a:solidFill>
                  <a:srgbClr val="306A92"/>
                </a:solidFill>
                <a:latin typeface="Avenir LT Std 45 Book" panose="020B0502020203020204" pitchFamily="34" charset="0"/>
              </a:rPr>
              <a:t>Boîte à idées pour bâtir un plan d’actions pour améliorer la QVT</a:t>
            </a:r>
          </a:p>
        </p:txBody>
      </p:sp>
      <p:sp>
        <p:nvSpPr>
          <p:cNvPr id="50" name="Rectangle 49">
            <a:hlinkClick r:id="rId16" action="ppaction://hlinksldjump"/>
            <a:extLst>
              <a:ext uri="{FF2B5EF4-FFF2-40B4-BE49-F238E27FC236}">
                <a16:creationId xmlns:a16="http://schemas.microsoft.com/office/drawing/2014/main" id="{316F4DD4-2F9C-CD3F-CA20-C9FEC6E8AC1F}"/>
              </a:ext>
            </a:extLst>
          </p:cNvPr>
          <p:cNvSpPr/>
          <p:nvPr/>
        </p:nvSpPr>
        <p:spPr>
          <a:xfrm>
            <a:off x="4388386" y="2787322"/>
            <a:ext cx="4752240"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defTabSz="914355"/>
            <a:r>
              <a:rPr lang="fr-FR" sz="900">
                <a:solidFill>
                  <a:schemeClr val="tx1"/>
                </a:solidFill>
                <a:latin typeface="Avenir LT Std 35 Light" panose="020B0402020203020204" pitchFamily="34" charset="0"/>
              </a:rPr>
              <a:t>Proposition d’actions simples et rapides sur lesquelles travailler pour améliorer l’organisation du travail et la qualité de vie au travail</a:t>
            </a:r>
          </a:p>
        </p:txBody>
      </p:sp>
      <p:sp>
        <p:nvSpPr>
          <p:cNvPr id="51" name="Rectangle 50">
            <a:extLst>
              <a:ext uri="{FF2B5EF4-FFF2-40B4-BE49-F238E27FC236}">
                <a16:creationId xmlns:a16="http://schemas.microsoft.com/office/drawing/2014/main" id="{DEC5868F-5D78-097E-F384-2BA5AA1D6849}"/>
              </a:ext>
            </a:extLst>
          </p:cNvPr>
          <p:cNvSpPr/>
          <p:nvPr/>
        </p:nvSpPr>
        <p:spPr>
          <a:xfrm>
            <a:off x="9452980" y="2787321"/>
            <a:ext cx="660556"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latin typeface="Avenir LT Std 45 Book" panose="020B0502020203020204" pitchFamily="34" charset="0"/>
              </a:rPr>
              <a:t>~ 3 min</a:t>
            </a:r>
          </a:p>
        </p:txBody>
      </p:sp>
      <p:pic>
        <p:nvPicPr>
          <p:cNvPr id="52" name="Image 51">
            <a:hlinkClick r:id="rId16" action="ppaction://hlinksldjump"/>
            <a:extLst>
              <a:ext uri="{FF2B5EF4-FFF2-40B4-BE49-F238E27FC236}">
                <a16:creationId xmlns:a16="http://schemas.microsoft.com/office/drawing/2014/main" id="{C44CCD7E-1492-E817-3271-B68CDBCFAF29}"/>
              </a:ext>
            </a:extLst>
          </p:cNvPr>
          <p:cNvPicPr>
            <a:picLocks noChangeAspect="1"/>
          </p:cNvPicPr>
          <p:nvPr/>
        </p:nvPicPr>
        <p:blipFill>
          <a:blip r:embed="rId8"/>
          <a:stretch>
            <a:fillRect/>
          </a:stretch>
        </p:blipFill>
        <p:spPr>
          <a:xfrm>
            <a:off x="1478273" y="2772081"/>
            <a:ext cx="335309" cy="432854"/>
          </a:xfrm>
          <a:prstGeom prst="rect">
            <a:avLst/>
          </a:prstGeom>
        </p:spPr>
      </p:pic>
      <p:grpSp>
        <p:nvGrpSpPr>
          <p:cNvPr id="53" name="Groupe 52">
            <a:extLst>
              <a:ext uri="{FF2B5EF4-FFF2-40B4-BE49-F238E27FC236}">
                <a16:creationId xmlns:a16="http://schemas.microsoft.com/office/drawing/2014/main" id="{00356882-8D68-44A5-04FA-0C76A46DA85B}"/>
              </a:ext>
            </a:extLst>
          </p:cNvPr>
          <p:cNvGrpSpPr/>
          <p:nvPr/>
        </p:nvGrpSpPr>
        <p:grpSpPr>
          <a:xfrm>
            <a:off x="10337243" y="2862106"/>
            <a:ext cx="315567" cy="274775"/>
            <a:chOff x="11492282" y="2015291"/>
            <a:chExt cx="315567" cy="274775"/>
          </a:xfrm>
        </p:grpSpPr>
        <p:pic>
          <p:nvPicPr>
            <p:cNvPr id="54" name="Graphique 53" descr="Cœur contour">
              <a:extLst>
                <a:ext uri="{FF2B5EF4-FFF2-40B4-BE49-F238E27FC236}">
                  <a16:creationId xmlns:a16="http://schemas.microsoft.com/office/drawing/2014/main" id="{D2B7477D-2574-9DDF-F3D8-9C757F72D4C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492282" y="2015291"/>
              <a:ext cx="214188" cy="214188"/>
            </a:xfrm>
            <a:prstGeom prst="rect">
              <a:avLst/>
            </a:prstGeom>
          </p:spPr>
        </p:pic>
        <p:sp>
          <p:nvSpPr>
            <p:cNvPr id="55" name="Rectangle 54">
              <a:extLst>
                <a:ext uri="{FF2B5EF4-FFF2-40B4-BE49-F238E27FC236}">
                  <a16:creationId xmlns:a16="http://schemas.microsoft.com/office/drawing/2014/main" id="{BE9B3E32-EFA6-5F8F-5100-DFE69872E1BB}"/>
                </a:ext>
              </a:extLst>
            </p:cNvPr>
            <p:cNvSpPr/>
            <p:nvPr/>
          </p:nvSpPr>
          <p:spPr>
            <a:xfrm>
              <a:off x="11593661" y="2101883"/>
              <a:ext cx="214188" cy="1881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306A92"/>
                  </a:solidFill>
                </a:rPr>
                <a:t>x</a:t>
              </a:r>
              <a:endParaRPr lang="fr-FR" sz="1200" b="1">
                <a:solidFill>
                  <a:srgbClr val="306A92"/>
                </a:solidFill>
              </a:endParaRPr>
            </a:p>
          </p:txBody>
        </p:sp>
      </p:grpSp>
      <p:sp>
        <p:nvSpPr>
          <p:cNvPr id="56" name="Rectangle 55">
            <a:extLst>
              <a:ext uri="{FF2B5EF4-FFF2-40B4-BE49-F238E27FC236}">
                <a16:creationId xmlns:a16="http://schemas.microsoft.com/office/drawing/2014/main" id="{9218010E-AF0D-3427-A82A-370C5CE1A17B}"/>
              </a:ext>
            </a:extLst>
          </p:cNvPr>
          <p:cNvSpPr/>
          <p:nvPr/>
        </p:nvSpPr>
        <p:spPr>
          <a:xfrm>
            <a:off x="1949357" y="4387418"/>
            <a:ext cx="873752" cy="100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fr-FR" sz="800" b="1">
                <a:latin typeface="Avenir LT Std 45 Book" panose="020B0502020203020204" pitchFamily="34" charset="0"/>
              </a:rPr>
              <a:t>Non disponible</a:t>
            </a:r>
          </a:p>
        </p:txBody>
      </p:sp>
      <p:sp>
        <p:nvSpPr>
          <p:cNvPr id="57" name="Rectangle 56">
            <a:extLst>
              <a:ext uri="{FF2B5EF4-FFF2-40B4-BE49-F238E27FC236}">
                <a16:creationId xmlns:a16="http://schemas.microsoft.com/office/drawing/2014/main" id="{AD9353CA-974D-2F5E-1BC6-9B0F24CAE18E}"/>
              </a:ext>
            </a:extLst>
          </p:cNvPr>
          <p:cNvSpPr/>
          <p:nvPr/>
        </p:nvSpPr>
        <p:spPr>
          <a:xfrm>
            <a:off x="1949357" y="3110706"/>
            <a:ext cx="873752" cy="100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fr-FR" sz="800" b="1">
                <a:latin typeface="Avenir LT Std 45 Book" panose="020B0502020203020204" pitchFamily="34" charset="0"/>
              </a:rPr>
              <a:t>Non disponible</a:t>
            </a:r>
          </a:p>
        </p:txBody>
      </p:sp>
    </p:spTree>
    <p:extLst>
      <p:ext uri="{BB962C8B-B14F-4D97-AF65-F5344CB8AC3E}">
        <p14:creationId xmlns:p14="http://schemas.microsoft.com/office/powerpoint/2010/main" val="24477001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3F3D247-4912-B896-82F1-53468323B2AC}"/>
              </a:ext>
            </a:extLst>
          </p:cNvPr>
          <p:cNvSpPr>
            <a:spLocks noGrp="1"/>
          </p:cNvSpPr>
          <p:nvPr>
            <p:ph type="ctrTitle"/>
          </p:nvPr>
        </p:nvSpPr>
        <p:spPr/>
        <p:txBody>
          <a:bodyPr/>
          <a:lstStyle/>
          <a:p>
            <a:r>
              <a:rPr lang="fr-FR"/>
              <a:t>Ressources pour la partie 1 du kit</a:t>
            </a:r>
          </a:p>
        </p:txBody>
      </p:sp>
      <p:sp>
        <p:nvSpPr>
          <p:cNvPr id="3" name="Sous-titre 2">
            <a:extLst>
              <a:ext uri="{FF2B5EF4-FFF2-40B4-BE49-F238E27FC236}">
                <a16:creationId xmlns:a16="http://schemas.microsoft.com/office/drawing/2014/main" id="{3CF9016B-D5CF-CFDC-412E-289F7B8574AC}"/>
              </a:ext>
            </a:extLst>
          </p:cNvPr>
          <p:cNvSpPr>
            <a:spLocks noGrp="1"/>
          </p:cNvSpPr>
          <p:nvPr>
            <p:ph type="subTitle" idx="1"/>
          </p:nvPr>
        </p:nvSpPr>
        <p:spPr>
          <a:xfrm>
            <a:off x="3935413" y="3004272"/>
            <a:ext cx="7338987" cy="757130"/>
          </a:xfrm>
        </p:spPr>
        <p:txBody>
          <a:bodyPr/>
          <a:lstStyle/>
          <a:p>
            <a:r>
              <a:rPr lang="fr-FR">
                <a:solidFill>
                  <a:srgbClr val="154734"/>
                </a:solidFill>
                <a:latin typeface="Avenir LT Std 65 Medium" panose="020B0803020203020204" pitchFamily="34" charset="0"/>
              </a:rPr>
              <a:t>Comment j’intègre les </a:t>
            </a:r>
            <a:r>
              <a:rPr lang="fr-FR" b="1">
                <a:solidFill>
                  <a:srgbClr val="154734"/>
                </a:solidFill>
                <a:latin typeface="Avenir LT Std 65 Medium" panose="020B0803020203020204" pitchFamily="34" charset="0"/>
              </a:rPr>
              <a:t>facteurs humains </a:t>
            </a:r>
            <a:r>
              <a:rPr lang="fr-FR">
                <a:solidFill>
                  <a:srgbClr val="154734"/>
                </a:solidFill>
                <a:latin typeface="Avenir LT Std 65 Medium" panose="020B0803020203020204" pitchFamily="34" charset="0"/>
              </a:rPr>
              <a:t>en amont et pendant le</a:t>
            </a:r>
            <a:r>
              <a:rPr lang="fr-FR" b="1">
                <a:solidFill>
                  <a:srgbClr val="154734"/>
                </a:solidFill>
                <a:latin typeface="Avenir LT Std 65 Medium" panose="020B0803020203020204" pitchFamily="34" charset="0"/>
              </a:rPr>
              <a:t> projet ?</a:t>
            </a:r>
          </a:p>
        </p:txBody>
      </p:sp>
      <p:sp>
        <p:nvSpPr>
          <p:cNvPr id="4" name="Rectangle 3">
            <a:extLst>
              <a:ext uri="{FF2B5EF4-FFF2-40B4-BE49-F238E27FC236}">
                <a16:creationId xmlns:a16="http://schemas.microsoft.com/office/drawing/2014/main" id="{6E3F2190-BA56-21B4-41AA-3521C2B89EB8}"/>
              </a:ext>
            </a:extLst>
          </p:cNvPr>
          <p:cNvSpPr>
            <a:spLocks noGrp="1" noRot="1" noMove="1" noResize="1" noEditPoints="1" noAdjustHandles="1" noChangeArrowheads="1" noChangeShapeType="1"/>
          </p:cNvSpPr>
          <p:nvPr/>
        </p:nvSpPr>
        <p:spPr>
          <a:xfrm>
            <a:off x="8624047" y="6239435"/>
            <a:ext cx="3567953" cy="6185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spTree>
    <p:extLst>
      <p:ext uri="{BB962C8B-B14F-4D97-AF65-F5344CB8AC3E}">
        <p14:creationId xmlns:p14="http://schemas.microsoft.com/office/powerpoint/2010/main" val="1172475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CA824-E8BA-A28B-AEAC-2631F288393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DFD7B12-474E-42AF-087E-4D0A0BC8AD40}"/>
              </a:ext>
            </a:extLst>
          </p:cNvPr>
          <p:cNvSpPr/>
          <p:nvPr/>
        </p:nvSpPr>
        <p:spPr>
          <a:xfrm>
            <a:off x="9832" y="9832"/>
            <a:ext cx="12168000" cy="6840000"/>
          </a:xfrm>
          <a:prstGeom prst="rect">
            <a:avLst/>
          </a:prstGeom>
          <a:solidFill>
            <a:schemeClr val="bg1"/>
          </a:solidFill>
          <a:ln w="28575">
            <a:gradFill>
              <a:gsLst>
                <a:gs pos="0">
                  <a:srgbClr val="00B388"/>
                </a:gs>
                <a:gs pos="100000">
                  <a:schemeClr val="accent2">
                    <a:lumMod val="60000"/>
                    <a:lumOff val="4000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venir LT Std 45 Book" panose="020B0502020203020204" pitchFamily="34" charset="0"/>
              <a:ea typeface="+mn-ea"/>
              <a:cs typeface="+mn-cs"/>
            </a:endParaRPr>
          </a:p>
        </p:txBody>
      </p:sp>
      <p:sp>
        <p:nvSpPr>
          <p:cNvPr id="2" name="Titre 1">
            <a:extLst>
              <a:ext uri="{FF2B5EF4-FFF2-40B4-BE49-F238E27FC236}">
                <a16:creationId xmlns:a16="http://schemas.microsoft.com/office/drawing/2014/main" id="{A70406B7-5D0C-076E-FE70-BDDD430EFD59}"/>
              </a:ext>
            </a:extLst>
          </p:cNvPr>
          <p:cNvSpPr>
            <a:spLocks noGrp="1"/>
          </p:cNvSpPr>
          <p:nvPr>
            <p:ph type="title"/>
          </p:nvPr>
        </p:nvSpPr>
        <p:spPr>
          <a:xfrm>
            <a:off x="477881" y="25472"/>
            <a:ext cx="5400000" cy="997196"/>
          </a:xfrm>
        </p:spPr>
        <p:txBody>
          <a:bodyPr/>
          <a:lstStyle/>
          <a:p>
            <a:pPr algn="ctr"/>
            <a:r>
              <a:rPr lang="fr-FR">
                <a:solidFill>
                  <a:srgbClr val="154734"/>
                </a:solidFill>
                <a:latin typeface="Avenir LT Std 45 Book" panose="020B0502020203020204" pitchFamily="34" charset="0"/>
              </a:rPr>
              <a:t>Comment identifier et gérer les ressources matérielles nécessaires au projet ?</a:t>
            </a:r>
          </a:p>
        </p:txBody>
      </p:sp>
      <p:cxnSp>
        <p:nvCxnSpPr>
          <p:cNvPr id="5" name="Connecteur droit 4">
            <a:extLst>
              <a:ext uri="{FF2B5EF4-FFF2-40B4-BE49-F238E27FC236}">
                <a16:creationId xmlns:a16="http://schemas.microsoft.com/office/drawing/2014/main" id="{976EA51A-A1A4-8481-8EB6-76EB57338676}"/>
              </a:ext>
            </a:extLst>
          </p:cNvPr>
          <p:cNvCxnSpPr>
            <a:cxnSpLocks/>
          </p:cNvCxnSpPr>
          <p:nvPr/>
        </p:nvCxnSpPr>
        <p:spPr>
          <a:xfrm flipH="1">
            <a:off x="6093832" y="38219"/>
            <a:ext cx="2168" cy="6314166"/>
          </a:xfrm>
          <a:prstGeom prst="line">
            <a:avLst/>
          </a:pr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6" name="Rectangle : coins arrondis 3">
            <a:extLst>
              <a:ext uri="{FF2B5EF4-FFF2-40B4-BE49-F238E27FC236}">
                <a16:creationId xmlns:a16="http://schemas.microsoft.com/office/drawing/2014/main" id="{D9AA6B0B-9EC7-866B-4447-5EA7487220AB}"/>
              </a:ext>
            </a:extLst>
          </p:cNvPr>
          <p:cNvSpPr/>
          <p:nvPr/>
        </p:nvSpPr>
        <p:spPr>
          <a:xfrm>
            <a:off x="477881" y="2497393"/>
            <a:ext cx="5400000" cy="3672000"/>
          </a:xfrm>
          <a:custGeom>
            <a:avLst/>
            <a:gdLst>
              <a:gd name="csX0" fmla="*/ 0 w 6759388"/>
              <a:gd name="csY0" fmla="*/ 635426 h 3812479"/>
              <a:gd name="csX1" fmla="*/ 635426 w 6759388"/>
              <a:gd name="csY1" fmla="*/ 0 h 3812479"/>
              <a:gd name="csX2" fmla="*/ 6123962 w 6759388"/>
              <a:gd name="csY2" fmla="*/ 0 h 3812479"/>
              <a:gd name="csX3" fmla="*/ 6759388 w 6759388"/>
              <a:gd name="csY3" fmla="*/ 635426 h 3812479"/>
              <a:gd name="csX4" fmla="*/ 6759388 w 6759388"/>
              <a:gd name="csY4" fmla="*/ 3177053 h 3812479"/>
              <a:gd name="csX5" fmla="*/ 6123962 w 6759388"/>
              <a:gd name="csY5" fmla="*/ 3812479 h 3812479"/>
              <a:gd name="csX6" fmla="*/ 635426 w 6759388"/>
              <a:gd name="csY6" fmla="*/ 3812479 h 3812479"/>
              <a:gd name="csX7" fmla="*/ 0 w 6759388"/>
              <a:gd name="csY7" fmla="*/ 3177053 h 3812479"/>
              <a:gd name="csX8" fmla="*/ 0 w 6759388"/>
              <a:gd name="csY8" fmla="*/ 635426 h 3812479"/>
              <a:gd name="csX0" fmla="*/ 0 w 6759388"/>
              <a:gd name="csY0" fmla="*/ 304371 h 3814799"/>
              <a:gd name="csX1" fmla="*/ 635426 w 6759388"/>
              <a:gd name="csY1" fmla="*/ 2320 h 3814799"/>
              <a:gd name="csX2" fmla="*/ 6123962 w 6759388"/>
              <a:gd name="csY2" fmla="*/ 2320 h 3814799"/>
              <a:gd name="csX3" fmla="*/ 6759388 w 6759388"/>
              <a:gd name="csY3" fmla="*/ 637746 h 3814799"/>
              <a:gd name="csX4" fmla="*/ 6759388 w 6759388"/>
              <a:gd name="csY4" fmla="*/ 3179373 h 3814799"/>
              <a:gd name="csX5" fmla="*/ 6123962 w 6759388"/>
              <a:gd name="csY5" fmla="*/ 3814799 h 3814799"/>
              <a:gd name="csX6" fmla="*/ 635426 w 6759388"/>
              <a:gd name="csY6" fmla="*/ 3814799 h 3814799"/>
              <a:gd name="csX7" fmla="*/ 0 w 6759388"/>
              <a:gd name="csY7" fmla="*/ 3179373 h 3814799"/>
              <a:gd name="csX8" fmla="*/ 0 w 6759388"/>
              <a:gd name="csY8" fmla="*/ 304371 h 3814799"/>
              <a:gd name="csX0" fmla="*/ 0 w 6759388"/>
              <a:gd name="csY0" fmla="*/ 304371 h 3815017"/>
              <a:gd name="csX1" fmla="*/ 635426 w 6759388"/>
              <a:gd name="csY1" fmla="*/ 2320 h 3815017"/>
              <a:gd name="csX2" fmla="*/ 6123962 w 6759388"/>
              <a:gd name="csY2" fmla="*/ 2320 h 3815017"/>
              <a:gd name="csX3" fmla="*/ 6759388 w 6759388"/>
              <a:gd name="csY3" fmla="*/ 637746 h 3815017"/>
              <a:gd name="csX4" fmla="*/ 6759388 w 6759388"/>
              <a:gd name="csY4" fmla="*/ 3179373 h 3815017"/>
              <a:gd name="csX5" fmla="*/ 6123962 w 6759388"/>
              <a:gd name="csY5" fmla="*/ 3814799 h 3815017"/>
              <a:gd name="csX6" fmla="*/ 635426 w 6759388"/>
              <a:gd name="csY6" fmla="*/ 3814799 h 3815017"/>
              <a:gd name="csX7" fmla="*/ 0 w 6759388"/>
              <a:gd name="csY7" fmla="*/ 3484173 h 3815017"/>
              <a:gd name="csX8" fmla="*/ 0 w 6759388"/>
              <a:gd name="csY8" fmla="*/ 304371 h 3815017"/>
              <a:gd name="csX0" fmla="*/ 0 w 6759388"/>
              <a:gd name="csY0" fmla="*/ 305694 h 3816340"/>
              <a:gd name="csX1" fmla="*/ 635426 w 6759388"/>
              <a:gd name="csY1" fmla="*/ 3643 h 3816340"/>
              <a:gd name="csX2" fmla="*/ 6123962 w 6759388"/>
              <a:gd name="csY2" fmla="*/ 3643 h 3816340"/>
              <a:gd name="csX3" fmla="*/ 6759388 w 6759388"/>
              <a:gd name="csY3" fmla="*/ 296169 h 3816340"/>
              <a:gd name="csX4" fmla="*/ 6759388 w 6759388"/>
              <a:gd name="csY4" fmla="*/ 3180696 h 3816340"/>
              <a:gd name="csX5" fmla="*/ 6123962 w 6759388"/>
              <a:gd name="csY5" fmla="*/ 3816122 h 3816340"/>
              <a:gd name="csX6" fmla="*/ 635426 w 6759388"/>
              <a:gd name="csY6" fmla="*/ 3816122 h 3816340"/>
              <a:gd name="csX7" fmla="*/ 0 w 6759388"/>
              <a:gd name="csY7" fmla="*/ 3485496 h 3816340"/>
              <a:gd name="csX8" fmla="*/ 0 w 6759388"/>
              <a:gd name="csY8" fmla="*/ 305694 h 3816340"/>
              <a:gd name="csX0" fmla="*/ 0 w 6759388"/>
              <a:gd name="csY0" fmla="*/ 304372 h 3815018"/>
              <a:gd name="csX1" fmla="*/ 635426 w 6759388"/>
              <a:gd name="csY1" fmla="*/ 2321 h 3815018"/>
              <a:gd name="csX2" fmla="*/ 6123962 w 6759388"/>
              <a:gd name="csY2" fmla="*/ 2321 h 3815018"/>
              <a:gd name="csX3" fmla="*/ 6749863 w 6759388"/>
              <a:gd name="csY3" fmla="*/ 351997 h 3815018"/>
              <a:gd name="csX4" fmla="*/ 6759388 w 6759388"/>
              <a:gd name="csY4" fmla="*/ 3179374 h 3815018"/>
              <a:gd name="csX5" fmla="*/ 6123962 w 6759388"/>
              <a:gd name="csY5" fmla="*/ 3814800 h 3815018"/>
              <a:gd name="csX6" fmla="*/ 635426 w 6759388"/>
              <a:gd name="csY6" fmla="*/ 3814800 h 3815018"/>
              <a:gd name="csX7" fmla="*/ 0 w 6759388"/>
              <a:gd name="csY7" fmla="*/ 3484174 h 3815018"/>
              <a:gd name="csX8" fmla="*/ 0 w 6759388"/>
              <a:gd name="csY8" fmla="*/ 304372 h 3815018"/>
              <a:gd name="csX0" fmla="*/ 0 w 6759388"/>
              <a:gd name="csY0" fmla="*/ 304372 h 3815018"/>
              <a:gd name="csX1" fmla="*/ 635426 w 6759388"/>
              <a:gd name="csY1" fmla="*/ 2321 h 3815018"/>
              <a:gd name="csX2" fmla="*/ 6123962 w 6759388"/>
              <a:gd name="csY2" fmla="*/ 2321 h 3815018"/>
              <a:gd name="csX3" fmla="*/ 6749863 w 6759388"/>
              <a:gd name="csY3" fmla="*/ 351997 h 3815018"/>
              <a:gd name="csX4" fmla="*/ 6759388 w 6759388"/>
              <a:gd name="csY4" fmla="*/ 3465124 h 3815018"/>
              <a:gd name="csX5" fmla="*/ 6123962 w 6759388"/>
              <a:gd name="csY5" fmla="*/ 3814800 h 3815018"/>
              <a:gd name="csX6" fmla="*/ 635426 w 6759388"/>
              <a:gd name="csY6" fmla="*/ 3814800 h 3815018"/>
              <a:gd name="csX7" fmla="*/ 0 w 6759388"/>
              <a:gd name="csY7" fmla="*/ 3484174 h 3815018"/>
              <a:gd name="csX8" fmla="*/ 0 w 6759388"/>
              <a:gd name="csY8" fmla="*/ 304372 h 38150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759388" h="3815018">
                <a:moveTo>
                  <a:pt x="0" y="304372"/>
                </a:moveTo>
                <a:cubicBezTo>
                  <a:pt x="0" y="-46564"/>
                  <a:pt x="284490" y="2321"/>
                  <a:pt x="635426" y="2321"/>
                </a:cubicBezTo>
                <a:lnTo>
                  <a:pt x="6123962" y="2321"/>
                </a:lnTo>
                <a:cubicBezTo>
                  <a:pt x="6474898" y="2321"/>
                  <a:pt x="6749863" y="1061"/>
                  <a:pt x="6749863" y="351997"/>
                </a:cubicBezTo>
                <a:lnTo>
                  <a:pt x="6759388" y="3465124"/>
                </a:lnTo>
                <a:cubicBezTo>
                  <a:pt x="6759388" y="3816060"/>
                  <a:pt x="6474898" y="3814800"/>
                  <a:pt x="6123962" y="3814800"/>
                </a:cubicBezTo>
                <a:lnTo>
                  <a:pt x="635426" y="3814800"/>
                </a:lnTo>
                <a:cubicBezTo>
                  <a:pt x="284490" y="3814800"/>
                  <a:pt x="0" y="3835110"/>
                  <a:pt x="0" y="3484174"/>
                </a:cubicBezTo>
                <a:lnTo>
                  <a:pt x="0" y="304372"/>
                </a:lnTo>
                <a:close/>
              </a:path>
            </a:pathLst>
          </a:cu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tlCol="0" anchor="ctr"/>
          <a:lstStyle/>
          <a:p>
            <a:pPr marL="0" marR="0" lvl="0" indent="0" algn="ctr" defTabSz="228600" rtl="0" eaLnBrk="1" fontAlgn="base" latinLnBrk="0" hangingPunct="1">
              <a:lnSpc>
                <a:spcPct val="100000"/>
              </a:lnSpc>
              <a:spcBef>
                <a:spcPct val="0"/>
              </a:spcBef>
              <a:spcAft>
                <a:spcPct val="0"/>
              </a:spcAft>
              <a:buClrTx/>
              <a:buSzTx/>
              <a:buFontTx/>
              <a:buNone/>
              <a:tabLst/>
              <a:defRPr/>
            </a:pPr>
            <a:r>
              <a:rPr kumimoji="0" lang="fr-FR" sz="1400" b="1" i="0" u="none" strike="noStrike" kern="1200" cap="none" spc="0" normalizeH="0" baseline="0" noProof="0">
                <a:ln>
                  <a:noFill/>
                </a:ln>
                <a:solidFill>
                  <a:srgbClr val="00B388"/>
                </a:solidFill>
                <a:effectLst/>
                <a:uLnTx/>
                <a:uFillTx/>
                <a:latin typeface="Avenir LT Std 45 Book" panose="020B0502020203020204" pitchFamily="34" charset="0"/>
                <a:ea typeface="+mn-ea"/>
                <a:cs typeface="+mn-cs"/>
              </a:rPr>
              <a:t>3 bons réflexes</a:t>
            </a:r>
            <a:r>
              <a:rPr kumimoji="0" lang="fr-FR" sz="14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 en amont et pendant le projet : </a:t>
            </a:r>
            <a:endParaRPr kumimoji="0" lang="fr-FR" sz="16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a:p>
            <a:pPr marL="457200" marR="0" lvl="2" indent="0" algn="l" defTabSz="228600" rtl="0" eaLnBrk="1" fontAlgn="base" latinLnBrk="0" hangingPunct="1">
              <a:lnSpc>
                <a:spcPct val="100000"/>
              </a:lnSpc>
              <a:spcBef>
                <a:spcPts val="1200"/>
              </a:spcBef>
              <a:spcAft>
                <a:spcPct val="0"/>
              </a:spcAft>
              <a:buClrTx/>
              <a:buSzTx/>
              <a:buFontTx/>
              <a:buNone/>
              <a:tabLst/>
              <a:defRPr/>
            </a:pPr>
            <a:r>
              <a:rPr kumimoji="0" lang="fr-FR" sz="1200" b="1" i="0" u="none" strike="noStrike" kern="1200" cap="none" spc="0" normalizeH="0" baseline="0" noProof="0">
                <a:ln>
                  <a:noFill/>
                </a:ln>
                <a:solidFill>
                  <a:srgbClr val="00B388"/>
                </a:solidFill>
                <a:effectLst/>
                <a:uLnTx/>
                <a:uFillTx/>
                <a:latin typeface="Avenir LT Std 45 Book" panose="020B0502020203020204" pitchFamily="34" charset="0"/>
                <a:ea typeface="+mn-ea"/>
                <a:cs typeface="+mn-cs"/>
              </a:rPr>
              <a:t>J’identifie</a:t>
            </a:r>
            <a:b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b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Je m'assure que toutes les </a:t>
            </a: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ressources dont j'ai besoin pour conduire le projet </a:t>
            </a: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(outil SI, outil de gestion de projet, habilitations / badges, locaux, poste de travail, matériel IT / téléphonie, équipement technique…) sont bien </a:t>
            </a: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identifiées, disponibles et connues</a:t>
            </a: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 / </a:t>
            </a: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maitrisées</a:t>
            </a: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 de toutes les équipes concernées</a:t>
            </a:r>
            <a:b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br>
            <a:b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br>
            <a:r>
              <a:rPr kumimoji="0" lang="fr-FR" sz="1200" b="1" i="0" u="none" strike="noStrike" kern="1200" cap="none" spc="0" normalizeH="0" baseline="0" noProof="0">
                <a:ln>
                  <a:noFill/>
                </a:ln>
                <a:solidFill>
                  <a:srgbClr val="00B388"/>
                </a:solidFill>
                <a:effectLst/>
                <a:uLnTx/>
                <a:uFillTx/>
                <a:latin typeface="Avenir LT Std 45 Book" panose="020B0502020203020204" pitchFamily="34" charset="0"/>
                <a:ea typeface="+mn-ea"/>
                <a:cs typeface="+mn-cs"/>
              </a:rPr>
              <a:t>Je prévois</a:t>
            </a:r>
            <a:b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b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Je n'attends pas le dernier moment pour </a:t>
            </a: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identifier et communiquer mes besoins en ressources </a:t>
            </a: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à chaque nouvelle phase du projet</a:t>
            </a:r>
            <a:b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br>
            <a:endPar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a:p>
            <a:pPr marL="457200" marR="0" lvl="2" indent="0" algn="l" defTabSz="228600" rtl="0" eaLnBrk="1" fontAlgn="base" latinLnBrk="0" hangingPunct="1">
              <a:lnSpc>
                <a:spcPct val="100000"/>
              </a:lnSpc>
              <a:spcBef>
                <a:spcPts val="0"/>
              </a:spcBef>
              <a:spcAft>
                <a:spcPct val="0"/>
              </a:spcAft>
              <a:buClrTx/>
              <a:buSzTx/>
              <a:buFontTx/>
              <a:buNone/>
              <a:tabLst/>
              <a:defRPr/>
            </a:pPr>
            <a:r>
              <a:rPr kumimoji="0" lang="fr-FR" sz="1200" b="1" i="0" u="none" strike="noStrike" kern="1200" cap="none" spc="0" normalizeH="0" baseline="0" noProof="0">
                <a:ln>
                  <a:noFill/>
                </a:ln>
                <a:solidFill>
                  <a:srgbClr val="00B388"/>
                </a:solidFill>
                <a:effectLst/>
                <a:uLnTx/>
                <a:uFillTx/>
                <a:latin typeface="Avenir LT Std 45 Book" panose="020B0502020203020204" pitchFamily="34" charset="0"/>
                <a:ea typeface="+mn-ea"/>
                <a:cs typeface="+mn-cs"/>
              </a:rPr>
              <a:t>J’alerte</a:t>
            </a:r>
            <a:b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b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Je n'attends pas si une </a:t>
            </a: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ressource manque ou est insuffisante </a:t>
            </a: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a:t>
            </a:r>
          </a:p>
          <a:p>
            <a:pPr marL="717550" marR="0" lvl="2" indent="-176213" algn="l" defTabSz="228600" rtl="0" eaLnBrk="1" fontAlgn="base" latinLnBrk="0" hangingPunct="1">
              <a:lnSpc>
                <a:spcPct val="100000"/>
              </a:lnSpc>
              <a:spcBef>
                <a:spcPts val="0"/>
              </a:spcBef>
              <a:spcAft>
                <a:spcPct val="0"/>
              </a:spcAft>
              <a:buClrTx/>
              <a:buSzTx/>
              <a:buFont typeface="Arial" panose="020B0604020202020204" pitchFamily="34" charset="0"/>
              <a:buChar char="•"/>
              <a:tabLst/>
              <a:defRPr/>
            </a:pP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Je sollicite les </a:t>
            </a: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responsables directs du projet </a:t>
            </a: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pour les </a:t>
            </a: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décisions opérationnelles</a:t>
            </a:r>
          </a:p>
          <a:p>
            <a:pPr marL="717550" marR="0" lvl="2" indent="-176213" algn="l" defTabSz="228600" rtl="0" eaLnBrk="1" fontAlgn="base" latinLnBrk="0" hangingPunct="1">
              <a:lnSpc>
                <a:spcPct val="100000"/>
              </a:lnSpc>
              <a:spcBef>
                <a:spcPts val="0"/>
              </a:spcBef>
              <a:spcAft>
                <a:spcPct val="0"/>
              </a:spcAft>
              <a:buClrTx/>
              <a:buSzTx/>
              <a:buFont typeface="Arial" panose="020B0604020202020204" pitchFamily="34" charset="0"/>
              <a:buChar char="•"/>
              <a:tabLst/>
              <a:defRPr/>
            </a:pP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Je fais appel aux </a:t>
            </a: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décideurs ou sponsors </a:t>
            </a: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si un </a:t>
            </a: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arbitrage plus important</a:t>
            </a: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 est nécessaire</a:t>
            </a:r>
          </a:p>
        </p:txBody>
      </p:sp>
      <p:sp>
        <p:nvSpPr>
          <p:cNvPr id="24" name="Forme libre : forme 23">
            <a:extLst>
              <a:ext uri="{FF2B5EF4-FFF2-40B4-BE49-F238E27FC236}">
                <a16:creationId xmlns:a16="http://schemas.microsoft.com/office/drawing/2014/main" id="{B4CDC469-9EEA-8EFD-F2B3-678B15AD158E}"/>
              </a:ext>
            </a:extLst>
          </p:cNvPr>
          <p:cNvSpPr>
            <a:spLocks noChangeAspect="1"/>
          </p:cNvSpPr>
          <p:nvPr/>
        </p:nvSpPr>
        <p:spPr>
          <a:xfrm>
            <a:off x="612423" y="4959437"/>
            <a:ext cx="288000" cy="288000"/>
          </a:xfrm>
          <a:custGeom>
            <a:avLst/>
            <a:gdLst>
              <a:gd name="csX0" fmla="*/ 428625 w 857250"/>
              <a:gd name="csY0" fmla="*/ -952 h 857250"/>
              <a:gd name="csX1" fmla="*/ 0 w 857250"/>
              <a:gd name="csY1" fmla="*/ 427673 h 857250"/>
              <a:gd name="csX2" fmla="*/ 428625 w 857250"/>
              <a:gd name="csY2" fmla="*/ 856298 h 857250"/>
              <a:gd name="csX3" fmla="*/ 857250 w 857250"/>
              <a:gd name="csY3" fmla="*/ 427673 h 857250"/>
              <a:gd name="csX4" fmla="*/ 428625 w 857250"/>
              <a:gd name="csY4" fmla="*/ -952 h 857250"/>
              <a:gd name="csX5" fmla="*/ 428625 w 857250"/>
              <a:gd name="csY5" fmla="*/ 56198 h 857250"/>
              <a:gd name="csX6" fmla="*/ 800100 w 857250"/>
              <a:gd name="csY6" fmla="*/ 427673 h 857250"/>
              <a:gd name="csX7" fmla="*/ 428625 w 857250"/>
              <a:gd name="csY7" fmla="*/ 799148 h 857250"/>
              <a:gd name="csX8" fmla="*/ 57150 w 857250"/>
              <a:gd name="csY8" fmla="*/ 427673 h 857250"/>
              <a:gd name="csX9" fmla="*/ 428625 w 857250"/>
              <a:gd name="csY9" fmla="*/ 56198 h 857250"/>
              <a:gd name="csX10" fmla="*/ 428625 w 857250"/>
              <a:gd name="csY10" fmla="*/ 141923 h 857250"/>
              <a:gd name="csX11" fmla="*/ 400050 w 857250"/>
              <a:gd name="csY11" fmla="*/ 170498 h 857250"/>
              <a:gd name="csX12" fmla="*/ 400050 w 857250"/>
              <a:gd name="csY12" fmla="*/ 589598 h 857250"/>
              <a:gd name="csX13" fmla="*/ 428625 w 857250"/>
              <a:gd name="csY13" fmla="*/ 618173 h 857250"/>
              <a:gd name="csX14" fmla="*/ 457200 w 857250"/>
              <a:gd name="csY14" fmla="*/ 589598 h 857250"/>
              <a:gd name="csX15" fmla="*/ 457200 w 857250"/>
              <a:gd name="csY15" fmla="*/ 170498 h 857250"/>
              <a:gd name="csX16" fmla="*/ 428625 w 857250"/>
              <a:gd name="csY16" fmla="*/ 141923 h 857250"/>
              <a:gd name="csX17" fmla="*/ 428625 w 857250"/>
              <a:gd name="csY17" fmla="*/ 637223 h 857250"/>
              <a:gd name="csX18" fmla="*/ 390525 w 857250"/>
              <a:gd name="csY18" fmla="*/ 675323 h 857250"/>
              <a:gd name="csX19" fmla="*/ 428625 w 857250"/>
              <a:gd name="csY19" fmla="*/ 713423 h 857250"/>
              <a:gd name="csX20" fmla="*/ 466725 w 857250"/>
              <a:gd name="csY20" fmla="*/ 675323 h 857250"/>
              <a:gd name="csX21" fmla="*/ 428625 w 857250"/>
              <a:gd name="csY21" fmla="*/ 637223 h 857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857250" h="857250">
                <a:moveTo>
                  <a:pt x="428625" y="-952"/>
                </a:moveTo>
                <a:cubicBezTo>
                  <a:pt x="192240" y="-952"/>
                  <a:pt x="0" y="191289"/>
                  <a:pt x="0" y="427673"/>
                </a:cubicBezTo>
                <a:cubicBezTo>
                  <a:pt x="0" y="664057"/>
                  <a:pt x="192240" y="856298"/>
                  <a:pt x="428625" y="856298"/>
                </a:cubicBezTo>
                <a:cubicBezTo>
                  <a:pt x="665010" y="856298"/>
                  <a:pt x="857250" y="664057"/>
                  <a:pt x="857250" y="427673"/>
                </a:cubicBezTo>
                <a:cubicBezTo>
                  <a:pt x="857250" y="191289"/>
                  <a:pt x="665010" y="-952"/>
                  <a:pt x="428625" y="-952"/>
                </a:cubicBezTo>
                <a:close/>
                <a:moveTo>
                  <a:pt x="428625" y="56198"/>
                </a:moveTo>
                <a:cubicBezTo>
                  <a:pt x="634123" y="56198"/>
                  <a:pt x="800100" y="222176"/>
                  <a:pt x="800100" y="427673"/>
                </a:cubicBezTo>
                <a:cubicBezTo>
                  <a:pt x="800100" y="633171"/>
                  <a:pt x="634123" y="799148"/>
                  <a:pt x="428625" y="799148"/>
                </a:cubicBezTo>
                <a:cubicBezTo>
                  <a:pt x="223127" y="799148"/>
                  <a:pt x="57150" y="633171"/>
                  <a:pt x="57150" y="427673"/>
                </a:cubicBezTo>
                <a:cubicBezTo>
                  <a:pt x="57150" y="222176"/>
                  <a:pt x="223127" y="56198"/>
                  <a:pt x="428625" y="56198"/>
                </a:cubicBezTo>
                <a:close/>
                <a:moveTo>
                  <a:pt x="428625" y="141923"/>
                </a:moveTo>
                <a:cubicBezTo>
                  <a:pt x="412844" y="141923"/>
                  <a:pt x="400050" y="154717"/>
                  <a:pt x="400050" y="170498"/>
                </a:cubicBezTo>
                <a:lnTo>
                  <a:pt x="400050" y="589598"/>
                </a:lnTo>
                <a:cubicBezTo>
                  <a:pt x="400050" y="605380"/>
                  <a:pt x="412844" y="618173"/>
                  <a:pt x="428625" y="618173"/>
                </a:cubicBezTo>
                <a:cubicBezTo>
                  <a:pt x="444407" y="618173"/>
                  <a:pt x="457200" y="605380"/>
                  <a:pt x="457200" y="589598"/>
                </a:cubicBezTo>
                <a:lnTo>
                  <a:pt x="457200" y="170498"/>
                </a:lnTo>
                <a:cubicBezTo>
                  <a:pt x="457200" y="154717"/>
                  <a:pt x="444407" y="141923"/>
                  <a:pt x="428625" y="141923"/>
                </a:cubicBezTo>
                <a:close/>
                <a:moveTo>
                  <a:pt x="428625" y="637223"/>
                </a:moveTo>
                <a:cubicBezTo>
                  <a:pt x="407583" y="637223"/>
                  <a:pt x="390525" y="654281"/>
                  <a:pt x="390525" y="675323"/>
                </a:cubicBezTo>
                <a:cubicBezTo>
                  <a:pt x="390525" y="696366"/>
                  <a:pt x="407583" y="713423"/>
                  <a:pt x="428625" y="713423"/>
                </a:cubicBezTo>
                <a:cubicBezTo>
                  <a:pt x="449667" y="713423"/>
                  <a:pt x="466725" y="696366"/>
                  <a:pt x="466725" y="675323"/>
                </a:cubicBezTo>
                <a:cubicBezTo>
                  <a:pt x="466725" y="654281"/>
                  <a:pt x="449667" y="637223"/>
                  <a:pt x="428625" y="637223"/>
                </a:cubicBezTo>
                <a:close/>
              </a:path>
            </a:pathLst>
          </a:custGeom>
          <a:solidFill>
            <a:srgbClr val="00B388"/>
          </a:solid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20" name="Forme libre : forme 19">
            <a:extLst>
              <a:ext uri="{FF2B5EF4-FFF2-40B4-BE49-F238E27FC236}">
                <a16:creationId xmlns:a16="http://schemas.microsoft.com/office/drawing/2014/main" id="{F3C24F0E-052A-AC4C-10EB-B7E6E772C003}"/>
              </a:ext>
            </a:extLst>
          </p:cNvPr>
          <p:cNvSpPr/>
          <p:nvPr/>
        </p:nvSpPr>
        <p:spPr>
          <a:xfrm>
            <a:off x="539815" y="2879618"/>
            <a:ext cx="433217" cy="433220"/>
          </a:xfrm>
          <a:custGeom>
            <a:avLst/>
            <a:gdLst>
              <a:gd name="csX0" fmla="*/ 358087 w 794364"/>
              <a:gd name="csY0" fmla="*/ 223728 h 794369"/>
              <a:gd name="csX1" fmla="*/ 358087 w 794364"/>
              <a:gd name="csY1" fmla="*/ 39067 h 794369"/>
              <a:gd name="csX2" fmla="*/ 369547 w 794364"/>
              <a:gd name="csY2" fmla="*/ 11460 h 794369"/>
              <a:gd name="csX3" fmla="*/ 397154 w 794364"/>
              <a:gd name="csY3" fmla="*/ 0 h 794369"/>
              <a:gd name="csX4" fmla="*/ 424761 w 794364"/>
              <a:gd name="csY4" fmla="*/ 11460 h 794369"/>
              <a:gd name="csX5" fmla="*/ 436258 w 794364"/>
              <a:gd name="csY5" fmla="*/ 39067 h 794369"/>
              <a:gd name="csX6" fmla="*/ 436258 w 794364"/>
              <a:gd name="csY6" fmla="*/ 223728 h 794369"/>
              <a:gd name="csX7" fmla="*/ 477372 w 794364"/>
              <a:gd name="csY7" fmla="*/ 223728 h 794369"/>
              <a:gd name="csX8" fmla="*/ 487045 w 794364"/>
              <a:gd name="csY8" fmla="*/ 233402 h 794369"/>
              <a:gd name="csX9" fmla="*/ 483548 w 794364"/>
              <a:gd name="csY9" fmla="*/ 240880 h 794369"/>
              <a:gd name="csX10" fmla="*/ 403887 w 794364"/>
              <a:gd name="csY10" fmla="*/ 317416 h 794369"/>
              <a:gd name="csX11" fmla="*/ 390493 w 794364"/>
              <a:gd name="csY11" fmla="*/ 317416 h 794369"/>
              <a:gd name="csX12" fmla="*/ 310312 w 794364"/>
              <a:gd name="csY12" fmla="*/ 240397 h 794369"/>
              <a:gd name="csX13" fmla="*/ 310051 w 794364"/>
              <a:gd name="csY13" fmla="*/ 226742 h 794369"/>
              <a:gd name="csX14" fmla="*/ 317009 w 794364"/>
              <a:gd name="csY14" fmla="*/ 223766 h 794369"/>
              <a:gd name="csX15" fmla="*/ 317009 w 794364"/>
              <a:gd name="csY15" fmla="*/ 223728 h 794369"/>
              <a:gd name="csX16" fmla="*/ 397192 w 794364"/>
              <a:gd name="csY16" fmla="*/ 345619 h 794369"/>
              <a:gd name="csX17" fmla="*/ 433655 w 794364"/>
              <a:gd name="csY17" fmla="*/ 360725 h 794369"/>
              <a:gd name="csX18" fmla="*/ 448760 w 794364"/>
              <a:gd name="csY18" fmla="*/ 397188 h 794369"/>
              <a:gd name="csX19" fmla="*/ 433655 w 794364"/>
              <a:gd name="csY19" fmla="*/ 433650 h 794369"/>
              <a:gd name="csX20" fmla="*/ 397192 w 794364"/>
              <a:gd name="csY20" fmla="*/ 448756 h 794369"/>
              <a:gd name="csX21" fmla="*/ 360729 w 794364"/>
              <a:gd name="csY21" fmla="*/ 433650 h 794369"/>
              <a:gd name="csX22" fmla="*/ 345624 w 794364"/>
              <a:gd name="csY22" fmla="*/ 397188 h 794369"/>
              <a:gd name="csX23" fmla="*/ 360729 w 794364"/>
              <a:gd name="csY23" fmla="*/ 360725 h 794369"/>
              <a:gd name="csX24" fmla="*/ 397192 w 794364"/>
              <a:gd name="csY24" fmla="*/ 345619 h 794369"/>
              <a:gd name="csX25" fmla="*/ 419963 w 794364"/>
              <a:gd name="csY25" fmla="*/ 374417 h 794369"/>
              <a:gd name="csX26" fmla="*/ 397192 w 794364"/>
              <a:gd name="csY26" fmla="*/ 364967 h 794369"/>
              <a:gd name="csX27" fmla="*/ 374422 w 794364"/>
              <a:gd name="csY27" fmla="*/ 374417 h 794369"/>
              <a:gd name="csX28" fmla="*/ 365008 w 794364"/>
              <a:gd name="csY28" fmla="*/ 397188 h 794369"/>
              <a:gd name="csX29" fmla="*/ 374422 w 794364"/>
              <a:gd name="csY29" fmla="*/ 419958 h 794369"/>
              <a:gd name="csX30" fmla="*/ 397192 w 794364"/>
              <a:gd name="csY30" fmla="*/ 429409 h 794369"/>
              <a:gd name="csX31" fmla="*/ 419963 w 794364"/>
              <a:gd name="csY31" fmla="*/ 419958 h 794369"/>
              <a:gd name="csX32" fmla="*/ 429413 w 794364"/>
              <a:gd name="csY32" fmla="*/ 397188 h 794369"/>
              <a:gd name="csX33" fmla="*/ 419963 w 794364"/>
              <a:gd name="csY33" fmla="*/ 374417 h 794369"/>
              <a:gd name="csX34" fmla="*/ 223728 w 794364"/>
              <a:gd name="csY34" fmla="*/ 436293 h 794369"/>
              <a:gd name="csX35" fmla="*/ 223728 w 794364"/>
              <a:gd name="csY35" fmla="*/ 477406 h 794369"/>
              <a:gd name="csX36" fmla="*/ 223766 w 794364"/>
              <a:gd name="csY36" fmla="*/ 477406 h 794369"/>
              <a:gd name="csX37" fmla="*/ 226742 w 794364"/>
              <a:gd name="csY37" fmla="*/ 484364 h 794369"/>
              <a:gd name="csX38" fmla="*/ 240397 w 794364"/>
              <a:gd name="csY38" fmla="*/ 484104 h 794369"/>
              <a:gd name="csX39" fmla="*/ 317416 w 794364"/>
              <a:gd name="csY39" fmla="*/ 403922 h 794369"/>
              <a:gd name="csX40" fmla="*/ 317416 w 794364"/>
              <a:gd name="csY40" fmla="*/ 390528 h 794369"/>
              <a:gd name="csX41" fmla="*/ 240880 w 794364"/>
              <a:gd name="csY41" fmla="*/ 310868 h 794369"/>
              <a:gd name="csX42" fmla="*/ 233402 w 794364"/>
              <a:gd name="csY42" fmla="*/ 307370 h 794369"/>
              <a:gd name="csX43" fmla="*/ 223728 w 794364"/>
              <a:gd name="csY43" fmla="*/ 317044 h 794369"/>
              <a:gd name="csX44" fmla="*/ 223728 w 794364"/>
              <a:gd name="csY44" fmla="*/ 358158 h 794369"/>
              <a:gd name="csX45" fmla="*/ 39067 w 794364"/>
              <a:gd name="csY45" fmla="*/ 358083 h 794369"/>
              <a:gd name="csX46" fmla="*/ 11460 w 794364"/>
              <a:gd name="csY46" fmla="*/ 369543 h 794369"/>
              <a:gd name="csX47" fmla="*/ 0 w 794364"/>
              <a:gd name="csY47" fmla="*/ 397150 h 794369"/>
              <a:gd name="csX48" fmla="*/ 11460 w 794364"/>
              <a:gd name="csY48" fmla="*/ 424757 h 794369"/>
              <a:gd name="csX49" fmla="*/ 39067 w 794364"/>
              <a:gd name="csY49" fmla="*/ 436217 h 794369"/>
              <a:gd name="csX50" fmla="*/ 39067 w 794364"/>
              <a:gd name="csY50" fmla="*/ 416907 h 794369"/>
              <a:gd name="csX51" fmla="*/ 25152 w 794364"/>
              <a:gd name="csY51" fmla="*/ 411103 h 794369"/>
              <a:gd name="csX52" fmla="*/ 19348 w 794364"/>
              <a:gd name="csY52" fmla="*/ 397188 h 794369"/>
              <a:gd name="csX53" fmla="*/ 25152 w 794364"/>
              <a:gd name="csY53" fmla="*/ 383273 h 794369"/>
              <a:gd name="csX54" fmla="*/ 39067 w 794364"/>
              <a:gd name="csY54" fmla="*/ 377469 h 794369"/>
              <a:gd name="csX55" fmla="*/ 233396 w 794364"/>
              <a:gd name="csY55" fmla="*/ 377469 h 794369"/>
              <a:gd name="csX56" fmla="*/ 243070 w 794364"/>
              <a:gd name="csY56" fmla="*/ 367795 h 794369"/>
              <a:gd name="csX57" fmla="*/ 243070 w 794364"/>
              <a:gd name="csY57" fmla="*/ 341043 h 794369"/>
              <a:gd name="csX58" fmla="*/ 297020 w 794364"/>
              <a:gd name="csY58" fmla="*/ 397188 h 794369"/>
              <a:gd name="csX59" fmla="*/ 243107 w 794364"/>
              <a:gd name="csY59" fmla="*/ 453333 h 794369"/>
              <a:gd name="csX60" fmla="*/ 243107 w 794364"/>
              <a:gd name="csY60" fmla="*/ 426582 h 794369"/>
              <a:gd name="csX61" fmla="*/ 233433 w 794364"/>
              <a:gd name="csY61" fmla="*/ 416908 h 794369"/>
              <a:gd name="csX62" fmla="*/ 377462 w 794364"/>
              <a:gd name="csY62" fmla="*/ 560973 h 794369"/>
              <a:gd name="csX63" fmla="*/ 377462 w 794364"/>
              <a:gd name="csY63" fmla="*/ 755302 h 794369"/>
              <a:gd name="csX64" fmla="*/ 383266 w 794364"/>
              <a:gd name="csY64" fmla="*/ 769217 h 794369"/>
              <a:gd name="csX65" fmla="*/ 397181 w 794364"/>
              <a:gd name="csY65" fmla="*/ 775021 h 794369"/>
              <a:gd name="csX66" fmla="*/ 411096 w 794364"/>
              <a:gd name="csY66" fmla="*/ 769217 h 794369"/>
              <a:gd name="csX67" fmla="*/ 416901 w 794364"/>
              <a:gd name="csY67" fmla="*/ 755302 h 794369"/>
              <a:gd name="csX68" fmla="*/ 416901 w 794364"/>
              <a:gd name="csY68" fmla="*/ 560973 h 794369"/>
              <a:gd name="csX69" fmla="*/ 426574 w 794364"/>
              <a:gd name="csY69" fmla="*/ 551299 h 794369"/>
              <a:gd name="csX70" fmla="*/ 453326 w 794364"/>
              <a:gd name="csY70" fmla="*/ 551299 h 794369"/>
              <a:gd name="csX71" fmla="*/ 397181 w 794364"/>
              <a:gd name="csY71" fmla="*/ 497349 h 794369"/>
              <a:gd name="csX72" fmla="*/ 340999 w 794364"/>
              <a:gd name="csY72" fmla="*/ 551299 h 794369"/>
              <a:gd name="csX73" fmla="*/ 367751 w 794364"/>
              <a:gd name="csY73" fmla="*/ 551299 h 794369"/>
              <a:gd name="csX74" fmla="*/ 377461 w 794364"/>
              <a:gd name="csY74" fmla="*/ 560973 h 794369"/>
              <a:gd name="csX75" fmla="*/ 358077 w 794364"/>
              <a:gd name="csY75" fmla="*/ 755302 h 794369"/>
              <a:gd name="csX76" fmla="*/ 358077 w 794364"/>
              <a:gd name="csY76" fmla="*/ 570641 h 794369"/>
              <a:gd name="csX77" fmla="*/ 316963 w 794364"/>
              <a:gd name="csY77" fmla="*/ 570641 h 794369"/>
              <a:gd name="csX78" fmla="*/ 316963 w 794364"/>
              <a:gd name="csY78" fmla="*/ 570604 h 794369"/>
              <a:gd name="csX79" fmla="*/ 310005 w 794364"/>
              <a:gd name="csY79" fmla="*/ 567627 h 794369"/>
              <a:gd name="csX80" fmla="*/ 310266 w 794364"/>
              <a:gd name="csY80" fmla="*/ 553972 h 794369"/>
              <a:gd name="csX81" fmla="*/ 390447 w 794364"/>
              <a:gd name="csY81" fmla="*/ 476954 h 794369"/>
              <a:gd name="csX82" fmla="*/ 403841 w 794364"/>
              <a:gd name="csY82" fmla="*/ 476954 h 794369"/>
              <a:gd name="csX83" fmla="*/ 483502 w 794364"/>
              <a:gd name="csY83" fmla="*/ 553489 h 794369"/>
              <a:gd name="csX84" fmla="*/ 486999 w 794364"/>
              <a:gd name="csY84" fmla="*/ 560968 h 794369"/>
              <a:gd name="csX85" fmla="*/ 477326 w 794364"/>
              <a:gd name="csY85" fmla="*/ 570641 h 794369"/>
              <a:gd name="csX86" fmla="*/ 436212 w 794364"/>
              <a:gd name="csY86" fmla="*/ 570641 h 794369"/>
              <a:gd name="csX87" fmla="*/ 436212 w 794364"/>
              <a:gd name="csY87" fmla="*/ 755303 h 794369"/>
              <a:gd name="csX88" fmla="*/ 424715 w 794364"/>
              <a:gd name="csY88" fmla="*/ 782910 h 794369"/>
              <a:gd name="csX89" fmla="*/ 397108 w 794364"/>
              <a:gd name="csY89" fmla="*/ 794369 h 794369"/>
              <a:gd name="csX90" fmla="*/ 369501 w 794364"/>
              <a:gd name="csY90" fmla="*/ 782910 h 794369"/>
              <a:gd name="csX91" fmla="*/ 358078 w 794364"/>
              <a:gd name="csY91" fmla="*/ 755303 h 794369"/>
              <a:gd name="csX92" fmla="*/ 560969 w 794364"/>
              <a:gd name="csY92" fmla="*/ 416907 h 794369"/>
              <a:gd name="csX93" fmla="*/ 755298 w 794364"/>
              <a:gd name="csY93" fmla="*/ 416907 h 794369"/>
              <a:gd name="csX94" fmla="*/ 769213 w 794364"/>
              <a:gd name="csY94" fmla="*/ 411103 h 794369"/>
              <a:gd name="csX95" fmla="*/ 775017 w 794364"/>
              <a:gd name="csY95" fmla="*/ 397188 h 794369"/>
              <a:gd name="csX96" fmla="*/ 769213 w 794364"/>
              <a:gd name="csY96" fmla="*/ 383273 h 794369"/>
              <a:gd name="csX97" fmla="*/ 755298 w 794364"/>
              <a:gd name="csY97" fmla="*/ 377469 h 794369"/>
              <a:gd name="csX98" fmla="*/ 560969 w 794364"/>
              <a:gd name="csY98" fmla="*/ 377469 h 794369"/>
              <a:gd name="csX99" fmla="*/ 551295 w 794364"/>
              <a:gd name="csY99" fmla="*/ 367795 h 794369"/>
              <a:gd name="csX100" fmla="*/ 551295 w 794364"/>
              <a:gd name="csY100" fmla="*/ 341043 h 794369"/>
              <a:gd name="csX101" fmla="*/ 497307 w 794364"/>
              <a:gd name="csY101" fmla="*/ 397188 h 794369"/>
              <a:gd name="csX102" fmla="*/ 551258 w 794364"/>
              <a:gd name="csY102" fmla="*/ 453333 h 794369"/>
              <a:gd name="csX103" fmla="*/ 551258 w 794364"/>
              <a:gd name="csY103" fmla="*/ 426582 h 794369"/>
              <a:gd name="csX104" fmla="*/ 560969 w 794364"/>
              <a:gd name="csY104" fmla="*/ 416908 h 794369"/>
              <a:gd name="csX105" fmla="*/ 755298 w 794364"/>
              <a:gd name="csY105" fmla="*/ 436293 h 794369"/>
              <a:gd name="csX106" fmla="*/ 782905 w 794364"/>
              <a:gd name="csY106" fmla="*/ 424833 h 794369"/>
              <a:gd name="csX107" fmla="*/ 794365 w 794364"/>
              <a:gd name="csY107" fmla="*/ 397226 h 794369"/>
              <a:gd name="csX108" fmla="*/ 782905 w 794364"/>
              <a:gd name="csY108" fmla="*/ 369619 h 794369"/>
              <a:gd name="csX109" fmla="*/ 755298 w 794364"/>
              <a:gd name="csY109" fmla="*/ 358159 h 794369"/>
              <a:gd name="csX110" fmla="*/ 570637 w 794364"/>
              <a:gd name="csY110" fmla="*/ 358085 h 794369"/>
              <a:gd name="csX111" fmla="*/ 570637 w 794364"/>
              <a:gd name="csY111" fmla="*/ 316971 h 794369"/>
              <a:gd name="csX112" fmla="*/ 560963 w 794364"/>
              <a:gd name="csY112" fmla="*/ 307297 h 794369"/>
              <a:gd name="csX113" fmla="*/ 553484 w 794364"/>
              <a:gd name="csY113" fmla="*/ 310795 h 794369"/>
              <a:gd name="csX114" fmla="*/ 476949 w 794364"/>
              <a:gd name="csY114" fmla="*/ 390455 h 794369"/>
              <a:gd name="csX115" fmla="*/ 476949 w 794364"/>
              <a:gd name="csY115" fmla="*/ 403849 h 794369"/>
              <a:gd name="csX116" fmla="*/ 553967 w 794364"/>
              <a:gd name="csY116" fmla="*/ 484031 h 794369"/>
              <a:gd name="csX117" fmla="*/ 567622 w 794364"/>
              <a:gd name="csY117" fmla="*/ 484291 h 794369"/>
              <a:gd name="csX118" fmla="*/ 570599 w 794364"/>
              <a:gd name="csY118" fmla="*/ 477333 h 794369"/>
              <a:gd name="csX119" fmla="*/ 570636 w 794364"/>
              <a:gd name="csY119" fmla="*/ 477333 h 794369"/>
              <a:gd name="csX120" fmla="*/ 570636 w 794364"/>
              <a:gd name="csY120" fmla="*/ 436220 h 794369"/>
              <a:gd name="csX121" fmla="*/ 377460 w 794364"/>
              <a:gd name="csY121" fmla="*/ 39072 h 794369"/>
              <a:gd name="csX122" fmla="*/ 377460 w 794364"/>
              <a:gd name="csY122" fmla="*/ 233401 h 794369"/>
              <a:gd name="csX123" fmla="*/ 367786 w 794364"/>
              <a:gd name="csY123" fmla="*/ 243074 h 794369"/>
              <a:gd name="csX124" fmla="*/ 341035 w 794364"/>
              <a:gd name="csY124" fmla="*/ 243074 h 794369"/>
              <a:gd name="csX125" fmla="*/ 397217 w 794364"/>
              <a:gd name="csY125" fmla="*/ 297025 h 794369"/>
              <a:gd name="csX126" fmla="*/ 453362 w 794364"/>
              <a:gd name="csY126" fmla="*/ 243074 h 794369"/>
              <a:gd name="csX127" fmla="*/ 426610 w 794364"/>
              <a:gd name="csY127" fmla="*/ 243074 h 794369"/>
              <a:gd name="csX128" fmla="*/ 416936 w 794364"/>
              <a:gd name="csY128" fmla="*/ 233401 h 794369"/>
              <a:gd name="csX129" fmla="*/ 416899 w 794364"/>
              <a:gd name="csY129" fmla="*/ 39072 h 794369"/>
              <a:gd name="csX130" fmla="*/ 411095 w 794364"/>
              <a:gd name="csY130" fmla="*/ 25156 h 794369"/>
              <a:gd name="csX131" fmla="*/ 397180 w 794364"/>
              <a:gd name="csY131" fmla="*/ 19352 h 794369"/>
              <a:gd name="csX132" fmla="*/ 383265 w 794364"/>
              <a:gd name="csY132" fmla="*/ 25156 h 794369"/>
              <a:gd name="csX133" fmla="*/ 377461 w 794364"/>
              <a:gd name="csY133" fmla="*/ 39072 h 7943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Lst>
            <a:rect l="l" t="t" r="r" b="b"/>
            <a:pathLst>
              <a:path w="794364" h="794369">
                <a:moveTo>
                  <a:pt x="358087" y="223728"/>
                </a:moveTo>
                <a:lnTo>
                  <a:pt x="358087" y="39067"/>
                </a:lnTo>
                <a:cubicBezTo>
                  <a:pt x="358087" y="28314"/>
                  <a:pt x="362478" y="18529"/>
                  <a:pt x="369547" y="11460"/>
                </a:cubicBezTo>
                <a:cubicBezTo>
                  <a:pt x="376616" y="4390"/>
                  <a:pt x="386401" y="0"/>
                  <a:pt x="397154" y="0"/>
                </a:cubicBezTo>
                <a:cubicBezTo>
                  <a:pt x="407907" y="0"/>
                  <a:pt x="417692" y="4390"/>
                  <a:pt x="424761" y="11460"/>
                </a:cubicBezTo>
                <a:cubicBezTo>
                  <a:pt x="431831" y="18529"/>
                  <a:pt x="436258" y="28314"/>
                  <a:pt x="436258" y="39067"/>
                </a:cubicBezTo>
                <a:lnTo>
                  <a:pt x="436258" y="223728"/>
                </a:lnTo>
                <a:lnTo>
                  <a:pt x="477372" y="223728"/>
                </a:lnTo>
                <a:cubicBezTo>
                  <a:pt x="482729" y="223728"/>
                  <a:pt x="487045" y="228081"/>
                  <a:pt x="487045" y="233402"/>
                </a:cubicBezTo>
                <a:cubicBezTo>
                  <a:pt x="487045" y="236415"/>
                  <a:pt x="485669" y="239094"/>
                  <a:pt x="483548" y="240880"/>
                </a:cubicBezTo>
                <a:lnTo>
                  <a:pt x="403887" y="317416"/>
                </a:lnTo>
                <a:cubicBezTo>
                  <a:pt x="400129" y="321025"/>
                  <a:pt x="394214" y="320987"/>
                  <a:pt x="390493" y="317416"/>
                </a:cubicBezTo>
                <a:lnTo>
                  <a:pt x="310312" y="240397"/>
                </a:lnTo>
                <a:cubicBezTo>
                  <a:pt x="306480" y="236714"/>
                  <a:pt x="306331" y="230575"/>
                  <a:pt x="310051" y="226742"/>
                </a:cubicBezTo>
                <a:cubicBezTo>
                  <a:pt x="311949" y="224770"/>
                  <a:pt x="314479" y="223766"/>
                  <a:pt x="317009" y="223766"/>
                </a:cubicBezTo>
                <a:lnTo>
                  <a:pt x="317009" y="223728"/>
                </a:lnTo>
                <a:close/>
                <a:moveTo>
                  <a:pt x="397192" y="345619"/>
                </a:moveTo>
                <a:cubicBezTo>
                  <a:pt x="411442" y="345619"/>
                  <a:pt x="424316" y="351387"/>
                  <a:pt x="433655" y="360725"/>
                </a:cubicBezTo>
                <a:cubicBezTo>
                  <a:pt x="442993" y="370064"/>
                  <a:pt x="448760" y="382975"/>
                  <a:pt x="448760" y="397188"/>
                </a:cubicBezTo>
                <a:cubicBezTo>
                  <a:pt x="448760" y="411438"/>
                  <a:pt x="442993" y="424312"/>
                  <a:pt x="433655" y="433650"/>
                </a:cubicBezTo>
                <a:cubicBezTo>
                  <a:pt x="424316" y="442989"/>
                  <a:pt x="411405" y="448756"/>
                  <a:pt x="397192" y="448756"/>
                </a:cubicBezTo>
                <a:cubicBezTo>
                  <a:pt x="382942" y="448756"/>
                  <a:pt x="370068" y="442989"/>
                  <a:pt x="360729" y="433650"/>
                </a:cubicBezTo>
                <a:cubicBezTo>
                  <a:pt x="351391" y="424312"/>
                  <a:pt x="345624" y="411401"/>
                  <a:pt x="345624" y="397188"/>
                </a:cubicBezTo>
                <a:cubicBezTo>
                  <a:pt x="345624" y="382937"/>
                  <a:pt x="351391" y="370063"/>
                  <a:pt x="360729" y="360725"/>
                </a:cubicBezTo>
                <a:cubicBezTo>
                  <a:pt x="370068" y="351387"/>
                  <a:pt x="382942" y="345619"/>
                  <a:pt x="397192" y="345619"/>
                </a:cubicBezTo>
                <a:close/>
                <a:moveTo>
                  <a:pt x="419963" y="374417"/>
                </a:moveTo>
                <a:cubicBezTo>
                  <a:pt x="414121" y="368576"/>
                  <a:pt x="406085" y="364967"/>
                  <a:pt x="397192" y="364967"/>
                </a:cubicBezTo>
                <a:cubicBezTo>
                  <a:pt x="388300" y="364967"/>
                  <a:pt x="380263" y="368576"/>
                  <a:pt x="374422" y="374417"/>
                </a:cubicBezTo>
                <a:cubicBezTo>
                  <a:pt x="368580" y="380259"/>
                  <a:pt x="365008" y="388295"/>
                  <a:pt x="365008" y="397188"/>
                </a:cubicBezTo>
                <a:cubicBezTo>
                  <a:pt x="365008" y="406080"/>
                  <a:pt x="368617" y="414154"/>
                  <a:pt x="374422" y="419958"/>
                </a:cubicBezTo>
                <a:cubicBezTo>
                  <a:pt x="380263" y="425800"/>
                  <a:pt x="388300" y="429409"/>
                  <a:pt x="397192" y="429409"/>
                </a:cubicBezTo>
                <a:cubicBezTo>
                  <a:pt x="406085" y="429409"/>
                  <a:pt x="414158" y="425800"/>
                  <a:pt x="419963" y="419958"/>
                </a:cubicBezTo>
                <a:cubicBezTo>
                  <a:pt x="425804" y="414117"/>
                  <a:pt x="429413" y="406080"/>
                  <a:pt x="429413" y="397188"/>
                </a:cubicBezTo>
                <a:cubicBezTo>
                  <a:pt x="429413" y="388295"/>
                  <a:pt x="425804" y="380222"/>
                  <a:pt x="419963" y="374417"/>
                </a:cubicBezTo>
                <a:close/>
                <a:moveTo>
                  <a:pt x="223728" y="436293"/>
                </a:moveTo>
                <a:lnTo>
                  <a:pt x="223728" y="477406"/>
                </a:lnTo>
                <a:lnTo>
                  <a:pt x="223766" y="477406"/>
                </a:lnTo>
                <a:cubicBezTo>
                  <a:pt x="223766" y="479936"/>
                  <a:pt x="224770" y="482467"/>
                  <a:pt x="226742" y="484364"/>
                </a:cubicBezTo>
                <a:cubicBezTo>
                  <a:pt x="230575" y="488048"/>
                  <a:pt x="236714" y="487936"/>
                  <a:pt x="240397" y="484104"/>
                </a:cubicBezTo>
                <a:lnTo>
                  <a:pt x="317416" y="403922"/>
                </a:lnTo>
                <a:cubicBezTo>
                  <a:pt x="320987" y="400202"/>
                  <a:pt x="321025" y="394286"/>
                  <a:pt x="317416" y="390528"/>
                </a:cubicBezTo>
                <a:lnTo>
                  <a:pt x="240880" y="310868"/>
                </a:lnTo>
                <a:cubicBezTo>
                  <a:pt x="239094" y="308710"/>
                  <a:pt x="236415" y="307370"/>
                  <a:pt x="233402" y="307370"/>
                </a:cubicBezTo>
                <a:cubicBezTo>
                  <a:pt x="228044" y="307370"/>
                  <a:pt x="223728" y="311723"/>
                  <a:pt x="223728" y="317044"/>
                </a:cubicBezTo>
                <a:lnTo>
                  <a:pt x="223728" y="358158"/>
                </a:lnTo>
                <a:lnTo>
                  <a:pt x="39067" y="358083"/>
                </a:lnTo>
                <a:cubicBezTo>
                  <a:pt x="28314" y="358083"/>
                  <a:pt x="18529" y="362474"/>
                  <a:pt x="11460" y="369543"/>
                </a:cubicBezTo>
                <a:cubicBezTo>
                  <a:pt x="4390" y="376612"/>
                  <a:pt x="0" y="386397"/>
                  <a:pt x="0" y="397150"/>
                </a:cubicBezTo>
                <a:cubicBezTo>
                  <a:pt x="0" y="407903"/>
                  <a:pt x="4390" y="417688"/>
                  <a:pt x="11460" y="424757"/>
                </a:cubicBezTo>
                <a:cubicBezTo>
                  <a:pt x="18529" y="431826"/>
                  <a:pt x="28314" y="436217"/>
                  <a:pt x="39067" y="436217"/>
                </a:cubicBezTo>
                <a:close/>
                <a:moveTo>
                  <a:pt x="39067" y="416907"/>
                </a:moveTo>
                <a:cubicBezTo>
                  <a:pt x="33672" y="416907"/>
                  <a:pt x="28724" y="414675"/>
                  <a:pt x="25152" y="411103"/>
                </a:cubicBezTo>
                <a:cubicBezTo>
                  <a:pt x="21580" y="407531"/>
                  <a:pt x="19348" y="402583"/>
                  <a:pt x="19348" y="397188"/>
                </a:cubicBezTo>
                <a:cubicBezTo>
                  <a:pt x="19348" y="391793"/>
                  <a:pt x="21580" y="386845"/>
                  <a:pt x="25152" y="383273"/>
                </a:cubicBezTo>
                <a:cubicBezTo>
                  <a:pt x="28724" y="379701"/>
                  <a:pt x="33673" y="377469"/>
                  <a:pt x="39067" y="377469"/>
                </a:cubicBezTo>
                <a:lnTo>
                  <a:pt x="233396" y="377469"/>
                </a:lnTo>
                <a:cubicBezTo>
                  <a:pt x="238754" y="377469"/>
                  <a:pt x="243070" y="373115"/>
                  <a:pt x="243070" y="367795"/>
                </a:cubicBezTo>
                <a:lnTo>
                  <a:pt x="243070" y="341043"/>
                </a:lnTo>
                <a:lnTo>
                  <a:pt x="297020" y="397188"/>
                </a:lnTo>
                <a:lnTo>
                  <a:pt x="243107" y="453333"/>
                </a:lnTo>
                <a:lnTo>
                  <a:pt x="243107" y="426582"/>
                </a:lnTo>
                <a:cubicBezTo>
                  <a:pt x="243107" y="421224"/>
                  <a:pt x="238754" y="416908"/>
                  <a:pt x="233433" y="416908"/>
                </a:cubicBezTo>
                <a:close/>
                <a:moveTo>
                  <a:pt x="377462" y="560973"/>
                </a:moveTo>
                <a:lnTo>
                  <a:pt x="377462" y="755302"/>
                </a:lnTo>
                <a:cubicBezTo>
                  <a:pt x="377462" y="760734"/>
                  <a:pt x="379694" y="765645"/>
                  <a:pt x="383266" y="769217"/>
                </a:cubicBezTo>
                <a:cubicBezTo>
                  <a:pt x="386838" y="772789"/>
                  <a:pt x="391787" y="775021"/>
                  <a:pt x="397181" y="775021"/>
                </a:cubicBezTo>
                <a:cubicBezTo>
                  <a:pt x="402614" y="775021"/>
                  <a:pt x="407525" y="772789"/>
                  <a:pt x="411096" y="769217"/>
                </a:cubicBezTo>
                <a:cubicBezTo>
                  <a:pt x="414668" y="765645"/>
                  <a:pt x="416901" y="760697"/>
                  <a:pt x="416901" y="755302"/>
                </a:cubicBezTo>
                <a:lnTo>
                  <a:pt x="416901" y="560973"/>
                </a:lnTo>
                <a:cubicBezTo>
                  <a:pt x="416901" y="555615"/>
                  <a:pt x="421254" y="551299"/>
                  <a:pt x="426574" y="551299"/>
                </a:cubicBezTo>
                <a:lnTo>
                  <a:pt x="453326" y="551299"/>
                </a:lnTo>
                <a:lnTo>
                  <a:pt x="397181" y="497349"/>
                </a:lnTo>
                <a:lnTo>
                  <a:pt x="340999" y="551299"/>
                </a:lnTo>
                <a:lnTo>
                  <a:pt x="367751" y="551299"/>
                </a:lnTo>
                <a:cubicBezTo>
                  <a:pt x="373108" y="551262"/>
                  <a:pt x="377461" y="555615"/>
                  <a:pt x="377461" y="560973"/>
                </a:cubicBezTo>
                <a:close/>
                <a:moveTo>
                  <a:pt x="358077" y="755302"/>
                </a:moveTo>
                <a:lnTo>
                  <a:pt x="358077" y="570641"/>
                </a:lnTo>
                <a:lnTo>
                  <a:pt x="316963" y="570641"/>
                </a:lnTo>
                <a:lnTo>
                  <a:pt x="316963" y="570604"/>
                </a:lnTo>
                <a:cubicBezTo>
                  <a:pt x="314433" y="570604"/>
                  <a:pt x="311903" y="569599"/>
                  <a:pt x="310005" y="567627"/>
                </a:cubicBezTo>
                <a:cubicBezTo>
                  <a:pt x="306322" y="563795"/>
                  <a:pt x="306433" y="557655"/>
                  <a:pt x="310266" y="553972"/>
                </a:cubicBezTo>
                <a:lnTo>
                  <a:pt x="390447" y="476954"/>
                </a:lnTo>
                <a:cubicBezTo>
                  <a:pt x="394168" y="473382"/>
                  <a:pt x="400084" y="473345"/>
                  <a:pt x="403841" y="476954"/>
                </a:cubicBezTo>
                <a:lnTo>
                  <a:pt x="483502" y="553489"/>
                </a:lnTo>
                <a:cubicBezTo>
                  <a:pt x="485660" y="555275"/>
                  <a:pt x="486999" y="557954"/>
                  <a:pt x="486999" y="560968"/>
                </a:cubicBezTo>
                <a:cubicBezTo>
                  <a:pt x="486999" y="566326"/>
                  <a:pt x="482646" y="570641"/>
                  <a:pt x="477326" y="570641"/>
                </a:cubicBezTo>
                <a:lnTo>
                  <a:pt x="436212" y="570641"/>
                </a:lnTo>
                <a:lnTo>
                  <a:pt x="436212" y="755303"/>
                </a:lnTo>
                <a:cubicBezTo>
                  <a:pt x="436212" y="766055"/>
                  <a:pt x="431821" y="775840"/>
                  <a:pt x="424715" y="782910"/>
                </a:cubicBezTo>
                <a:cubicBezTo>
                  <a:pt x="417646" y="789979"/>
                  <a:pt x="407861" y="794369"/>
                  <a:pt x="397108" y="794369"/>
                </a:cubicBezTo>
                <a:cubicBezTo>
                  <a:pt x="386355" y="794369"/>
                  <a:pt x="376570" y="789979"/>
                  <a:pt x="369501" y="782910"/>
                </a:cubicBezTo>
                <a:cubicBezTo>
                  <a:pt x="362469" y="775840"/>
                  <a:pt x="358078" y="766055"/>
                  <a:pt x="358078" y="755303"/>
                </a:cubicBezTo>
                <a:close/>
                <a:moveTo>
                  <a:pt x="560969" y="416907"/>
                </a:moveTo>
                <a:lnTo>
                  <a:pt x="755298" y="416907"/>
                </a:lnTo>
                <a:cubicBezTo>
                  <a:pt x="760730" y="416907"/>
                  <a:pt x="765641" y="414675"/>
                  <a:pt x="769213" y="411103"/>
                </a:cubicBezTo>
                <a:cubicBezTo>
                  <a:pt x="772785" y="407531"/>
                  <a:pt x="775017" y="402583"/>
                  <a:pt x="775017" y="397188"/>
                </a:cubicBezTo>
                <a:cubicBezTo>
                  <a:pt x="775017" y="391793"/>
                  <a:pt x="772785" y="386845"/>
                  <a:pt x="769213" y="383273"/>
                </a:cubicBezTo>
                <a:cubicBezTo>
                  <a:pt x="765641" y="379701"/>
                  <a:pt x="760692" y="377469"/>
                  <a:pt x="755298" y="377469"/>
                </a:cubicBezTo>
                <a:lnTo>
                  <a:pt x="560969" y="377469"/>
                </a:lnTo>
                <a:cubicBezTo>
                  <a:pt x="555611" y="377469"/>
                  <a:pt x="551295" y="373115"/>
                  <a:pt x="551295" y="367795"/>
                </a:cubicBezTo>
                <a:lnTo>
                  <a:pt x="551295" y="341043"/>
                </a:lnTo>
                <a:lnTo>
                  <a:pt x="497307" y="397188"/>
                </a:lnTo>
                <a:lnTo>
                  <a:pt x="551258" y="453333"/>
                </a:lnTo>
                <a:lnTo>
                  <a:pt x="551258" y="426582"/>
                </a:lnTo>
                <a:cubicBezTo>
                  <a:pt x="551258" y="421261"/>
                  <a:pt x="555611" y="416908"/>
                  <a:pt x="560969" y="416908"/>
                </a:cubicBezTo>
                <a:close/>
                <a:moveTo>
                  <a:pt x="755298" y="436293"/>
                </a:moveTo>
                <a:cubicBezTo>
                  <a:pt x="766051" y="436293"/>
                  <a:pt x="775836" y="431902"/>
                  <a:pt x="782905" y="424833"/>
                </a:cubicBezTo>
                <a:cubicBezTo>
                  <a:pt x="789974" y="417764"/>
                  <a:pt x="794365" y="407979"/>
                  <a:pt x="794365" y="397226"/>
                </a:cubicBezTo>
                <a:cubicBezTo>
                  <a:pt x="794365" y="386473"/>
                  <a:pt x="789974" y="376688"/>
                  <a:pt x="782905" y="369619"/>
                </a:cubicBezTo>
                <a:cubicBezTo>
                  <a:pt x="775836" y="362549"/>
                  <a:pt x="766051" y="358159"/>
                  <a:pt x="755298" y="358159"/>
                </a:cubicBezTo>
                <a:lnTo>
                  <a:pt x="570637" y="358085"/>
                </a:lnTo>
                <a:lnTo>
                  <a:pt x="570637" y="316971"/>
                </a:lnTo>
                <a:cubicBezTo>
                  <a:pt x="570637" y="311613"/>
                  <a:pt x="566283" y="307297"/>
                  <a:pt x="560963" y="307297"/>
                </a:cubicBezTo>
                <a:cubicBezTo>
                  <a:pt x="557949" y="307297"/>
                  <a:pt x="555270" y="308674"/>
                  <a:pt x="553484" y="310795"/>
                </a:cubicBezTo>
                <a:lnTo>
                  <a:pt x="476949" y="390455"/>
                </a:lnTo>
                <a:cubicBezTo>
                  <a:pt x="473340" y="394213"/>
                  <a:pt x="473377" y="400129"/>
                  <a:pt x="476949" y="403849"/>
                </a:cubicBezTo>
                <a:lnTo>
                  <a:pt x="553967" y="484031"/>
                </a:lnTo>
                <a:cubicBezTo>
                  <a:pt x="557651" y="487863"/>
                  <a:pt x="563790" y="488012"/>
                  <a:pt x="567622" y="484291"/>
                </a:cubicBezTo>
                <a:cubicBezTo>
                  <a:pt x="569594" y="482394"/>
                  <a:pt x="570599" y="479864"/>
                  <a:pt x="570599" y="477333"/>
                </a:cubicBezTo>
                <a:lnTo>
                  <a:pt x="570636" y="477333"/>
                </a:lnTo>
                <a:lnTo>
                  <a:pt x="570636" y="436220"/>
                </a:lnTo>
                <a:close/>
                <a:moveTo>
                  <a:pt x="377460" y="39072"/>
                </a:moveTo>
                <a:lnTo>
                  <a:pt x="377460" y="233401"/>
                </a:lnTo>
                <a:cubicBezTo>
                  <a:pt x="377460" y="238758"/>
                  <a:pt x="373107" y="243074"/>
                  <a:pt x="367786" y="243074"/>
                </a:cubicBezTo>
                <a:lnTo>
                  <a:pt x="341035" y="243074"/>
                </a:lnTo>
                <a:lnTo>
                  <a:pt x="397217" y="297025"/>
                </a:lnTo>
                <a:lnTo>
                  <a:pt x="453362" y="243074"/>
                </a:lnTo>
                <a:lnTo>
                  <a:pt x="426610" y="243074"/>
                </a:lnTo>
                <a:cubicBezTo>
                  <a:pt x="421252" y="243074"/>
                  <a:pt x="416936" y="238721"/>
                  <a:pt x="416936" y="233401"/>
                </a:cubicBezTo>
                <a:lnTo>
                  <a:pt x="416899" y="39072"/>
                </a:lnTo>
                <a:cubicBezTo>
                  <a:pt x="416899" y="33676"/>
                  <a:pt x="414667" y="28728"/>
                  <a:pt x="411095" y="25156"/>
                </a:cubicBezTo>
                <a:cubicBezTo>
                  <a:pt x="407523" y="21585"/>
                  <a:pt x="402575" y="19352"/>
                  <a:pt x="397180" y="19352"/>
                </a:cubicBezTo>
                <a:cubicBezTo>
                  <a:pt x="391748" y="19352"/>
                  <a:pt x="386837" y="21585"/>
                  <a:pt x="383265" y="25156"/>
                </a:cubicBezTo>
                <a:cubicBezTo>
                  <a:pt x="379693" y="28728"/>
                  <a:pt x="377461" y="33677"/>
                  <a:pt x="377461" y="39072"/>
                </a:cubicBezTo>
                <a:close/>
              </a:path>
            </a:pathLst>
          </a:custGeom>
          <a:solidFill>
            <a:srgbClr val="00B388"/>
          </a:solid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grpSp>
        <p:nvGrpSpPr>
          <p:cNvPr id="41" name="Groupe 40">
            <a:extLst>
              <a:ext uri="{FF2B5EF4-FFF2-40B4-BE49-F238E27FC236}">
                <a16:creationId xmlns:a16="http://schemas.microsoft.com/office/drawing/2014/main" id="{16D05205-8880-29DA-7F7D-7C7856FBB1C5}"/>
              </a:ext>
            </a:extLst>
          </p:cNvPr>
          <p:cNvGrpSpPr>
            <a:grpSpLocks noChangeAspect="1"/>
          </p:cNvGrpSpPr>
          <p:nvPr/>
        </p:nvGrpSpPr>
        <p:grpSpPr>
          <a:xfrm>
            <a:off x="576529" y="4248001"/>
            <a:ext cx="360012" cy="360181"/>
            <a:chOff x="7971477" y="2310149"/>
            <a:chExt cx="885825" cy="886301"/>
          </a:xfrm>
          <a:solidFill>
            <a:srgbClr val="00B388"/>
          </a:solidFill>
        </p:grpSpPr>
        <p:sp>
          <p:nvSpPr>
            <p:cNvPr id="28" name="Forme libre : forme 27">
              <a:extLst>
                <a:ext uri="{FF2B5EF4-FFF2-40B4-BE49-F238E27FC236}">
                  <a16:creationId xmlns:a16="http://schemas.microsoft.com/office/drawing/2014/main" id="{D26E966E-1A2A-B0E0-6EA0-E021A52C94DD}"/>
                </a:ext>
              </a:extLst>
            </p:cNvPr>
            <p:cNvSpPr/>
            <p:nvPr/>
          </p:nvSpPr>
          <p:spPr>
            <a:xfrm>
              <a:off x="8658229" y="2310377"/>
              <a:ext cx="27622" cy="28822"/>
            </a:xfrm>
            <a:custGeom>
              <a:avLst/>
              <a:gdLst>
                <a:gd name="csX0" fmla="*/ 13335 w 27622"/>
                <a:gd name="csY0" fmla="*/ 28823 h 28822"/>
                <a:gd name="csX1" fmla="*/ 10477 w 27622"/>
                <a:gd name="csY1" fmla="*/ 28823 h 28822"/>
                <a:gd name="csX2" fmla="*/ 7620 w 27622"/>
                <a:gd name="csY2" fmla="*/ 27870 h 28822"/>
                <a:gd name="csX3" fmla="*/ 5715 w 27622"/>
                <a:gd name="csY3" fmla="*/ 26918 h 28822"/>
                <a:gd name="csX4" fmla="*/ 3810 w 27622"/>
                <a:gd name="csY4" fmla="*/ 25013 h 28822"/>
                <a:gd name="csX5" fmla="*/ 0 w 27622"/>
                <a:gd name="csY5" fmla="*/ 14535 h 28822"/>
                <a:gd name="csX6" fmla="*/ 3810 w 27622"/>
                <a:gd name="csY6" fmla="*/ 4058 h 28822"/>
                <a:gd name="csX7" fmla="*/ 5715 w 27622"/>
                <a:gd name="csY7" fmla="*/ 2153 h 28822"/>
                <a:gd name="csX8" fmla="*/ 7620 w 27622"/>
                <a:gd name="csY8" fmla="*/ 1200 h 28822"/>
                <a:gd name="csX9" fmla="*/ 10477 w 27622"/>
                <a:gd name="csY9" fmla="*/ 248 h 28822"/>
                <a:gd name="csX10" fmla="*/ 23813 w 27622"/>
                <a:gd name="csY10" fmla="*/ 4058 h 28822"/>
                <a:gd name="csX11" fmla="*/ 27623 w 27622"/>
                <a:gd name="csY11" fmla="*/ 14535 h 28822"/>
                <a:gd name="csX12" fmla="*/ 23813 w 27622"/>
                <a:gd name="csY12" fmla="*/ 25013 h 28822"/>
                <a:gd name="csX13" fmla="*/ 13335 w 27622"/>
                <a:gd name="csY13" fmla="*/ 28823 h 288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7622" h="28822">
                  <a:moveTo>
                    <a:pt x="13335" y="28823"/>
                  </a:moveTo>
                  <a:cubicBezTo>
                    <a:pt x="12383" y="28823"/>
                    <a:pt x="11430" y="28823"/>
                    <a:pt x="10477" y="28823"/>
                  </a:cubicBezTo>
                  <a:cubicBezTo>
                    <a:pt x="9525" y="28823"/>
                    <a:pt x="8573" y="28823"/>
                    <a:pt x="7620" y="27870"/>
                  </a:cubicBezTo>
                  <a:cubicBezTo>
                    <a:pt x="6668" y="27870"/>
                    <a:pt x="5715" y="26918"/>
                    <a:pt x="5715" y="26918"/>
                  </a:cubicBezTo>
                  <a:cubicBezTo>
                    <a:pt x="4763" y="25965"/>
                    <a:pt x="3810" y="25965"/>
                    <a:pt x="3810" y="25013"/>
                  </a:cubicBezTo>
                  <a:cubicBezTo>
                    <a:pt x="952" y="22155"/>
                    <a:pt x="0" y="18345"/>
                    <a:pt x="0" y="14535"/>
                  </a:cubicBezTo>
                  <a:cubicBezTo>
                    <a:pt x="0" y="10725"/>
                    <a:pt x="1905" y="6915"/>
                    <a:pt x="3810" y="4058"/>
                  </a:cubicBezTo>
                  <a:cubicBezTo>
                    <a:pt x="4763" y="3105"/>
                    <a:pt x="4763" y="3105"/>
                    <a:pt x="5715" y="2153"/>
                  </a:cubicBezTo>
                  <a:cubicBezTo>
                    <a:pt x="6668" y="1200"/>
                    <a:pt x="7620" y="1200"/>
                    <a:pt x="7620" y="1200"/>
                  </a:cubicBezTo>
                  <a:cubicBezTo>
                    <a:pt x="8573" y="1200"/>
                    <a:pt x="9525" y="248"/>
                    <a:pt x="10477" y="248"/>
                  </a:cubicBezTo>
                  <a:cubicBezTo>
                    <a:pt x="15240" y="-705"/>
                    <a:pt x="20002" y="1200"/>
                    <a:pt x="23813" y="4058"/>
                  </a:cubicBezTo>
                  <a:cubicBezTo>
                    <a:pt x="26670" y="6915"/>
                    <a:pt x="27623" y="10725"/>
                    <a:pt x="27623" y="14535"/>
                  </a:cubicBezTo>
                  <a:cubicBezTo>
                    <a:pt x="27623" y="18345"/>
                    <a:pt x="25718" y="22155"/>
                    <a:pt x="23813" y="25013"/>
                  </a:cubicBezTo>
                  <a:cubicBezTo>
                    <a:pt x="20955" y="26918"/>
                    <a:pt x="17145" y="28823"/>
                    <a:pt x="13335" y="28823"/>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29" name="Forme libre : forme 28">
              <a:extLst>
                <a:ext uri="{FF2B5EF4-FFF2-40B4-BE49-F238E27FC236}">
                  <a16:creationId xmlns:a16="http://schemas.microsoft.com/office/drawing/2014/main" id="{C8F5E6AC-D4F2-872E-C46B-1E5BA24FD520}"/>
                </a:ext>
              </a:extLst>
            </p:cNvPr>
            <p:cNvSpPr/>
            <p:nvPr/>
          </p:nvSpPr>
          <p:spPr>
            <a:xfrm>
              <a:off x="8714427" y="2310625"/>
              <a:ext cx="85725" cy="28575"/>
            </a:xfrm>
            <a:custGeom>
              <a:avLst/>
              <a:gdLst>
                <a:gd name="csX0" fmla="*/ 57150 w 85725"/>
                <a:gd name="csY0" fmla="*/ 14288 h 28575"/>
                <a:gd name="csX1" fmla="*/ 71438 w 85725"/>
                <a:gd name="csY1" fmla="*/ 0 h 28575"/>
                <a:gd name="csX2" fmla="*/ 71438 w 85725"/>
                <a:gd name="csY2" fmla="*/ 0 h 28575"/>
                <a:gd name="csX3" fmla="*/ 85725 w 85725"/>
                <a:gd name="csY3" fmla="*/ 14288 h 28575"/>
                <a:gd name="csX4" fmla="*/ 85725 w 85725"/>
                <a:gd name="csY4" fmla="*/ 14288 h 28575"/>
                <a:gd name="csX5" fmla="*/ 71438 w 85725"/>
                <a:gd name="csY5" fmla="*/ 28575 h 28575"/>
                <a:gd name="csX6" fmla="*/ 71438 w 85725"/>
                <a:gd name="csY6" fmla="*/ 28575 h 28575"/>
                <a:gd name="csX7" fmla="*/ 57150 w 85725"/>
                <a:gd name="csY7" fmla="*/ 14288 h 28575"/>
                <a:gd name="csX8" fmla="*/ 0 w 85725"/>
                <a:gd name="csY8" fmla="*/ 14288 h 28575"/>
                <a:gd name="csX9" fmla="*/ 14288 w 85725"/>
                <a:gd name="csY9" fmla="*/ 0 h 28575"/>
                <a:gd name="csX10" fmla="*/ 14288 w 85725"/>
                <a:gd name="csY10" fmla="*/ 0 h 28575"/>
                <a:gd name="csX11" fmla="*/ 28575 w 85725"/>
                <a:gd name="csY11" fmla="*/ 14288 h 28575"/>
                <a:gd name="csX12" fmla="*/ 28575 w 85725"/>
                <a:gd name="csY12" fmla="*/ 14288 h 28575"/>
                <a:gd name="csX13" fmla="*/ 14288 w 85725"/>
                <a:gd name="csY13" fmla="*/ 28575 h 28575"/>
                <a:gd name="csX14" fmla="*/ 14288 w 85725"/>
                <a:gd name="csY14" fmla="*/ 28575 h 28575"/>
                <a:gd name="csX15" fmla="*/ 0 w 85725"/>
                <a:gd name="csY15" fmla="*/ 14288 h 285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85725" h="28575">
                  <a:moveTo>
                    <a:pt x="57150" y="14288"/>
                  </a:moveTo>
                  <a:cubicBezTo>
                    <a:pt x="57150" y="6667"/>
                    <a:pt x="63817" y="0"/>
                    <a:pt x="71438" y="0"/>
                  </a:cubicBezTo>
                  <a:lnTo>
                    <a:pt x="71438" y="0"/>
                  </a:lnTo>
                  <a:cubicBezTo>
                    <a:pt x="79058" y="0"/>
                    <a:pt x="85725" y="6667"/>
                    <a:pt x="85725" y="14288"/>
                  </a:cubicBezTo>
                  <a:lnTo>
                    <a:pt x="85725" y="14288"/>
                  </a:lnTo>
                  <a:cubicBezTo>
                    <a:pt x="85725" y="21908"/>
                    <a:pt x="79058" y="28575"/>
                    <a:pt x="71438" y="28575"/>
                  </a:cubicBezTo>
                  <a:lnTo>
                    <a:pt x="71438" y="28575"/>
                  </a:lnTo>
                  <a:cubicBezTo>
                    <a:pt x="63817" y="28575"/>
                    <a:pt x="57150" y="21908"/>
                    <a:pt x="57150" y="14288"/>
                  </a:cubicBezTo>
                  <a:close/>
                  <a:moveTo>
                    <a:pt x="0" y="14288"/>
                  </a:moveTo>
                  <a:cubicBezTo>
                    <a:pt x="0" y="6667"/>
                    <a:pt x="6667" y="0"/>
                    <a:pt x="14288" y="0"/>
                  </a:cubicBezTo>
                  <a:lnTo>
                    <a:pt x="14288" y="0"/>
                  </a:lnTo>
                  <a:cubicBezTo>
                    <a:pt x="21908" y="0"/>
                    <a:pt x="28575" y="6667"/>
                    <a:pt x="28575" y="14288"/>
                  </a:cubicBezTo>
                  <a:lnTo>
                    <a:pt x="28575" y="14288"/>
                  </a:lnTo>
                  <a:cubicBezTo>
                    <a:pt x="28575" y="21908"/>
                    <a:pt x="21908" y="28575"/>
                    <a:pt x="14288" y="28575"/>
                  </a:cubicBezTo>
                  <a:lnTo>
                    <a:pt x="14288" y="28575"/>
                  </a:lnTo>
                  <a:cubicBezTo>
                    <a:pt x="6667" y="28575"/>
                    <a:pt x="0" y="21908"/>
                    <a:pt x="0" y="14288"/>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30" name="Forme libre : forme 29">
              <a:extLst>
                <a:ext uri="{FF2B5EF4-FFF2-40B4-BE49-F238E27FC236}">
                  <a16:creationId xmlns:a16="http://schemas.microsoft.com/office/drawing/2014/main" id="{927F471F-60F7-DA9E-E8DA-F3972276F70B}"/>
                </a:ext>
              </a:extLst>
            </p:cNvPr>
            <p:cNvSpPr/>
            <p:nvPr/>
          </p:nvSpPr>
          <p:spPr>
            <a:xfrm>
              <a:off x="8829679" y="2310149"/>
              <a:ext cx="27622" cy="29051"/>
            </a:xfrm>
            <a:custGeom>
              <a:avLst/>
              <a:gdLst>
                <a:gd name="csX0" fmla="*/ 13335 w 27622"/>
                <a:gd name="csY0" fmla="*/ 29051 h 29051"/>
                <a:gd name="csX1" fmla="*/ 10477 w 27622"/>
                <a:gd name="csY1" fmla="*/ 29051 h 29051"/>
                <a:gd name="csX2" fmla="*/ 7620 w 27622"/>
                <a:gd name="csY2" fmla="*/ 28099 h 29051"/>
                <a:gd name="csX3" fmla="*/ 5715 w 27622"/>
                <a:gd name="csY3" fmla="*/ 27146 h 29051"/>
                <a:gd name="csX4" fmla="*/ 3810 w 27622"/>
                <a:gd name="csY4" fmla="*/ 25241 h 29051"/>
                <a:gd name="csX5" fmla="*/ 1905 w 27622"/>
                <a:gd name="csY5" fmla="*/ 23336 h 29051"/>
                <a:gd name="csX6" fmla="*/ 952 w 27622"/>
                <a:gd name="csY6" fmla="*/ 20479 h 29051"/>
                <a:gd name="csX7" fmla="*/ 0 w 27622"/>
                <a:gd name="csY7" fmla="*/ 17621 h 29051"/>
                <a:gd name="csX8" fmla="*/ 0 w 27622"/>
                <a:gd name="csY8" fmla="*/ 14764 h 29051"/>
                <a:gd name="csX9" fmla="*/ 0 w 27622"/>
                <a:gd name="csY9" fmla="*/ 11906 h 29051"/>
                <a:gd name="csX10" fmla="*/ 952 w 27622"/>
                <a:gd name="csY10" fmla="*/ 9049 h 29051"/>
                <a:gd name="csX11" fmla="*/ 1905 w 27622"/>
                <a:gd name="csY11" fmla="*/ 6191 h 29051"/>
                <a:gd name="csX12" fmla="*/ 3810 w 27622"/>
                <a:gd name="csY12" fmla="*/ 4286 h 29051"/>
                <a:gd name="csX13" fmla="*/ 23813 w 27622"/>
                <a:gd name="csY13" fmla="*/ 4286 h 29051"/>
                <a:gd name="csX14" fmla="*/ 25718 w 27622"/>
                <a:gd name="csY14" fmla="*/ 6191 h 29051"/>
                <a:gd name="csX15" fmla="*/ 26670 w 27622"/>
                <a:gd name="csY15" fmla="*/ 9049 h 29051"/>
                <a:gd name="csX16" fmla="*/ 27623 w 27622"/>
                <a:gd name="csY16" fmla="*/ 11906 h 29051"/>
                <a:gd name="csX17" fmla="*/ 27623 w 27622"/>
                <a:gd name="csY17" fmla="*/ 14764 h 29051"/>
                <a:gd name="csX18" fmla="*/ 23813 w 27622"/>
                <a:gd name="csY18" fmla="*/ 25241 h 29051"/>
                <a:gd name="csX19" fmla="*/ 13335 w 27622"/>
                <a:gd name="csY19" fmla="*/ 29051 h 290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27622" h="29051">
                  <a:moveTo>
                    <a:pt x="13335" y="29051"/>
                  </a:moveTo>
                  <a:cubicBezTo>
                    <a:pt x="12383" y="29051"/>
                    <a:pt x="11430" y="29051"/>
                    <a:pt x="10477" y="29051"/>
                  </a:cubicBezTo>
                  <a:cubicBezTo>
                    <a:pt x="9525" y="29051"/>
                    <a:pt x="8573" y="29051"/>
                    <a:pt x="7620" y="28099"/>
                  </a:cubicBezTo>
                  <a:cubicBezTo>
                    <a:pt x="6668" y="28099"/>
                    <a:pt x="5715" y="27146"/>
                    <a:pt x="5715" y="27146"/>
                  </a:cubicBezTo>
                  <a:cubicBezTo>
                    <a:pt x="4763" y="26194"/>
                    <a:pt x="3810" y="26194"/>
                    <a:pt x="3810" y="25241"/>
                  </a:cubicBezTo>
                  <a:cubicBezTo>
                    <a:pt x="2858" y="24289"/>
                    <a:pt x="2858" y="23336"/>
                    <a:pt x="1905" y="23336"/>
                  </a:cubicBezTo>
                  <a:cubicBezTo>
                    <a:pt x="1905" y="22384"/>
                    <a:pt x="952" y="21431"/>
                    <a:pt x="952" y="20479"/>
                  </a:cubicBezTo>
                  <a:cubicBezTo>
                    <a:pt x="952" y="19526"/>
                    <a:pt x="0" y="18574"/>
                    <a:pt x="0" y="17621"/>
                  </a:cubicBezTo>
                  <a:cubicBezTo>
                    <a:pt x="0" y="16669"/>
                    <a:pt x="0" y="15716"/>
                    <a:pt x="0" y="14764"/>
                  </a:cubicBezTo>
                  <a:cubicBezTo>
                    <a:pt x="0" y="13811"/>
                    <a:pt x="0" y="12859"/>
                    <a:pt x="0" y="11906"/>
                  </a:cubicBezTo>
                  <a:cubicBezTo>
                    <a:pt x="0" y="10954"/>
                    <a:pt x="0" y="10001"/>
                    <a:pt x="952" y="9049"/>
                  </a:cubicBezTo>
                  <a:cubicBezTo>
                    <a:pt x="952" y="8096"/>
                    <a:pt x="1905" y="7144"/>
                    <a:pt x="1905" y="6191"/>
                  </a:cubicBezTo>
                  <a:cubicBezTo>
                    <a:pt x="1905" y="5239"/>
                    <a:pt x="2858" y="4286"/>
                    <a:pt x="3810" y="4286"/>
                  </a:cubicBezTo>
                  <a:cubicBezTo>
                    <a:pt x="9525" y="-1429"/>
                    <a:pt x="19050" y="-1429"/>
                    <a:pt x="23813" y="4286"/>
                  </a:cubicBezTo>
                  <a:cubicBezTo>
                    <a:pt x="24765" y="5239"/>
                    <a:pt x="24765" y="5239"/>
                    <a:pt x="25718" y="6191"/>
                  </a:cubicBezTo>
                  <a:cubicBezTo>
                    <a:pt x="26670" y="7144"/>
                    <a:pt x="26670" y="8096"/>
                    <a:pt x="26670" y="9049"/>
                  </a:cubicBezTo>
                  <a:cubicBezTo>
                    <a:pt x="26670" y="10001"/>
                    <a:pt x="27623" y="10954"/>
                    <a:pt x="27623" y="11906"/>
                  </a:cubicBezTo>
                  <a:cubicBezTo>
                    <a:pt x="27623" y="12859"/>
                    <a:pt x="27623" y="13811"/>
                    <a:pt x="27623" y="14764"/>
                  </a:cubicBezTo>
                  <a:cubicBezTo>
                    <a:pt x="27623" y="18574"/>
                    <a:pt x="25718" y="22384"/>
                    <a:pt x="23813" y="25241"/>
                  </a:cubicBezTo>
                  <a:cubicBezTo>
                    <a:pt x="20955" y="27146"/>
                    <a:pt x="17145" y="29051"/>
                    <a:pt x="13335" y="29051"/>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31" name="Forme libre : forme 30">
              <a:extLst>
                <a:ext uri="{FF2B5EF4-FFF2-40B4-BE49-F238E27FC236}">
                  <a16:creationId xmlns:a16="http://schemas.microsoft.com/office/drawing/2014/main" id="{018E755B-3E7A-4CD5-3D2A-20E6FA76728B}"/>
                </a:ext>
              </a:extLst>
            </p:cNvPr>
            <p:cNvSpPr/>
            <p:nvPr/>
          </p:nvSpPr>
          <p:spPr>
            <a:xfrm>
              <a:off x="8828727" y="2367775"/>
              <a:ext cx="28575" cy="85725"/>
            </a:xfrm>
            <a:custGeom>
              <a:avLst/>
              <a:gdLst>
                <a:gd name="csX0" fmla="*/ 0 w 28575"/>
                <a:gd name="csY0" fmla="*/ 71438 h 85725"/>
                <a:gd name="csX1" fmla="*/ 14288 w 28575"/>
                <a:gd name="csY1" fmla="*/ 57150 h 85725"/>
                <a:gd name="csX2" fmla="*/ 14288 w 28575"/>
                <a:gd name="csY2" fmla="*/ 57150 h 85725"/>
                <a:gd name="csX3" fmla="*/ 28575 w 28575"/>
                <a:gd name="csY3" fmla="*/ 71438 h 85725"/>
                <a:gd name="csX4" fmla="*/ 28575 w 28575"/>
                <a:gd name="csY4" fmla="*/ 71438 h 85725"/>
                <a:gd name="csX5" fmla="*/ 14288 w 28575"/>
                <a:gd name="csY5" fmla="*/ 85725 h 85725"/>
                <a:gd name="csX6" fmla="*/ 14288 w 28575"/>
                <a:gd name="csY6" fmla="*/ 85725 h 85725"/>
                <a:gd name="csX7" fmla="*/ 0 w 28575"/>
                <a:gd name="csY7" fmla="*/ 71438 h 85725"/>
                <a:gd name="csX8" fmla="*/ 0 w 28575"/>
                <a:gd name="csY8" fmla="*/ 14288 h 85725"/>
                <a:gd name="csX9" fmla="*/ 14288 w 28575"/>
                <a:gd name="csY9" fmla="*/ 0 h 85725"/>
                <a:gd name="csX10" fmla="*/ 14288 w 28575"/>
                <a:gd name="csY10" fmla="*/ 0 h 85725"/>
                <a:gd name="csX11" fmla="*/ 28575 w 28575"/>
                <a:gd name="csY11" fmla="*/ 14288 h 85725"/>
                <a:gd name="csX12" fmla="*/ 28575 w 28575"/>
                <a:gd name="csY12" fmla="*/ 14288 h 85725"/>
                <a:gd name="csX13" fmla="*/ 14288 w 28575"/>
                <a:gd name="csY13" fmla="*/ 28575 h 85725"/>
                <a:gd name="csX14" fmla="*/ 14288 w 28575"/>
                <a:gd name="csY14" fmla="*/ 28575 h 85725"/>
                <a:gd name="csX15" fmla="*/ 0 w 28575"/>
                <a:gd name="csY15" fmla="*/ 14288 h 857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28575" h="85725">
                  <a:moveTo>
                    <a:pt x="0" y="71438"/>
                  </a:moveTo>
                  <a:cubicBezTo>
                    <a:pt x="0" y="63818"/>
                    <a:pt x="6667" y="57150"/>
                    <a:pt x="14288" y="57150"/>
                  </a:cubicBezTo>
                  <a:lnTo>
                    <a:pt x="14288" y="57150"/>
                  </a:lnTo>
                  <a:cubicBezTo>
                    <a:pt x="21908" y="57150"/>
                    <a:pt x="28575" y="63818"/>
                    <a:pt x="28575" y="71438"/>
                  </a:cubicBezTo>
                  <a:lnTo>
                    <a:pt x="28575" y="71438"/>
                  </a:lnTo>
                  <a:cubicBezTo>
                    <a:pt x="28575" y="79057"/>
                    <a:pt x="21908" y="85725"/>
                    <a:pt x="14288" y="85725"/>
                  </a:cubicBezTo>
                  <a:lnTo>
                    <a:pt x="14288" y="85725"/>
                  </a:lnTo>
                  <a:cubicBezTo>
                    <a:pt x="6667" y="85725"/>
                    <a:pt x="0" y="79057"/>
                    <a:pt x="0" y="71438"/>
                  </a:cubicBezTo>
                  <a:close/>
                  <a:moveTo>
                    <a:pt x="0" y="14288"/>
                  </a:moveTo>
                  <a:cubicBezTo>
                    <a:pt x="0" y="6667"/>
                    <a:pt x="6667" y="0"/>
                    <a:pt x="14288" y="0"/>
                  </a:cubicBezTo>
                  <a:lnTo>
                    <a:pt x="14288" y="0"/>
                  </a:lnTo>
                  <a:cubicBezTo>
                    <a:pt x="21908" y="0"/>
                    <a:pt x="28575" y="6667"/>
                    <a:pt x="28575" y="14288"/>
                  </a:cubicBezTo>
                  <a:lnTo>
                    <a:pt x="28575" y="14288"/>
                  </a:lnTo>
                  <a:cubicBezTo>
                    <a:pt x="28575" y="21908"/>
                    <a:pt x="21908" y="28575"/>
                    <a:pt x="14288" y="28575"/>
                  </a:cubicBezTo>
                  <a:lnTo>
                    <a:pt x="14288" y="28575"/>
                  </a:lnTo>
                  <a:cubicBezTo>
                    <a:pt x="6667" y="28575"/>
                    <a:pt x="0" y="21908"/>
                    <a:pt x="0" y="14288"/>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32" name="Forme libre : forme 31">
              <a:extLst>
                <a:ext uri="{FF2B5EF4-FFF2-40B4-BE49-F238E27FC236}">
                  <a16:creationId xmlns:a16="http://schemas.microsoft.com/office/drawing/2014/main" id="{E8FC7950-7778-3A7B-CC70-5BFAEC7616D2}"/>
                </a:ext>
              </a:extLst>
            </p:cNvPr>
            <p:cNvSpPr/>
            <p:nvPr/>
          </p:nvSpPr>
          <p:spPr>
            <a:xfrm>
              <a:off x="8828727" y="2481827"/>
              <a:ext cx="27622" cy="28822"/>
            </a:xfrm>
            <a:custGeom>
              <a:avLst/>
              <a:gdLst>
                <a:gd name="csX0" fmla="*/ 14288 w 27622"/>
                <a:gd name="csY0" fmla="*/ 28823 h 28822"/>
                <a:gd name="csX1" fmla="*/ 3810 w 27622"/>
                <a:gd name="csY1" fmla="*/ 25013 h 28822"/>
                <a:gd name="csX2" fmla="*/ 0 w 27622"/>
                <a:gd name="csY2" fmla="*/ 14535 h 28822"/>
                <a:gd name="csX3" fmla="*/ 0 w 27622"/>
                <a:gd name="csY3" fmla="*/ 11678 h 28822"/>
                <a:gd name="csX4" fmla="*/ 952 w 27622"/>
                <a:gd name="csY4" fmla="*/ 8820 h 28822"/>
                <a:gd name="csX5" fmla="*/ 1905 w 27622"/>
                <a:gd name="csY5" fmla="*/ 5963 h 28822"/>
                <a:gd name="csX6" fmla="*/ 3810 w 27622"/>
                <a:gd name="csY6" fmla="*/ 4058 h 28822"/>
                <a:gd name="csX7" fmla="*/ 5715 w 27622"/>
                <a:gd name="csY7" fmla="*/ 2153 h 28822"/>
                <a:gd name="csX8" fmla="*/ 7620 w 27622"/>
                <a:gd name="csY8" fmla="*/ 1200 h 28822"/>
                <a:gd name="csX9" fmla="*/ 10477 w 27622"/>
                <a:gd name="csY9" fmla="*/ 248 h 28822"/>
                <a:gd name="csX10" fmla="*/ 23813 w 27622"/>
                <a:gd name="csY10" fmla="*/ 4058 h 28822"/>
                <a:gd name="csX11" fmla="*/ 27623 w 27622"/>
                <a:gd name="csY11" fmla="*/ 14535 h 28822"/>
                <a:gd name="csX12" fmla="*/ 27623 w 27622"/>
                <a:gd name="csY12" fmla="*/ 17393 h 28822"/>
                <a:gd name="csX13" fmla="*/ 26670 w 27622"/>
                <a:gd name="csY13" fmla="*/ 20250 h 28822"/>
                <a:gd name="csX14" fmla="*/ 25717 w 27622"/>
                <a:gd name="csY14" fmla="*/ 23108 h 28822"/>
                <a:gd name="csX15" fmla="*/ 23813 w 27622"/>
                <a:gd name="csY15" fmla="*/ 25013 h 28822"/>
                <a:gd name="csX16" fmla="*/ 14288 w 27622"/>
                <a:gd name="csY16" fmla="*/ 28823 h 288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27622" h="28822">
                  <a:moveTo>
                    <a:pt x="14288" y="28823"/>
                  </a:moveTo>
                  <a:cubicBezTo>
                    <a:pt x="10477" y="28823"/>
                    <a:pt x="6667" y="26918"/>
                    <a:pt x="3810" y="25013"/>
                  </a:cubicBezTo>
                  <a:cubicBezTo>
                    <a:pt x="952" y="22155"/>
                    <a:pt x="0" y="18345"/>
                    <a:pt x="0" y="14535"/>
                  </a:cubicBezTo>
                  <a:cubicBezTo>
                    <a:pt x="0" y="13583"/>
                    <a:pt x="0" y="12630"/>
                    <a:pt x="0" y="11678"/>
                  </a:cubicBezTo>
                  <a:cubicBezTo>
                    <a:pt x="0" y="10725"/>
                    <a:pt x="0" y="9773"/>
                    <a:pt x="952" y="8820"/>
                  </a:cubicBezTo>
                  <a:cubicBezTo>
                    <a:pt x="952" y="7868"/>
                    <a:pt x="1905" y="6915"/>
                    <a:pt x="1905" y="5963"/>
                  </a:cubicBezTo>
                  <a:cubicBezTo>
                    <a:pt x="1905" y="5010"/>
                    <a:pt x="2858" y="4058"/>
                    <a:pt x="3810" y="4058"/>
                  </a:cubicBezTo>
                  <a:cubicBezTo>
                    <a:pt x="4763" y="3105"/>
                    <a:pt x="4763" y="3105"/>
                    <a:pt x="5715" y="2153"/>
                  </a:cubicBezTo>
                  <a:cubicBezTo>
                    <a:pt x="6667" y="1200"/>
                    <a:pt x="7620" y="1200"/>
                    <a:pt x="7620" y="1200"/>
                  </a:cubicBezTo>
                  <a:cubicBezTo>
                    <a:pt x="8573" y="1200"/>
                    <a:pt x="9525" y="248"/>
                    <a:pt x="10477" y="248"/>
                  </a:cubicBezTo>
                  <a:cubicBezTo>
                    <a:pt x="15240" y="-705"/>
                    <a:pt x="20002" y="1200"/>
                    <a:pt x="23813" y="4058"/>
                  </a:cubicBezTo>
                  <a:cubicBezTo>
                    <a:pt x="26670" y="6915"/>
                    <a:pt x="27623" y="10725"/>
                    <a:pt x="27623" y="14535"/>
                  </a:cubicBezTo>
                  <a:cubicBezTo>
                    <a:pt x="27623" y="15488"/>
                    <a:pt x="27623" y="16440"/>
                    <a:pt x="27623" y="17393"/>
                  </a:cubicBezTo>
                  <a:cubicBezTo>
                    <a:pt x="27623" y="18345"/>
                    <a:pt x="27623" y="19298"/>
                    <a:pt x="26670" y="20250"/>
                  </a:cubicBezTo>
                  <a:cubicBezTo>
                    <a:pt x="25717" y="21203"/>
                    <a:pt x="25717" y="22155"/>
                    <a:pt x="25717" y="23108"/>
                  </a:cubicBezTo>
                  <a:cubicBezTo>
                    <a:pt x="25717" y="24060"/>
                    <a:pt x="24765" y="25013"/>
                    <a:pt x="23813" y="25013"/>
                  </a:cubicBezTo>
                  <a:cubicBezTo>
                    <a:pt x="21908" y="26918"/>
                    <a:pt x="18098" y="28823"/>
                    <a:pt x="14288" y="28823"/>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33" name="Forme libre : forme 32">
              <a:extLst>
                <a:ext uri="{FF2B5EF4-FFF2-40B4-BE49-F238E27FC236}">
                  <a16:creationId xmlns:a16="http://schemas.microsoft.com/office/drawing/2014/main" id="{3D7E7443-73C6-6505-C964-020AAB3C8750}"/>
                </a:ext>
              </a:extLst>
            </p:cNvPr>
            <p:cNvSpPr/>
            <p:nvPr/>
          </p:nvSpPr>
          <p:spPr>
            <a:xfrm>
              <a:off x="8714427" y="2482075"/>
              <a:ext cx="85725" cy="28575"/>
            </a:xfrm>
            <a:custGeom>
              <a:avLst/>
              <a:gdLst>
                <a:gd name="csX0" fmla="*/ 57150 w 85725"/>
                <a:gd name="csY0" fmla="*/ 14288 h 28575"/>
                <a:gd name="csX1" fmla="*/ 71438 w 85725"/>
                <a:gd name="csY1" fmla="*/ 0 h 28575"/>
                <a:gd name="csX2" fmla="*/ 71438 w 85725"/>
                <a:gd name="csY2" fmla="*/ 0 h 28575"/>
                <a:gd name="csX3" fmla="*/ 85725 w 85725"/>
                <a:gd name="csY3" fmla="*/ 14288 h 28575"/>
                <a:gd name="csX4" fmla="*/ 85725 w 85725"/>
                <a:gd name="csY4" fmla="*/ 14288 h 28575"/>
                <a:gd name="csX5" fmla="*/ 71438 w 85725"/>
                <a:gd name="csY5" fmla="*/ 28575 h 28575"/>
                <a:gd name="csX6" fmla="*/ 71438 w 85725"/>
                <a:gd name="csY6" fmla="*/ 28575 h 28575"/>
                <a:gd name="csX7" fmla="*/ 57150 w 85725"/>
                <a:gd name="csY7" fmla="*/ 14288 h 28575"/>
                <a:gd name="csX8" fmla="*/ 0 w 85725"/>
                <a:gd name="csY8" fmla="*/ 14288 h 28575"/>
                <a:gd name="csX9" fmla="*/ 14288 w 85725"/>
                <a:gd name="csY9" fmla="*/ 0 h 28575"/>
                <a:gd name="csX10" fmla="*/ 14288 w 85725"/>
                <a:gd name="csY10" fmla="*/ 0 h 28575"/>
                <a:gd name="csX11" fmla="*/ 28575 w 85725"/>
                <a:gd name="csY11" fmla="*/ 14288 h 28575"/>
                <a:gd name="csX12" fmla="*/ 28575 w 85725"/>
                <a:gd name="csY12" fmla="*/ 14288 h 28575"/>
                <a:gd name="csX13" fmla="*/ 14288 w 85725"/>
                <a:gd name="csY13" fmla="*/ 28575 h 28575"/>
                <a:gd name="csX14" fmla="*/ 14288 w 85725"/>
                <a:gd name="csY14" fmla="*/ 28575 h 28575"/>
                <a:gd name="csX15" fmla="*/ 0 w 85725"/>
                <a:gd name="csY15" fmla="*/ 14288 h 285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85725" h="28575">
                  <a:moveTo>
                    <a:pt x="57150" y="14288"/>
                  </a:moveTo>
                  <a:cubicBezTo>
                    <a:pt x="57150" y="6668"/>
                    <a:pt x="63817" y="0"/>
                    <a:pt x="71438" y="0"/>
                  </a:cubicBezTo>
                  <a:lnTo>
                    <a:pt x="71438" y="0"/>
                  </a:lnTo>
                  <a:cubicBezTo>
                    <a:pt x="79058" y="0"/>
                    <a:pt x="85725" y="6668"/>
                    <a:pt x="85725" y="14288"/>
                  </a:cubicBezTo>
                  <a:lnTo>
                    <a:pt x="85725" y="14288"/>
                  </a:lnTo>
                  <a:cubicBezTo>
                    <a:pt x="85725" y="21907"/>
                    <a:pt x="79058" y="28575"/>
                    <a:pt x="71438" y="28575"/>
                  </a:cubicBezTo>
                  <a:lnTo>
                    <a:pt x="71438" y="28575"/>
                  </a:lnTo>
                  <a:cubicBezTo>
                    <a:pt x="63817" y="28575"/>
                    <a:pt x="57150" y="21907"/>
                    <a:pt x="57150" y="14288"/>
                  </a:cubicBezTo>
                  <a:close/>
                  <a:moveTo>
                    <a:pt x="0" y="14288"/>
                  </a:moveTo>
                  <a:cubicBezTo>
                    <a:pt x="0" y="6668"/>
                    <a:pt x="6667" y="0"/>
                    <a:pt x="14288" y="0"/>
                  </a:cubicBezTo>
                  <a:lnTo>
                    <a:pt x="14288" y="0"/>
                  </a:lnTo>
                  <a:cubicBezTo>
                    <a:pt x="21908" y="0"/>
                    <a:pt x="28575" y="6668"/>
                    <a:pt x="28575" y="14288"/>
                  </a:cubicBezTo>
                  <a:lnTo>
                    <a:pt x="28575" y="14288"/>
                  </a:lnTo>
                  <a:cubicBezTo>
                    <a:pt x="28575" y="21907"/>
                    <a:pt x="21908" y="28575"/>
                    <a:pt x="14288" y="28575"/>
                  </a:cubicBezTo>
                  <a:lnTo>
                    <a:pt x="14288" y="28575"/>
                  </a:lnTo>
                  <a:cubicBezTo>
                    <a:pt x="6667" y="28575"/>
                    <a:pt x="0" y="21907"/>
                    <a:pt x="0" y="14288"/>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34" name="Forme libre : forme 33">
              <a:extLst>
                <a:ext uri="{FF2B5EF4-FFF2-40B4-BE49-F238E27FC236}">
                  <a16:creationId xmlns:a16="http://schemas.microsoft.com/office/drawing/2014/main" id="{B3D2206E-7A2F-3170-1B54-5A4EFA48B978}"/>
                </a:ext>
              </a:extLst>
            </p:cNvPr>
            <p:cNvSpPr/>
            <p:nvPr/>
          </p:nvSpPr>
          <p:spPr>
            <a:xfrm>
              <a:off x="8658229" y="2481827"/>
              <a:ext cx="27622" cy="28822"/>
            </a:xfrm>
            <a:custGeom>
              <a:avLst/>
              <a:gdLst>
                <a:gd name="csX0" fmla="*/ 13335 w 27622"/>
                <a:gd name="csY0" fmla="*/ 28823 h 28822"/>
                <a:gd name="csX1" fmla="*/ 10477 w 27622"/>
                <a:gd name="csY1" fmla="*/ 28823 h 28822"/>
                <a:gd name="csX2" fmla="*/ 7620 w 27622"/>
                <a:gd name="csY2" fmla="*/ 27870 h 28822"/>
                <a:gd name="csX3" fmla="*/ 5715 w 27622"/>
                <a:gd name="csY3" fmla="*/ 26918 h 28822"/>
                <a:gd name="csX4" fmla="*/ 3810 w 27622"/>
                <a:gd name="csY4" fmla="*/ 25013 h 28822"/>
                <a:gd name="csX5" fmla="*/ 0 w 27622"/>
                <a:gd name="csY5" fmla="*/ 14535 h 28822"/>
                <a:gd name="csX6" fmla="*/ 0 w 27622"/>
                <a:gd name="csY6" fmla="*/ 11678 h 28822"/>
                <a:gd name="csX7" fmla="*/ 952 w 27622"/>
                <a:gd name="csY7" fmla="*/ 8820 h 28822"/>
                <a:gd name="csX8" fmla="*/ 1905 w 27622"/>
                <a:gd name="csY8" fmla="*/ 5963 h 28822"/>
                <a:gd name="csX9" fmla="*/ 3810 w 27622"/>
                <a:gd name="csY9" fmla="*/ 4058 h 28822"/>
                <a:gd name="csX10" fmla="*/ 5715 w 27622"/>
                <a:gd name="csY10" fmla="*/ 2153 h 28822"/>
                <a:gd name="csX11" fmla="*/ 7620 w 27622"/>
                <a:gd name="csY11" fmla="*/ 1200 h 28822"/>
                <a:gd name="csX12" fmla="*/ 10477 w 27622"/>
                <a:gd name="csY12" fmla="*/ 248 h 28822"/>
                <a:gd name="csX13" fmla="*/ 23813 w 27622"/>
                <a:gd name="csY13" fmla="*/ 4058 h 28822"/>
                <a:gd name="csX14" fmla="*/ 25718 w 27622"/>
                <a:gd name="csY14" fmla="*/ 5963 h 28822"/>
                <a:gd name="csX15" fmla="*/ 26670 w 27622"/>
                <a:gd name="csY15" fmla="*/ 8820 h 28822"/>
                <a:gd name="csX16" fmla="*/ 27623 w 27622"/>
                <a:gd name="csY16" fmla="*/ 11678 h 28822"/>
                <a:gd name="csX17" fmla="*/ 27623 w 27622"/>
                <a:gd name="csY17" fmla="*/ 14535 h 28822"/>
                <a:gd name="csX18" fmla="*/ 23813 w 27622"/>
                <a:gd name="csY18" fmla="*/ 25013 h 28822"/>
                <a:gd name="csX19" fmla="*/ 13335 w 27622"/>
                <a:gd name="csY19" fmla="*/ 28823 h 288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27622" h="28822">
                  <a:moveTo>
                    <a:pt x="13335" y="28823"/>
                  </a:moveTo>
                  <a:cubicBezTo>
                    <a:pt x="12383" y="28823"/>
                    <a:pt x="11430" y="28823"/>
                    <a:pt x="10477" y="28823"/>
                  </a:cubicBezTo>
                  <a:cubicBezTo>
                    <a:pt x="9525" y="28823"/>
                    <a:pt x="8573" y="28823"/>
                    <a:pt x="7620" y="27870"/>
                  </a:cubicBezTo>
                  <a:cubicBezTo>
                    <a:pt x="6668" y="27870"/>
                    <a:pt x="5715" y="26918"/>
                    <a:pt x="5715" y="26918"/>
                  </a:cubicBezTo>
                  <a:cubicBezTo>
                    <a:pt x="4763" y="25965"/>
                    <a:pt x="3810" y="25965"/>
                    <a:pt x="3810" y="25013"/>
                  </a:cubicBezTo>
                  <a:cubicBezTo>
                    <a:pt x="952" y="22155"/>
                    <a:pt x="0" y="18345"/>
                    <a:pt x="0" y="14535"/>
                  </a:cubicBezTo>
                  <a:cubicBezTo>
                    <a:pt x="0" y="13583"/>
                    <a:pt x="0" y="12630"/>
                    <a:pt x="0" y="11678"/>
                  </a:cubicBezTo>
                  <a:cubicBezTo>
                    <a:pt x="0" y="10725"/>
                    <a:pt x="0" y="9773"/>
                    <a:pt x="952" y="8820"/>
                  </a:cubicBezTo>
                  <a:cubicBezTo>
                    <a:pt x="952" y="7868"/>
                    <a:pt x="1905" y="6915"/>
                    <a:pt x="1905" y="5963"/>
                  </a:cubicBezTo>
                  <a:cubicBezTo>
                    <a:pt x="1905" y="5010"/>
                    <a:pt x="2858" y="4058"/>
                    <a:pt x="3810" y="4058"/>
                  </a:cubicBezTo>
                  <a:cubicBezTo>
                    <a:pt x="4763" y="3105"/>
                    <a:pt x="4763" y="3105"/>
                    <a:pt x="5715" y="2153"/>
                  </a:cubicBezTo>
                  <a:cubicBezTo>
                    <a:pt x="6668" y="1200"/>
                    <a:pt x="7620" y="1200"/>
                    <a:pt x="7620" y="1200"/>
                  </a:cubicBezTo>
                  <a:cubicBezTo>
                    <a:pt x="8573" y="1200"/>
                    <a:pt x="9525" y="248"/>
                    <a:pt x="10477" y="248"/>
                  </a:cubicBezTo>
                  <a:cubicBezTo>
                    <a:pt x="15240" y="-705"/>
                    <a:pt x="20002" y="1200"/>
                    <a:pt x="23813" y="4058"/>
                  </a:cubicBezTo>
                  <a:cubicBezTo>
                    <a:pt x="24765" y="5010"/>
                    <a:pt x="24765" y="5010"/>
                    <a:pt x="25718" y="5963"/>
                  </a:cubicBezTo>
                  <a:cubicBezTo>
                    <a:pt x="26670" y="6915"/>
                    <a:pt x="26670" y="7868"/>
                    <a:pt x="26670" y="8820"/>
                  </a:cubicBezTo>
                  <a:cubicBezTo>
                    <a:pt x="26670" y="9773"/>
                    <a:pt x="27623" y="10725"/>
                    <a:pt x="27623" y="11678"/>
                  </a:cubicBezTo>
                  <a:cubicBezTo>
                    <a:pt x="27623" y="12630"/>
                    <a:pt x="27623" y="13583"/>
                    <a:pt x="27623" y="14535"/>
                  </a:cubicBezTo>
                  <a:cubicBezTo>
                    <a:pt x="27623" y="18345"/>
                    <a:pt x="25718" y="22155"/>
                    <a:pt x="23813" y="25013"/>
                  </a:cubicBezTo>
                  <a:cubicBezTo>
                    <a:pt x="20955" y="26918"/>
                    <a:pt x="17145" y="28823"/>
                    <a:pt x="13335" y="28823"/>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35" name="Forme libre : forme 34">
              <a:extLst>
                <a:ext uri="{FF2B5EF4-FFF2-40B4-BE49-F238E27FC236}">
                  <a16:creationId xmlns:a16="http://schemas.microsoft.com/office/drawing/2014/main" id="{9AEAE25F-FB87-3504-A9B0-AB776919FB43}"/>
                </a:ext>
              </a:extLst>
            </p:cNvPr>
            <p:cNvSpPr/>
            <p:nvPr/>
          </p:nvSpPr>
          <p:spPr>
            <a:xfrm>
              <a:off x="8657277" y="2367775"/>
              <a:ext cx="28575" cy="85725"/>
            </a:xfrm>
            <a:custGeom>
              <a:avLst/>
              <a:gdLst>
                <a:gd name="csX0" fmla="*/ 0 w 28575"/>
                <a:gd name="csY0" fmla="*/ 71438 h 85725"/>
                <a:gd name="csX1" fmla="*/ 14288 w 28575"/>
                <a:gd name="csY1" fmla="*/ 57150 h 85725"/>
                <a:gd name="csX2" fmla="*/ 14288 w 28575"/>
                <a:gd name="csY2" fmla="*/ 57150 h 85725"/>
                <a:gd name="csX3" fmla="*/ 28575 w 28575"/>
                <a:gd name="csY3" fmla="*/ 71438 h 85725"/>
                <a:gd name="csX4" fmla="*/ 28575 w 28575"/>
                <a:gd name="csY4" fmla="*/ 71438 h 85725"/>
                <a:gd name="csX5" fmla="*/ 14288 w 28575"/>
                <a:gd name="csY5" fmla="*/ 85725 h 85725"/>
                <a:gd name="csX6" fmla="*/ 14288 w 28575"/>
                <a:gd name="csY6" fmla="*/ 85725 h 85725"/>
                <a:gd name="csX7" fmla="*/ 0 w 28575"/>
                <a:gd name="csY7" fmla="*/ 71438 h 85725"/>
                <a:gd name="csX8" fmla="*/ 0 w 28575"/>
                <a:gd name="csY8" fmla="*/ 14288 h 85725"/>
                <a:gd name="csX9" fmla="*/ 14288 w 28575"/>
                <a:gd name="csY9" fmla="*/ 0 h 85725"/>
                <a:gd name="csX10" fmla="*/ 14288 w 28575"/>
                <a:gd name="csY10" fmla="*/ 0 h 85725"/>
                <a:gd name="csX11" fmla="*/ 28575 w 28575"/>
                <a:gd name="csY11" fmla="*/ 14288 h 85725"/>
                <a:gd name="csX12" fmla="*/ 28575 w 28575"/>
                <a:gd name="csY12" fmla="*/ 14288 h 85725"/>
                <a:gd name="csX13" fmla="*/ 14288 w 28575"/>
                <a:gd name="csY13" fmla="*/ 28575 h 85725"/>
                <a:gd name="csX14" fmla="*/ 14288 w 28575"/>
                <a:gd name="csY14" fmla="*/ 28575 h 85725"/>
                <a:gd name="csX15" fmla="*/ 0 w 28575"/>
                <a:gd name="csY15" fmla="*/ 14288 h 857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28575" h="85725">
                  <a:moveTo>
                    <a:pt x="0" y="71438"/>
                  </a:moveTo>
                  <a:cubicBezTo>
                    <a:pt x="0" y="63818"/>
                    <a:pt x="6667" y="57150"/>
                    <a:pt x="14288" y="57150"/>
                  </a:cubicBezTo>
                  <a:lnTo>
                    <a:pt x="14288" y="57150"/>
                  </a:lnTo>
                  <a:cubicBezTo>
                    <a:pt x="21908" y="57150"/>
                    <a:pt x="28575" y="63818"/>
                    <a:pt x="28575" y="71438"/>
                  </a:cubicBezTo>
                  <a:lnTo>
                    <a:pt x="28575" y="71438"/>
                  </a:lnTo>
                  <a:cubicBezTo>
                    <a:pt x="28575" y="79057"/>
                    <a:pt x="21908" y="85725"/>
                    <a:pt x="14288" y="85725"/>
                  </a:cubicBezTo>
                  <a:lnTo>
                    <a:pt x="14288" y="85725"/>
                  </a:lnTo>
                  <a:cubicBezTo>
                    <a:pt x="6667" y="85725"/>
                    <a:pt x="0" y="79057"/>
                    <a:pt x="0" y="71438"/>
                  </a:cubicBezTo>
                  <a:close/>
                  <a:moveTo>
                    <a:pt x="0" y="14288"/>
                  </a:moveTo>
                  <a:cubicBezTo>
                    <a:pt x="0" y="6667"/>
                    <a:pt x="6667" y="0"/>
                    <a:pt x="14288" y="0"/>
                  </a:cubicBezTo>
                  <a:lnTo>
                    <a:pt x="14288" y="0"/>
                  </a:lnTo>
                  <a:cubicBezTo>
                    <a:pt x="21908" y="0"/>
                    <a:pt x="28575" y="6667"/>
                    <a:pt x="28575" y="14288"/>
                  </a:cubicBezTo>
                  <a:lnTo>
                    <a:pt x="28575" y="14288"/>
                  </a:lnTo>
                  <a:cubicBezTo>
                    <a:pt x="28575" y="21908"/>
                    <a:pt x="21908" y="28575"/>
                    <a:pt x="14288" y="28575"/>
                  </a:cubicBezTo>
                  <a:lnTo>
                    <a:pt x="14288" y="28575"/>
                  </a:lnTo>
                  <a:cubicBezTo>
                    <a:pt x="6667" y="28575"/>
                    <a:pt x="0" y="21908"/>
                    <a:pt x="0" y="14288"/>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grpSp>
          <p:nvGrpSpPr>
            <p:cNvPr id="36" name="Espace réservé du contenu 13">
              <a:extLst>
                <a:ext uri="{FF2B5EF4-FFF2-40B4-BE49-F238E27FC236}">
                  <a16:creationId xmlns:a16="http://schemas.microsoft.com/office/drawing/2014/main" id="{6653D8C5-2299-CD61-712B-A0E05322D53E}"/>
                </a:ext>
              </a:extLst>
            </p:cNvPr>
            <p:cNvGrpSpPr/>
            <p:nvPr/>
          </p:nvGrpSpPr>
          <p:grpSpPr>
            <a:xfrm>
              <a:off x="7971477" y="2339200"/>
              <a:ext cx="667702" cy="857250"/>
              <a:chOff x="7971477" y="2339200"/>
              <a:chExt cx="667702" cy="857250"/>
            </a:xfrm>
            <a:grpFill/>
          </p:grpSpPr>
          <p:sp>
            <p:nvSpPr>
              <p:cNvPr id="37" name="Forme libre : forme 36">
                <a:extLst>
                  <a:ext uri="{FF2B5EF4-FFF2-40B4-BE49-F238E27FC236}">
                    <a16:creationId xmlns:a16="http://schemas.microsoft.com/office/drawing/2014/main" id="{0C6311F0-1899-DEC4-BD58-DC64895D8F12}"/>
                  </a:ext>
                </a:extLst>
              </p:cNvPr>
              <p:cNvSpPr/>
              <p:nvPr/>
            </p:nvSpPr>
            <p:spPr>
              <a:xfrm>
                <a:off x="7971477" y="2339200"/>
                <a:ext cx="614362" cy="857250"/>
              </a:xfrm>
              <a:custGeom>
                <a:avLst/>
                <a:gdLst>
                  <a:gd name="csX0" fmla="*/ 278130 w 614362"/>
                  <a:gd name="csY0" fmla="*/ 559118 h 857250"/>
                  <a:gd name="csX1" fmla="*/ 187643 w 614362"/>
                  <a:gd name="csY1" fmla="*/ 649605 h 857250"/>
                  <a:gd name="csX2" fmla="*/ 166688 w 614362"/>
                  <a:gd name="csY2" fmla="*/ 657225 h 857250"/>
                  <a:gd name="csX3" fmla="*/ 166688 w 614362"/>
                  <a:gd name="csY3" fmla="*/ 657225 h 857250"/>
                  <a:gd name="csX4" fmla="*/ 114300 w 614362"/>
                  <a:gd name="csY4" fmla="*/ 657225 h 857250"/>
                  <a:gd name="csX5" fmla="*/ 114300 w 614362"/>
                  <a:gd name="csY5" fmla="*/ 421005 h 857250"/>
                  <a:gd name="csX6" fmla="*/ 206693 w 614362"/>
                  <a:gd name="csY6" fmla="*/ 185738 h 857250"/>
                  <a:gd name="csX7" fmla="*/ 442913 w 614362"/>
                  <a:gd name="csY7" fmla="*/ 85725 h 857250"/>
                  <a:gd name="csX8" fmla="*/ 481013 w 614362"/>
                  <a:gd name="csY8" fmla="*/ 85725 h 857250"/>
                  <a:gd name="csX9" fmla="*/ 490538 w 614362"/>
                  <a:gd name="csY9" fmla="*/ 95250 h 857250"/>
                  <a:gd name="csX10" fmla="*/ 490538 w 614362"/>
                  <a:gd name="csY10" fmla="*/ 142875 h 857250"/>
                  <a:gd name="csX11" fmla="*/ 614363 w 614362"/>
                  <a:gd name="csY11" fmla="*/ 71438 h 857250"/>
                  <a:gd name="csX12" fmla="*/ 490538 w 614362"/>
                  <a:gd name="csY12" fmla="*/ 0 h 857250"/>
                  <a:gd name="csX13" fmla="*/ 490538 w 614362"/>
                  <a:gd name="csY13" fmla="*/ 47625 h 857250"/>
                  <a:gd name="csX14" fmla="*/ 481013 w 614362"/>
                  <a:gd name="csY14" fmla="*/ 57150 h 857250"/>
                  <a:gd name="csX15" fmla="*/ 449580 w 614362"/>
                  <a:gd name="csY15" fmla="*/ 57150 h 857250"/>
                  <a:gd name="csX16" fmla="*/ 194310 w 614362"/>
                  <a:gd name="csY16" fmla="*/ 157163 h 857250"/>
                  <a:gd name="csX17" fmla="*/ 85725 w 614362"/>
                  <a:gd name="csY17" fmla="*/ 414338 h 857250"/>
                  <a:gd name="csX18" fmla="*/ 85725 w 614362"/>
                  <a:gd name="csY18" fmla="*/ 657225 h 857250"/>
                  <a:gd name="csX19" fmla="*/ 33338 w 614362"/>
                  <a:gd name="csY19" fmla="*/ 657225 h 857250"/>
                  <a:gd name="csX20" fmla="*/ 0 w 614362"/>
                  <a:gd name="csY20" fmla="*/ 690563 h 857250"/>
                  <a:gd name="csX21" fmla="*/ 0 w 614362"/>
                  <a:gd name="csY21" fmla="*/ 823913 h 857250"/>
                  <a:gd name="csX22" fmla="*/ 33338 w 614362"/>
                  <a:gd name="csY22" fmla="*/ 857250 h 857250"/>
                  <a:gd name="csX23" fmla="*/ 166688 w 614362"/>
                  <a:gd name="csY23" fmla="*/ 857250 h 857250"/>
                  <a:gd name="csX24" fmla="*/ 200025 w 614362"/>
                  <a:gd name="csY24" fmla="*/ 823913 h 857250"/>
                  <a:gd name="csX25" fmla="*/ 200025 w 614362"/>
                  <a:gd name="csY25" fmla="*/ 690563 h 857250"/>
                  <a:gd name="csX26" fmla="*/ 200025 w 614362"/>
                  <a:gd name="csY26" fmla="*/ 690563 h 857250"/>
                  <a:gd name="csX27" fmla="*/ 207645 w 614362"/>
                  <a:gd name="csY27" fmla="*/ 669608 h 857250"/>
                  <a:gd name="csX28" fmla="*/ 298133 w 614362"/>
                  <a:gd name="csY28" fmla="*/ 579120 h 857250"/>
                  <a:gd name="csX29" fmla="*/ 313373 w 614362"/>
                  <a:gd name="csY29" fmla="*/ 594360 h 857250"/>
                  <a:gd name="csX30" fmla="*/ 331470 w 614362"/>
                  <a:gd name="csY30" fmla="*/ 525780 h 857250"/>
                  <a:gd name="csX31" fmla="*/ 262890 w 614362"/>
                  <a:gd name="csY31" fmla="*/ 543878 h 857250"/>
                  <a:gd name="csX32" fmla="*/ 278130 w 614362"/>
                  <a:gd name="csY32" fmla="*/ 559118 h 857250"/>
                  <a:gd name="csX33" fmla="*/ 171450 w 614362"/>
                  <a:gd name="csY33" fmla="*/ 823913 h 857250"/>
                  <a:gd name="csX34" fmla="*/ 166688 w 614362"/>
                  <a:gd name="csY34" fmla="*/ 828675 h 857250"/>
                  <a:gd name="csX35" fmla="*/ 33338 w 614362"/>
                  <a:gd name="csY35" fmla="*/ 828675 h 857250"/>
                  <a:gd name="csX36" fmla="*/ 28575 w 614362"/>
                  <a:gd name="csY36" fmla="*/ 823913 h 857250"/>
                  <a:gd name="csX37" fmla="*/ 28575 w 614362"/>
                  <a:gd name="csY37" fmla="*/ 690563 h 857250"/>
                  <a:gd name="csX38" fmla="*/ 33338 w 614362"/>
                  <a:gd name="csY38" fmla="*/ 685800 h 857250"/>
                  <a:gd name="csX39" fmla="*/ 100013 w 614362"/>
                  <a:gd name="csY39" fmla="*/ 685800 h 857250"/>
                  <a:gd name="csX40" fmla="*/ 100013 w 614362"/>
                  <a:gd name="csY40" fmla="*/ 685800 h 857250"/>
                  <a:gd name="csX41" fmla="*/ 166688 w 614362"/>
                  <a:gd name="csY41" fmla="*/ 685800 h 857250"/>
                  <a:gd name="csX42" fmla="*/ 171450 w 614362"/>
                  <a:gd name="csY42" fmla="*/ 690563 h 857250"/>
                  <a:gd name="csX43" fmla="*/ 171450 w 614362"/>
                  <a:gd name="csY43" fmla="*/ 823913 h 857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Lst>
                <a:rect l="l" t="t" r="r" b="b"/>
                <a:pathLst>
                  <a:path w="614362" h="857250">
                    <a:moveTo>
                      <a:pt x="278130" y="559118"/>
                    </a:moveTo>
                    <a:lnTo>
                      <a:pt x="187643" y="649605"/>
                    </a:lnTo>
                    <a:cubicBezTo>
                      <a:pt x="181928" y="655320"/>
                      <a:pt x="174308" y="657225"/>
                      <a:pt x="166688" y="657225"/>
                    </a:cubicBezTo>
                    <a:lnTo>
                      <a:pt x="166688" y="657225"/>
                    </a:lnTo>
                    <a:lnTo>
                      <a:pt x="114300" y="657225"/>
                    </a:lnTo>
                    <a:cubicBezTo>
                      <a:pt x="114300" y="627698"/>
                      <a:pt x="114300" y="551498"/>
                      <a:pt x="114300" y="421005"/>
                    </a:cubicBezTo>
                    <a:cubicBezTo>
                      <a:pt x="114300" y="333375"/>
                      <a:pt x="145733" y="248602"/>
                      <a:pt x="206693" y="185738"/>
                    </a:cubicBezTo>
                    <a:cubicBezTo>
                      <a:pt x="269558" y="120968"/>
                      <a:pt x="353378" y="85725"/>
                      <a:pt x="442913" y="85725"/>
                    </a:cubicBezTo>
                    <a:lnTo>
                      <a:pt x="481013" y="85725"/>
                    </a:lnTo>
                    <a:cubicBezTo>
                      <a:pt x="486728" y="85725"/>
                      <a:pt x="490538" y="89535"/>
                      <a:pt x="490538" y="95250"/>
                    </a:cubicBezTo>
                    <a:lnTo>
                      <a:pt x="490538" y="142875"/>
                    </a:lnTo>
                    <a:lnTo>
                      <a:pt x="614363" y="71438"/>
                    </a:lnTo>
                    <a:lnTo>
                      <a:pt x="490538" y="0"/>
                    </a:lnTo>
                    <a:lnTo>
                      <a:pt x="490538" y="47625"/>
                    </a:lnTo>
                    <a:cubicBezTo>
                      <a:pt x="490538" y="53340"/>
                      <a:pt x="486728" y="57150"/>
                      <a:pt x="481013" y="57150"/>
                    </a:cubicBezTo>
                    <a:lnTo>
                      <a:pt x="449580" y="57150"/>
                    </a:lnTo>
                    <a:cubicBezTo>
                      <a:pt x="355283" y="57150"/>
                      <a:pt x="262890" y="91440"/>
                      <a:pt x="194310" y="157163"/>
                    </a:cubicBezTo>
                    <a:cubicBezTo>
                      <a:pt x="123825" y="224790"/>
                      <a:pt x="85725" y="316230"/>
                      <a:pt x="85725" y="414338"/>
                    </a:cubicBezTo>
                    <a:cubicBezTo>
                      <a:pt x="85725" y="503873"/>
                      <a:pt x="85725" y="617220"/>
                      <a:pt x="85725" y="657225"/>
                    </a:cubicBezTo>
                    <a:lnTo>
                      <a:pt x="33338" y="657225"/>
                    </a:lnTo>
                    <a:cubicBezTo>
                      <a:pt x="15240" y="657225"/>
                      <a:pt x="0" y="672465"/>
                      <a:pt x="0" y="690563"/>
                    </a:cubicBezTo>
                    <a:lnTo>
                      <a:pt x="0" y="823913"/>
                    </a:lnTo>
                    <a:cubicBezTo>
                      <a:pt x="0" y="842010"/>
                      <a:pt x="15240" y="857250"/>
                      <a:pt x="33338" y="857250"/>
                    </a:cubicBezTo>
                    <a:lnTo>
                      <a:pt x="166688" y="857250"/>
                    </a:lnTo>
                    <a:cubicBezTo>
                      <a:pt x="184785" y="857250"/>
                      <a:pt x="200025" y="842010"/>
                      <a:pt x="200025" y="823913"/>
                    </a:cubicBezTo>
                    <a:lnTo>
                      <a:pt x="200025" y="690563"/>
                    </a:lnTo>
                    <a:lnTo>
                      <a:pt x="200025" y="690563"/>
                    </a:lnTo>
                    <a:cubicBezTo>
                      <a:pt x="200025" y="682943"/>
                      <a:pt x="201930" y="675323"/>
                      <a:pt x="207645" y="669608"/>
                    </a:cubicBezTo>
                    <a:lnTo>
                      <a:pt x="298133" y="579120"/>
                    </a:lnTo>
                    <a:lnTo>
                      <a:pt x="313373" y="594360"/>
                    </a:lnTo>
                    <a:lnTo>
                      <a:pt x="331470" y="525780"/>
                    </a:lnTo>
                    <a:lnTo>
                      <a:pt x="262890" y="543878"/>
                    </a:lnTo>
                    <a:lnTo>
                      <a:pt x="278130" y="559118"/>
                    </a:lnTo>
                    <a:close/>
                    <a:moveTo>
                      <a:pt x="171450" y="823913"/>
                    </a:moveTo>
                    <a:cubicBezTo>
                      <a:pt x="171450" y="826770"/>
                      <a:pt x="169545" y="828675"/>
                      <a:pt x="166688" y="828675"/>
                    </a:cubicBezTo>
                    <a:lnTo>
                      <a:pt x="33338" y="828675"/>
                    </a:lnTo>
                    <a:cubicBezTo>
                      <a:pt x="30480" y="828675"/>
                      <a:pt x="28575" y="826770"/>
                      <a:pt x="28575" y="823913"/>
                    </a:cubicBezTo>
                    <a:lnTo>
                      <a:pt x="28575" y="690563"/>
                    </a:lnTo>
                    <a:cubicBezTo>
                      <a:pt x="28575" y="687705"/>
                      <a:pt x="30480" y="685800"/>
                      <a:pt x="33338" y="685800"/>
                    </a:cubicBezTo>
                    <a:lnTo>
                      <a:pt x="100013" y="685800"/>
                    </a:lnTo>
                    <a:lnTo>
                      <a:pt x="100013" y="685800"/>
                    </a:lnTo>
                    <a:lnTo>
                      <a:pt x="166688" y="685800"/>
                    </a:lnTo>
                    <a:cubicBezTo>
                      <a:pt x="169545" y="685800"/>
                      <a:pt x="171450" y="687705"/>
                      <a:pt x="171450" y="690563"/>
                    </a:cubicBezTo>
                    <a:lnTo>
                      <a:pt x="171450" y="823913"/>
                    </a:ln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38" name="Forme libre : forme 37">
                <a:extLst>
                  <a:ext uri="{FF2B5EF4-FFF2-40B4-BE49-F238E27FC236}">
                    <a16:creationId xmlns:a16="http://schemas.microsoft.com/office/drawing/2014/main" id="{CA3F6568-A92D-A125-6F58-57028E64C25A}"/>
                  </a:ext>
                </a:extLst>
              </p:cNvPr>
              <p:cNvSpPr/>
              <p:nvPr/>
            </p:nvSpPr>
            <p:spPr>
              <a:xfrm>
                <a:off x="8314377" y="2527795"/>
                <a:ext cx="324802" cy="324802"/>
              </a:xfrm>
              <a:custGeom>
                <a:avLst/>
                <a:gdLst>
                  <a:gd name="csX0" fmla="*/ 306705 w 324802"/>
                  <a:gd name="csY0" fmla="*/ 68580 h 324802"/>
                  <a:gd name="csX1" fmla="*/ 324803 w 324802"/>
                  <a:gd name="csY1" fmla="*/ 0 h 324802"/>
                  <a:gd name="csX2" fmla="*/ 256223 w 324802"/>
                  <a:gd name="csY2" fmla="*/ 18098 h 324802"/>
                  <a:gd name="csX3" fmla="*/ 271463 w 324802"/>
                  <a:gd name="csY3" fmla="*/ 33338 h 324802"/>
                  <a:gd name="csX4" fmla="*/ 187643 w 324802"/>
                  <a:gd name="csY4" fmla="*/ 117157 h 324802"/>
                  <a:gd name="csX5" fmla="*/ 166688 w 324802"/>
                  <a:gd name="csY5" fmla="*/ 124778 h 324802"/>
                  <a:gd name="csX6" fmla="*/ 166688 w 324802"/>
                  <a:gd name="csY6" fmla="*/ 124778 h 324802"/>
                  <a:gd name="csX7" fmla="*/ 33338 w 324802"/>
                  <a:gd name="csY7" fmla="*/ 124778 h 324802"/>
                  <a:gd name="csX8" fmla="*/ 0 w 324802"/>
                  <a:gd name="csY8" fmla="*/ 158115 h 324802"/>
                  <a:gd name="csX9" fmla="*/ 0 w 324802"/>
                  <a:gd name="csY9" fmla="*/ 291465 h 324802"/>
                  <a:gd name="csX10" fmla="*/ 33338 w 324802"/>
                  <a:gd name="csY10" fmla="*/ 324803 h 324802"/>
                  <a:gd name="csX11" fmla="*/ 166688 w 324802"/>
                  <a:gd name="csY11" fmla="*/ 324803 h 324802"/>
                  <a:gd name="csX12" fmla="*/ 200025 w 324802"/>
                  <a:gd name="csY12" fmla="*/ 291465 h 324802"/>
                  <a:gd name="csX13" fmla="*/ 200025 w 324802"/>
                  <a:gd name="csY13" fmla="*/ 159068 h 324802"/>
                  <a:gd name="csX14" fmla="*/ 200025 w 324802"/>
                  <a:gd name="csY14" fmla="*/ 159068 h 324802"/>
                  <a:gd name="csX15" fmla="*/ 207645 w 324802"/>
                  <a:gd name="csY15" fmla="*/ 138113 h 324802"/>
                  <a:gd name="csX16" fmla="*/ 291465 w 324802"/>
                  <a:gd name="csY16" fmla="*/ 54293 h 324802"/>
                  <a:gd name="csX17" fmla="*/ 306705 w 324802"/>
                  <a:gd name="csY17" fmla="*/ 68580 h 324802"/>
                  <a:gd name="csX18" fmla="*/ 171450 w 324802"/>
                  <a:gd name="csY18" fmla="*/ 292418 h 324802"/>
                  <a:gd name="csX19" fmla="*/ 166688 w 324802"/>
                  <a:gd name="csY19" fmla="*/ 297180 h 324802"/>
                  <a:gd name="csX20" fmla="*/ 33338 w 324802"/>
                  <a:gd name="csY20" fmla="*/ 297180 h 324802"/>
                  <a:gd name="csX21" fmla="*/ 28575 w 324802"/>
                  <a:gd name="csY21" fmla="*/ 292418 h 324802"/>
                  <a:gd name="csX22" fmla="*/ 28575 w 324802"/>
                  <a:gd name="csY22" fmla="*/ 159068 h 324802"/>
                  <a:gd name="csX23" fmla="*/ 33338 w 324802"/>
                  <a:gd name="csY23" fmla="*/ 154305 h 324802"/>
                  <a:gd name="csX24" fmla="*/ 166688 w 324802"/>
                  <a:gd name="csY24" fmla="*/ 154305 h 324802"/>
                  <a:gd name="csX25" fmla="*/ 171450 w 324802"/>
                  <a:gd name="csY25" fmla="*/ 159068 h 324802"/>
                  <a:gd name="csX26" fmla="*/ 171450 w 324802"/>
                  <a:gd name="csY26" fmla="*/ 292418 h 3248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324802" h="324802">
                    <a:moveTo>
                      <a:pt x="306705" y="68580"/>
                    </a:moveTo>
                    <a:lnTo>
                      <a:pt x="324803" y="0"/>
                    </a:lnTo>
                    <a:lnTo>
                      <a:pt x="256223" y="18098"/>
                    </a:lnTo>
                    <a:lnTo>
                      <a:pt x="271463" y="33338"/>
                    </a:lnTo>
                    <a:lnTo>
                      <a:pt x="187643" y="117157"/>
                    </a:lnTo>
                    <a:cubicBezTo>
                      <a:pt x="181927" y="122873"/>
                      <a:pt x="174308" y="124778"/>
                      <a:pt x="166688" y="124778"/>
                    </a:cubicBezTo>
                    <a:lnTo>
                      <a:pt x="166688" y="124778"/>
                    </a:lnTo>
                    <a:lnTo>
                      <a:pt x="33338" y="124778"/>
                    </a:lnTo>
                    <a:cubicBezTo>
                      <a:pt x="15240" y="124778"/>
                      <a:pt x="0" y="140018"/>
                      <a:pt x="0" y="158115"/>
                    </a:cubicBezTo>
                    <a:lnTo>
                      <a:pt x="0" y="291465"/>
                    </a:lnTo>
                    <a:cubicBezTo>
                      <a:pt x="0" y="309563"/>
                      <a:pt x="15240" y="324803"/>
                      <a:pt x="33338" y="324803"/>
                    </a:cubicBezTo>
                    <a:lnTo>
                      <a:pt x="166688" y="324803"/>
                    </a:lnTo>
                    <a:cubicBezTo>
                      <a:pt x="184785" y="324803"/>
                      <a:pt x="200025" y="309563"/>
                      <a:pt x="200025" y="291465"/>
                    </a:cubicBezTo>
                    <a:lnTo>
                      <a:pt x="200025" y="159068"/>
                    </a:lnTo>
                    <a:lnTo>
                      <a:pt x="200025" y="159068"/>
                    </a:lnTo>
                    <a:cubicBezTo>
                      <a:pt x="200025" y="151448"/>
                      <a:pt x="201930" y="143828"/>
                      <a:pt x="207645" y="138113"/>
                    </a:cubicBezTo>
                    <a:lnTo>
                      <a:pt x="291465" y="54293"/>
                    </a:lnTo>
                    <a:lnTo>
                      <a:pt x="306705" y="68580"/>
                    </a:lnTo>
                    <a:close/>
                    <a:moveTo>
                      <a:pt x="171450" y="292418"/>
                    </a:moveTo>
                    <a:cubicBezTo>
                      <a:pt x="171450" y="295275"/>
                      <a:pt x="169545" y="297180"/>
                      <a:pt x="166688" y="297180"/>
                    </a:cubicBezTo>
                    <a:lnTo>
                      <a:pt x="33338" y="297180"/>
                    </a:lnTo>
                    <a:cubicBezTo>
                      <a:pt x="30480" y="297180"/>
                      <a:pt x="28575" y="295275"/>
                      <a:pt x="28575" y="292418"/>
                    </a:cubicBezTo>
                    <a:lnTo>
                      <a:pt x="28575" y="159068"/>
                    </a:lnTo>
                    <a:cubicBezTo>
                      <a:pt x="28575" y="156210"/>
                      <a:pt x="30480" y="154305"/>
                      <a:pt x="33338" y="154305"/>
                    </a:cubicBezTo>
                    <a:lnTo>
                      <a:pt x="166688" y="154305"/>
                    </a:lnTo>
                    <a:cubicBezTo>
                      <a:pt x="169545" y="154305"/>
                      <a:pt x="171450" y="156210"/>
                      <a:pt x="171450" y="159068"/>
                    </a:cubicBezTo>
                    <a:lnTo>
                      <a:pt x="171450" y="292418"/>
                    </a:ln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grpSp>
      </p:grpSp>
      <p:sp>
        <p:nvSpPr>
          <p:cNvPr id="48" name="Rectangle : coins arrondis 47">
            <a:extLst>
              <a:ext uri="{FF2B5EF4-FFF2-40B4-BE49-F238E27FC236}">
                <a16:creationId xmlns:a16="http://schemas.microsoft.com/office/drawing/2014/main" id="{A698FBEB-04FC-61E9-2347-9368B786FC62}"/>
              </a:ext>
            </a:extLst>
          </p:cNvPr>
          <p:cNvSpPr/>
          <p:nvPr/>
        </p:nvSpPr>
        <p:spPr>
          <a:xfrm>
            <a:off x="6289945" y="1140088"/>
            <a:ext cx="5760000" cy="334706"/>
          </a:xfrm>
          <a:prstGeom prst="roundRect">
            <a:avLst/>
          </a:prstGeom>
          <a:solidFill>
            <a:srgbClr val="0084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srgbClr val="FFFFFF"/>
                </a:solidFill>
                <a:effectLst/>
                <a:uLnTx/>
                <a:uFillTx/>
                <a:latin typeface="Avenir LT Std 45 Book" panose="020B0502020203020204" pitchFamily="34" charset="0"/>
                <a:ea typeface="+mn-ea"/>
                <a:cs typeface="+mn-cs"/>
              </a:rPr>
              <a:t>EN CAS DE</a:t>
            </a:r>
          </a:p>
        </p:txBody>
      </p:sp>
      <p:grpSp>
        <p:nvGrpSpPr>
          <p:cNvPr id="117" name="Groupe 116">
            <a:extLst>
              <a:ext uri="{FF2B5EF4-FFF2-40B4-BE49-F238E27FC236}">
                <a16:creationId xmlns:a16="http://schemas.microsoft.com/office/drawing/2014/main" id="{96C45ECE-EEA5-9E8F-28F0-2EBDF70AB679}"/>
              </a:ext>
            </a:extLst>
          </p:cNvPr>
          <p:cNvGrpSpPr/>
          <p:nvPr/>
        </p:nvGrpSpPr>
        <p:grpSpPr>
          <a:xfrm>
            <a:off x="8148031" y="1550233"/>
            <a:ext cx="2039891" cy="540000"/>
            <a:chOff x="8116990" y="1648553"/>
            <a:chExt cx="2039891" cy="540000"/>
          </a:xfrm>
        </p:grpSpPr>
        <p:sp>
          <p:nvSpPr>
            <p:cNvPr id="52" name="Bulle narrative : rectangle à coins arrondis 51">
              <a:extLst>
                <a:ext uri="{FF2B5EF4-FFF2-40B4-BE49-F238E27FC236}">
                  <a16:creationId xmlns:a16="http://schemas.microsoft.com/office/drawing/2014/main" id="{1871586D-0877-6970-48C1-8C1D70EE786B}"/>
                </a:ext>
              </a:extLst>
            </p:cNvPr>
            <p:cNvSpPr>
              <a:spLocks noChangeAspect="1"/>
            </p:cNvSpPr>
            <p:nvPr/>
          </p:nvSpPr>
          <p:spPr>
            <a:xfrm>
              <a:off x="8428881" y="1693641"/>
              <a:ext cx="1728000" cy="449824"/>
            </a:xfrm>
            <a:prstGeom prst="wedgeRoundRectCallout">
              <a:avLst>
                <a:gd name="adj1" fmla="val -20833"/>
                <a:gd name="adj2" fmla="val 45014"/>
                <a:gd name="adj3" fmla="val 16667"/>
              </a:avLst>
            </a:prstGeom>
            <a:solidFill>
              <a:srgbClr val="F1F6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Désengagement ?</a:t>
              </a:r>
            </a:p>
          </p:txBody>
        </p:sp>
        <p:pic>
          <p:nvPicPr>
            <p:cNvPr id="53" name="Graphique 52" descr="Visage confus avec remplissage solide avec un remplissage uni">
              <a:extLst>
                <a:ext uri="{FF2B5EF4-FFF2-40B4-BE49-F238E27FC236}">
                  <a16:creationId xmlns:a16="http://schemas.microsoft.com/office/drawing/2014/main" id="{4E2A9728-0B0E-F563-EFA3-6492128B5879}"/>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8116990" y="1648553"/>
              <a:ext cx="540000" cy="540000"/>
            </a:xfrm>
            <a:prstGeom prst="rect">
              <a:avLst/>
            </a:prstGeom>
          </p:spPr>
        </p:pic>
      </p:grpSp>
      <p:grpSp>
        <p:nvGrpSpPr>
          <p:cNvPr id="116" name="Groupe 115">
            <a:extLst>
              <a:ext uri="{FF2B5EF4-FFF2-40B4-BE49-F238E27FC236}">
                <a16:creationId xmlns:a16="http://schemas.microsoft.com/office/drawing/2014/main" id="{731D5CCA-1BC5-8627-F907-8FECA58FAB64}"/>
              </a:ext>
            </a:extLst>
          </p:cNvPr>
          <p:cNvGrpSpPr/>
          <p:nvPr/>
        </p:nvGrpSpPr>
        <p:grpSpPr>
          <a:xfrm>
            <a:off x="6289945" y="1527692"/>
            <a:ext cx="1870773" cy="540000"/>
            <a:chOff x="6162127" y="1626012"/>
            <a:chExt cx="1870773" cy="540000"/>
          </a:xfrm>
        </p:grpSpPr>
        <p:sp>
          <p:nvSpPr>
            <p:cNvPr id="50" name="Bulle narrative : rectangle à coins arrondis 49">
              <a:extLst>
                <a:ext uri="{FF2B5EF4-FFF2-40B4-BE49-F238E27FC236}">
                  <a16:creationId xmlns:a16="http://schemas.microsoft.com/office/drawing/2014/main" id="{8935612A-8C09-69CA-5D30-E44E3B951126}"/>
                </a:ext>
              </a:extLst>
            </p:cNvPr>
            <p:cNvSpPr>
              <a:spLocks noChangeAspect="1"/>
            </p:cNvSpPr>
            <p:nvPr/>
          </p:nvSpPr>
          <p:spPr>
            <a:xfrm>
              <a:off x="6304900" y="1671100"/>
              <a:ext cx="1728000" cy="449824"/>
            </a:xfrm>
            <a:prstGeom prst="wedgeRoundRectCallout">
              <a:avLst>
                <a:gd name="adj1" fmla="val -22540"/>
                <a:gd name="adj2" fmla="val 47199"/>
                <a:gd name="adj3" fmla="val 16667"/>
              </a:avLst>
            </a:prstGeom>
            <a:solidFill>
              <a:srgbClr val="F1F6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Blocage ? </a:t>
              </a:r>
            </a:p>
          </p:txBody>
        </p:sp>
        <p:pic>
          <p:nvPicPr>
            <p:cNvPr id="51" name="Graphique 50" descr="Stop avec un remplissage uni">
              <a:extLst>
                <a:ext uri="{FF2B5EF4-FFF2-40B4-BE49-F238E27FC236}">
                  <a16:creationId xmlns:a16="http://schemas.microsoft.com/office/drawing/2014/main" id="{1D862A7F-75D3-478F-8D18-FB26F924D53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62127" y="1626012"/>
              <a:ext cx="540000" cy="540000"/>
            </a:xfrm>
            <a:prstGeom prst="rect">
              <a:avLst/>
            </a:prstGeom>
          </p:spPr>
        </p:pic>
      </p:grpSp>
      <p:grpSp>
        <p:nvGrpSpPr>
          <p:cNvPr id="115" name="Groupe 114">
            <a:extLst>
              <a:ext uri="{FF2B5EF4-FFF2-40B4-BE49-F238E27FC236}">
                <a16:creationId xmlns:a16="http://schemas.microsoft.com/office/drawing/2014/main" id="{0818B089-EEDE-6EE9-ABD3-80DF29C63EBF}"/>
              </a:ext>
            </a:extLst>
          </p:cNvPr>
          <p:cNvGrpSpPr/>
          <p:nvPr/>
        </p:nvGrpSpPr>
        <p:grpSpPr>
          <a:xfrm>
            <a:off x="10175235" y="1527692"/>
            <a:ext cx="1874710" cy="540000"/>
            <a:chOff x="10240971" y="1626012"/>
            <a:chExt cx="1874710" cy="540000"/>
          </a:xfrm>
        </p:grpSpPr>
        <p:sp>
          <p:nvSpPr>
            <p:cNvPr id="49" name="Bulle narrative : rectangle à coins arrondis 48">
              <a:extLst>
                <a:ext uri="{FF2B5EF4-FFF2-40B4-BE49-F238E27FC236}">
                  <a16:creationId xmlns:a16="http://schemas.microsoft.com/office/drawing/2014/main" id="{42115D7D-9E3E-8DC3-E32A-5666E1FF921A}"/>
                </a:ext>
              </a:extLst>
            </p:cNvPr>
            <p:cNvSpPr>
              <a:spLocks noChangeAspect="1"/>
            </p:cNvSpPr>
            <p:nvPr/>
          </p:nvSpPr>
          <p:spPr>
            <a:xfrm>
              <a:off x="10387681" y="1671100"/>
              <a:ext cx="1728000" cy="449824"/>
            </a:xfrm>
            <a:prstGeom prst="wedgeRoundRectCallout">
              <a:avLst>
                <a:gd name="adj1" fmla="val -21402"/>
                <a:gd name="adj2" fmla="val 40642"/>
                <a:gd name="adj3" fmla="val 16667"/>
              </a:avLst>
            </a:prstGeom>
            <a:solidFill>
              <a:srgbClr val="F1F6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Surcharge ?</a:t>
              </a:r>
            </a:p>
          </p:txBody>
        </p:sp>
        <p:pic>
          <p:nvPicPr>
            <p:cNvPr id="54" name="Graphique 53" descr="Visage triste à remplissage solide avec un remplissage uni">
              <a:extLst>
                <a:ext uri="{FF2B5EF4-FFF2-40B4-BE49-F238E27FC236}">
                  <a16:creationId xmlns:a16="http://schemas.microsoft.com/office/drawing/2014/main" id="{6115AD6F-9DE4-576E-2E19-E23B92E5F722}"/>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0240971" y="1626012"/>
              <a:ext cx="540000" cy="540000"/>
            </a:xfrm>
            <a:prstGeom prst="rect">
              <a:avLst/>
            </a:prstGeom>
          </p:spPr>
        </p:pic>
      </p:grpSp>
      <p:sp>
        <p:nvSpPr>
          <p:cNvPr id="61" name="Triangle isocèle 60">
            <a:extLst>
              <a:ext uri="{FF2B5EF4-FFF2-40B4-BE49-F238E27FC236}">
                <a16:creationId xmlns:a16="http://schemas.microsoft.com/office/drawing/2014/main" id="{9DE04187-F9A5-0A23-0144-8CC4A2ACC04A}"/>
              </a:ext>
            </a:extLst>
          </p:cNvPr>
          <p:cNvSpPr/>
          <p:nvPr/>
        </p:nvSpPr>
        <p:spPr>
          <a:xfrm flipV="1">
            <a:off x="6289945" y="2174542"/>
            <a:ext cx="5760000" cy="216000"/>
          </a:xfrm>
          <a:prstGeom prst="triangle">
            <a:avLst/>
          </a:prstGeom>
          <a:solidFill>
            <a:srgbClr val="A4C8E1">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venir LT Std 45 Book" panose="020B0502020203020204" pitchFamily="34" charset="0"/>
              <a:ea typeface="+mn-ea"/>
              <a:cs typeface="+mn-cs"/>
            </a:endParaRPr>
          </a:p>
        </p:txBody>
      </p:sp>
      <p:sp>
        <p:nvSpPr>
          <p:cNvPr id="4" name="Titre 1">
            <a:extLst>
              <a:ext uri="{FF2B5EF4-FFF2-40B4-BE49-F238E27FC236}">
                <a16:creationId xmlns:a16="http://schemas.microsoft.com/office/drawing/2014/main" id="{02C09DB5-0478-E21F-B758-0190011DE1EC}"/>
              </a:ext>
            </a:extLst>
          </p:cNvPr>
          <p:cNvSpPr txBox="1">
            <a:spLocks/>
          </p:cNvSpPr>
          <p:nvPr/>
        </p:nvSpPr>
        <p:spPr>
          <a:xfrm>
            <a:off x="6442243" y="122402"/>
            <a:ext cx="5400000" cy="664797"/>
          </a:xfrm>
          <a:prstGeom prst="rect">
            <a:avLst/>
          </a:prstGeom>
        </p:spPr>
        <p:txBody>
          <a:bodyPr vert="horz" wrap="square" lIns="0" tIns="0" rIns="72000" bIns="0" rtlCol="0" anchor="ctr">
            <a:spAutoFit/>
          </a:bodyPr>
          <a:lstStyle>
            <a:lvl1pPr algn="l" defTabSz="914355" rtl="0" eaLnBrk="1" latinLnBrk="0" hangingPunct="1">
              <a:lnSpc>
                <a:spcPct val="90000"/>
              </a:lnSpc>
              <a:spcBef>
                <a:spcPct val="0"/>
              </a:spcBef>
              <a:buNone/>
              <a:defRPr sz="2400" b="1" kern="1200">
                <a:solidFill>
                  <a:srgbClr val="0084D4"/>
                </a:solidFill>
                <a:latin typeface="Arial" panose="020B0604020202020204" pitchFamily="34" charset="0"/>
                <a:ea typeface="+mj-ea"/>
                <a:cs typeface="Arial" panose="020B0604020202020204" pitchFamily="34" charset="0"/>
              </a:defRPr>
            </a:lvl1pPr>
          </a:lstStyle>
          <a:p>
            <a:pPr marL="0" marR="0" lvl="0" indent="0" algn="ctr" defTabSz="914355" rtl="0" eaLnBrk="1" fontAlgn="auto" latinLnBrk="0" hangingPunct="1">
              <a:lnSpc>
                <a:spcPct val="90000"/>
              </a:lnSpc>
              <a:spcBef>
                <a:spcPct val="0"/>
              </a:spcBef>
              <a:spcAft>
                <a:spcPts val="0"/>
              </a:spcAft>
              <a:buClrTx/>
              <a:buSzTx/>
              <a:buFontTx/>
              <a:buNone/>
              <a:tabLst/>
              <a:defRPr/>
            </a:pPr>
            <a:r>
              <a:rPr kumimoji="0" lang="fr-FR" sz="2400" b="1" i="0" u="none" strike="noStrike" kern="1200" cap="none" spc="0" normalizeH="0" baseline="0" noProof="0">
                <a:ln>
                  <a:noFill/>
                </a:ln>
                <a:solidFill>
                  <a:srgbClr val="003865"/>
                </a:solidFill>
                <a:effectLst/>
                <a:uLnTx/>
                <a:uFillTx/>
                <a:latin typeface="Avenir LT Std 45 Book" panose="020B0502020203020204" pitchFamily="34" charset="0"/>
                <a:ea typeface="+mj-ea"/>
                <a:cs typeface="Arial" panose="020B0604020202020204" pitchFamily="34" charset="0"/>
              </a:rPr>
              <a:t>Bonnes pratiques préventives sur la gestion de projet</a:t>
            </a:r>
          </a:p>
        </p:txBody>
      </p:sp>
      <p:grpSp>
        <p:nvGrpSpPr>
          <p:cNvPr id="42" name="Groupe 41">
            <a:extLst>
              <a:ext uri="{FF2B5EF4-FFF2-40B4-BE49-F238E27FC236}">
                <a16:creationId xmlns:a16="http://schemas.microsoft.com/office/drawing/2014/main" id="{683CA990-4906-F411-6DE2-8838C7E0803A}"/>
              </a:ext>
            </a:extLst>
          </p:cNvPr>
          <p:cNvGrpSpPr/>
          <p:nvPr/>
        </p:nvGrpSpPr>
        <p:grpSpPr>
          <a:xfrm>
            <a:off x="541809" y="1140088"/>
            <a:ext cx="5272144" cy="1193075"/>
            <a:chOff x="115931" y="1140088"/>
            <a:chExt cx="5272144" cy="1193075"/>
          </a:xfrm>
        </p:grpSpPr>
        <p:sp>
          <p:nvSpPr>
            <p:cNvPr id="18" name="Rectangle : coins arrondis 17">
              <a:extLst>
                <a:ext uri="{FF2B5EF4-FFF2-40B4-BE49-F238E27FC236}">
                  <a16:creationId xmlns:a16="http://schemas.microsoft.com/office/drawing/2014/main" id="{A9A1B184-57C9-74C7-D074-E1CD7D04E024}"/>
                </a:ext>
              </a:extLst>
            </p:cNvPr>
            <p:cNvSpPr/>
            <p:nvPr/>
          </p:nvSpPr>
          <p:spPr>
            <a:xfrm>
              <a:off x="629230" y="1140088"/>
              <a:ext cx="4758845" cy="1193075"/>
            </a:xfrm>
            <a:prstGeom prst="roundRect">
              <a:avLst/>
            </a:prstGeom>
            <a:noFill/>
            <a:ln w="28575">
              <a:solidFill>
                <a:srgbClr val="00B388"/>
              </a:solidFill>
            </a:ln>
          </p:spPr>
          <p:style>
            <a:lnRef idx="2">
              <a:schemeClr val="accent1">
                <a:shade val="50000"/>
              </a:schemeClr>
            </a:lnRef>
            <a:fillRef idx="1">
              <a:schemeClr val="accent1"/>
            </a:fillRef>
            <a:effectRef idx="0">
              <a:schemeClr val="accent1"/>
            </a:effectRef>
            <a:fontRef idx="minor">
              <a:schemeClr val="lt1"/>
            </a:fontRef>
          </p:style>
          <p:txBody>
            <a:bodyPr lIns="756000"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srgbClr val="00B388"/>
                  </a:solidFill>
                  <a:effectLst/>
                  <a:uLnTx/>
                  <a:uFillTx/>
                  <a:latin typeface="Avenir LT Std 45 Book" panose="020B0502020203020204" pitchFamily="34" charset="0"/>
                  <a:ea typeface="+mn-ea"/>
                  <a:cs typeface="+mn-cs"/>
                </a:rPr>
                <a:t>LES RESSOURCES MATÉRIELLES</a:t>
              </a:r>
            </a:p>
          </p:txBody>
        </p:sp>
        <p:sp>
          <p:nvSpPr>
            <p:cNvPr id="19" name="Ellipse 18">
              <a:extLst>
                <a:ext uri="{FF2B5EF4-FFF2-40B4-BE49-F238E27FC236}">
                  <a16:creationId xmlns:a16="http://schemas.microsoft.com/office/drawing/2014/main" id="{97EE734E-8478-0D4D-3AFD-B787C28B4C55}"/>
                </a:ext>
              </a:extLst>
            </p:cNvPr>
            <p:cNvSpPr/>
            <p:nvPr/>
          </p:nvSpPr>
          <p:spPr>
            <a:xfrm>
              <a:off x="115931" y="1140088"/>
              <a:ext cx="1193074" cy="1193075"/>
            </a:xfrm>
            <a:prstGeom prst="ellipse">
              <a:avLst/>
            </a:prstGeom>
            <a:solidFill>
              <a:schemeClr val="bg1"/>
            </a:solidFill>
            <a:ln w="28575">
              <a:solidFill>
                <a:srgbClr val="00B3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FFFFFF"/>
                </a:solidFill>
                <a:effectLst/>
                <a:uLnTx/>
                <a:uFillTx/>
                <a:latin typeface="Avenir LT Std 45 Book" panose="020B0502020203020204" pitchFamily="34" charset="0"/>
                <a:ea typeface="+mn-ea"/>
                <a:cs typeface="+mn-cs"/>
              </a:endParaRPr>
            </a:p>
          </p:txBody>
        </p:sp>
        <p:pic>
          <p:nvPicPr>
            <p:cNvPr id="17" name="Graphique 16" descr="Trombone avec un remplissage uni">
              <a:extLst>
                <a:ext uri="{FF2B5EF4-FFF2-40B4-BE49-F238E27FC236}">
                  <a16:creationId xmlns:a16="http://schemas.microsoft.com/office/drawing/2014/main" id="{DB34ABA5-D5EC-2388-30C6-9C465333962C}"/>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240789" y="1288185"/>
              <a:ext cx="939429" cy="939429"/>
            </a:xfrm>
            <a:prstGeom prst="rect">
              <a:avLst/>
            </a:prstGeom>
          </p:spPr>
        </p:pic>
      </p:grpSp>
      <p:sp>
        <p:nvSpPr>
          <p:cNvPr id="44" name="Rectangle : coins arrondis 3">
            <a:extLst>
              <a:ext uri="{FF2B5EF4-FFF2-40B4-BE49-F238E27FC236}">
                <a16:creationId xmlns:a16="http://schemas.microsoft.com/office/drawing/2014/main" id="{B57FE53E-1B4A-10AE-1791-DABBF05DAD28}"/>
              </a:ext>
            </a:extLst>
          </p:cNvPr>
          <p:cNvSpPr/>
          <p:nvPr/>
        </p:nvSpPr>
        <p:spPr>
          <a:xfrm>
            <a:off x="6469945" y="2497393"/>
            <a:ext cx="5400000" cy="3672000"/>
          </a:xfrm>
          <a:custGeom>
            <a:avLst/>
            <a:gdLst>
              <a:gd name="csX0" fmla="*/ 0 w 6759388"/>
              <a:gd name="csY0" fmla="*/ 635426 h 3812479"/>
              <a:gd name="csX1" fmla="*/ 635426 w 6759388"/>
              <a:gd name="csY1" fmla="*/ 0 h 3812479"/>
              <a:gd name="csX2" fmla="*/ 6123962 w 6759388"/>
              <a:gd name="csY2" fmla="*/ 0 h 3812479"/>
              <a:gd name="csX3" fmla="*/ 6759388 w 6759388"/>
              <a:gd name="csY3" fmla="*/ 635426 h 3812479"/>
              <a:gd name="csX4" fmla="*/ 6759388 w 6759388"/>
              <a:gd name="csY4" fmla="*/ 3177053 h 3812479"/>
              <a:gd name="csX5" fmla="*/ 6123962 w 6759388"/>
              <a:gd name="csY5" fmla="*/ 3812479 h 3812479"/>
              <a:gd name="csX6" fmla="*/ 635426 w 6759388"/>
              <a:gd name="csY6" fmla="*/ 3812479 h 3812479"/>
              <a:gd name="csX7" fmla="*/ 0 w 6759388"/>
              <a:gd name="csY7" fmla="*/ 3177053 h 3812479"/>
              <a:gd name="csX8" fmla="*/ 0 w 6759388"/>
              <a:gd name="csY8" fmla="*/ 635426 h 3812479"/>
              <a:gd name="csX0" fmla="*/ 0 w 6759388"/>
              <a:gd name="csY0" fmla="*/ 304371 h 3814799"/>
              <a:gd name="csX1" fmla="*/ 635426 w 6759388"/>
              <a:gd name="csY1" fmla="*/ 2320 h 3814799"/>
              <a:gd name="csX2" fmla="*/ 6123962 w 6759388"/>
              <a:gd name="csY2" fmla="*/ 2320 h 3814799"/>
              <a:gd name="csX3" fmla="*/ 6759388 w 6759388"/>
              <a:gd name="csY3" fmla="*/ 637746 h 3814799"/>
              <a:gd name="csX4" fmla="*/ 6759388 w 6759388"/>
              <a:gd name="csY4" fmla="*/ 3179373 h 3814799"/>
              <a:gd name="csX5" fmla="*/ 6123962 w 6759388"/>
              <a:gd name="csY5" fmla="*/ 3814799 h 3814799"/>
              <a:gd name="csX6" fmla="*/ 635426 w 6759388"/>
              <a:gd name="csY6" fmla="*/ 3814799 h 3814799"/>
              <a:gd name="csX7" fmla="*/ 0 w 6759388"/>
              <a:gd name="csY7" fmla="*/ 3179373 h 3814799"/>
              <a:gd name="csX8" fmla="*/ 0 w 6759388"/>
              <a:gd name="csY8" fmla="*/ 304371 h 3814799"/>
              <a:gd name="csX0" fmla="*/ 0 w 6759388"/>
              <a:gd name="csY0" fmla="*/ 304371 h 3815017"/>
              <a:gd name="csX1" fmla="*/ 635426 w 6759388"/>
              <a:gd name="csY1" fmla="*/ 2320 h 3815017"/>
              <a:gd name="csX2" fmla="*/ 6123962 w 6759388"/>
              <a:gd name="csY2" fmla="*/ 2320 h 3815017"/>
              <a:gd name="csX3" fmla="*/ 6759388 w 6759388"/>
              <a:gd name="csY3" fmla="*/ 637746 h 3815017"/>
              <a:gd name="csX4" fmla="*/ 6759388 w 6759388"/>
              <a:gd name="csY4" fmla="*/ 3179373 h 3815017"/>
              <a:gd name="csX5" fmla="*/ 6123962 w 6759388"/>
              <a:gd name="csY5" fmla="*/ 3814799 h 3815017"/>
              <a:gd name="csX6" fmla="*/ 635426 w 6759388"/>
              <a:gd name="csY6" fmla="*/ 3814799 h 3815017"/>
              <a:gd name="csX7" fmla="*/ 0 w 6759388"/>
              <a:gd name="csY7" fmla="*/ 3484173 h 3815017"/>
              <a:gd name="csX8" fmla="*/ 0 w 6759388"/>
              <a:gd name="csY8" fmla="*/ 304371 h 3815017"/>
              <a:gd name="csX0" fmla="*/ 0 w 6759388"/>
              <a:gd name="csY0" fmla="*/ 305694 h 3816340"/>
              <a:gd name="csX1" fmla="*/ 635426 w 6759388"/>
              <a:gd name="csY1" fmla="*/ 3643 h 3816340"/>
              <a:gd name="csX2" fmla="*/ 6123962 w 6759388"/>
              <a:gd name="csY2" fmla="*/ 3643 h 3816340"/>
              <a:gd name="csX3" fmla="*/ 6759388 w 6759388"/>
              <a:gd name="csY3" fmla="*/ 296169 h 3816340"/>
              <a:gd name="csX4" fmla="*/ 6759388 w 6759388"/>
              <a:gd name="csY4" fmla="*/ 3180696 h 3816340"/>
              <a:gd name="csX5" fmla="*/ 6123962 w 6759388"/>
              <a:gd name="csY5" fmla="*/ 3816122 h 3816340"/>
              <a:gd name="csX6" fmla="*/ 635426 w 6759388"/>
              <a:gd name="csY6" fmla="*/ 3816122 h 3816340"/>
              <a:gd name="csX7" fmla="*/ 0 w 6759388"/>
              <a:gd name="csY7" fmla="*/ 3485496 h 3816340"/>
              <a:gd name="csX8" fmla="*/ 0 w 6759388"/>
              <a:gd name="csY8" fmla="*/ 305694 h 3816340"/>
              <a:gd name="csX0" fmla="*/ 0 w 6759388"/>
              <a:gd name="csY0" fmla="*/ 304372 h 3815018"/>
              <a:gd name="csX1" fmla="*/ 635426 w 6759388"/>
              <a:gd name="csY1" fmla="*/ 2321 h 3815018"/>
              <a:gd name="csX2" fmla="*/ 6123962 w 6759388"/>
              <a:gd name="csY2" fmla="*/ 2321 h 3815018"/>
              <a:gd name="csX3" fmla="*/ 6749863 w 6759388"/>
              <a:gd name="csY3" fmla="*/ 351997 h 3815018"/>
              <a:gd name="csX4" fmla="*/ 6759388 w 6759388"/>
              <a:gd name="csY4" fmla="*/ 3179374 h 3815018"/>
              <a:gd name="csX5" fmla="*/ 6123962 w 6759388"/>
              <a:gd name="csY5" fmla="*/ 3814800 h 3815018"/>
              <a:gd name="csX6" fmla="*/ 635426 w 6759388"/>
              <a:gd name="csY6" fmla="*/ 3814800 h 3815018"/>
              <a:gd name="csX7" fmla="*/ 0 w 6759388"/>
              <a:gd name="csY7" fmla="*/ 3484174 h 3815018"/>
              <a:gd name="csX8" fmla="*/ 0 w 6759388"/>
              <a:gd name="csY8" fmla="*/ 304372 h 3815018"/>
              <a:gd name="csX0" fmla="*/ 0 w 6759388"/>
              <a:gd name="csY0" fmla="*/ 304372 h 3815018"/>
              <a:gd name="csX1" fmla="*/ 635426 w 6759388"/>
              <a:gd name="csY1" fmla="*/ 2321 h 3815018"/>
              <a:gd name="csX2" fmla="*/ 6123962 w 6759388"/>
              <a:gd name="csY2" fmla="*/ 2321 h 3815018"/>
              <a:gd name="csX3" fmla="*/ 6749863 w 6759388"/>
              <a:gd name="csY3" fmla="*/ 351997 h 3815018"/>
              <a:gd name="csX4" fmla="*/ 6759388 w 6759388"/>
              <a:gd name="csY4" fmla="*/ 3465124 h 3815018"/>
              <a:gd name="csX5" fmla="*/ 6123962 w 6759388"/>
              <a:gd name="csY5" fmla="*/ 3814800 h 3815018"/>
              <a:gd name="csX6" fmla="*/ 635426 w 6759388"/>
              <a:gd name="csY6" fmla="*/ 3814800 h 3815018"/>
              <a:gd name="csX7" fmla="*/ 0 w 6759388"/>
              <a:gd name="csY7" fmla="*/ 3484174 h 3815018"/>
              <a:gd name="csX8" fmla="*/ 0 w 6759388"/>
              <a:gd name="csY8" fmla="*/ 304372 h 38150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759388" h="3815018">
                <a:moveTo>
                  <a:pt x="0" y="304372"/>
                </a:moveTo>
                <a:cubicBezTo>
                  <a:pt x="0" y="-46564"/>
                  <a:pt x="284490" y="2321"/>
                  <a:pt x="635426" y="2321"/>
                </a:cubicBezTo>
                <a:lnTo>
                  <a:pt x="6123962" y="2321"/>
                </a:lnTo>
                <a:cubicBezTo>
                  <a:pt x="6474898" y="2321"/>
                  <a:pt x="6749863" y="1061"/>
                  <a:pt x="6749863" y="351997"/>
                </a:cubicBezTo>
                <a:lnTo>
                  <a:pt x="6759388" y="3465124"/>
                </a:lnTo>
                <a:cubicBezTo>
                  <a:pt x="6759388" y="3816060"/>
                  <a:pt x="6474898" y="3814800"/>
                  <a:pt x="6123962" y="3814800"/>
                </a:cubicBezTo>
                <a:lnTo>
                  <a:pt x="635426" y="3814800"/>
                </a:lnTo>
                <a:cubicBezTo>
                  <a:pt x="284490" y="3814800"/>
                  <a:pt x="0" y="3835110"/>
                  <a:pt x="0" y="3484174"/>
                </a:cubicBezTo>
                <a:lnTo>
                  <a:pt x="0" y="304372"/>
                </a:lnTo>
                <a:close/>
              </a:path>
            </a:pathLst>
          </a:cu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tlCol="0" anchor="ctr"/>
          <a:lstStyle/>
          <a:p>
            <a:pPr marL="452438" marR="0" lvl="1" indent="-223838" algn="l" defTabSz="914400" rtl="0" eaLnBrk="1" fontAlgn="base" latinLnBrk="0" hangingPunct="1">
              <a:lnSpc>
                <a:spcPct val="100000"/>
              </a:lnSpc>
              <a:spcBef>
                <a:spcPts val="0"/>
              </a:spcBef>
              <a:spcAft>
                <a:spcPts val="600"/>
              </a:spcAft>
              <a:buClrTx/>
              <a:buSzTx/>
              <a:buFontTx/>
              <a:buNone/>
              <a:tabLst/>
              <a:defRPr/>
            </a:pPr>
            <a:r>
              <a:rPr kumimoji="0" lang="fr-FR" sz="14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Privilégiez certaines </a:t>
            </a:r>
            <a:r>
              <a:rPr kumimoji="0" lang="fr-FR" sz="1400" b="1" i="0" u="none" strike="noStrike" kern="1200" cap="none" spc="0" normalizeH="0" baseline="0" noProof="0">
                <a:ln>
                  <a:noFill/>
                </a:ln>
                <a:solidFill>
                  <a:srgbClr val="0084D4"/>
                </a:solidFill>
                <a:effectLst/>
                <a:uLnTx/>
                <a:uFillTx/>
                <a:latin typeface="Avenir LT Std 45 Book" panose="020B0502020203020204" pitchFamily="34" charset="0"/>
                <a:ea typeface="+mn-ea"/>
                <a:cs typeface="+mn-cs"/>
              </a:rPr>
              <a:t>actions clés </a:t>
            </a:r>
            <a:r>
              <a:rPr kumimoji="0" lang="fr-FR" sz="14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qui peuvent vous aider</a:t>
            </a:r>
            <a:br>
              <a:rPr kumimoji="0" lang="fr-FR" sz="14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br>
            <a:br>
              <a:rPr kumimoji="0" lang="fr-FR" sz="14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b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Identifier les </a:t>
            </a: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questions structurantes </a:t>
            </a: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à instruire en début de projet</a:t>
            </a:r>
            <a:b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br>
            <a:endPar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a:p>
            <a:pPr marL="457200" marR="0" lvl="2" indent="0" algn="l" defTabSz="914400" rtl="0" eaLnBrk="1" fontAlgn="base" latinLnBrk="0" hangingPunct="1">
              <a:lnSpc>
                <a:spcPct val="100000"/>
              </a:lnSpc>
              <a:spcBef>
                <a:spcPts val="0"/>
              </a:spcBef>
              <a:spcAft>
                <a:spcPts val="600"/>
              </a:spcAft>
              <a:buClrTx/>
              <a:buSzTx/>
              <a:buFontTx/>
              <a:buNone/>
              <a:tabLst/>
              <a:defRPr/>
            </a:pP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Toujours</a:t>
            </a: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 tracer les décisions</a:t>
            </a:r>
            <a:b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br>
            <a:endPar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a:p>
            <a:pPr marL="457200" marR="0" lvl="2" indent="0" algn="l" defTabSz="914400" rtl="0" eaLnBrk="1" fontAlgn="base" latinLnBrk="0" hangingPunct="1">
              <a:lnSpc>
                <a:spcPct val="100000"/>
              </a:lnSpc>
              <a:spcBef>
                <a:spcPts val="0"/>
              </a:spcBef>
              <a:spcAft>
                <a:spcPts val="600"/>
              </a:spcAft>
              <a:buClrTx/>
              <a:buSzTx/>
              <a:buFontTx/>
              <a:buNone/>
              <a:tabLst/>
              <a:defRPr/>
            </a:pP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Mettre les acteurs en </a:t>
            </a: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responsabilité </a:t>
            </a: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et en </a:t>
            </a: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visibilité</a:t>
            </a:r>
            <a:b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br>
            <a:endPar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a:p>
            <a:pPr marL="457200" marR="0" lvl="2" indent="0" algn="l" defTabSz="914400" rtl="0" eaLnBrk="1" fontAlgn="base" latinLnBrk="0" hangingPunct="1">
              <a:lnSpc>
                <a:spcPct val="100000"/>
              </a:lnSpc>
              <a:spcBef>
                <a:spcPts val="0"/>
              </a:spcBef>
              <a:spcAft>
                <a:spcPts val="600"/>
              </a:spcAft>
              <a:buClrTx/>
              <a:buSzTx/>
              <a:buFontTx/>
              <a:buNone/>
              <a:tabLst/>
              <a:defRPr/>
            </a:pP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Revoir régulièrement </a:t>
            </a: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l’analyse de risques</a:t>
            </a:r>
          </a:p>
          <a:p>
            <a:pPr marL="457200" marR="0" lvl="2" indent="0" algn="l" defTabSz="914400" rtl="0" eaLnBrk="1" fontAlgn="base" latinLnBrk="0" hangingPunct="1">
              <a:lnSpc>
                <a:spcPct val="100000"/>
              </a:lnSpc>
              <a:spcBef>
                <a:spcPts val="0"/>
              </a:spcBef>
              <a:spcAft>
                <a:spcPts val="600"/>
              </a:spcAft>
              <a:buClrTx/>
              <a:buSzTx/>
              <a:buFontTx/>
              <a:buNone/>
              <a:tabLst/>
              <a:defRPr/>
            </a:pPr>
            <a:b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b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Jouer la </a:t>
            </a: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transparence</a:t>
            </a: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 sur les alertes et risques</a:t>
            </a:r>
            <a:b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br>
            <a:endPar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a:p>
            <a:pPr marL="457200" marR="0" lvl="2" indent="0" algn="l" defTabSz="914400" rtl="0" eaLnBrk="1" fontAlgn="base" latinLnBrk="0" hangingPunct="1">
              <a:lnSpc>
                <a:spcPct val="100000"/>
              </a:lnSpc>
              <a:spcBef>
                <a:spcPts val="0"/>
              </a:spcBef>
              <a:spcAft>
                <a:spcPts val="600"/>
              </a:spcAft>
              <a:buClrTx/>
              <a:buSzTx/>
              <a:buFontTx/>
              <a:buNone/>
              <a:tabLst/>
              <a:defRPr/>
            </a:pP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Privilégier un </a:t>
            </a: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pilotage de projet clair, simple et efficace</a:t>
            </a:r>
            <a:b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br>
            <a:endPar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a:p>
            <a:pPr marL="457200" marR="0" lvl="2" indent="0" algn="l" defTabSz="914400" rtl="0" eaLnBrk="1" fontAlgn="base" latinLnBrk="0" hangingPunct="1">
              <a:lnSpc>
                <a:spcPct val="100000"/>
              </a:lnSpc>
              <a:spcBef>
                <a:spcPts val="0"/>
              </a:spcBef>
              <a:spcAft>
                <a:spcPts val="600"/>
              </a:spcAft>
              <a:buClrTx/>
              <a:buSzTx/>
              <a:buFontTx/>
              <a:buNone/>
              <a:tabLst/>
              <a:defRPr/>
            </a:pP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Se méfier de la </a:t>
            </a: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sur-information </a:t>
            </a: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en trouvant</a:t>
            </a: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 </a:t>
            </a: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le bon niveau de partage et en privilégiant des informations ciblées</a:t>
            </a:r>
          </a:p>
        </p:txBody>
      </p:sp>
      <p:sp>
        <p:nvSpPr>
          <p:cNvPr id="45" name="Forme libre : forme 44">
            <a:extLst>
              <a:ext uri="{FF2B5EF4-FFF2-40B4-BE49-F238E27FC236}">
                <a16:creationId xmlns:a16="http://schemas.microsoft.com/office/drawing/2014/main" id="{9CC4F4B7-CBCF-DCCB-6BF2-D9D790A099F9}"/>
              </a:ext>
            </a:extLst>
          </p:cNvPr>
          <p:cNvSpPr>
            <a:spLocks noChangeAspect="1"/>
          </p:cNvSpPr>
          <p:nvPr/>
        </p:nvSpPr>
        <p:spPr>
          <a:xfrm>
            <a:off x="6583091" y="4313760"/>
            <a:ext cx="288000" cy="287942"/>
          </a:xfrm>
          <a:custGeom>
            <a:avLst/>
            <a:gdLst>
              <a:gd name="csX0" fmla="*/ 1531966 w 2728404"/>
              <a:gd name="csY0" fmla="*/ 1171343 h 2727859"/>
              <a:gd name="csX1" fmla="*/ 1499232 w 2728404"/>
              <a:gd name="csY1" fmla="*/ 879462 h 2727859"/>
              <a:gd name="csX2" fmla="*/ 1499232 w 2728404"/>
              <a:gd name="csY2" fmla="*/ 879462 h 2727859"/>
              <a:gd name="csX3" fmla="*/ 1499232 w 2728404"/>
              <a:gd name="csY3" fmla="*/ 758345 h 2727859"/>
              <a:gd name="csX4" fmla="*/ 1534694 w 2728404"/>
              <a:gd name="csY4" fmla="*/ 722883 h 2727859"/>
              <a:gd name="csX5" fmla="*/ 1665631 w 2728404"/>
              <a:gd name="csY5" fmla="*/ 722883 h 2727859"/>
              <a:gd name="csX6" fmla="*/ 1701093 w 2728404"/>
              <a:gd name="csY6" fmla="*/ 758345 h 2727859"/>
              <a:gd name="csX7" fmla="*/ 1700548 w 2728404"/>
              <a:gd name="csY7" fmla="*/ 886009 h 2727859"/>
              <a:gd name="csX8" fmla="*/ 1670541 w 2728404"/>
              <a:gd name="csY8" fmla="*/ 1172980 h 2727859"/>
              <a:gd name="csX9" fmla="*/ 1635625 w 2728404"/>
              <a:gd name="csY9" fmla="*/ 1204623 h 2727859"/>
              <a:gd name="csX10" fmla="*/ 1635625 w 2728404"/>
              <a:gd name="csY10" fmla="*/ 1204623 h 2727859"/>
              <a:gd name="csX11" fmla="*/ 1566883 w 2728404"/>
              <a:gd name="csY11" fmla="*/ 1204623 h 2727859"/>
              <a:gd name="csX12" fmla="*/ 1531966 w 2728404"/>
              <a:gd name="csY12" fmla="*/ 1171343 h 2727859"/>
              <a:gd name="csX13" fmla="*/ 1531966 w 2728404"/>
              <a:gd name="csY13" fmla="*/ 1171343 h 2727859"/>
              <a:gd name="csX14" fmla="*/ 1570156 w 2728404"/>
              <a:gd name="csY14" fmla="*/ 878371 h 2727859"/>
              <a:gd name="csX15" fmla="*/ 1598526 w 2728404"/>
              <a:gd name="csY15" fmla="*/ 1134244 h 2727859"/>
              <a:gd name="csX16" fmla="*/ 1603981 w 2728404"/>
              <a:gd name="csY16" fmla="*/ 1134244 h 2727859"/>
              <a:gd name="csX17" fmla="*/ 1630169 w 2728404"/>
              <a:gd name="csY17" fmla="*/ 878916 h 2727859"/>
              <a:gd name="csX18" fmla="*/ 1630169 w 2728404"/>
              <a:gd name="csY18" fmla="*/ 793807 h 2727859"/>
              <a:gd name="csX19" fmla="*/ 1569610 w 2728404"/>
              <a:gd name="csY19" fmla="*/ 793807 h 2727859"/>
              <a:gd name="csX20" fmla="*/ 1569610 w 2728404"/>
              <a:gd name="csY20" fmla="*/ 878371 h 2727859"/>
              <a:gd name="csX21" fmla="*/ 1504142 w 2728404"/>
              <a:gd name="csY21" fmla="*/ 1396118 h 2727859"/>
              <a:gd name="csX22" fmla="*/ 1504142 w 2728404"/>
              <a:gd name="csY22" fmla="*/ 1294642 h 2727859"/>
              <a:gd name="csX23" fmla="*/ 1539604 w 2728404"/>
              <a:gd name="csY23" fmla="*/ 1259180 h 2727859"/>
              <a:gd name="csX24" fmla="*/ 1661266 w 2728404"/>
              <a:gd name="csY24" fmla="*/ 1259180 h 2727859"/>
              <a:gd name="csX25" fmla="*/ 1696729 w 2728404"/>
              <a:gd name="csY25" fmla="*/ 1294642 h 2727859"/>
              <a:gd name="csX26" fmla="*/ 1696729 w 2728404"/>
              <a:gd name="csY26" fmla="*/ 1396118 h 2727859"/>
              <a:gd name="csX27" fmla="*/ 1661266 w 2728404"/>
              <a:gd name="csY27" fmla="*/ 1431581 h 2727859"/>
              <a:gd name="csX28" fmla="*/ 1539604 w 2728404"/>
              <a:gd name="csY28" fmla="*/ 1431581 h 2727859"/>
              <a:gd name="csX29" fmla="*/ 1504142 w 2728404"/>
              <a:gd name="csY29" fmla="*/ 1396118 h 2727859"/>
              <a:gd name="csX30" fmla="*/ 1504142 w 2728404"/>
              <a:gd name="csY30" fmla="*/ 1396118 h 2727859"/>
              <a:gd name="csX31" fmla="*/ 1575066 w 2728404"/>
              <a:gd name="csY31" fmla="*/ 1330104 h 2727859"/>
              <a:gd name="csX32" fmla="*/ 1575066 w 2728404"/>
              <a:gd name="csY32" fmla="*/ 1360656 h 2727859"/>
              <a:gd name="csX33" fmla="*/ 1625804 w 2728404"/>
              <a:gd name="csY33" fmla="*/ 1360656 h 2727859"/>
              <a:gd name="csX34" fmla="*/ 1625804 w 2728404"/>
              <a:gd name="csY34" fmla="*/ 1330104 h 2727859"/>
              <a:gd name="csX35" fmla="*/ 1575066 w 2728404"/>
              <a:gd name="csY35" fmla="*/ 1330104 h 2727859"/>
              <a:gd name="csX36" fmla="*/ 1709277 w 2728404"/>
              <a:gd name="csY36" fmla="*/ 465373 h 2727859"/>
              <a:gd name="csX37" fmla="*/ 2253758 w 2728404"/>
              <a:gd name="csY37" fmla="*/ 1408667 h 2727859"/>
              <a:gd name="csX38" fmla="*/ 2144643 w 2728404"/>
              <a:gd name="csY38" fmla="*/ 1597434 h 2727859"/>
              <a:gd name="csX39" fmla="*/ 1055682 w 2728404"/>
              <a:gd name="csY39" fmla="*/ 1597434 h 2727859"/>
              <a:gd name="csX40" fmla="*/ 992395 w 2728404"/>
              <a:gd name="csY40" fmla="*/ 1580522 h 2727859"/>
              <a:gd name="csX41" fmla="*/ 992395 w 2728404"/>
              <a:gd name="csY41" fmla="*/ 1580522 h 2727859"/>
              <a:gd name="csX42" fmla="*/ 946567 w 2728404"/>
              <a:gd name="csY42" fmla="*/ 1408667 h 2727859"/>
              <a:gd name="csX43" fmla="*/ 1491048 w 2728404"/>
              <a:gd name="csY43" fmla="*/ 465373 h 2727859"/>
              <a:gd name="csX44" fmla="*/ 1491048 w 2728404"/>
              <a:gd name="csY44" fmla="*/ 465373 h 2727859"/>
              <a:gd name="csX45" fmla="*/ 1709277 w 2728404"/>
              <a:gd name="csY45" fmla="*/ 465373 h 2727859"/>
              <a:gd name="csX46" fmla="*/ 1709277 w 2728404"/>
              <a:gd name="csY46" fmla="*/ 465373 h 2727859"/>
              <a:gd name="csX47" fmla="*/ 1920413 w 2728404"/>
              <a:gd name="csY47" fmla="*/ 972209 h 2727859"/>
              <a:gd name="csX48" fmla="*/ 1648173 w 2728404"/>
              <a:gd name="csY48" fmla="*/ 500835 h 2727859"/>
              <a:gd name="csX49" fmla="*/ 1552698 w 2728404"/>
              <a:gd name="csY49" fmla="*/ 500835 h 2727859"/>
              <a:gd name="csX50" fmla="*/ 1552698 w 2728404"/>
              <a:gd name="csY50" fmla="*/ 500835 h 2727859"/>
              <a:gd name="csX51" fmla="*/ 1008217 w 2728404"/>
              <a:gd name="csY51" fmla="*/ 1443583 h 2727859"/>
              <a:gd name="csX52" fmla="*/ 1028403 w 2728404"/>
              <a:gd name="csY52" fmla="*/ 1519418 h 2727859"/>
              <a:gd name="csX53" fmla="*/ 1028403 w 2728404"/>
              <a:gd name="csY53" fmla="*/ 1519418 h 2727859"/>
              <a:gd name="csX54" fmla="*/ 1056227 w 2728404"/>
              <a:gd name="csY54" fmla="*/ 1526510 h 2727859"/>
              <a:gd name="csX55" fmla="*/ 2144643 w 2728404"/>
              <a:gd name="csY55" fmla="*/ 1526510 h 2727859"/>
              <a:gd name="csX56" fmla="*/ 2192653 w 2728404"/>
              <a:gd name="csY56" fmla="*/ 1443583 h 2727859"/>
              <a:gd name="csX57" fmla="*/ 1921504 w 2728404"/>
              <a:gd name="csY57" fmla="*/ 973846 h 2727859"/>
              <a:gd name="csX58" fmla="*/ 1920413 w 2728404"/>
              <a:gd name="csY58" fmla="*/ 972209 h 2727859"/>
              <a:gd name="csX59" fmla="*/ 2252121 w 2728404"/>
              <a:gd name="csY59" fmla="*/ 476284 h 2727859"/>
              <a:gd name="csX60" fmla="*/ 2252121 w 2728404"/>
              <a:gd name="csY60" fmla="*/ 1788930 h 2727859"/>
              <a:gd name="csX61" fmla="*/ 939475 w 2728404"/>
              <a:gd name="csY61" fmla="*/ 1788930 h 2727859"/>
              <a:gd name="csX62" fmla="*/ 939475 w 2728404"/>
              <a:gd name="csY62" fmla="*/ 476284 h 2727859"/>
              <a:gd name="csX63" fmla="*/ 2252121 w 2728404"/>
              <a:gd name="csY63" fmla="*/ 476284 h 2727859"/>
              <a:gd name="csX64" fmla="*/ 2252121 w 2728404"/>
              <a:gd name="csY64" fmla="*/ 476284 h 2727859"/>
              <a:gd name="csX65" fmla="*/ 2452891 w 2728404"/>
              <a:gd name="csY65" fmla="*/ 1132607 h 2727859"/>
              <a:gd name="csX66" fmla="*/ 1595252 w 2728404"/>
              <a:gd name="csY66" fmla="*/ 274968 h 2727859"/>
              <a:gd name="csX67" fmla="*/ 738159 w 2728404"/>
              <a:gd name="csY67" fmla="*/ 1132607 h 2727859"/>
              <a:gd name="csX68" fmla="*/ 1595252 w 2728404"/>
              <a:gd name="csY68" fmla="*/ 1989701 h 2727859"/>
              <a:gd name="csX69" fmla="*/ 2452891 w 2728404"/>
              <a:gd name="csY69" fmla="*/ 1132607 h 2727859"/>
              <a:gd name="csX70" fmla="*/ 2452891 w 2728404"/>
              <a:gd name="csY70" fmla="*/ 1132607 h 2727859"/>
              <a:gd name="csX71" fmla="*/ 636137 w 2728404"/>
              <a:gd name="csY71" fmla="*/ 1984245 h 2727859"/>
              <a:gd name="csX72" fmla="*/ 744160 w 2728404"/>
              <a:gd name="csY72" fmla="*/ 2092268 h 2727859"/>
              <a:gd name="csX73" fmla="*/ 877825 w 2728404"/>
              <a:gd name="csY73" fmla="*/ 1958603 h 2727859"/>
              <a:gd name="csX74" fmla="*/ 877825 w 2728404"/>
              <a:gd name="csY74" fmla="*/ 1958603 h 2727859"/>
              <a:gd name="csX75" fmla="*/ 925290 w 2728404"/>
              <a:gd name="csY75" fmla="*/ 1956421 h 2727859"/>
              <a:gd name="csX76" fmla="*/ 1650355 w 2728404"/>
              <a:gd name="csY76" fmla="*/ 2193745 h 2727859"/>
              <a:gd name="csX77" fmla="*/ 2657481 w 2728404"/>
              <a:gd name="csY77" fmla="*/ 1132607 h 2727859"/>
              <a:gd name="csX78" fmla="*/ 1595798 w 2728404"/>
              <a:gd name="csY78" fmla="*/ 70924 h 2727859"/>
              <a:gd name="csX79" fmla="*/ 535206 w 2728404"/>
              <a:gd name="csY79" fmla="*/ 1078596 h 2727859"/>
              <a:gd name="csX80" fmla="*/ 770893 w 2728404"/>
              <a:gd name="csY80" fmla="*/ 1801478 h 2727859"/>
              <a:gd name="csX81" fmla="*/ 770348 w 2728404"/>
              <a:gd name="csY81" fmla="*/ 1850580 h 2727859"/>
              <a:gd name="csX82" fmla="*/ 636137 w 2728404"/>
              <a:gd name="csY82" fmla="*/ 1984245 h 2727859"/>
              <a:gd name="csX83" fmla="*/ 782896 w 2728404"/>
              <a:gd name="csY83" fmla="*/ 2153918 h 2727859"/>
              <a:gd name="csX84" fmla="*/ 750161 w 2728404"/>
              <a:gd name="csY84" fmla="*/ 2279399 h 2727859"/>
              <a:gd name="csX85" fmla="*/ 338800 w 2728404"/>
              <a:gd name="csY85" fmla="*/ 2690215 h 2727859"/>
              <a:gd name="csX86" fmla="*/ 157125 w 2728404"/>
              <a:gd name="csY86" fmla="*/ 2690215 h 2727859"/>
              <a:gd name="csX87" fmla="*/ 37644 w 2728404"/>
              <a:gd name="csY87" fmla="*/ 2570735 h 2727859"/>
              <a:gd name="csX88" fmla="*/ 37644 w 2728404"/>
              <a:gd name="csY88" fmla="*/ 2389059 h 2727859"/>
              <a:gd name="csX89" fmla="*/ 448460 w 2728404"/>
              <a:gd name="csY89" fmla="*/ 1978244 h 2727859"/>
              <a:gd name="csX90" fmla="*/ 573942 w 2728404"/>
              <a:gd name="csY90" fmla="*/ 1945509 h 2727859"/>
              <a:gd name="csX91" fmla="*/ 696695 w 2728404"/>
              <a:gd name="csY91" fmla="*/ 1822756 h 2727859"/>
              <a:gd name="csX92" fmla="*/ 464282 w 2728404"/>
              <a:gd name="csY92" fmla="*/ 1074777 h 2727859"/>
              <a:gd name="csX93" fmla="*/ 1595798 w 2728404"/>
              <a:gd name="csY93" fmla="*/ 0 h 2727859"/>
              <a:gd name="csX94" fmla="*/ 2728405 w 2728404"/>
              <a:gd name="csY94" fmla="*/ 1132607 h 2727859"/>
              <a:gd name="csX95" fmla="*/ 1653628 w 2728404"/>
              <a:gd name="csY95" fmla="*/ 2263578 h 2727859"/>
              <a:gd name="csX96" fmla="*/ 905104 w 2728404"/>
              <a:gd name="csY96" fmla="*/ 2030619 h 2727859"/>
              <a:gd name="csX97" fmla="*/ 782896 w 2728404"/>
              <a:gd name="csY97" fmla="*/ 2153918 h 2727859"/>
              <a:gd name="csX98" fmla="*/ 579943 w 2728404"/>
              <a:gd name="csY98" fmla="*/ 2027891 h 2727859"/>
              <a:gd name="csX99" fmla="*/ 499198 w 2728404"/>
              <a:gd name="csY99" fmla="*/ 2028436 h 2727859"/>
              <a:gd name="csX100" fmla="*/ 87837 w 2728404"/>
              <a:gd name="csY100" fmla="*/ 2439798 h 2727859"/>
              <a:gd name="csX101" fmla="*/ 87837 w 2728404"/>
              <a:gd name="csY101" fmla="*/ 2521088 h 2727859"/>
              <a:gd name="csX102" fmla="*/ 207317 w 2728404"/>
              <a:gd name="csY102" fmla="*/ 2640568 h 2727859"/>
              <a:gd name="csX103" fmla="*/ 288608 w 2728404"/>
              <a:gd name="csY103" fmla="*/ 2640568 h 2727859"/>
              <a:gd name="csX104" fmla="*/ 699423 w 2728404"/>
              <a:gd name="csY104" fmla="*/ 2229752 h 2727859"/>
              <a:gd name="csX105" fmla="*/ 699423 w 2728404"/>
              <a:gd name="csY105" fmla="*/ 2148462 h 2727859"/>
              <a:gd name="csX106" fmla="*/ 579943 w 2728404"/>
              <a:gd name="csY106" fmla="*/ 2028982 h 2727859"/>
              <a:gd name="csX107" fmla="*/ 579943 w 2728404"/>
              <a:gd name="csY107" fmla="*/ 2027891 h 27278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Lst>
            <a:rect l="l" t="t" r="r" b="b"/>
            <a:pathLst>
              <a:path w="2728404" h="2727859">
                <a:moveTo>
                  <a:pt x="1531966" y="1171343"/>
                </a:moveTo>
                <a:lnTo>
                  <a:pt x="1499232" y="879462"/>
                </a:lnTo>
                <a:lnTo>
                  <a:pt x="1499232" y="879462"/>
                </a:lnTo>
                <a:lnTo>
                  <a:pt x="1499232" y="758345"/>
                </a:lnTo>
                <a:cubicBezTo>
                  <a:pt x="1499232" y="738704"/>
                  <a:pt x="1515053" y="722883"/>
                  <a:pt x="1534694" y="722883"/>
                </a:cubicBezTo>
                <a:lnTo>
                  <a:pt x="1665631" y="722883"/>
                </a:lnTo>
                <a:cubicBezTo>
                  <a:pt x="1685272" y="722883"/>
                  <a:pt x="1701093" y="738704"/>
                  <a:pt x="1701093" y="758345"/>
                </a:cubicBezTo>
                <a:lnTo>
                  <a:pt x="1700548" y="886009"/>
                </a:lnTo>
                <a:lnTo>
                  <a:pt x="1670541" y="1172980"/>
                </a:lnTo>
                <a:cubicBezTo>
                  <a:pt x="1668904" y="1190983"/>
                  <a:pt x="1653083" y="1204623"/>
                  <a:pt x="1635625" y="1204623"/>
                </a:cubicBezTo>
                <a:lnTo>
                  <a:pt x="1635625" y="1204623"/>
                </a:lnTo>
                <a:lnTo>
                  <a:pt x="1566883" y="1204623"/>
                </a:lnTo>
                <a:cubicBezTo>
                  <a:pt x="1548333" y="1205168"/>
                  <a:pt x="1532511" y="1189892"/>
                  <a:pt x="1531966" y="1171343"/>
                </a:cubicBezTo>
                <a:lnTo>
                  <a:pt x="1531966" y="1171343"/>
                </a:lnTo>
                <a:close/>
                <a:moveTo>
                  <a:pt x="1570156" y="878371"/>
                </a:moveTo>
                <a:lnTo>
                  <a:pt x="1598526" y="1134244"/>
                </a:lnTo>
                <a:lnTo>
                  <a:pt x="1603981" y="1134244"/>
                </a:lnTo>
                <a:lnTo>
                  <a:pt x="1630169" y="878916"/>
                </a:lnTo>
                <a:lnTo>
                  <a:pt x="1630169" y="793807"/>
                </a:lnTo>
                <a:lnTo>
                  <a:pt x="1569610" y="793807"/>
                </a:lnTo>
                <a:lnTo>
                  <a:pt x="1569610" y="878371"/>
                </a:lnTo>
                <a:close/>
                <a:moveTo>
                  <a:pt x="1504142" y="1396118"/>
                </a:moveTo>
                <a:lnTo>
                  <a:pt x="1504142" y="1294642"/>
                </a:lnTo>
                <a:cubicBezTo>
                  <a:pt x="1504142" y="1275002"/>
                  <a:pt x="1519963" y="1259180"/>
                  <a:pt x="1539604" y="1259180"/>
                </a:cubicBezTo>
                <a:lnTo>
                  <a:pt x="1661266" y="1259180"/>
                </a:lnTo>
                <a:cubicBezTo>
                  <a:pt x="1680907" y="1259180"/>
                  <a:pt x="1696729" y="1275002"/>
                  <a:pt x="1696729" y="1294642"/>
                </a:cubicBezTo>
                <a:lnTo>
                  <a:pt x="1696729" y="1396118"/>
                </a:lnTo>
                <a:cubicBezTo>
                  <a:pt x="1696729" y="1415759"/>
                  <a:pt x="1680907" y="1431581"/>
                  <a:pt x="1661266" y="1431581"/>
                </a:cubicBezTo>
                <a:lnTo>
                  <a:pt x="1539604" y="1431581"/>
                </a:lnTo>
                <a:cubicBezTo>
                  <a:pt x="1519963" y="1431581"/>
                  <a:pt x="1504142" y="1415759"/>
                  <a:pt x="1504142" y="1396118"/>
                </a:cubicBezTo>
                <a:lnTo>
                  <a:pt x="1504142" y="1396118"/>
                </a:lnTo>
                <a:close/>
                <a:moveTo>
                  <a:pt x="1575066" y="1330104"/>
                </a:moveTo>
                <a:lnTo>
                  <a:pt x="1575066" y="1360656"/>
                </a:lnTo>
                <a:lnTo>
                  <a:pt x="1625804" y="1360656"/>
                </a:lnTo>
                <a:lnTo>
                  <a:pt x="1625804" y="1330104"/>
                </a:lnTo>
                <a:lnTo>
                  <a:pt x="1575066" y="1330104"/>
                </a:lnTo>
                <a:close/>
                <a:moveTo>
                  <a:pt x="1709277" y="465373"/>
                </a:moveTo>
                <a:lnTo>
                  <a:pt x="2253758" y="1408667"/>
                </a:lnTo>
                <a:cubicBezTo>
                  <a:pt x="2302859" y="1493776"/>
                  <a:pt x="2240118" y="1597434"/>
                  <a:pt x="2144643" y="1597434"/>
                </a:cubicBezTo>
                <a:lnTo>
                  <a:pt x="1055682" y="1597434"/>
                </a:lnTo>
                <a:cubicBezTo>
                  <a:pt x="1033313" y="1597434"/>
                  <a:pt x="1010945" y="1591433"/>
                  <a:pt x="992395" y="1580522"/>
                </a:cubicBezTo>
                <a:lnTo>
                  <a:pt x="992395" y="1580522"/>
                </a:lnTo>
                <a:cubicBezTo>
                  <a:pt x="934019" y="1546696"/>
                  <a:pt x="910560" y="1470862"/>
                  <a:pt x="946567" y="1408667"/>
                </a:cubicBezTo>
                <a:cubicBezTo>
                  <a:pt x="1127697" y="1094963"/>
                  <a:pt x="1306099" y="776349"/>
                  <a:pt x="1491048" y="465373"/>
                </a:cubicBezTo>
                <a:lnTo>
                  <a:pt x="1491048" y="465373"/>
                </a:lnTo>
                <a:cubicBezTo>
                  <a:pt x="1540150" y="381355"/>
                  <a:pt x="1660721" y="381900"/>
                  <a:pt x="1709277" y="465373"/>
                </a:cubicBezTo>
                <a:lnTo>
                  <a:pt x="1709277" y="465373"/>
                </a:lnTo>
                <a:close/>
                <a:moveTo>
                  <a:pt x="1920413" y="972209"/>
                </a:moveTo>
                <a:lnTo>
                  <a:pt x="1648173" y="500835"/>
                </a:lnTo>
                <a:cubicBezTo>
                  <a:pt x="1626895" y="463736"/>
                  <a:pt x="1573975" y="464282"/>
                  <a:pt x="1552698" y="500835"/>
                </a:cubicBezTo>
                <a:lnTo>
                  <a:pt x="1552698" y="500835"/>
                </a:lnTo>
                <a:lnTo>
                  <a:pt x="1008217" y="1443583"/>
                </a:lnTo>
                <a:cubicBezTo>
                  <a:pt x="992395" y="1471407"/>
                  <a:pt x="1003307" y="1504687"/>
                  <a:pt x="1028403" y="1519418"/>
                </a:cubicBezTo>
                <a:lnTo>
                  <a:pt x="1028403" y="1519418"/>
                </a:lnTo>
                <a:cubicBezTo>
                  <a:pt x="1036041" y="1523782"/>
                  <a:pt x="1045861" y="1526510"/>
                  <a:pt x="1056227" y="1526510"/>
                </a:cubicBezTo>
                <a:lnTo>
                  <a:pt x="2144643" y="1526510"/>
                </a:lnTo>
                <a:cubicBezTo>
                  <a:pt x="2188835" y="1526510"/>
                  <a:pt x="2213385" y="1479591"/>
                  <a:pt x="2192653" y="1443583"/>
                </a:cubicBezTo>
                <a:lnTo>
                  <a:pt x="1921504" y="973846"/>
                </a:lnTo>
                <a:lnTo>
                  <a:pt x="1920413" y="972209"/>
                </a:lnTo>
                <a:close/>
                <a:moveTo>
                  <a:pt x="2252121" y="476284"/>
                </a:moveTo>
                <a:cubicBezTo>
                  <a:pt x="2614381" y="838544"/>
                  <a:pt x="2614381" y="1426671"/>
                  <a:pt x="2252121" y="1788930"/>
                </a:cubicBezTo>
                <a:cubicBezTo>
                  <a:pt x="1889861" y="2151190"/>
                  <a:pt x="1301735" y="2151190"/>
                  <a:pt x="939475" y="1788930"/>
                </a:cubicBezTo>
                <a:cubicBezTo>
                  <a:pt x="577215" y="1426671"/>
                  <a:pt x="577215" y="838544"/>
                  <a:pt x="939475" y="476284"/>
                </a:cubicBezTo>
                <a:cubicBezTo>
                  <a:pt x="1301735" y="114025"/>
                  <a:pt x="1889316" y="114025"/>
                  <a:pt x="2252121" y="476284"/>
                </a:cubicBezTo>
                <a:lnTo>
                  <a:pt x="2252121" y="476284"/>
                </a:lnTo>
                <a:close/>
                <a:moveTo>
                  <a:pt x="2452891" y="1132607"/>
                </a:moveTo>
                <a:cubicBezTo>
                  <a:pt x="2452891" y="659051"/>
                  <a:pt x="2068809" y="274968"/>
                  <a:pt x="1595252" y="274968"/>
                </a:cubicBezTo>
                <a:cubicBezTo>
                  <a:pt x="1121696" y="274968"/>
                  <a:pt x="738159" y="659051"/>
                  <a:pt x="738159" y="1132607"/>
                </a:cubicBezTo>
                <a:cubicBezTo>
                  <a:pt x="738159" y="1606164"/>
                  <a:pt x="1121696" y="1989701"/>
                  <a:pt x="1595252" y="1989701"/>
                </a:cubicBezTo>
                <a:cubicBezTo>
                  <a:pt x="2068809" y="1989701"/>
                  <a:pt x="2452891" y="1606164"/>
                  <a:pt x="2452891" y="1132607"/>
                </a:cubicBezTo>
                <a:lnTo>
                  <a:pt x="2452891" y="1132607"/>
                </a:lnTo>
                <a:close/>
                <a:moveTo>
                  <a:pt x="636137" y="1984245"/>
                </a:moveTo>
                <a:lnTo>
                  <a:pt x="744160" y="2092268"/>
                </a:lnTo>
                <a:lnTo>
                  <a:pt x="877825" y="1958603"/>
                </a:lnTo>
                <a:lnTo>
                  <a:pt x="877825" y="1958603"/>
                </a:lnTo>
                <a:cubicBezTo>
                  <a:pt x="890373" y="1946055"/>
                  <a:pt x="911105" y="1944418"/>
                  <a:pt x="925290" y="1956421"/>
                </a:cubicBezTo>
                <a:cubicBezTo>
                  <a:pt x="1134790" y="2127730"/>
                  <a:pt x="1394482" y="2206293"/>
                  <a:pt x="1650355" y="2193745"/>
                </a:cubicBezTo>
                <a:cubicBezTo>
                  <a:pt x="2214476" y="2164829"/>
                  <a:pt x="2657481" y="1698365"/>
                  <a:pt x="2657481" y="1132607"/>
                </a:cubicBezTo>
                <a:cubicBezTo>
                  <a:pt x="2657481" y="546117"/>
                  <a:pt x="2182288" y="70924"/>
                  <a:pt x="1595798" y="70924"/>
                </a:cubicBezTo>
                <a:cubicBezTo>
                  <a:pt x="1030040" y="70924"/>
                  <a:pt x="563576" y="513929"/>
                  <a:pt x="535206" y="1078596"/>
                </a:cubicBezTo>
                <a:cubicBezTo>
                  <a:pt x="522112" y="1333378"/>
                  <a:pt x="600675" y="1592524"/>
                  <a:pt x="770893" y="1801478"/>
                </a:cubicBezTo>
                <a:cubicBezTo>
                  <a:pt x="783987" y="1815663"/>
                  <a:pt x="783987" y="1836941"/>
                  <a:pt x="770348" y="1850580"/>
                </a:cubicBezTo>
                <a:lnTo>
                  <a:pt x="636137" y="1984245"/>
                </a:lnTo>
                <a:close/>
                <a:moveTo>
                  <a:pt x="782896" y="2153918"/>
                </a:moveTo>
                <a:cubicBezTo>
                  <a:pt x="794898" y="2197564"/>
                  <a:pt x="783441" y="2246120"/>
                  <a:pt x="750161" y="2279399"/>
                </a:cubicBezTo>
                <a:lnTo>
                  <a:pt x="338800" y="2690215"/>
                </a:lnTo>
                <a:cubicBezTo>
                  <a:pt x="288608" y="2740408"/>
                  <a:pt x="207317" y="2740408"/>
                  <a:pt x="157125" y="2690215"/>
                </a:cubicBezTo>
                <a:lnTo>
                  <a:pt x="37644" y="2570735"/>
                </a:lnTo>
                <a:cubicBezTo>
                  <a:pt x="-12548" y="2520542"/>
                  <a:pt x="-12548" y="2439252"/>
                  <a:pt x="37644" y="2389059"/>
                </a:cubicBezTo>
                <a:lnTo>
                  <a:pt x="448460" y="1978244"/>
                </a:lnTo>
                <a:cubicBezTo>
                  <a:pt x="481740" y="1944964"/>
                  <a:pt x="530296" y="1933507"/>
                  <a:pt x="573942" y="1945509"/>
                </a:cubicBezTo>
                <a:lnTo>
                  <a:pt x="696695" y="1822756"/>
                </a:lnTo>
                <a:cubicBezTo>
                  <a:pt x="528659" y="1603981"/>
                  <a:pt x="451188" y="1337197"/>
                  <a:pt x="464282" y="1074777"/>
                </a:cubicBezTo>
                <a:cubicBezTo>
                  <a:pt x="495379" y="472465"/>
                  <a:pt x="992395" y="0"/>
                  <a:pt x="1595798" y="0"/>
                </a:cubicBezTo>
                <a:cubicBezTo>
                  <a:pt x="2221023" y="0"/>
                  <a:pt x="2728405" y="507382"/>
                  <a:pt x="2728405" y="1132607"/>
                </a:cubicBezTo>
                <a:cubicBezTo>
                  <a:pt x="2728405" y="1735464"/>
                  <a:pt x="2255940" y="2233026"/>
                  <a:pt x="1653628" y="2263578"/>
                </a:cubicBezTo>
                <a:cubicBezTo>
                  <a:pt x="1390663" y="2277217"/>
                  <a:pt x="1124424" y="2199200"/>
                  <a:pt x="905104" y="2030619"/>
                </a:cubicBezTo>
                <a:lnTo>
                  <a:pt x="782896" y="2153918"/>
                </a:lnTo>
                <a:close/>
                <a:moveTo>
                  <a:pt x="579943" y="2027891"/>
                </a:moveTo>
                <a:cubicBezTo>
                  <a:pt x="557574" y="2006613"/>
                  <a:pt x="521567" y="2006613"/>
                  <a:pt x="499198" y="2028436"/>
                </a:cubicBezTo>
                <a:lnTo>
                  <a:pt x="87837" y="2439798"/>
                </a:lnTo>
                <a:cubicBezTo>
                  <a:pt x="65469" y="2462166"/>
                  <a:pt x="65469" y="2499265"/>
                  <a:pt x="87837" y="2521088"/>
                </a:cubicBezTo>
                <a:lnTo>
                  <a:pt x="207317" y="2640568"/>
                </a:lnTo>
                <a:cubicBezTo>
                  <a:pt x="229686" y="2662936"/>
                  <a:pt x="266239" y="2662936"/>
                  <a:pt x="288608" y="2640568"/>
                </a:cubicBezTo>
                <a:lnTo>
                  <a:pt x="699423" y="2229752"/>
                </a:lnTo>
                <a:cubicBezTo>
                  <a:pt x="721792" y="2207384"/>
                  <a:pt x="721792" y="2170285"/>
                  <a:pt x="699423" y="2148462"/>
                </a:cubicBezTo>
                <a:lnTo>
                  <a:pt x="579943" y="2028982"/>
                </a:lnTo>
                <a:lnTo>
                  <a:pt x="579943" y="2027891"/>
                </a:lnTo>
                <a:close/>
              </a:path>
            </a:pathLst>
          </a:custGeom>
          <a:solidFill>
            <a:srgbClr val="0084D4"/>
          </a:solidFill>
          <a:ln w="5451"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46" name="Forme libre : forme 45">
            <a:extLst>
              <a:ext uri="{FF2B5EF4-FFF2-40B4-BE49-F238E27FC236}">
                <a16:creationId xmlns:a16="http://schemas.microsoft.com/office/drawing/2014/main" id="{8B7CBDD1-95DC-5FC1-2751-1F05751FF76E}"/>
              </a:ext>
            </a:extLst>
          </p:cNvPr>
          <p:cNvSpPr>
            <a:spLocks noChangeAspect="1"/>
          </p:cNvSpPr>
          <p:nvPr/>
        </p:nvSpPr>
        <p:spPr>
          <a:xfrm>
            <a:off x="6576587" y="5712942"/>
            <a:ext cx="360000" cy="360000"/>
          </a:xfrm>
          <a:custGeom>
            <a:avLst/>
            <a:gdLst>
              <a:gd name="csX0" fmla="*/ 811114 w 855762"/>
              <a:gd name="csY0" fmla="*/ 773907 h 855762"/>
              <a:gd name="csX1" fmla="*/ 844600 w 855762"/>
              <a:gd name="csY1" fmla="*/ 773907 h 855762"/>
              <a:gd name="csX2" fmla="*/ 855762 w 855762"/>
              <a:gd name="csY2" fmla="*/ 785069 h 855762"/>
              <a:gd name="csX3" fmla="*/ 855762 w 855762"/>
              <a:gd name="csY3" fmla="*/ 844601 h 855762"/>
              <a:gd name="csX4" fmla="*/ 844600 w 855762"/>
              <a:gd name="csY4" fmla="*/ 855763 h 855762"/>
              <a:gd name="csX5" fmla="*/ 11162 w 855762"/>
              <a:gd name="csY5" fmla="*/ 855763 h 855762"/>
              <a:gd name="csX6" fmla="*/ 0 w 855762"/>
              <a:gd name="csY6" fmla="*/ 844601 h 855762"/>
              <a:gd name="csX7" fmla="*/ 0 w 855762"/>
              <a:gd name="csY7" fmla="*/ 785069 h 855762"/>
              <a:gd name="csX8" fmla="*/ 11162 w 855762"/>
              <a:gd name="csY8" fmla="*/ 773907 h 855762"/>
              <a:gd name="csX9" fmla="*/ 44648 w 855762"/>
              <a:gd name="csY9" fmla="*/ 773907 h 855762"/>
              <a:gd name="csX10" fmla="*/ 44648 w 855762"/>
              <a:gd name="csY10" fmla="*/ 755304 h 855762"/>
              <a:gd name="csX11" fmla="*/ 205345 w 855762"/>
              <a:gd name="csY11" fmla="*/ 567776 h 855762"/>
              <a:gd name="csX12" fmla="*/ 133944 w 855762"/>
              <a:gd name="csY12" fmla="*/ 442760 h 855762"/>
              <a:gd name="csX13" fmla="*/ 279048 w 855762"/>
              <a:gd name="csY13" fmla="*/ 297656 h 855762"/>
              <a:gd name="csX14" fmla="*/ 424152 w 855762"/>
              <a:gd name="csY14" fmla="*/ 442760 h 855762"/>
              <a:gd name="csX15" fmla="*/ 352752 w 855762"/>
              <a:gd name="csY15" fmla="*/ 567776 h 855762"/>
              <a:gd name="csX16" fmla="*/ 513448 w 855762"/>
              <a:gd name="csY16" fmla="*/ 755304 h 855762"/>
              <a:gd name="csX17" fmla="*/ 513448 w 855762"/>
              <a:gd name="csY17" fmla="*/ 773907 h 855762"/>
              <a:gd name="csX18" fmla="*/ 561817 w 855762"/>
              <a:gd name="csY18" fmla="*/ 773907 h 855762"/>
              <a:gd name="csX19" fmla="*/ 550655 w 855762"/>
              <a:gd name="csY19" fmla="*/ 740421 h 855762"/>
              <a:gd name="csX20" fmla="*/ 606465 w 855762"/>
              <a:gd name="csY20" fmla="*/ 684610 h 855762"/>
              <a:gd name="csX21" fmla="*/ 595303 w 855762"/>
              <a:gd name="csY21" fmla="*/ 651124 h 855762"/>
              <a:gd name="csX22" fmla="*/ 606465 w 855762"/>
              <a:gd name="csY22" fmla="*/ 617638 h 855762"/>
              <a:gd name="csX23" fmla="*/ 550655 w 855762"/>
              <a:gd name="csY23" fmla="*/ 561827 h 855762"/>
              <a:gd name="csX24" fmla="*/ 606465 w 855762"/>
              <a:gd name="csY24" fmla="*/ 506016 h 855762"/>
              <a:gd name="csX25" fmla="*/ 595303 w 855762"/>
              <a:gd name="csY25" fmla="*/ 472530 h 855762"/>
              <a:gd name="csX26" fmla="*/ 606465 w 855762"/>
              <a:gd name="csY26" fmla="*/ 439044 h 855762"/>
              <a:gd name="csX27" fmla="*/ 550655 w 855762"/>
              <a:gd name="csY27" fmla="*/ 383233 h 855762"/>
              <a:gd name="csX28" fmla="*/ 606465 w 855762"/>
              <a:gd name="csY28" fmla="*/ 327423 h 855762"/>
              <a:gd name="csX29" fmla="*/ 799937 w 855762"/>
              <a:gd name="csY29" fmla="*/ 327423 h 855762"/>
              <a:gd name="csX30" fmla="*/ 811099 w 855762"/>
              <a:gd name="csY30" fmla="*/ 338585 h 855762"/>
              <a:gd name="csX31" fmla="*/ 811099 w 855762"/>
              <a:gd name="csY31" fmla="*/ 416720 h 855762"/>
              <a:gd name="csX32" fmla="*/ 844586 w 855762"/>
              <a:gd name="csY32" fmla="*/ 416720 h 855762"/>
              <a:gd name="csX33" fmla="*/ 855748 w 855762"/>
              <a:gd name="csY33" fmla="*/ 427882 h 855762"/>
              <a:gd name="csX34" fmla="*/ 855748 w 855762"/>
              <a:gd name="csY34" fmla="*/ 517179 h 855762"/>
              <a:gd name="csX35" fmla="*/ 844586 w 855762"/>
              <a:gd name="csY35" fmla="*/ 528341 h 855762"/>
              <a:gd name="csX36" fmla="*/ 811099 w 855762"/>
              <a:gd name="csY36" fmla="*/ 528341 h 855762"/>
              <a:gd name="csX37" fmla="*/ 811099 w 855762"/>
              <a:gd name="csY37" fmla="*/ 595313 h 855762"/>
              <a:gd name="csX38" fmla="*/ 844586 w 855762"/>
              <a:gd name="csY38" fmla="*/ 595313 h 855762"/>
              <a:gd name="csX39" fmla="*/ 855748 w 855762"/>
              <a:gd name="csY39" fmla="*/ 606476 h 855762"/>
              <a:gd name="csX40" fmla="*/ 855748 w 855762"/>
              <a:gd name="csY40" fmla="*/ 695773 h 855762"/>
              <a:gd name="csX41" fmla="*/ 844586 w 855762"/>
              <a:gd name="csY41" fmla="*/ 706935 h 855762"/>
              <a:gd name="csX42" fmla="*/ 811099 w 855762"/>
              <a:gd name="csY42" fmla="*/ 706935 h 855762"/>
              <a:gd name="csX43" fmla="*/ 55810 w 855762"/>
              <a:gd name="csY43" fmla="*/ 796232 h 855762"/>
              <a:gd name="csX44" fmla="*/ 22324 w 855762"/>
              <a:gd name="csY44" fmla="*/ 796232 h 855762"/>
              <a:gd name="csX45" fmla="*/ 22324 w 855762"/>
              <a:gd name="csY45" fmla="*/ 833438 h 855762"/>
              <a:gd name="csX46" fmla="*/ 833435 w 855762"/>
              <a:gd name="csY46" fmla="*/ 833438 h 855762"/>
              <a:gd name="csX47" fmla="*/ 833435 w 855762"/>
              <a:gd name="csY47" fmla="*/ 796232 h 855762"/>
              <a:gd name="csX48" fmla="*/ 323700 w 855762"/>
              <a:gd name="csY48" fmla="*/ 587872 h 855762"/>
              <a:gd name="csX49" fmla="*/ 234404 w 855762"/>
              <a:gd name="csY49" fmla="*/ 587872 h 855762"/>
              <a:gd name="csX50" fmla="*/ 66973 w 855762"/>
              <a:gd name="csY50" fmla="*/ 755303 h 855762"/>
              <a:gd name="csX51" fmla="*/ 66973 w 855762"/>
              <a:gd name="csY51" fmla="*/ 773906 h 855762"/>
              <a:gd name="csX52" fmla="*/ 491131 w 855762"/>
              <a:gd name="csY52" fmla="*/ 773906 h 855762"/>
              <a:gd name="csX53" fmla="*/ 491131 w 855762"/>
              <a:gd name="csY53" fmla="*/ 755303 h 855762"/>
              <a:gd name="csX54" fmla="*/ 323700 w 855762"/>
              <a:gd name="csY54" fmla="*/ 587872 h 855762"/>
              <a:gd name="csX55" fmla="*/ 279052 w 855762"/>
              <a:gd name="csY55" fmla="*/ 565548 h 855762"/>
              <a:gd name="csX56" fmla="*/ 401839 w 855762"/>
              <a:gd name="csY56" fmla="*/ 442761 h 855762"/>
              <a:gd name="csX57" fmla="*/ 279052 w 855762"/>
              <a:gd name="csY57" fmla="*/ 319974 h 855762"/>
              <a:gd name="csX58" fmla="*/ 156265 w 855762"/>
              <a:gd name="csY58" fmla="*/ 442761 h 855762"/>
              <a:gd name="csX59" fmla="*/ 279052 w 855762"/>
              <a:gd name="csY59" fmla="*/ 565548 h 855762"/>
              <a:gd name="csX60" fmla="*/ 788792 w 855762"/>
              <a:gd name="csY60" fmla="*/ 706937 h 855762"/>
              <a:gd name="csX61" fmla="*/ 606474 w 855762"/>
              <a:gd name="csY61" fmla="*/ 706937 h 855762"/>
              <a:gd name="csX62" fmla="*/ 572988 w 855762"/>
              <a:gd name="csY62" fmla="*/ 740423 h 855762"/>
              <a:gd name="csX63" fmla="*/ 606474 w 855762"/>
              <a:gd name="csY63" fmla="*/ 773909 h 855762"/>
              <a:gd name="csX64" fmla="*/ 788792 w 855762"/>
              <a:gd name="csY64" fmla="*/ 773909 h 855762"/>
              <a:gd name="csX65" fmla="*/ 651127 w 855762"/>
              <a:gd name="csY65" fmla="*/ 617640 h 855762"/>
              <a:gd name="csX66" fmla="*/ 617641 w 855762"/>
              <a:gd name="csY66" fmla="*/ 651126 h 855762"/>
              <a:gd name="csX67" fmla="*/ 651127 w 855762"/>
              <a:gd name="csY67" fmla="*/ 684612 h 855762"/>
              <a:gd name="csX68" fmla="*/ 833445 w 855762"/>
              <a:gd name="csY68" fmla="*/ 684612 h 855762"/>
              <a:gd name="csX69" fmla="*/ 833445 w 855762"/>
              <a:gd name="csY69" fmla="*/ 617640 h 855762"/>
              <a:gd name="csX70" fmla="*/ 788792 w 855762"/>
              <a:gd name="csY70" fmla="*/ 528343 h 855762"/>
              <a:gd name="csX71" fmla="*/ 606474 w 855762"/>
              <a:gd name="csY71" fmla="*/ 528343 h 855762"/>
              <a:gd name="csX72" fmla="*/ 572988 w 855762"/>
              <a:gd name="csY72" fmla="*/ 561829 h 855762"/>
              <a:gd name="csX73" fmla="*/ 606474 w 855762"/>
              <a:gd name="csY73" fmla="*/ 595315 h 855762"/>
              <a:gd name="csX74" fmla="*/ 788792 w 855762"/>
              <a:gd name="csY74" fmla="*/ 595315 h 855762"/>
              <a:gd name="csX75" fmla="*/ 651127 w 855762"/>
              <a:gd name="csY75" fmla="*/ 439046 h 855762"/>
              <a:gd name="csX76" fmla="*/ 617641 w 855762"/>
              <a:gd name="csY76" fmla="*/ 472532 h 855762"/>
              <a:gd name="csX77" fmla="*/ 651127 w 855762"/>
              <a:gd name="csY77" fmla="*/ 506018 h 855762"/>
              <a:gd name="csX78" fmla="*/ 833445 w 855762"/>
              <a:gd name="csY78" fmla="*/ 506018 h 855762"/>
              <a:gd name="csX79" fmla="*/ 833445 w 855762"/>
              <a:gd name="csY79" fmla="*/ 439046 h 855762"/>
              <a:gd name="csX80" fmla="*/ 788792 w 855762"/>
              <a:gd name="csY80" fmla="*/ 416721 h 855762"/>
              <a:gd name="csX81" fmla="*/ 788792 w 855762"/>
              <a:gd name="csY81" fmla="*/ 349749 h 855762"/>
              <a:gd name="csX82" fmla="*/ 606474 w 855762"/>
              <a:gd name="csY82" fmla="*/ 349749 h 855762"/>
              <a:gd name="csX83" fmla="*/ 572988 w 855762"/>
              <a:gd name="csY83" fmla="*/ 383235 h 855762"/>
              <a:gd name="csX84" fmla="*/ 606474 w 855762"/>
              <a:gd name="csY84" fmla="*/ 416721 h 855762"/>
              <a:gd name="csX85" fmla="*/ 66006 w 855762"/>
              <a:gd name="csY85" fmla="*/ 84909 h 855762"/>
              <a:gd name="csX86" fmla="*/ 60537 w 855762"/>
              <a:gd name="csY86" fmla="*/ 70100 h 855762"/>
              <a:gd name="csX87" fmla="*/ 75345 w 855762"/>
              <a:gd name="csY87" fmla="*/ 64631 h 855762"/>
              <a:gd name="csX88" fmla="*/ 88405 w 855762"/>
              <a:gd name="csY88" fmla="*/ 70658 h 855762"/>
              <a:gd name="csX89" fmla="*/ 120589 w 855762"/>
              <a:gd name="csY89" fmla="*/ 126395 h 855762"/>
              <a:gd name="csX90" fmla="*/ 119287 w 855762"/>
              <a:gd name="csY90" fmla="*/ 140719 h 855762"/>
              <a:gd name="csX91" fmla="*/ 138597 w 855762"/>
              <a:gd name="csY91" fmla="*/ 174168 h 855762"/>
              <a:gd name="csX92" fmla="*/ 151657 w 855762"/>
              <a:gd name="csY92" fmla="*/ 180196 h 855762"/>
              <a:gd name="csX93" fmla="*/ 183841 w 855762"/>
              <a:gd name="csY93" fmla="*/ 235932 h 855762"/>
              <a:gd name="csX94" fmla="*/ 182538 w 855762"/>
              <a:gd name="csY94" fmla="*/ 250257 h 855762"/>
              <a:gd name="csX95" fmla="*/ 170409 w 855762"/>
              <a:gd name="csY95" fmla="*/ 260340 h 855762"/>
              <a:gd name="csX96" fmla="*/ 160289 w 855762"/>
              <a:gd name="csY96" fmla="*/ 248211 h 855762"/>
              <a:gd name="csX97" fmla="*/ 161591 w 855762"/>
              <a:gd name="csY97" fmla="*/ 233886 h 855762"/>
              <a:gd name="csX98" fmla="*/ 142281 w 855762"/>
              <a:gd name="csY98" fmla="*/ 200437 h 855762"/>
              <a:gd name="csX99" fmla="*/ 129221 w 855762"/>
              <a:gd name="csY99" fmla="*/ 194410 h 855762"/>
              <a:gd name="csX100" fmla="*/ 97037 w 855762"/>
              <a:gd name="csY100" fmla="*/ 138673 h 855762"/>
              <a:gd name="csX101" fmla="*/ 98340 w 855762"/>
              <a:gd name="csY101" fmla="*/ 124349 h 855762"/>
              <a:gd name="csX102" fmla="*/ 79030 w 855762"/>
              <a:gd name="csY102" fmla="*/ 90900 h 855762"/>
              <a:gd name="csX103" fmla="*/ 65970 w 855762"/>
              <a:gd name="csY103" fmla="*/ 84872 h 855762"/>
              <a:gd name="csX104" fmla="*/ 265774 w 855762"/>
              <a:gd name="csY104" fmla="*/ 17601 h 855762"/>
              <a:gd name="csX105" fmla="*/ 268453 w 855762"/>
              <a:gd name="csY105" fmla="*/ 2049 h 855762"/>
              <a:gd name="csX106" fmla="*/ 284006 w 855762"/>
              <a:gd name="csY106" fmla="*/ 4728 h 855762"/>
              <a:gd name="csX107" fmla="*/ 292303 w 855762"/>
              <a:gd name="csY107" fmla="*/ 16485 h 855762"/>
              <a:gd name="csX108" fmla="*/ 292303 w 855762"/>
              <a:gd name="csY108" fmla="*/ 80853 h 855762"/>
              <a:gd name="csX109" fmla="*/ 284006 w 855762"/>
              <a:gd name="csY109" fmla="*/ 92611 h 855762"/>
              <a:gd name="csX110" fmla="*/ 284006 w 855762"/>
              <a:gd name="csY110" fmla="*/ 131232 h 855762"/>
              <a:gd name="csX111" fmla="*/ 292303 w 855762"/>
              <a:gd name="csY111" fmla="*/ 142990 h 855762"/>
              <a:gd name="csX112" fmla="*/ 292303 w 855762"/>
              <a:gd name="csY112" fmla="*/ 207358 h 855762"/>
              <a:gd name="csX113" fmla="*/ 284006 w 855762"/>
              <a:gd name="csY113" fmla="*/ 219115 h 855762"/>
              <a:gd name="csX114" fmla="*/ 268453 w 855762"/>
              <a:gd name="csY114" fmla="*/ 221794 h 855762"/>
              <a:gd name="csX115" fmla="*/ 265774 w 855762"/>
              <a:gd name="csY115" fmla="*/ 206242 h 855762"/>
              <a:gd name="csX116" fmla="*/ 274071 w 855762"/>
              <a:gd name="csY116" fmla="*/ 194484 h 855762"/>
              <a:gd name="csX117" fmla="*/ 274071 w 855762"/>
              <a:gd name="csY117" fmla="*/ 155863 h 855762"/>
              <a:gd name="csX118" fmla="*/ 265774 w 855762"/>
              <a:gd name="csY118" fmla="*/ 144105 h 855762"/>
              <a:gd name="csX119" fmla="*/ 265774 w 855762"/>
              <a:gd name="csY119" fmla="*/ 79737 h 855762"/>
              <a:gd name="csX120" fmla="*/ 274071 w 855762"/>
              <a:gd name="csY120" fmla="*/ 67980 h 855762"/>
              <a:gd name="csX121" fmla="*/ 274071 w 855762"/>
              <a:gd name="csY121" fmla="*/ 29359 h 855762"/>
              <a:gd name="csX122" fmla="*/ 474800 w 855762"/>
              <a:gd name="csY122" fmla="*/ 70026 h 855762"/>
              <a:gd name="csX123" fmla="*/ 484921 w 855762"/>
              <a:gd name="csY123" fmla="*/ 57897 h 855762"/>
              <a:gd name="csX124" fmla="*/ 497050 w 855762"/>
              <a:gd name="csY124" fmla="*/ 68017 h 855762"/>
              <a:gd name="csX125" fmla="*/ 498352 w 855762"/>
              <a:gd name="csY125" fmla="*/ 82342 h 855762"/>
              <a:gd name="csX126" fmla="*/ 466168 w 855762"/>
              <a:gd name="csY126" fmla="*/ 138078 h 855762"/>
              <a:gd name="csX127" fmla="*/ 453108 w 855762"/>
              <a:gd name="csY127" fmla="*/ 144106 h 855762"/>
              <a:gd name="csX128" fmla="*/ 433798 w 855762"/>
              <a:gd name="csY128" fmla="*/ 177554 h 855762"/>
              <a:gd name="csX129" fmla="*/ 435101 w 855762"/>
              <a:gd name="csY129" fmla="*/ 191879 h 855762"/>
              <a:gd name="csX130" fmla="*/ 402916 w 855762"/>
              <a:gd name="csY130" fmla="*/ 247616 h 855762"/>
              <a:gd name="csX131" fmla="*/ 389857 w 855762"/>
              <a:gd name="csY131" fmla="*/ 253643 h 855762"/>
              <a:gd name="csX132" fmla="*/ 375048 w 855762"/>
              <a:gd name="csY132" fmla="*/ 248211 h 855762"/>
              <a:gd name="csX133" fmla="*/ 380518 w 855762"/>
              <a:gd name="csY133" fmla="*/ 233402 h 855762"/>
              <a:gd name="csX134" fmla="*/ 393577 w 855762"/>
              <a:gd name="csY134" fmla="*/ 227375 h 855762"/>
              <a:gd name="csX135" fmla="*/ 412887 w 855762"/>
              <a:gd name="csY135" fmla="*/ 193926 h 855762"/>
              <a:gd name="csX136" fmla="*/ 411585 w 855762"/>
              <a:gd name="csY136" fmla="*/ 179601 h 855762"/>
              <a:gd name="csX137" fmla="*/ 443769 w 855762"/>
              <a:gd name="csY137" fmla="*/ 123865 h 855762"/>
              <a:gd name="csX138" fmla="*/ 456829 w 855762"/>
              <a:gd name="csY138" fmla="*/ 117837 h 855762"/>
              <a:gd name="csX139" fmla="*/ 476139 w 855762"/>
              <a:gd name="csY139" fmla="*/ 84388 h 855762"/>
              <a:gd name="csX140" fmla="*/ 474837 w 855762"/>
              <a:gd name="csY140" fmla="*/ 70064 h 8557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Lst>
            <a:rect l="l" t="t" r="r" b="b"/>
            <a:pathLst>
              <a:path w="855762" h="855762">
                <a:moveTo>
                  <a:pt x="811114" y="773907"/>
                </a:moveTo>
                <a:lnTo>
                  <a:pt x="844600" y="773907"/>
                </a:lnTo>
                <a:cubicBezTo>
                  <a:pt x="850776" y="773907"/>
                  <a:pt x="855762" y="778893"/>
                  <a:pt x="855762" y="785069"/>
                </a:cubicBezTo>
                <a:lnTo>
                  <a:pt x="855762" y="844601"/>
                </a:lnTo>
                <a:cubicBezTo>
                  <a:pt x="855762" y="850777"/>
                  <a:pt x="850776" y="855763"/>
                  <a:pt x="844600" y="855763"/>
                </a:cubicBezTo>
                <a:lnTo>
                  <a:pt x="11162" y="855763"/>
                </a:lnTo>
                <a:cubicBezTo>
                  <a:pt x="4986" y="855763"/>
                  <a:pt x="0" y="850777"/>
                  <a:pt x="0" y="844601"/>
                </a:cubicBezTo>
                <a:lnTo>
                  <a:pt x="0" y="785069"/>
                </a:lnTo>
                <a:cubicBezTo>
                  <a:pt x="0" y="778893"/>
                  <a:pt x="4986" y="773907"/>
                  <a:pt x="11162" y="773907"/>
                </a:cubicBezTo>
                <a:lnTo>
                  <a:pt x="44648" y="773907"/>
                </a:lnTo>
                <a:lnTo>
                  <a:pt x="44648" y="755304"/>
                </a:lnTo>
                <a:cubicBezTo>
                  <a:pt x="44648" y="660389"/>
                  <a:pt x="114337" y="581768"/>
                  <a:pt x="205345" y="567776"/>
                </a:cubicBezTo>
                <a:cubicBezTo>
                  <a:pt x="162631" y="542512"/>
                  <a:pt x="133944" y="495966"/>
                  <a:pt x="133944" y="442760"/>
                </a:cubicBezTo>
                <a:cubicBezTo>
                  <a:pt x="133944" y="362691"/>
                  <a:pt x="198982" y="297656"/>
                  <a:pt x="279048" y="297656"/>
                </a:cubicBezTo>
                <a:cubicBezTo>
                  <a:pt x="359155" y="297656"/>
                  <a:pt x="424152" y="362694"/>
                  <a:pt x="424152" y="442760"/>
                </a:cubicBezTo>
                <a:cubicBezTo>
                  <a:pt x="424152" y="495966"/>
                  <a:pt x="395466" y="542477"/>
                  <a:pt x="352752" y="567776"/>
                </a:cubicBezTo>
                <a:cubicBezTo>
                  <a:pt x="443760" y="581766"/>
                  <a:pt x="513448" y="660421"/>
                  <a:pt x="513448" y="755304"/>
                </a:cubicBezTo>
                <a:lnTo>
                  <a:pt x="513448" y="773907"/>
                </a:lnTo>
                <a:lnTo>
                  <a:pt x="561817" y="773907"/>
                </a:lnTo>
                <a:cubicBezTo>
                  <a:pt x="554822" y="764605"/>
                  <a:pt x="550655" y="752997"/>
                  <a:pt x="550655" y="740421"/>
                </a:cubicBezTo>
                <a:cubicBezTo>
                  <a:pt x="550655" y="709613"/>
                  <a:pt x="575658" y="684610"/>
                  <a:pt x="606465" y="684610"/>
                </a:cubicBezTo>
                <a:cubicBezTo>
                  <a:pt x="599470" y="675308"/>
                  <a:pt x="595303" y="663700"/>
                  <a:pt x="595303" y="651124"/>
                </a:cubicBezTo>
                <a:cubicBezTo>
                  <a:pt x="595303" y="638548"/>
                  <a:pt x="599470" y="626976"/>
                  <a:pt x="606465" y="617638"/>
                </a:cubicBezTo>
                <a:cubicBezTo>
                  <a:pt x="575658" y="617638"/>
                  <a:pt x="550655" y="592635"/>
                  <a:pt x="550655" y="561827"/>
                </a:cubicBezTo>
                <a:cubicBezTo>
                  <a:pt x="550655" y="531020"/>
                  <a:pt x="575658" y="506016"/>
                  <a:pt x="606465" y="506016"/>
                </a:cubicBezTo>
                <a:cubicBezTo>
                  <a:pt x="599470" y="496715"/>
                  <a:pt x="595303" y="485106"/>
                  <a:pt x="595303" y="472530"/>
                </a:cubicBezTo>
                <a:cubicBezTo>
                  <a:pt x="595303" y="459954"/>
                  <a:pt x="599470" y="448383"/>
                  <a:pt x="606465" y="439044"/>
                </a:cubicBezTo>
                <a:cubicBezTo>
                  <a:pt x="575658" y="439044"/>
                  <a:pt x="550655" y="414041"/>
                  <a:pt x="550655" y="383233"/>
                </a:cubicBezTo>
                <a:cubicBezTo>
                  <a:pt x="550655" y="352426"/>
                  <a:pt x="575658" y="327423"/>
                  <a:pt x="606465" y="327423"/>
                </a:cubicBezTo>
                <a:lnTo>
                  <a:pt x="799937" y="327423"/>
                </a:lnTo>
                <a:cubicBezTo>
                  <a:pt x="806114" y="327423"/>
                  <a:pt x="811099" y="332408"/>
                  <a:pt x="811099" y="338585"/>
                </a:cubicBezTo>
                <a:lnTo>
                  <a:pt x="811099" y="416720"/>
                </a:lnTo>
                <a:lnTo>
                  <a:pt x="844586" y="416720"/>
                </a:lnTo>
                <a:cubicBezTo>
                  <a:pt x="850762" y="416720"/>
                  <a:pt x="855748" y="421705"/>
                  <a:pt x="855748" y="427882"/>
                </a:cubicBezTo>
                <a:lnTo>
                  <a:pt x="855748" y="517179"/>
                </a:lnTo>
                <a:cubicBezTo>
                  <a:pt x="855748" y="523355"/>
                  <a:pt x="850762" y="528341"/>
                  <a:pt x="844586" y="528341"/>
                </a:cubicBezTo>
                <a:lnTo>
                  <a:pt x="811099" y="528341"/>
                </a:lnTo>
                <a:lnTo>
                  <a:pt x="811099" y="595313"/>
                </a:lnTo>
                <a:lnTo>
                  <a:pt x="844586" y="595313"/>
                </a:lnTo>
                <a:cubicBezTo>
                  <a:pt x="850762" y="595313"/>
                  <a:pt x="855748" y="600299"/>
                  <a:pt x="855748" y="606476"/>
                </a:cubicBezTo>
                <a:lnTo>
                  <a:pt x="855748" y="695773"/>
                </a:lnTo>
                <a:cubicBezTo>
                  <a:pt x="855748" y="701949"/>
                  <a:pt x="850762" y="706935"/>
                  <a:pt x="844586" y="706935"/>
                </a:cubicBezTo>
                <a:lnTo>
                  <a:pt x="811099" y="706935"/>
                </a:lnTo>
                <a:close/>
                <a:moveTo>
                  <a:pt x="55810" y="796232"/>
                </a:moveTo>
                <a:lnTo>
                  <a:pt x="22324" y="796232"/>
                </a:lnTo>
                <a:lnTo>
                  <a:pt x="22324" y="833438"/>
                </a:lnTo>
                <a:lnTo>
                  <a:pt x="833435" y="833438"/>
                </a:lnTo>
                <a:lnTo>
                  <a:pt x="833435" y="796232"/>
                </a:lnTo>
                <a:close/>
                <a:moveTo>
                  <a:pt x="323700" y="587872"/>
                </a:moveTo>
                <a:lnTo>
                  <a:pt x="234404" y="587872"/>
                </a:lnTo>
                <a:cubicBezTo>
                  <a:pt x="141944" y="587872"/>
                  <a:pt x="66973" y="662845"/>
                  <a:pt x="66973" y="755303"/>
                </a:cubicBezTo>
                <a:lnTo>
                  <a:pt x="66973" y="773906"/>
                </a:lnTo>
                <a:lnTo>
                  <a:pt x="491131" y="773906"/>
                </a:lnTo>
                <a:lnTo>
                  <a:pt x="491131" y="755303"/>
                </a:lnTo>
                <a:cubicBezTo>
                  <a:pt x="491131" y="662844"/>
                  <a:pt x="416159" y="587872"/>
                  <a:pt x="323700" y="587872"/>
                </a:cubicBezTo>
                <a:close/>
                <a:moveTo>
                  <a:pt x="279052" y="565548"/>
                </a:moveTo>
                <a:cubicBezTo>
                  <a:pt x="346806" y="565548"/>
                  <a:pt x="401839" y="510556"/>
                  <a:pt x="401839" y="442761"/>
                </a:cubicBezTo>
                <a:cubicBezTo>
                  <a:pt x="401839" y="375007"/>
                  <a:pt x="346810" y="319974"/>
                  <a:pt x="279052" y="319974"/>
                </a:cubicBezTo>
                <a:cubicBezTo>
                  <a:pt x="211294" y="319974"/>
                  <a:pt x="156265" y="375003"/>
                  <a:pt x="156265" y="442761"/>
                </a:cubicBezTo>
                <a:cubicBezTo>
                  <a:pt x="156265" y="510552"/>
                  <a:pt x="211294" y="565548"/>
                  <a:pt x="279052" y="565548"/>
                </a:cubicBezTo>
                <a:close/>
                <a:moveTo>
                  <a:pt x="788792" y="706937"/>
                </a:moveTo>
                <a:lnTo>
                  <a:pt x="606474" y="706937"/>
                </a:lnTo>
                <a:cubicBezTo>
                  <a:pt x="587982" y="706937"/>
                  <a:pt x="572988" y="721931"/>
                  <a:pt x="572988" y="740423"/>
                </a:cubicBezTo>
                <a:cubicBezTo>
                  <a:pt x="572988" y="758915"/>
                  <a:pt x="587982" y="773909"/>
                  <a:pt x="606474" y="773909"/>
                </a:cubicBezTo>
                <a:lnTo>
                  <a:pt x="788792" y="773909"/>
                </a:lnTo>
                <a:close/>
                <a:moveTo>
                  <a:pt x="651127" y="617640"/>
                </a:moveTo>
                <a:cubicBezTo>
                  <a:pt x="632635" y="617640"/>
                  <a:pt x="617641" y="632634"/>
                  <a:pt x="617641" y="651126"/>
                </a:cubicBezTo>
                <a:cubicBezTo>
                  <a:pt x="617641" y="669618"/>
                  <a:pt x="632635" y="684612"/>
                  <a:pt x="651127" y="684612"/>
                </a:cubicBezTo>
                <a:lnTo>
                  <a:pt x="833445" y="684612"/>
                </a:lnTo>
                <a:lnTo>
                  <a:pt x="833445" y="617640"/>
                </a:lnTo>
                <a:close/>
                <a:moveTo>
                  <a:pt x="788792" y="528343"/>
                </a:moveTo>
                <a:lnTo>
                  <a:pt x="606474" y="528343"/>
                </a:lnTo>
                <a:cubicBezTo>
                  <a:pt x="587982" y="528343"/>
                  <a:pt x="572988" y="543337"/>
                  <a:pt x="572988" y="561829"/>
                </a:cubicBezTo>
                <a:cubicBezTo>
                  <a:pt x="572988" y="580321"/>
                  <a:pt x="587982" y="595315"/>
                  <a:pt x="606474" y="595315"/>
                </a:cubicBezTo>
                <a:lnTo>
                  <a:pt x="788792" y="595315"/>
                </a:lnTo>
                <a:close/>
                <a:moveTo>
                  <a:pt x="651127" y="439046"/>
                </a:moveTo>
                <a:cubicBezTo>
                  <a:pt x="632635" y="439046"/>
                  <a:pt x="617641" y="454040"/>
                  <a:pt x="617641" y="472532"/>
                </a:cubicBezTo>
                <a:cubicBezTo>
                  <a:pt x="617641" y="491024"/>
                  <a:pt x="632635" y="506018"/>
                  <a:pt x="651127" y="506018"/>
                </a:cubicBezTo>
                <a:lnTo>
                  <a:pt x="833445" y="506018"/>
                </a:lnTo>
                <a:lnTo>
                  <a:pt x="833445" y="439046"/>
                </a:lnTo>
                <a:close/>
                <a:moveTo>
                  <a:pt x="788792" y="416721"/>
                </a:moveTo>
                <a:lnTo>
                  <a:pt x="788792" y="349749"/>
                </a:lnTo>
                <a:lnTo>
                  <a:pt x="606474" y="349749"/>
                </a:lnTo>
                <a:cubicBezTo>
                  <a:pt x="587982" y="349749"/>
                  <a:pt x="572988" y="364744"/>
                  <a:pt x="572988" y="383235"/>
                </a:cubicBezTo>
                <a:cubicBezTo>
                  <a:pt x="572988" y="401727"/>
                  <a:pt x="587982" y="416721"/>
                  <a:pt x="606474" y="416721"/>
                </a:cubicBezTo>
                <a:close/>
                <a:moveTo>
                  <a:pt x="66006" y="84909"/>
                </a:moveTo>
                <a:cubicBezTo>
                  <a:pt x="60425" y="82341"/>
                  <a:pt x="57970" y="75681"/>
                  <a:pt x="60537" y="70100"/>
                </a:cubicBezTo>
                <a:cubicBezTo>
                  <a:pt x="63141" y="64519"/>
                  <a:pt x="69764" y="62063"/>
                  <a:pt x="75345" y="64631"/>
                </a:cubicBezTo>
                <a:lnTo>
                  <a:pt x="88405" y="70658"/>
                </a:lnTo>
                <a:cubicBezTo>
                  <a:pt x="109836" y="80555"/>
                  <a:pt x="122748" y="102879"/>
                  <a:pt x="120589" y="126395"/>
                </a:cubicBezTo>
                <a:lnTo>
                  <a:pt x="119287" y="140719"/>
                </a:lnTo>
                <a:cubicBezTo>
                  <a:pt x="117985" y="154858"/>
                  <a:pt x="125724" y="168252"/>
                  <a:pt x="138597" y="174168"/>
                </a:cubicBezTo>
                <a:lnTo>
                  <a:pt x="151657" y="180196"/>
                </a:lnTo>
                <a:cubicBezTo>
                  <a:pt x="173088" y="190093"/>
                  <a:pt x="185999" y="212417"/>
                  <a:pt x="183841" y="235932"/>
                </a:cubicBezTo>
                <a:lnTo>
                  <a:pt x="182538" y="250257"/>
                </a:lnTo>
                <a:cubicBezTo>
                  <a:pt x="181980" y="256396"/>
                  <a:pt x="176511" y="260898"/>
                  <a:pt x="170409" y="260340"/>
                </a:cubicBezTo>
                <a:cubicBezTo>
                  <a:pt x="164270" y="259782"/>
                  <a:pt x="159768" y="254350"/>
                  <a:pt x="160289" y="248211"/>
                </a:cubicBezTo>
                <a:lnTo>
                  <a:pt x="161591" y="233886"/>
                </a:lnTo>
                <a:cubicBezTo>
                  <a:pt x="162894" y="219784"/>
                  <a:pt x="155154" y="206390"/>
                  <a:pt x="142281" y="200437"/>
                </a:cubicBezTo>
                <a:lnTo>
                  <a:pt x="129221" y="194410"/>
                </a:lnTo>
                <a:cubicBezTo>
                  <a:pt x="107790" y="184512"/>
                  <a:pt x="94879" y="162189"/>
                  <a:pt x="97037" y="138673"/>
                </a:cubicBezTo>
                <a:lnTo>
                  <a:pt x="98340" y="124349"/>
                </a:lnTo>
                <a:cubicBezTo>
                  <a:pt x="99642" y="110247"/>
                  <a:pt x="91903" y="96853"/>
                  <a:pt x="79030" y="90900"/>
                </a:cubicBezTo>
                <a:lnTo>
                  <a:pt x="65970" y="84872"/>
                </a:lnTo>
                <a:close/>
                <a:moveTo>
                  <a:pt x="265774" y="17601"/>
                </a:moveTo>
                <a:cubicBezTo>
                  <a:pt x="262240" y="12578"/>
                  <a:pt x="263430" y="5583"/>
                  <a:pt x="268453" y="2049"/>
                </a:cubicBezTo>
                <a:cubicBezTo>
                  <a:pt x="273513" y="-1523"/>
                  <a:pt x="280471" y="-295"/>
                  <a:pt x="284006" y="4728"/>
                </a:cubicBezTo>
                <a:lnTo>
                  <a:pt x="292303" y="16485"/>
                </a:lnTo>
                <a:cubicBezTo>
                  <a:pt x="305921" y="35758"/>
                  <a:pt x="305921" y="61543"/>
                  <a:pt x="292303" y="80853"/>
                </a:cubicBezTo>
                <a:lnTo>
                  <a:pt x="284006" y="92611"/>
                </a:lnTo>
                <a:cubicBezTo>
                  <a:pt x="275820" y="104182"/>
                  <a:pt x="275820" y="119660"/>
                  <a:pt x="284006" y="131232"/>
                </a:cubicBezTo>
                <a:lnTo>
                  <a:pt x="292303" y="142990"/>
                </a:lnTo>
                <a:cubicBezTo>
                  <a:pt x="305921" y="162262"/>
                  <a:pt x="305921" y="188048"/>
                  <a:pt x="292303" y="207358"/>
                </a:cubicBezTo>
                <a:lnTo>
                  <a:pt x="284006" y="219115"/>
                </a:lnTo>
                <a:cubicBezTo>
                  <a:pt x="280471" y="224138"/>
                  <a:pt x="273476" y="225366"/>
                  <a:pt x="268453" y="221794"/>
                </a:cubicBezTo>
                <a:cubicBezTo>
                  <a:pt x="263430" y="218222"/>
                  <a:pt x="262240" y="211264"/>
                  <a:pt x="265774" y="206242"/>
                </a:cubicBezTo>
                <a:lnTo>
                  <a:pt x="274071" y="194484"/>
                </a:lnTo>
                <a:cubicBezTo>
                  <a:pt x="282220" y="182913"/>
                  <a:pt x="282220" y="167435"/>
                  <a:pt x="274071" y="155863"/>
                </a:cubicBezTo>
                <a:lnTo>
                  <a:pt x="265774" y="144105"/>
                </a:lnTo>
                <a:cubicBezTo>
                  <a:pt x="252156" y="124795"/>
                  <a:pt x="252156" y="99010"/>
                  <a:pt x="265774" y="79737"/>
                </a:cubicBezTo>
                <a:lnTo>
                  <a:pt x="274071" y="67980"/>
                </a:lnTo>
                <a:cubicBezTo>
                  <a:pt x="282220" y="56409"/>
                  <a:pt x="282220" y="40931"/>
                  <a:pt x="274071" y="29359"/>
                </a:cubicBezTo>
                <a:close/>
                <a:moveTo>
                  <a:pt x="474800" y="70026"/>
                </a:moveTo>
                <a:cubicBezTo>
                  <a:pt x="474242" y="63887"/>
                  <a:pt x="478744" y="58455"/>
                  <a:pt x="484921" y="57897"/>
                </a:cubicBezTo>
                <a:cubicBezTo>
                  <a:pt x="491060" y="57338"/>
                  <a:pt x="496492" y="61878"/>
                  <a:pt x="497050" y="68017"/>
                </a:cubicBezTo>
                <a:lnTo>
                  <a:pt x="498352" y="82342"/>
                </a:lnTo>
                <a:cubicBezTo>
                  <a:pt x="500510" y="105857"/>
                  <a:pt x="487599" y="128181"/>
                  <a:pt x="466168" y="138078"/>
                </a:cubicBezTo>
                <a:lnTo>
                  <a:pt x="453108" y="144106"/>
                </a:lnTo>
                <a:cubicBezTo>
                  <a:pt x="440234" y="150059"/>
                  <a:pt x="432495" y="163453"/>
                  <a:pt x="433798" y="177554"/>
                </a:cubicBezTo>
                <a:lnTo>
                  <a:pt x="435101" y="191879"/>
                </a:lnTo>
                <a:cubicBezTo>
                  <a:pt x="437258" y="215394"/>
                  <a:pt x="424348" y="237718"/>
                  <a:pt x="402916" y="247616"/>
                </a:cubicBezTo>
                <a:lnTo>
                  <a:pt x="389857" y="253643"/>
                </a:lnTo>
                <a:cubicBezTo>
                  <a:pt x="384276" y="256248"/>
                  <a:pt x="377615" y="253792"/>
                  <a:pt x="375048" y="248211"/>
                </a:cubicBezTo>
                <a:cubicBezTo>
                  <a:pt x="372481" y="242630"/>
                  <a:pt x="374899" y="235969"/>
                  <a:pt x="380518" y="233402"/>
                </a:cubicBezTo>
                <a:lnTo>
                  <a:pt x="393577" y="227375"/>
                </a:lnTo>
                <a:cubicBezTo>
                  <a:pt x="406451" y="221422"/>
                  <a:pt x="414190" y="208028"/>
                  <a:pt x="412887" y="193926"/>
                </a:cubicBezTo>
                <a:lnTo>
                  <a:pt x="411585" y="179601"/>
                </a:lnTo>
                <a:cubicBezTo>
                  <a:pt x="409427" y="156086"/>
                  <a:pt x="422338" y="133762"/>
                  <a:pt x="443769" y="123865"/>
                </a:cubicBezTo>
                <a:lnTo>
                  <a:pt x="456829" y="117837"/>
                </a:lnTo>
                <a:cubicBezTo>
                  <a:pt x="469703" y="111884"/>
                  <a:pt x="477442" y="98490"/>
                  <a:pt x="476139" y="84388"/>
                </a:cubicBezTo>
                <a:lnTo>
                  <a:pt x="474837" y="70064"/>
                </a:lnTo>
                <a:close/>
              </a:path>
            </a:pathLst>
          </a:custGeom>
          <a:solidFill>
            <a:srgbClr val="0084D4"/>
          </a:solid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grpSp>
        <p:nvGrpSpPr>
          <p:cNvPr id="47" name="Groupe 46">
            <a:extLst>
              <a:ext uri="{FF2B5EF4-FFF2-40B4-BE49-F238E27FC236}">
                <a16:creationId xmlns:a16="http://schemas.microsoft.com/office/drawing/2014/main" id="{AB36D7BF-E101-2A87-D4BA-DFD08136D775}"/>
              </a:ext>
            </a:extLst>
          </p:cNvPr>
          <p:cNvGrpSpPr>
            <a:grpSpLocks noChangeAspect="1"/>
          </p:cNvGrpSpPr>
          <p:nvPr/>
        </p:nvGrpSpPr>
        <p:grpSpPr>
          <a:xfrm>
            <a:off x="6565133" y="3009207"/>
            <a:ext cx="324003" cy="334422"/>
            <a:chOff x="8325332" y="3831448"/>
            <a:chExt cx="590607" cy="609601"/>
          </a:xfrm>
          <a:solidFill>
            <a:srgbClr val="0084D4"/>
          </a:solidFill>
        </p:grpSpPr>
        <p:sp>
          <p:nvSpPr>
            <p:cNvPr id="59" name="Ellipse 58">
              <a:extLst>
                <a:ext uri="{FF2B5EF4-FFF2-40B4-BE49-F238E27FC236}">
                  <a16:creationId xmlns:a16="http://schemas.microsoft.com/office/drawing/2014/main" id="{60405578-9CCB-6597-BEE5-49918028D34E}"/>
                </a:ext>
              </a:extLst>
            </p:cNvPr>
            <p:cNvSpPr/>
            <p:nvPr/>
          </p:nvSpPr>
          <p:spPr>
            <a:xfrm>
              <a:off x="8401532" y="4383899"/>
              <a:ext cx="57150" cy="57150"/>
            </a:xfrm>
            <a:prstGeom prst="ellipse">
              <a:avLst/>
            </a:pr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60" name="Forme libre : forme 59">
              <a:extLst>
                <a:ext uri="{FF2B5EF4-FFF2-40B4-BE49-F238E27FC236}">
                  <a16:creationId xmlns:a16="http://schemas.microsoft.com/office/drawing/2014/main" id="{A2ADDFAA-B8BD-944F-27CF-238F185005AE}"/>
                </a:ext>
              </a:extLst>
            </p:cNvPr>
            <p:cNvSpPr/>
            <p:nvPr/>
          </p:nvSpPr>
          <p:spPr>
            <a:xfrm>
              <a:off x="8325332" y="4060048"/>
              <a:ext cx="209607" cy="257175"/>
            </a:xfrm>
            <a:custGeom>
              <a:avLst/>
              <a:gdLst>
                <a:gd name="csX0" fmla="*/ 104775 w 209607"/>
                <a:gd name="csY0" fmla="*/ 0 h 257175"/>
                <a:gd name="csX1" fmla="*/ 0 w 209607"/>
                <a:gd name="csY1" fmla="*/ 104775 h 257175"/>
                <a:gd name="csX2" fmla="*/ 57150 w 209607"/>
                <a:gd name="csY2" fmla="*/ 104775 h 257175"/>
                <a:gd name="csX3" fmla="*/ 104794 w 209607"/>
                <a:gd name="csY3" fmla="*/ 57169 h 257175"/>
                <a:gd name="csX4" fmla="*/ 152400 w 209607"/>
                <a:gd name="csY4" fmla="*/ 104813 h 257175"/>
                <a:gd name="csX5" fmla="*/ 127254 w 209607"/>
                <a:gd name="csY5" fmla="*/ 146780 h 257175"/>
                <a:gd name="csX6" fmla="*/ 76200 w 209607"/>
                <a:gd name="csY6" fmla="*/ 236601 h 257175"/>
                <a:gd name="csX7" fmla="*/ 76200 w 209607"/>
                <a:gd name="csY7" fmla="*/ 257175 h 257175"/>
                <a:gd name="csX8" fmla="*/ 133350 w 209607"/>
                <a:gd name="csY8" fmla="*/ 257175 h 257175"/>
                <a:gd name="csX9" fmla="*/ 133350 w 209607"/>
                <a:gd name="csY9" fmla="*/ 236601 h 257175"/>
                <a:gd name="csX10" fmla="*/ 154400 w 209607"/>
                <a:gd name="csY10" fmla="*/ 197072 h 257175"/>
                <a:gd name="csX11" fmla="*/ 197109 w 209607"/>
                <a:gd name="csY11" fmla="*/ 55187 h 257175"/>
                <a:gd name="csX12" fmla="*/ 104775 w 209607"/>
                <a:gd name="csY12" fmla="*/ 0 h 2571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209607" h="257175">
                  <a:moveTo>
                    <a:pt x="104775" y="0"/>
                  </a:moveTo>
                  <a:cubicBezTo>
                    <a:pt x="46909" y="0"/>
                    <a:pt x="0" y="46909"/>
                    <a:pt x="0" y="104775"/>
                  </a:cubicBezTo>
                  <a:lnTo>
                    <a:pt x="57150" y="104775"/>
                  </a:lnTo>
                  <a:cubicBezTo>
                    <a:pt x="57161" y="78473"/>
                    <a:pt x="78492" y="57159"/>
                    <a:pt x="104794" y="57169"/>
                  </a:cubicBezTo>
                  <a:cubicBezTo>
                    <a:pt x="131097" y="57180"/>
                    <a:pt x="152411" y="78511"/>
                    <a:pt x="152400" y="104813"/>
                  </a:cubicBezTo>
                  <a:cubicBezTo>
                    <a:pt x="152393" y="122368"/>
                    <a:pt x="142730" y="138495"/>
                    <a:pt x="127254" y="146780"/>
                  </a:cubicBezTo>
                  <a:cubicBezTo>
                    <a:pt x="95015" y="165056"/>
                    <a:pt x="75408" y="199551"/>
                    <a:pt x="76200" y="236601"/>
                  </a:cubicBezTo>
                  <a:lnTo>
                    <a:pt x="76200" y="257175"/>
                  </a:lnTo>
                  <a:lnTo>
                    <a:pt x="133350" y="257175"/>
                  </a:lnTo>
                  <a:lnTo>
                    <a:pt x="133350" y="236601"/>
                  </a:lnTo>
                  <a:cubicBezTo>
                    <a:pt x="132718" y="220591"/>
                    <a:pt x="140763" y="205484"/>
                    <a:pt x="154400" y="197072"/>
                  </a:cubicBezTo>
                  <a:cubicBezTo>
                    <a:pt x="205375" y="169685"/>
                    <a:pt x="224496" y="106161"/>
                    <a:pt x="197109" y="55187"/>
                  </a:cubicBezTo>
                  <a:cubicBezTo>
                    <a:pt x="178844" y="21190"/>
                    <a:pt x="143368" y="-14"/>
                    <a:pt x="104775" y="0"/>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63" name="Ellipse 62">
              <a:extLst>
                <a:ext uri="{FF2B5EF4-FFF2-40B4-BE49-F238E27FC236}">
                  <a16:creationId xmlns:a16="http://schemas.microsoft.com/office/drawing/2014/main" id="{E4F5ED6D-BF68-3DF1-5922-3AA1AFAAE746}"/>
                </a:ext>
              </a:extLst>
            </p:cNvPr>
            <p:cNvSpPr/>
            <p:nvPr/>
          </p:nvSpPr>
          <p:spPr>
            <a:xfrm>
              <a:off x="8592032" y="4155299"/>
              <a:ext cx="57150" cy="57150"/>
            </a:xfrm>
            <a:prstGeom prst="ellipse">
              <a:avLst/>
            </a:pr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64" name="Forme libre : forme 63">
              <a:extLst>
                <a:ext uri="{FF2B5EF4-FFF2-40B4-BE49-F238E27FC236}">
                  <a16:creationId xmlns:a16="http://schemas.microsoft.com/office/drawing/2014/main" id="{E5A5944E-C447-7853-2B74-637F1E71B435}"/>
                </a:ext>
              </a:extLst>
            </p:cNvPr>
            <p:cNvSpPr/>
            <p:nvPr/>
          </p:nvSpPr>
          <p:spPr>
            <a:xfrm>
              <a:off x="8515831" y="3831448"/>
              <a:ext cx="209570" cy="257175"/>
            </a:xfrm>
            <a:custGeom>
              <a:avLst/>
              <a:gdLst>
                <a:gd name="csX0" fmla="*/ 133350 w 209570"/>
                <a:gd name="csY0" fmla="*/ 236602 h 257175"/>
                <a:gd name="csX1" fmla="*/ 154400 w 209570"/>
                <a:gd name="csY1" fmla="*/ 197073 h 257175"/>
                <a:gd name="csX2" fmla="*/ 197053 w 209570"/>
                <a:gd name="csY2" fmla="*/ 55170 h 257175"/>
                <a:gd name="csX3" fmla="*/ 55150 w 209570"/>
                <a:gd name="csY3" fmla="*/ 12518 h 257175"/>
                <a:gd name="csX4" fmla="*/ 0 w 209570"/>
                <a:gd name="csY4" fmla="*/ 104776 h 257175"/>
                <a:gd name="csX5" fmla="*/ 57150 w 209570"/>
                <a:gd name="csY5" fmla="*/ 104776 h 257175"/>
                <a:gd name="csX6" fmla="*/ 104794 w 209570"/>
                <a:gd name="csY6" fmla="*/ 57170 h 257175"/>
                <a:gd name="csX7" fmla="*/ 152400 w 209570"/>
                <a:gd name="csY7" fmla="*/ 104814 h 257175"/>
                <a:gd name="csX8" fmla="*/ 127254 w 209570"/>
                <a:gd name="csY8" fmla="*/ 146781 h 257175"/>
                <a:gd name="csX9" fmla="*/ 76200 w 209570"/>
                <a:gd name="csY9" fmla="*/ 236602 h 257175"/>
                <a:gd name="csX10" fmla="*/ 76200 w 209570"/>
                <a:gd name="csY10" fmla="*/ 257176 h 257175"/>
                <a:gd name="csX11" fmla="*/ 133350 w 209570"/>
                <a:gd name="csY11" fmla="*/ 257176 h 2571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09570" h="257175">
                  <a:moveTo>
                    <a:pt x="133350" y="236602"/>
                  </a:moveTo>
                  <a:cubicBezTo>
                    <a:pt x="132718" y="220592"/>
                    <a:pt x="140763" y="205484"/>
                    <a:pt x="154400" y="197073"/>
                  </a:cubicBezTo>
                  <a:cubicBezTo>
                    <a:pt x="205364" y="169666"/>
                    <a:pt x="224460" y="106134"/>
                    <a:pt x="197053" y="55170"/>
                  </a:cubicBezTo>
                  <a:cubicBezTo>
                    <a:pt x="169645" y="4207"/>
                    <a:pt x="106113" y="-14889"/>
                    <a:pt x="55150" y="12518"/>
                  </a:cubicBezTo>
                  <a:cubicBezTo>
                    <a:pt x="21191" y="30780"/>
                    <a:pt x="7" y="66218"/>
                    <a:pt x="0" y="104776"/>
                  </a:cubicBezTo>
                  <a:lnTo>
                    <a:pt x="57150" y="104776"/>
                  </a:lnTo>
                  <a:cubicBezTo>
                    <a:pt x="57161" y="78473"/>
                    <a:pt x="78492" y="57159"/>
                    <a:pt x="104794" y="57170"/>
                  </a:cubicBezTo>
                  <a:cubicBezTo>
                    <a:pt x="131097" y="57180"/>
                    <a:pt x="152411" y="78511"/>
                    <a:pt x="152400" y="104814"/>
                  </a:cubicBezTo>
                  <a:cubicBezTo>
                    <a:pt x="152393" y="122368"/>
                    <a:pt x="142730" y="138495"/>
                    <a:pt x="127254" y="146781"/>
                  </a:cubicBezTo>
                  <a:cubicBezTo>
                    <a:pt x="95015" y="165056"/>
                    <a:pt x="75408" y="199552"/>
                    <a:pt x="76200" y="236602"/>
                  </a:cubicBezTo>
                  <a:lnTo>
                    <a:pt x="76200" y="257176"/>
                  </a:lnTo>
                  <a:lnTo>
                    <a:pt x="133350" y="257176"/>
                  </a:ln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65" name="Ellipse 64">
              <a:extLst>
                <a:ext uri="{FF2B5EF4-FFF2-40B4-BE49-F238E27FC236}">
                  <a16:creationId xmlns:a16="http://schemas.microsoft.com/office/drawing/2014/main" id="{0083C2F2-8B16-AAF4-40B7-3FA6C66D19BC}"/>
                </a:ext>
              </a:extLst>
            </p:cNvPr>
            <p:cNvSpPr/>
            <p:nvPr/>
          </p:nvSpPr>
          <p:spPr>
            <a:xfrm>
              <a:off x="8782532" y="4383899"/>
              <a:ext cx="57150" cy="57150"/>
            </a:xfrm>
            <a:prstGeom prst="ellipse">
              <a:avLst/>
            </a:pr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66" name="Forme libre : forme 65">
              <a:extLst>
                <a:ext uri="{FF2B5EF4-FFF2-40B4-BE49-F238E27FC236}">
                  <a16:creationId xmlns:a16="http://schemas.microsoft.com/office/drawing/2014/main" id="{8DAC7409-4A37-7F8F-35F2-B25B633F794C}"/>
                </a:ext>
              </a:extLst>
            </p:cNvPr>
            <p:cNvSpPr/>
            <p:nvPr/>
          </p:nvSpPr>
          <p:spPr>
            <a:xfrm>
              <a:off x="8706332" y="4060048"/>
              <a:ext cx="209607" cy="257175"/>
            </a:xfrm>
            <a:custGeom>
              <a:avLst/>
              <a:gdLst>
                <a:gd name="csX0" fmla="*/ 104775 w 209607"/>
                <a:gd name="csY0" fmla="*/ 0 h 257175"/>
                <a:gd name="csX1" fmla="*/ 0 w 209607"/>
                <a:gd name="csY1" fmla="*/ 104775 h 257175"/>
                <a:gd name="csX2" fmla="*/ 57150 w 209607"/>
                <a:gd name="csY2" fmla="*/ 104775 h 257175"/>
                <a:gd name="csX3" fmla="*/ 104794 w 209607"/>
                <a:gd name="csY3" fmla="*/ 57169 h 257175"/>
                <a:gd name="csX4" fmla="*/ 152400 w 209607"/>
                <a:gd name="csY4" fmla="*/ 104813 h 257175"/>
                <a:gd name="csX5" fmla="*/ 127254 w 209607"/>
                <a:gd name="csY5" fmla="*/ 146780 h 257175"/>
                <a:gd name="csX6" fmla="*/ 76200 w 209607"/>
                <a:gd name="csY6" fmla="*/ 236601 h 257175"/>
                <a:gd name="csX7" fmla="*/ 76200 w 209607"/>
                <a:gd name="csY7" fmla="*/ 257175 h 257175"/>
                <a:gd name="csX8" fmla="*/ 133350 w 209607"/>
                <a:gd name="csY8" fmla="*/ 257175 h 257175"/>
                <a:gd name="csX9" fmla="*/ 133350 w 209607"/>
                <a:gd name="csY9" fmla="*/ 236601 h 257175"/>
                <a:gd name="csX10" fmla="*/ 154400 w 209607"/>
                <a:gd name="csY10" fmla="*/ 197072 h 257175"/>
                <a:gd name="csX11" fmla="*/ 197109 w 209607"/>
                <a:gd name="csY11" fmla="*/ 55187 h 257175"/>
                <a:gd name="csX12" fmla="*/ 104775 w 209607"/>
                <a:gd name="csY12" fmla="*/ 0 h 2571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209607" h="257175">
                  <a:moveTo>
                    <a:pt x="104775" y="0"/>
                  </a:moveTo>
                  <a:cubicBezTo>
                    <a:pt x="46909" y="0"/>
                    <a:pt x="0" y="46909"/>
                    <a:pt x="0" y="104775"/>
                  </a:cubicBezTo>
                  <a:lnTo>
                    <a:pt x="57150" y="104775"/>
                  </a:lnTo>
                  <a:cubicBezTo>
                    <a:pt x="57161" y="78473"/>
                    <a:pt x="78492" y="57159"/>
                    <a:pt x="104794" y="57169"/>
                  </a:cubicBezTo>
                  <a:cubicBezTo>
                    <a:pt x="131097" y="57180"/>
                    <a:pt x="152411" y="78511"/>
                    <a:pt x="152400" y="104813"/>
                  </a:cubicBezTo>
                  <a:cubicBezTo>
                    <a:pt x="152393" y="122368"/>
                    <a:pt x="142730" y="138495"/>
                    <a:pt x="127254" y="146780"/>
                  </a:cubicBezTo>
                  <a:cubicBezTo>
                    <a:pt x="95015" y="165056"/>
                    <a:pt x="75408" y="199551"/>
                    <a:pt x="76200" y="236601"/>
                  </a:cubicBezTo>
                  <a:lnTo>
                    <a:pt x="76200" y="257175"/>
                  </a:lnTo>
                  <a:lnTo>
                    <a:pt x="133350" y="257175"/>
                  </a:lnTo>
                  <a:lnTo>
                    <a:pt x="133350" y="236601"/>
                  </a:lnTo>
                  <a:cubicBezTo>
                    <a:pt x="132718" y="220591"/>
                    <a:pt x="140763" y="205484"/>
                    <a:pt x="154400" y="197072"/>
                  </a:cubicBezTo>
                  <a:cubicBezTo>
                    <a:pt x="205375" y="169685"/>
                    <a:pt x="224496" y="106161"/>
                    <a:pt x="197109" y="55187"/>
                  </a:cubicBezTo>
                  <a:cubicBezTo>
                    <a:pt x="178844" y="21190"/>
                    <a:pt x="143368" y="-14"/>
                    <a:pt x="104775" y="0"/>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grpSp>
      <p:grpSp>
        <p:nvGrpSpPr>
          <p:cNvPr id="67" name="Groupe 66">
            <a:extLst>
              <a:ext uri="{FF2B5EF4-FFF2-40B4-BE49-F238E27FC236}">
                <a16:creationId xmlns:a16="http://schemas.microsoft.com/office/drawing/2014/main" id="{4FEE173F-1175-29CE-28E4-42E95C56DDCA}"/>
              </a:ext>
            </a:extLst>
          </p:cNvPr>
          <p:cNvGrpSpPr>
            <a:grpSpLocks noChangeAspect="1"/>
          </p:cNvGrpSpPr>
          <p:nvPr/>
        </p:nvGrpSpPr>
        <p:grpSpPr>
          <a:xfrm>
            <a:off x="6601097" y="3474023"/>
            <a:ext cx="252001" cy="302212"/>
            <a:chOff x="5152131" y="3603800"/>
            <a:chExt cx="744593" cy="892968"/>
          </a:xfrm>
          <a:solidFill>
            <a:srgbClr val="0084D4"/>
          </a:solidFill>
        </p:grpSpPr>
        <p:sp>
          <p:nvSpPr>
            <p:cNvPr id="68" name="Forme libre : forme 67">
              <a:extLst>
                <a:ext uri="{FF2B5EF4-FFF2-40B4-BE49-F238E27FC236}">
                  <a16:creationId xmlns:a16="http://schemas.microsoft.com/office/drawing/2014/main" id="{E5F250E6-373A-27B2-1D4A-2DA3A6DDA576}"/>
                </a:ext>
              </a:extLst>
            </p:cNvPr>
            <p:cNvSpPr/>
            <p:nvPr/>
          </p:nvSpPr>
          <p:spPr>
            <a:xfrm>
              <a:off x="5660226" y="3984802"/>
              <a:ext cx="144028" cy="120998"/>
            </a:xfrm>
            <a:custGeom>
              <a:avLst/>
              <a:gdLst>
                <a:gd name="csX0" fmla="*/ 14883 w 144028"/>
                <a:gd name="csY0" fmla="*/ 0 h 120998"/>
                <a:gd name="csX1" fmla="*/ 0 w 144028"/>
                <a:gd name="csY1" fmla="*/ 14883 h 120998"/>
                <a:gd name="csX2" fmla="*/ 14883 w 144028"/>
                <a:gd name="csY2" fmla="*/ 29766 h 120998"/>
                <a:gd name="csX3" fmla="*/ 114743 w 144028"/>
                <a:gd name="csY3" fmla="*/ 109389 h 120998"/>
                <a:gd name="csX4" fmla="*/ 129179 w 144028"/>
                <a:gd name="csY4" fmla="*/ 120998 h 120998"/>
                <a:gd name="csX5" fmla="*/ 132453 w 144028"/>
                <a:gd name="csY5" fmla="*/ 120701 h 120998"/>
                <a:gd name="csX6" fmla="*/ 143616 w 144028"/>
                <a:gd name="csY6" fmla="*/ 102841 h 120998"/>
                <a:gd name="csX7" fmla="*/ 14733 w 144028"/>
                <a:gd name="csY7" fmla="*/ 0 h 1209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44028" h="120998">
                  <a:moveTo>
                    <a:pt x="14883" y="0"/>
                  </a:moveTo>
                  <a:cubicBezTo>
                    <a:pt x="6697" y="0"/>
                    <a:pt x="0" y="6698"/>
                    <a:pt x="0" y="14883"/>
                  </a:cubicBezTo>
                  <a:cubicBezTo>
                    <a:pt x="0" y="23069"/>
                    <a:pt x="6697" y="29766"/>
                    <a:pt x="14883" y="29766"/>
                  </a:cubicBezTo>
                  <a:cubicBezTo>
                    <a:pt x="62955" y="29766"/>
                    <a:pt x="104031" y="62508"/>
                    <a:pt x="114743" y="109389"/>
                  </a:cubicBezTo>
                  <a:cubicBezTo>
                    <a:pt x="116380" y="116235"/>
                    <a:pt x="122482" y="120998"/>
                    <a:pt x="129179" y="120998"/>
                  </a:cubicBezTo>
                  <a:cubicBezTo>
                    <a:pt x="130221" y="120998"/>
                    <a:pt x="131412" y="120998"/>
                    <a:pt x="132453" y="120701"/>
                  </a:cubicBezTo>
                  <a:cubicBezTo>
                    <a:pt x="140490" y="118915"/>
                    <a:pt x="145550" y="110879"/>
                    <a:pt x="143616" y="102841"/>
                  </a:cubicBezTo>
                  <a:cubicBezTo>
                    <a:pt x="129923" y="42268"/>
                    <a:pt x="76941" y="0"/>
                    <a:pt x="14733" y="0"/>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69" name="Forme libre : forme 68">
              <a:extLst>
                <a:ext uri="{FF2B5EF4-FFF2-40B4-BE49-F238E27FC236}">
                  <a16:creationId xmlns:a16="http://schemas.microsoft.com/office/drawing/2014/main" id="{8B7EF5C6-97E0-E087-31A2-CEE47F7C48AA}"/>
                </a:ext>
              </a:extLst>
            </p:cNvPr>
            <p:cNvSpPr/>
            <p:nvPr/>
          </p:nvSpPr>
          <p:spPr>
            <a:xfrm>
              <a:off x="5152131" y="3603800"/>
              <a:ext cx="744593" cy="892968"/>
            </a:xfrm>
            <a:custGeom>
              <a:avLst/>
              <a:gdLst>
                <a:gd name="csX0" fmla="*/ 739977 w 744593"/>
                <a:gd name="csY0" fmla="*/ 807103 h 892968"/>
                <a:gd name="csX1" fmla="*/ 660502 w 744593"/>
                <a:gd name="csY1" fmla="*/ 659313 h 892968"/>
                <a:gd name="csX2" fmla="*/ 723902 w 744593"/>
                <a:gd name="csY2" fmla="*/ 513162 h 892968"/>
                <a:gd name="csX3" fmla="*/ 669729 w 744593"/>
                <a:gd name="csY3" fmla="*/ 376240 h 892968"/>
                <a:gd name="csX4" fmla="*/ 669729 w 744593"/>
                <a:gd name="csY4" fmla="*/ 163413 h 892968"/>
                <a:gd name="csX5" fmla="*/ 669580 w 744593"/>
                <a:gd name="csY5" fmla="*/ 162520 h 892968"/>
                <a:gd name="csX6" fmla="*/ 668836 w 744593"/>
                <a:gd name="csY6" fmla="*/ 158502 h 892968"/>
                <a:gd name="csX7" fmla="*/ 668390 w 744593"/>
                <a:gd name="csY7" fmla="*/ 157163 h 892968"/>
                <a:gd name="csX8" fmla="*/ 665562 w 744593"/>
                <a:gd name="csY8" fmla="*/ 152995 h 892968"/>
                <a:gd name="csX9" fmla="*/ 516734 w 744593"/>
                <a:gd name="csY9" fmla="*/ 4167 h 892968"/>
                <a:gd name="csX10" fmla="*/ 512566 w 744593"/>
                <a:gd name="csY10" fmla="*/ 1339 h 892968"/>
                <a:gd name="csX11" fmla="*/ 511078 w 744593"/>
                <a:gd name="csY11" fmla="*/ 893 h 892968"/>
                <a:gd name="csX12" fmla="*/ 507209 w 744593"/>
                <a:gd name="csY12" fmla="*/ 149 h 892968"/>
                <a:gd name="csX13" fmla="*/ 506316 w 744593"/>
                <a:gd name="csY13" fmla="*/ 0 h 892968"/>
                <a:gd name="csX14" fmla="*/ 74414 w 744593"/>
                <a:gd name="csY14" fmla="*/ 0 h 892968"/>
                <a:gd name="csX15" fmla="*/ 0 w 744593"/>
                <a:gd name="csY15" fmla="*/ 74414 h 892968"/>
                <a:gd name="csX16" fmla="*/ 0 w 744593"/>
                <a:gd name="csY16" fmla="*/ 759023 h 892968"/>
                <a:gd name="csX17" fmla="*/ 74414 w 744593"/>
                <a:gd name="csY17" fmla="*/ 833438 h 892968"/>
                <a:gd name="csX18" fmla="*/ 592936 w 744593"/>
                <a:gd name="csY18" fmla="*/ 833438 h 892968"/>
                <a:gd name="csX19" fmla="*/ 606628 w 744593"/>
                <a:gd name="csY19" fmla="*/ 868412 h 892968"/>
                <a:gd name="csX20" fmla="*/ 640412 w 744593"/>
                <a:gd name="csY20" fmla="*/ 892969 h 892968"/>
                <a:gd name="csX21" fmla="*/ 692651 w 744593"/>
                <a:gd name="csY21" fmla="*/ 880021 h 892968"/>
                <a:gd name="csX22" fmla="*/ 736258 w 744593"/>
                <a:gd name="csY22" fmla="*/ 848767 h 892968"/>
                <a:gd name="csX23" fmla="*/ 739830 w 744593"/>
                <a:gd name="csY23" fmla="*/ 807392 h 892968"/>
                <a:gd name="csX24" fmla="*/ 522988 w 744593"/>
                <a:gd name="csY24" fmla="*/ 684317 h 892968"/>
                <a:gd name="csX25" fmla="*/ 351833 w 744593"/>
                <a:gd name="csY25" fmla="*/ 513162 h 892968"/>
                <a:gd name="csX26" fmla="*/ 522988 w 744593"/>
                <a:gd name="csY26" fmla="*/ 342007 h 892968"/>
                <a:gd name="csX27" fmla="*/ 694143 w 744593"/>
                <a:gd name="csY27" fmla="*/ 513162 h 892968"/>
                <a:gd name="csX28" fmla="*/ 522988 w 744593"/>
                <a:gd name="csY28" fmla="*/ 684317 h 892968"/>
                <a:gd name="csX29" fmla="*/ 520904 w 744593"/>
                <a:gd name="csY29" fmla="*/ 50456 h 892968"/>
                <a:gd name="csX30" fmla="*/ 618983 w 744593"/>
                <a:gd name="csY30" fmla="*/ 148535 h 892968"/>
                <a:gd name="csX31" fmla="*/ 550671 w 744593"/>
                <a:gd name="csY31" fmla="*/ 148535 h 892968"/>
                <a:gd name="csX32" fmla="*/ 520905 w 744593"/>
                <a:gd name="csY32" fmla="*/ 118770 h 892968"/>
                <a:gd name="csX33" fmla="*/ 74420 w 744593"/>
                <a:gd name="csY33" fmla="*/ 803379 h 892968"/>
                <a:gd name="csX34" fmla="*/ 29771 w 744593"/>
                <a:gd name="csY34" fmla="*/ 758731 h 892968"/>
                <a:gd name="csX35" fmla="*/ 29771 w 744593"/>
                <a:gd name="csY35" fmla="*/ 74121 h 892968"/>
                <a:gd name="csX36" fmla="*/ 74420 w 744593"/>
                <a:gd name="csY36" fmla="*/ 29473 h 892968"/>
                <a:gd name="csX37" fmla="*/ 491139 w 744593"/>
                <a:gd name="csY37" fmla="*/ 29473 h 892968"/>
                <a:gd name="csX38" fmla="*/ 491139 w 744593"/>
                <a:gd name="csY38" fmla="*/ 118770 h 892968"/>
                <a:gd name="csX39" fmla="*/ 550670 w 744593"/>
                <a:gd name="csY39" fmla="*/ 178301 h 892968"/>
                <a:gd name="csX40" fmla="*/ 639967 w 744593"/>
                <a:gd name="csY40" fmla="*/ 178301 h 892968"/>
                <a:gd name="csX41" fmla="*/ 639967 w 744593"/>
                <a:gd name="csY41" fmla="*/ 350046 h 892968"/>
                <a:gd name="csX42" fmla="*/ 522990 w 744593"/>
                <a:gd name="csY42" fmla="*/ 312243 h 892968"/>
                <a:gd name="csX43" fmla="*/ 343206 w 744593"/>
                <a:gd name="csY43" fmla="*/ 423867 h 892968"/>
                <a:gd name="csX44" fmla="*/ 253165 w 744593"/>
                <a:gd name="csY44" fmla="*/ 423867 h 892968"/>
                <a:gd name="csX45" fmla="*/ 238282 w 744593"/>
                <a:gd name="csY45" fmla="*/ 438750 h 892968"/>
                <a:gd name="csX46" fmla="*/ 253165 w 744593"/>
                <a:gd name="csY46" fmla="*/ 453632 h 892968"/>
                <a:gd name="csX47" fmla="*/ 331002 w 744593"/>
                <a:gd name="csY47" fmla="*/ 453632 h 892968"/>
                <a:gd name="csX48" fmla="*/ 321924 w 744593"/>
                <a:gd name="csY48" fmla="*/ 513164 h 892968"/>
                <a:gd name="csX49" fmla="*/ 361363 w 744593"/>
                <a:gd name="csY49" fmla="*/ 632226 h 892968"/>
                <a:gd name="csX50" fmla="*/ 253169 w 744593"/>
                <a:gd name="csY50" fmla="*/ 632226 h 892968"/>
                <a:gd name="csX51" fmla="*/ 238286 w 744593"/>
                <a:gd name="csY51" fmla="*/ 647109 h 892968"/>
                <a:gd name="csX52" fmla="*/ 253169 w 744593"/>
                <a:gd name="csY52" fmla="*/ 661992 h 892968"/>
                <a:gd name="csX53" fmla="*/ 388452 w 744593"/>
                <a:gd name="csY53" fmla="*/ 661992 h 892968"/>
                <a:gd name="csX54" fmla="*/ 522993 w 744593"/>
                <a:gd name="csY54" fmla="*/ 714082 h 892968"/>
                <a:gd name="csX55" fmla="*/ 545615 w 744593"/>
                <a:gd name="csY55" fmla="*/ 712743 h 892968"/>
                <a:gd name="csX56" fmla="*/ 581185 w 744593"/>
                <a:gd name="csY56" fmla="*/ 803379 h 892968"/>
                <a:gd name="csX57" fmla="*/ 713786 w 744593"/>
                <a:gd name="csY57" fmla="*/ 829126 h 892968"/>
                <a:gd name="csX58" fmla="*/ 680299 w 744593"/>
                <a:gd name="csY58" fmla="*/ 852641 h 892968"/>
                <a:gd name="csX59" fmla="*/ 640562 w 744593"/>
                <a:gd name="csY59" fmla="*/ 862910 h 892968"/>
                <a:gd name="csX60" fmla="*/ 634609 w 744593"/>
                <a:gd name="csY60" fmla="*/ 857701 h 892968"/>
                <a:gd name="csX61" fmla="*/ 575375 w 744593"/>
                <a:gd name="csY61" fmla="*/ 706787 h 892968"/>
                <a:gd name="csX62" fmla="*/ 636990 w 744593"/>
                <a:gd name="csY62" fmla="*/ 678361 h 892968"/>
                <a:gd name="csX63" fmla="*/ 713934 w 744593"/>
                <a:gd name="csY63" fmla="*/ 821388 h 892968"/>
                <a:gd name="csX64" fmla="*/ 713785 w 744593"/>
                <a:gd name="csY64" fmla="*/ 829127 h 8929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Lst>
              <a:rect l="l" t="t" r="r" b="b"/>
              <a:pathLst>
                <a:path w="744593" h="892968">
                  <a:moveTo>
                    <a:pt x="739977" y="807103"/>
                  </a:moveTo>
                  <a:lnTo>
                    <a:pt x="660502" y="659313"/>
                  </a:lnTo>
                  <a:cubicBezTo>
                    <a:pt x="699496" y="622701"/>
                    <a:pt x="723902" y="570760"/>
                    <a:pt x="723902" y="513162"/>
                  </a:cubicBezTo>
                  <a:cubicBezTo>
                    <a:pt x="723902" y="460328"/>
                    <a:pt x="703215" y="412254"/>
                    <a:pt x="669729" y="376240"/>
                  </a:cubicBezTo>
                  <a:lnTo>
                    <a:pt x="669729" y="163413"/>
                  </a:lnTo>
                  <a:cubicBezTo>
                    <a:pt x="669729" y="163413"/>
                    <a:pt x="669580" y="162818"/>
                    <a:pt x="669580" y="162520"/>
                  </a:cubicBezTo>
                  <a:cubicBezTo>
                    <a:pt x="669580" y="161181"/>
                    <a:pt x="669283" y="159841"/>
                    <a:pt x="668836" y="158502"/>
                  </a:cubicBezTo>
                  <a:lnTo>
                    <a:pt x="668390" y="157163"/>
                  </a:lnTo>
                  <a:cubicBezTo>
                    <a:pt x="667645" y="155674"/>
                    <a:pt x="666752" y="154186"/>
                    <a:pt x="665562" y="152995"/>
                  </a:cubicBezTo>
                  <a:lnTo>
                    <a:pt x="516734" y="4167"/>
                  </a:lnTo>
                  <a:cubicBezTo>
                    <a:pt x="515543" y="2977"/>
                    <a:pt x="514055" y="2084"/>
                    <a:pt x="512566" y="1339"/>
                  </a:cubicBezTo>
                  <a:cubicBezTo>
                    <a:pt x="512120" y="1191"/>
                    <a:pt x="511673" y="1042"/>
                    <a:pt x="511078" y="893"/>
                  </a:cubicBezTo>
                  <a:cubicBezTo>
                    <a:pt x="509888" y="446"/>
                    <a:pt x="508548" y="149"/>
                    <a:pt x="507209" y="149"/>
                  </a:cubicBezTo>
                  <a:cubicBezTo>
                    <a:pt x="506911" y="149"/>
                    <a:pt x="506613" y="0"/>
                    <a:pt x="506316" y="0"/>
                  </a:cubicBezTo>
                  <a:lnTo>
                    <a:pt x="74414" y="0"/>
                  </a:lnTo>
                  <a:cubicBezTo>
                    <a:pt x="33338" y="0"/>
                    <a:pt x="0" y="33338"/>
                    <a:pt x="0" y="74414"/>
                  </a:cubicBezTo>
                  <a:lnTo>
                    <a:pt x="0" y="759023"/>
                  </a:lnTo>
                  <a:cubicBezTo>
                    <a:pt x="0" y="800100"/>
                    <a:pt x="33338" y="833438"/>
                    <a:pt x="74414" y="833438"/>
                  </a:cubicBezTo>
                  <a:lnTo>
                    <a:pt x="592936" y="833438"/>
                  </a:lnTo>
                  <a:lnTo>
                    <a:pt x="606628" y="868412"/>
                  </a:lnTo>
                  <a:cubicBezTo>
                    <a:pt x="611837" y="883147"/>
                    <a:pt x="625381" y="892969"/>
                    <a:pt x="640412" y="892969"/>
                  </a:cubicBezTo>
                  <a:cubicBezTo>
                    <a:pt x="656486" y="892969"/>
                    <a:pt x="674047" y="888653"/>
                    <a:pt x="692651" y="880021"/>
                  </a:cubicBezTo>
                  <a:cubicBezTo>
                    <a:pt x="711404" y="871388"/>
                    <a:pt x="725989" y="860822"/>
                    <a:pt x="736258" y="848767"/>
                  </a:cubicBezTo>
                  <a:cubicBezTo>
                    <a:pt x="745931" y="837308"/>
                    <a:pt x="747271" y="820639"/>
                    <a:pt x="739830" y="807392"/>
                  </a:cubicBezTo>
                  <a:close/>
                  <a:moveTo>
                    <a:pt x="522988" y="684317"/>
                  </a:moveTo>
                  <a:cubicBezTo>
                    <a:pt x="428631" y="684317"/>
                    <a:pt x="351833" y="607521"/>
                    <a:pt x="351833" y="513162"/>
                  </a:cubicBezTo>
                  <a:cubicBezTo>
                    <a:pt x="351833" y="418802"/>
                    <a:pt x="428628" y="342007"/>
                    <a:pt x="522988" y="342007"/>
                  </a:cubicBezTo>
                  <a:cubicBezTo>
                    <a:pt x="617347" y="342007"/>
                    <a:pt x="694143" y="418802"/>
                    <a:pt x="694143" y="513162"/>
                  </a:cubicBezTo>
                  <a:cubicBezTo>
                    <a:pt x="694143" y="607521"/>
                    <a:pt x="617347" y="684317"/>
                    <a:pt x="522988" y="684317"/>
                  </a:cubicBezTo>
                  <a:close/>
                  <a:moveTo>
                    <a:pt x="520904" y="50456"/>
                  </a:moveTo>
                  <a:lnTo>
                    <a:pt x="618983" y="148535"/>
                  </a:lnTo>
                  <a:lnTo>
                    <a:pt x="550671" y="148535"/>
                  </a:lnTo>
                  <a:cubicBezTo>
                    <a:pt x="534299" y="148535"/>
                    <a:pt x="520905" y="135141"/>
                    <a:pt x="520905" y="118770"/>
                  </a:cubicBezTo>
                  <a:close/>
                  <a:moveTo>
                    <a:pt x="74420" y="803379"/>
                  </a:moveTo>
                  <a:cubicBezTo>
                    <a:pt x="49863" y="803379"/>
                    <a:pt x="29771" y="783287"/>
                    <a:pt x="29771" y="758731"/>
                  </a:cubicBezTo>
                  <a:lnTo>
                    <a:pt x="29771" y="74121"/>
                  </a:lnTo>
                  <a:cubicBezTo>
                    <a:pt x="29771" y="49565"/>
                    <a:pt x="49863" y="29473"/>
                    <a:pt x="74420" y="29473"/>
                  </a:cubicBezTo>
                  <a:lnTo>
                    <a:pt x="491139" y="29473"/>
                  </a:lnTo>
                  <a:lnTo>
                    <a:pt x="491139" y="118770"/>
                  </a:lnTo>
                  <a:cubicBezTo>
                    <a:pt x="491139" y="151660"/>
                    <a:pt x="517779" y="178301"/>
                    <a:pt x="550670" y="178301"/>
                  </a:cubicBezTo>
                  <a:lnTo>
                    <a:pt x="639967" y="178301"/>
                  </a:lnTo>
                  <a:lnTo>
                    <a:pt x="639967" y="350046"/>
                  </a:lnTo>
                  <a:cubicBezTo>
                    <a:pt x="606926" y="326382"/>
                    <a:pt x="566743" y="312243"/>
                    <a:pt x="522990" y="312243"/>
                  </a:cubicBezTo>
                  <a:cubicBezTo>
                    <a:pt x="444260" y="312243"/>
                    <a:pt x="376248" y="357784"/>
                    <a:pt x="343206" y="423867"/>
                  </a:cubicBezTo>
                  <a:lnTo>
                    <a:pt x="253165" y="423867"/>
                  </a:lnTo>
                  <a:cubicBezTo>
                    <a:pt x="244979" y="423867"/>
                    <a:pt x="238282" y="430564"/>
                    <a:pt x="238282" y="438750"/>
                  </a:cubicBezTo>
                  <a:cubicBezTo>
                    <a:pt x="238282" y="446935"/>
                    <a:pt x="244979" y="453632"/>
                    <a:pt x="253165" y="453632"/>
                  </a:cubicBezTo>
                  <a:lnTo>
                    <a:pt x="331002" y="453632"/>
                  </a:lnTo>
                  <a:cubicBezTo>
                    <a:pt x="325198" y="472385"/>
                    <a:pt x="321924" y="492476"/>
                    <a:pt x="321924" y="513164"/>
                  </a:cubicBezTo>
                  <a:cubicBezTo>
                    <a:pt x="321924" y="557812"/>
                    <a:pt x="336658" y="598889"/>
                    <a:pt x="361363" y="632226"/>
                  </a:cubicBezTo>
                  <a:lnTo>
                    <a:pt x="253169" y="632226"/>
                  </a:lnTo>
                  <a:cubicBezTo>
                    <a:pt x="244983" y="632226"/>
                    <a:pt x="238286" y="638923"/>
                    <a:pt x="238286" y="647109"/>
                  </a:cubicBezTo>
                  <a:cubicBezTo>
                    <a:pt x="238286" y="655295"/>
                    <a:pt x="244983" y="661992"/>
                    <a:pt x="253169" y="661992"/>
                  </a:cubicBezTo>
                  <a:lnTo>
                    <a:pt x="388452" y="661992"/>
                  </a:lnTo>
                  <a:cubicBezTo>
                    <a:pt x="424171" y="694287"/>
                    <a:pt x="471201" y="714082"/>
                    <a:pt x="522993" y="714082"/>
                  </a:cubicBezTo>
                  <a:cubicBezTo>
                    <a:pt x="530583" y="714082"/>
                    <a:pt x="538174" y="713487"/>
                    <a:pt x="545615" y="712743"/>
                  </a:cubicBezTo>
                  <a:lnTo>
                    <a:pt x="581185" y="803379"/>
                  </a:lnTo>
                  <a:close/>
                  <a:moveTo>
                    <a:pt x="713786" y="829126"/>
                  </a:moveTo>
                  <a:cubicBezTo>
                    <a:pt x="706493" y="837758"/>
                    <a:pt x="694884" y="845943"/>
                    <a:pt x="680299" y="852641"/>
                  </a:cubicBezTo>
                  <a:cubicBezTo>
                    <a:pt x="661993" y="861125"/>
                    <a:pt x="648599" y="862910"/>
                    <a:pt x="640562" y="862910"/>
                  </a:cubicBezTo>
                  <a:cubicBezTo>
                    <a:pt x="638181" y="862910"/>
                    <a:pt x="635800" y="860976"/>
                    <a:pt x="634609" y="857701"/>
                  </a:cubicBezTo>
                  <a:lnTo>
                    <a:pt x="575375" y="706787"/>
                  </a:lnTo>
                  <a:cubicBezTo>
                    <a:pt x="597700" y="700685"/>
                    <a:pt x="618534" y="691160"/>
                    <a:pt x="636990" y="678361"/>
                  </a:cubicBezTo>
                  <a:lnTo>
                    <a:pt x="713934" y="821388"/>
                  </a:lnTo>
                  <a:cubicBezTo>
                    <a:pt x="715422" y="824067"/>
                    <a:pt x="715422" y="827193"/>
                    <a:pt x="713785" y="829127"/>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70" name="Forme libre : forme 69">
              <a:extLst>
                <a:ext uri="{FF2B5EF4-FFF2-40B4-BE49-F238E27FC236}">
                  <a16:creationId xmlns:a16="http://schemas.microsoft.com/office/drawing/2014/main" id="{6036183F-B9CC-29AE-625A-384AF0723A21}"/>
                </a:ext>
              </a:extLst>
            </p:cNvPr>
            <p:cNvSpPr/>
            <p:nvPr/>
          </p:nvSpPr>
          <p:spPr>
            <a:xfrm>
              <a:off x="5241428" y="3782101"/>
              <a:ext cx="104180" cy="104180"/>
            </a:xfrm>
            <a:custGeom>
              <a:avLst/>
              <a:gdLst>
                <a:gd name="csX0" fmla="*/ 52090 w 104180"/>
                <a:gd name="csY0" fmla="*/ 0 h 104180"/>
                <a:gd name="csX1" fmla="*/ 0 w 104180"/>
                <a:gd name="csY1" fmla="*/ 52090 h 104180"/>
                <a:gd name="csX2" fmla="*/ 52090 w 104180"/>
                <a:gd name="csY2" fmla="*/ 104181 h 104180"/>
                <a:gd name="csX3" fmla="*/ 104181 w 104180"/>
                <a:gd name="csY3" fmla="*/ 52090 h 104180"/>
                <a:gd name="csX4" fmla="*/ 52090 w 104180"/>
                <a:gd name="csY4" fmla="*/ 0 h 104180"/>
                <a:gd name="csX5" fmla="*/ 52090 w 104180"/>
                <a:gd name="csY5" fmla="*/ 74414 h 104180"/>
                <a:gd name="csX6" fmla="*/ 29766 w 104180"/>
                <a:gd name="csY6" fmla="*/ 52089 h 104180"/>
                <a:gd name="csX7" fmla="*/ 52090 w 104180"/>
                <a:gd name="csY7" fmla="*/ 29765 h 104180"/>
                <a:gd name="csX8" fmla="*/ 74415 w 104180"/>
                <a:gd name="csY8" fmla="*/ 52089 h 104180"/>
                <a:gd name="csX9" fmla="*/ 52090 w 104180"/>
                <a:gd name="csY9" fmla="*/ 74414 h 1041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180" h="104180">
                  <a:moveTo>
                    <a:pt x="52090" y="0"/>
                  </a:moveTo>
                  <a:cubicBezTo>
                    <a:pt x="23367" y="0"/>
                    <a:pt x="0" y="23366"/>
                    <a:pt x="0" y="52090"/>
                  </a:cubicBezTo>
                  <a:cubicBezTo>
                    <a:pt x="0" y="80815"/>
                    <a:pt x="23366" y="104181"/>
                    <a:pt x="52090" y="104181"/>
                  </a:cubicBezTo>
                  <a:cubicBezTo>
                    <a:pt x="80815" y="104181"/>
                    <a:pt x="104181" y="80815"/>
                    <a:pt x="104181" y="52090"/>
                  </a:cubicBezTo>
                  <a:cubicBezTo>
                    <a:pt x="104181" y="23366"/>
                    <a:pt x="80815" y="0"/>
                    <a:pt x="52090" y="0"/>
                  </a:cubicBezTo>
                  <a:close/>
                  <a:moveTo>
                    <a:pt x="52090" y="74414"/>
                  </a:moveTo>
                  <a:cubicBezTo>
                    <a:pt x="39737" y="74414"/>
                    <a:pt x="29766" y="64442"/>
                    <a:pt x="29766" y="52089"/>
                  </a:cubicBezTo>
                  <a:cubicBezTo>
                    <a:pt x="29766" y="39736"/>
                    <a:pt x="39737" y="29765"/>
                    <a:pt x="52090" y="29765"/>
                  </a:cubicBezTo>
                  <a:cubicBezTo>
                    <a:pt x="64443" y="29765"/>
                    <a:pt x="74415" y="39736"/>
                    <a:pt x="74415" y="52089"/>
                  </a:cubicBezTo>
                  <a:cubicBezTo>
                    <a:pt x="74415" y="64442"/>
                    <a:pt x="64443" y="74414"/>
                    <a:pt x="52090" y="74414"/>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71" name="Forme libre : forme 70">
              <a:extLst>
                <a:ext uri="{FF2B5EF4-FFF2-40B4-BE49-F238E27FC236}">
                  <a16:creationId xmlns:a16="http://schemas.microsoft.com/office/drawing/2014/main" id="{423587EC-3105-848C-86E3-B66AB3F4963E}"/>
                </a:ext>
              </a:extLst>
            </p:cNvPr>
            <p:cNvSpPr/>
            <p:nvPr/>
          </p:nvSpPr>
          <p:spPr>
            <a:xfrm>
              <a:off x="5390554" y="3819306"/>
              <a:ext cx="282473" cy="29765"/>
            </a:xfrm>
            <a:custGeom>
              <a:avLst/>
              <a:gdLst>
                <a:gd name="csX0" fmla="*/ 14883 w 282473"/>
                <a:gd name="csY0" fmla="*/ 29766 h 29765"/>
                <a:gd name="csX1" fmla="*/ 267591 w 282473"/>
                <a:gd name="csY1" fmla="*/ 29766 h 29765"/>
                <a:gd name="csX2" fmla="*/ 282473 w 282473"/>
                <a:gd name="csY2" fmla="*/ 14883 h 29765"/>
                <a:gd name="csX3" fmla="*/ 267591 w 282473"/>
                <a:gd name="csY3" fmla="*/ 0 h 29765"/>
                <a:gd name="csX4" fmla="*/ 14883 w 282473"/>
                <a:gd name="csY4" fmla="*/ 0 h 29765"/>
                <a:gd name="csX5" fmla="*/ 0 w 282473"/>
                <a:gd name="csY5" fmla="*/ 14883 h 29765"/>
                <a:gd name="csX6" fmla="*/ 14883 w 282473"/>
                <a:gd name="csY6" fmla="*/ 29766 h 2976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82473" h="29765">
                  <a:moveTo>
                    <a:pt x="14883" y="29766"/>
                  </a:moveTo>
                  <a:lnTo>
                    <a:pt x="267591" y="29766"/>
                  </a:lnTo>
                  <a:cubicBezTo>
                    <a:pt x="275776" y="29766"/>
                    <a:pt x="282473" y="23068"/>
                    <a:pt x="282473" y="14883"/>
                  </a:cubicBezTo>
                  <a:cubicBezTo>
                    <a:pt x="282473" y="6697"/>
                    <a:pt x="275776" y="0"/>
                    <a:pt x="267591" y="0"/>
                  </a:cubicBezTo>
                  <a:lnTo>
                    <a:pt x="14883" y="0"/>
                  </a:lnTo>
                  <a:cubicBezTo>
                    <a:pt x="6697" y="0"/>
                    <a:pt x="0" y="6697"/>
                    <a:pt x="0" y="14883"/>
                  </a:cubicBezTo>
                  <a:cubicBezTo>
                    <a:pt x="0" y="23068"/>
                    <a:pt x="6697" y="29766"/>
                    <a:pt x="14883" y="29766"/>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72" name="Forme libre : forme 71">
              <a:extLst>
                <a:ext uri="{FF2B5EF4-FFF2-40B4-BE49-F238E27FC236}">
                  <a16:creationId xmlns:a16="http://schemas.microsoft.com/office/drawing/2014/main" id="{9367AC80-218B-08F4-1A24-D04A3D71C022}"/>
                </a:ext>
              </a:extLst>
            </p:cNvPr>
            <p:cNvSpPr/>
            <p:nvPr/>
          </p:nvSpPr>
          <p:spPr>
            <a:xfrm>
              <a:off x="5241428" y="3990460"/>
              <a:ext cx="104180" cy="104180"/>
            </a:xfrm>
            <a:custGeom>
              <a:avLst/>
              <a:gdLst>
                <a:gd name="csX0" fmla="*/ 52090 w 104180"/>
                <a:gd name="csY0" fmla="*/ 0 h 104180"/>
                <a:gd name="csX1" fmla="*/ 0 w 104180"/>
                <a:gd name="csY1" fmla="*/ 52090 h 104180"/>
                <a:gd name="csX2" fmla="*/ 52090 w 104180"/>
                <a:gd name="csY2" fmla="*/ 104181 h 104180"/>
                <a:gd name="csX3" fmla="*/ 104181 w 104180"/>
                <a:gd name="csY3" fmla="*/ 52090 h 104180"/>
                <a:gd name="csX4" fmla="*/ 52090 w 104180"/>
                <a:gd name="csY4" fmla="*/ 0 h 104180"/>
                <a:gd name="csX5" fmla="*/ 52090 w 104180"/>
                <a:gd name="csY5" fmla="*/ 74414 h 104180"/>
                <a:gd name="csX6" fmla="*/ 29766 w 104180"/>
                <a:gd name="csY6" fmla="*/ 52089 h 104180"/>
                <a:gd name="csX7" fmla="*/ 52090 w 104180"/>
                <a:gd name="csY7" fmla="*/ 29765 h 104180"/>
                <a:gd name="csX8" fmla="*/ 74415 w 104180"/>
                <a:gd name="csY8" fmla="*/ 52089 h 104180"/>
                <a:gd name="csX9" fmla="*/ 52090 w 104180"/>
                <a:gd name="csY9" fmla="*/ 74414 h 1041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180" h="104180">
                  <a:moveTo>
                    <a:pt x="52090" y="0"/>
                  </a:moveTo>
                  <a:cubicBezTo>
                    <a:pt x="23367" y="0"/>
                    <a:pt x="0" y="23366"/>
                    <a:pt x="0" y="52090"/>
                  </a:cubicBezTo>
                  <a:cubicBezTo>
                    <a:pt x="0" y="80815"/>
                    <a:pt x="23366" y="104181"/>
                    <a:pt x="52090" y="104181"/>
                  </a:cubicBezTo>
                  <a:cubicBezTo>
                    <a:pt x="80815" y="104181"/>
                    <a:pt x="104181" y="80815"/>
                    <a:pt x="104181" y="52090"/>
                  </a:cubicBezTo>
                  <a:cubicBezTo>
                    <a:pt x="104181" y="23366"/>
                    <a:pt x="80815" y="0"/>
                    <a:pt x="52090" y="0"/>
                  </a:cubicBezTo>
                  <a:close/>
                  <a:moveTo>
                    <a:pt x="52090" y="74414"/>
                  </a:moveTo>
                  <a:cubicBezTo>
                    <a:pt x="39737" y="74414"/>
                    <a:pt x="29766" y="64442"/>
                    <a:pt x="29766" y="52089"/>
                  </a:cubicBezTo>
                  <a:cubicBezTo>
                    <a:pt x="29766" y="39736"/>
                    <a:pt x="39737" y="29765"/>
                    <a:pt x="52090" y="29765"/>
                  </a:cubicBezTo>
                  <a:cubicBezTo>
                    <a:pt x="64443" y="29765"/>
                    <a:pt x="74415" y="39736"/>
                    <a:pt x="74415" y="52089"/>
                  </a:cubicBezTo>
                  <a:cubicBezTo>
                    <a:pt x="74415" y="64442"/>
                    <a:pt x="64443" y="74414"/>
                    <a:pt x="52090" y="74414"/>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73" name="Forme libre : forme 72">
              <a:extLst>
                <a:ext uri="{FF2B5EF4-FFF2-40B4-BE49-F238E27FC236}">
                  <a16:creationId xmlns:a16="http://schemas.microsoft.com/office/drawing/2014/main" id="{F8BFD46B-A4C4-9200-D8E0-F7DEE08DC970}"/>
                </a:ext>
              </a:extLst>
            </p:cNvPr>
            <p:cNvSpPr/>
            <p:nvPr/>
          </p:nvSpPr>
          <p:spPr>
            <a:xfrm>
              <a:off x="5241428" y="4198820"/>
              <a:ext cx="104180" cy="104180"/>
            </a:xfrm>
            <a:custGeom>
              <a:avLst/>
              <a:gdLst>
                <a:gd name="csX0" fmla="*/ 52090 w 104180"/>
                <a:gd name="csY0" fmla="*/ 0 h 104180"/>
                <a:gd name="csX1" fmla="*/ 0 w 104180"/>
                <a:gd name="csY1" fmla="*/ 52090 h 104180"/>
                <a:gd name="csX2" fmla="*/ 52090 w 104180"/>
                <a:gd name="csY2" fmla="*/ 104181 h 104180"/>
                <a:gd name="csX3" fmla="*/ 104181 w 104180"/>
                <a:gd name="csY3" fmla="*/ 52090 h 104180"/>
                <a:gd name="csX4" fmla="*/ 52090 w 104180"/>
                <a:gd name="csY4" fmla="*/ 0 h 104180"/>
                <a:gd name="csX5" fmla="*/ 52090 w 104180"/>
                <a:gd name="csY5" fmla="*/ 74414 h 104180"/>
                <a:gd name="csX6" fmla="*/ 29766 w 104180"/>
                <a:gd name="csY6" fmla="*/ 52089 h 104180"/>
                <a:gd name="csX7" fmla="*/ 52090 w 104180"/>
                <a:gd name="csY7" fmla="*/ 29765 h 104180"/>
                <a:gd name="csX8" fmla="*/ 74415 w 104180"/>
                <a:gd name="csY8" fmla="*/ 52089 h 104180"/>
                <a:gd name="csX9" fmla="*/ 52090 w 104180"/>
                <a:gd name="csY9" fmla="*/ 74414 h 1041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180" h="104180">
                  <a:moveTo>
                    <a:pt x="52090" y="0"/>
                  </a:moveTo>
                  <a:cubicBezTo>
                    <a:pt x="23367" y="0"/>
                    <a:pt x="0" y="23366"/>
                    <a:pt x="0" y="52090"/>
                  </a:cubicBezTo>
                  <a:cubicBezTo>
                    <a:pt x="0" y="80815"/>
                    <a:pt x="23366" y="104181"/>
                    <a:pt x="52090" y="104181"/>
                  </a:cubicBezTo>
                  <a:cubicBezTo>
                    <a:pt x="80815" y="104181"/>
                    <a:pt x="104181" y="80815"/>
                    <a:pt x="104181" y="52090"/>
                  </a:cubicBezTo>
                  <a:cubicBezTo>
                    <a:pt x="104181" y="23366"/>
                    <a:pt x="80815" y="0"/>
                    <a:pt x="52090" y="0"/>
                  </a:cubicBezTo>
                  <a:close/>
                  <a:moveTo>
                    <a:pt x="52090" y="74414"/>
                  </a:moveTo>
                  <a:cubicBezTo>
                    <a:pt x="39737" y="74414"/>
                    <a:pt x="29766" y="64442"/>
                    <a:pt x="29766" y="52089"/>
                  </a:cubicBezTo>
                  <a:cubicBezTo>
                    <a:pt x="29766" y="39736"/>
                    <a:pt x="39737" y="29765"/>
                    <a:pt x="52090" y="29765"/>
                  </a:cubicBezTo>
                  <a:cubicBezTo>
                    <a:pt x="64443" y="29765"/>
                    <a:pt x="74415" y="39736"/>
                    <a:pt x="74415" y="52089"/>
                  </a:cubicBezTo>
                  <a:cubicBezTo>
                    <a:pt x="74415" y="64442"/>
                    <a:pt x="64443" y="74414"/>
                    <a:pt x="52090" y="74414"/>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grpSp>
      <p:grpSp>
        <p:nvGrpSpPr>
          <p:cNvPr id="74" name="Groupe 73">
            <a:extLst>
              <a:ext uri="{FF2B5EF4-FFF2-40B4-BE49-F238E27FC236}">
                <a16:creationId xmlns:a16="http://schemas.microsoft.com/office/drawing/2014/main" id="{4C5FCF6E-34F1-EEEE-AA15-66B8F89B96F5}"/>
              </a:ext>
            </a:extLst>
          </p:cNvPr>
          <p:cNvGrpSpPr>
            <a:grpSpLocks noChangeAspect="1"/>
          </p:cNvGrpSpPr>
          <p:nvPr/>
        </p:nvGrpSpPr>
        <p:grpSpPr>
          <a:xfrm>
            <a:off x="6547094" y="3906628"/>
            <a:ext cx="360001" cy="276739"/>
            <a:chOff x="4625545" y="4184041"/>
            <a:chExt cx="825253" cy="634390"/>
          </a:xfrm>
          <a:solidFill>
            <a:srgbClr val="0084D4"/>
          </a:solidFill>
        </p:grpSpPr>
        <p:sp>
          <p:nvSpPr>
            <p:cNvPr id="75" name="Forme libre : forme 74">
              <a:extLst>
                <a:ext uri="{FF2B5EF4-FFF2-40B4-BE49-F238E27FC236}">
                  <a16:creationId xmlns:a16="http://schemas.microsoft.com/office/drawing/2014/main" id="{81EBBA7B-1A21-F975-5530-CDA00F145931}"/>
                </a:ext>
              </a:extLst>
            </p:cNvPr>
            <p:cNvSpPr/>
            <p:nvPr/>
          </p:nvSpPr>
          <p:spPr>
            <a:xfrm>
              <a:off x="5043681" y="4555701"/>
              <a:ext cx="300238" cy="262688"/>
            </a:xfrm>
            <a:custGeom>
              <a:avLst/>
              <a:gdLst>
                <a:gd name="csX0" fmla="*/ 239947 w 300238"/>
                <a:gd name="csY0" fmla="*/ 44 h 262688"/>
                <a:gd name="csX1" fmla="*/ 194518 w 300238"/>
                <a:gd name="csY1" fmla="*/ 14369 h 262688"/>
                <a:gd name="csX2" fmla="*/ 140270 w 300238"/>
                <a:gd name="csY2" fmla="*/ 41753 h 262688"/>
                <a:gd name="csX3" fmla="*/ 49261 w 300238"/>
                <a:gd name="csY3" fmla="*/ 59612 h 262688"/>
                <a:gd name="csX4" fmla="*/ 15775 w 300238"/>
                <a:gd name="csY4" fmla="*/ 86179 h 262688"/>
                <a:gd name="csX5" fmla="*/ 0 w 300238"/>
                <a:gd name="csY5" fmla="*/ 120223 h 262688"/>
                <a:gd name="csX6" fmla="*/ 0 w 300238"/>
                <a:gd name="csY6" fmla="*/ 244419 h 262688"/>
                <a:gd name="csX7" fmla="*/ 0 w 300238"/>
                <a:gd name="csY7" fmla="*/ 244382 h 262688"/>
                <a:gd name="csX8" fmla="*/ 18306 w 300238"/>
                <a:gd name="csY8" fmla="*/ 262688 h 262688"/>
                <a:gd name="csX9" fmla="*/ 36612 w 300238"/>
                <a:gd name="csY9" fmla="*/ 244382 h 262688"/>
                <a:gd name="csX10" fmla="*/ 36612 w 300238"/>
                <a:gd name="csY10" fmla="*/ 120186 h 262688"/>
                <a:gd name="csX11" fmla="*/ 43123 w 300238"/>
                <a:gd name="csY11" fmla="*/ 110475 h 262688"/>
                <a:gd name="csX12" fmla="*/ 67531 w 300238"/>
                <a:gd name="csY12" fmla="*/ 91313 h 262688"/>
                <a:gd name="csX13" fmla="*/ 137852 w 300238"/>
                <a:gd name="csY13" fmla="*/ 78738 h 262688"/>
                <a:gd name="csX14" fmla="*/ 137890 w 300238"/>
                <a:gd name="csY14" fmla="*/ 78775 h 262688"/>
                <a:gd name="csX15" fmla="*/ 150875 w 300238"/>
                <a:gd name="csY15" fmla="*/ 77435 h 262688"/>
                <a:gd name="csX16" fmla="*/ 211820 w 300238"/>
                <a:gd name="csY16" fmla="*/ 46665 h 262688"/>
                <a:gd name="csX17" fmla="*/ 211820 w 300238"/>
                <a:gd name="csY17" fmla="*/ 46628 h 262688"/>
                <a:gd name="csX18" fmla="*/ 213420 w 300238"/>
                <a:gd name="csY18" fmla="*/ 45735 h 262688"/>
                <a:gd name="csX19" fmla="*/ 257138 w 300238"/>
                <a:gd name="csY19" fmla="*/ 40228 h 262688"/>
                <a:gd name="csX20" fmla="*/ 262533 w 300238"/>
                <a:gd name="csY20" fmla="*/ 47074 h 262688"/>
                <a:gd name="csX21" fmla="*/ 262607 w 300238"/>
                <a:gd name="csY21" fmla="*/ 47260 h 262688"/>
                <a:gd name="csX22" fmla="*/ 157794 w 300238"/>
                <a:gd name="csY22" fmla="*/ 106382 h 262688"/>
                <a:gd name="csX23" fmla="*/ 157831 w 300238"/>
                <a:gd name="csY23" fmla="*/ 106382 h 262688"/>
                <a:gd name="csX24" fmla="*/ 149199 w 300238"/>
                <a:gd name="csY24" fmla="*/ 117395 h 262688"/>
                <a:gd name="csX25" fmla="*/ 150873 w 300238"/>
                <a:gd name="csY25" fmla="*/ 131310 h 262688"/>
                <a:gd name="csX26" fmla="*/ 161924 w 300238"/>
                <a:gd name="csY26" fmla="*/ 139942 h 262688"/>
                <a:gd name="csX27" fmla="*/ 175839 w 300238"/>
                <a:gd name="csY27" fmla="*/ 138267 h 262688"/>
                <a:gd name="csX28" fmla="*/ 284786 w 300238"/>
                <a:gd name="csY28" fmla="*/ 76765 h 262688"/>
                <a:gd name="csX29" fmla="*/ 286944 w 300238"/>
                <a:gd name="csY29" fmla="*/ 75351 h 262688"/>
                <a:gd name="csX30" fmla="*/ 300227 w 300238"/>
                <a:gd name="csY30" fmla="*/ 50087 h 262688"/>
                <a:gd name="csX31" fmla="*/ 294385 w 300238"/>
                <a:gd name="csY31" fmla="*/ 28992 h 262688"/>
                <a:gd name="csX32" fmla="*/ 280209 w 300238"/>
                <a:gd name="csY32" fmla="*/ 11542 h 262688"/>
                <a:gd name="csX33" fmla="*/ 277456 w 300238"/>
                <a:gd name="csY33" fmla="*/ 9532 h 262688"/>
                <a:gd name="csX34" fmla="*/ 239951 w 300238"/>
                <a:gd name="csY34" fmla="*/ 45 h 2626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300238" h="262688">
                  <a:moveTo>
                    <a:pt x="239947" y="44"/>
                  </a:moveTo>
                  <a:cubicBezTo>
                    <a:pt x="215949" y="862"/>
                    <a:pt x="197270" y="12583"/>
                    <a:pt x="194518" y="14369"/>
                  </a:cubicBezTo>
                  <a:lnTo>
                    <a:pt x="140270" y="41753"/>
                  </a:lnTo>
                  <a:cubicBezTo>
                    <a:pt x="106970" y="35205"/>
                    <a:pt x="74339" y="45176"/>
                    <a:pt x="49261" y="59612"/>
                  </a:cubicBezTo>
                  <a:cubicBezTo>
                    <a:pt x="35829" y="67351"/>
                    <a:pt x="24444" y="76430"/>
                    <a:pt x="15775" y="86179"/>
                  </a:cubicBezTo>
                  <a:cubicBezTo>
                    <a:pt x="7107" y="95927"/>
                    <a:pt x="0" y="105972"/>
                    <a:pt x="0" y="120223"/>
                  </a:cubicBezTo>
                  <a:lnTo>
                    <a:pt x="0" y="244419"/>
                  </a:lnTo>
                  <a:lnTo>
                    <a:pt x="0" y="244382"/>
                  </a:lnTo>
                  <a:cubicBezTo>
                    <a:pt x="0" y="254502"/>
                    <a:pt x="8186" y="262688"/>
                    <a:pt x="18306" y="262688"/>
                  </a:cubicBezTo>
                  <a:cubicBezTo>
                    <a:pt x="28427" y="262688"/>
                    <a:pt x="36612" y="254503"/>
                    <a:pt x="36612" y="244382"/>
                  </a:cubicBezTo>
                  <a:lnTo>
                    <a:pt x="36612" y="120186"/>
                  </a:lnTo>
                  <a:cubicBezTo>
                    <a:pt x="36612" y="122120"/>
                    <a:pt x="37691" y="116614"/>
                    <a:pt x="43123" y="110475"/>
                  </a:cubicBezTo>
                  <a:cubicBezTo>
                    <a:pt x="48556" y="104336"/>
                    <a:pt x="57225" y="97229"/>
                    <a:pt x="67531" y="91313"/>
                  </a:cubicBezTo>
                  <a:cubicBezTo>
                    <a:pt x="88144" y="79444"/>
                    <a:pt x="114784" y="72561"/>
                    <a:pt x="137852" y="78738"/>
                  </a:cubicBezTo>
                  <a:lnTo>
                    <a:pt x="137890" y="78775"/>
                  </a:lnTo>
                  <a:cubicBezTo>
                    <a:pt x="142243" y="79928"/>
                    <a:pt x="146856" y="79444"/>
                    <a:pt x="150875" y="77435"/>
                  </a:cubicBezTo>
                  <a:lnTo>
                    <a:pt x="211820" y="46665"/>
                  </a:lnTo>
                  <a:lnTo>
                    <a:pt x="211820" y="46628"/>
                  </a:lnTo>
                  <a:cubicBezTo>
                    <a:pt x="212378" y="46367"/>
                    <a:pt x="212899" y="46070"/>
                    <a:pt x="213420" y="45735"/>
                  </a:cubicBezTo>
                  <a:cubicBezTo>
                    <a:pt x="213420" y="45735"/>
                    <a:pt x="239241" y="31336"/>
                    <a:pt x="257138" y="40228"/>
                  </a:cubicBezTo>
                  <a:cubicBezTo>
                    <a:pt x="258440" y="41567"/>
                    <a:pt x="260933" y="44209"/>
                    <a:pt x="262533" y="47074"/>
                  </a:cubicBezTo>
                  <a:cubicBezTo>
                    <a:pt x="262607" y="47149"/>
                    <a:pt x="262607" y="47186"/>
                    <a:pt x="262607" y="47260"/>
                  </a:cubicBezTo>
                  <a:lnTo>
                    <a:pt x="157794" y="106382"/>
                  </a:lnTo>
                  <a:lnTo>
                    <a:pt x="157831" y="106382"/>
                  </a:lnTo>
                  <a:cubicBezTo>
                    <a:pt x="153590" y="108763"/>
                    <a:pt x="150501" y="112707"/>
                    <a:pt x="149199" y="117395"/>
                  </a:cubicBezTo>
                  <a:cubicBezTo>
                    <a:pt x="147897" y="122083"/>
                    <a:pt x="148492" y="127068"/>
                    <a:pt x="150873" y="131310"/>
                  </a:cubicBezTo>
                  <a:cubicBezTo>
                    <a:pt x="153255" y="135551"/>
                    <a:pt x="157236" y="138639"/>
                    <a:pt x="161924" y="139942"/>
                  </a:cubicBezTo>
                  <a:cubicBezTo>
                    <a:pt x="166612" y="141244"/>
                    <a:pt x="171598" y="140649"/>
                    <a:pt x="175839" y="138267"/>
                  </a:cubicBezTo>
                  <a:lnTo>
                    <a:pt x="284786" y="76765"/>
                  </a:lnTo>
                  <a:cubicBezTo>
                    <a:pt x="285531" y="76355"/>
                    <a:pt x="286275" y="75872"/>
                    <a:pt x="286944" y="75351"/>
                  </a:cubicBezTo>
                  <a:cubicBezTo>
                    <a:pt x="294907" y="69211"/>
                    <a:pt x="300004" y="58979"/>
                    <a:pt x="300227" y="50087"/>
                  </a:cubicBezTo>
                  <a:cubicBezTo>
                    <a:pt x="300450" y="41195"/>
                    <a:pt x="297436" y="34349"/>
                    <a:pt x="294385" y="28992"/>
                  </a:cubicBezTo>
                  <a:cubicBezTo>
                    <a:pt x="288321" y="18313"/>
                    <a:pt x="280209" y="11542"/>
                    <a:pt x="280209" y="11542"/>
                  </a:cubicBezTo>
                  <a:cubicBezTo>
                    <a:pt x="279354" y="10798"/>
                    <a:pt x="278423" y="10091"/>
                    <a:pt x="277456" y="9532"/>
                  </a:cubicBezTo>
                  <a:cubicBezTo>
                    <a:pt x="264695" y="1979"/>
                    <a:pt x="251746" y="-365"/>
                    <a:pt x="239951" y="45"/>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76" name="Forme libre : forme 75">
              <a:extLst>
                <a:ext uri="{FF2B5EF4-FFF2-40B4-BE49-F238E27FC236}">
                  <a16:creationId xmlns:a16="http://schemas.microsoft.com/office/drawing/2014/main" id="{7F8B887B-78B1-2F5C-0D9F-300307374444}"/>
                </a:ext>
              </a:extLst>
            </p:cNvPr>
            <p:cNvSpPr/>
            <p:nvPr/>
          </p:nvSpPr>
          <p:spPr>
            <a:xfrm>
              <a:off x="5190872" y="4410936"/>
              <a:ext cx="259926" cy="407495"/>
            </a:xfrm>
            <a:custGeom>
              <a:avLst/>
              <a:gdLst>
                <a:gd name="csX0" fmla="*/ 222867 w 259926"/>
                <a:gd name="csY0" fmla="*/ 1 h 407495"/>
                <a:gd name="csX1" fmla="*/ 190832 w 259926"/>
                <a:gd name="csY1" fmla="*/ 6289 h 407495"/>
                <a:gd name="csX2" fmla="*/ 145588 w 259926"/>
                <a:gd name="csY2" fmla="*/ 51644 h 407495"/>
                <a:gd name="csX3" fmla="*/ 115041 w 259926"/>
                <a:gd name="csY3" fmla="*/ 165649 h 407495"/>
                <a:gd name="csX4" fmla="*/ 116864 w 259926"/>
                <a:gd name="csY4" fmla="*/ 179527 h 407495"/>
                <a:gd name="csX5" fmla="*/ 127989 w 259926"/>
                <a:gd name="csY5" fmla="*/ 188084 h 407495"/>
                <a:gd name="csX6" fmla="*/ 150426 w 259926"/>
                <a:gd name="csY6" fmla="*/ 175136 h 407495"/>
                <a:gd name="csX7" fmla="*/ 180972 w 259926"/>
                <a:gd name="csY7" fmla="*/ 61131 h 407495"/>
                <a:gd name="csX8" fmla="*/ 203147 w 259926"/>
                <a:gd name="csY8" fmla="*/ 40779 h 407495"/>
                <a:gd name="csX9" fmla="*/ 218067 w 259926"/>
                <a:gd name="csY9" fmla="*/ 37207 h 407495"/>
                <a:gd name="csX10" fmla="*/ 222830 w 259926"/>
                <a:gd name="csY10" fmla="*/ 44946 h 407495"/>
                <a:gd name="csX11" fmla="*/ 168768 w 259926"/>
                <a:gd name="csY11" fmla="*/ 246724 h 407495"/>
                <a:gd name="csX12" fmla="*/ 8967 w 259926"/>
                <a:gd name="csY12" fmla="*/ 341863 h 407495"/>
                <a:gd name="csX13" fmla="*/ 0 w 259926"/>
                <a:gd name="csY13" fmla="*/ 357601 h 407495"/>
                <a:gd name="csX14" fmla="*/ 0 w 259926"/>
                <a:gd name="csY14" fmla="*/ 389152 h 407495"/>
                <a:gd name="csX15" fmla="*/ 18306 w 259926"/>
                <a:gd name="csY15" fmla="*/ 407495 h 407495"/>
                <a:gd name="csX16" fmla="*/ 36612 w 259926"/>
                <a:gd name="csY16" fmla="*/ 389152 h 407495"/>
                <a:gd name="csX17" fmla="*/ 36612 w 259926"/>
                <a:gd name="csY17" fmla="*/ 367981 h 407495"/>
                <a:gd name="csX18" fmla="*/ 193889 w 259926"/>
                <a:gd name="csY18" fmla="*/ 274331 h 407495"/>
                <a:gd name="csX19" fmla="*/ 193889 w 259926"/>
                <a:gd name="csY19" fmla="*/ 274368 h 407495"/>
                <a:gd name="csX20" fmla="*/ 202186 w 259926"/>
                <a:gd name="csY20" fmla="*/ 263393 h 407495"/>
                <a:gd name="csX21" fmla="*/ 259299 w 259926"/>
                <a:gd name="csY21" fmla="*/ 50271 h 407495"/>
                <a:gd name="csX22" fmla="*/ 259857 w 259926"/>
                <a:gd name="csY22" fmla="*/ 43760 h 407495"/>
                <a:gd name="csX23" fmla="*/ 232621 w 259926"/>
                <a:gd name="csY23" fmla="*/ 2535 h 407495"/>
                <a:gd name="csX24" fmla="*/ 232584 w 259926"/>
                <a:gd name="csY24" fmla="*/ 2535 h 407495"/>
                <a:gd name="csX25" fmla="*/ 222836 w 259926"/>
                <a:gd name="csY25" fmla="*/ 4 h 407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259926" h="407495">
                  <a:moveTo>
                    <a:pt x="222867" y="1"/>
                  </a:moveTo>
                  <a:cubicBezTo>
                    <a:pt x="222867" y="1"/>
                    <a:pt x="207686" y="261"/>
                    <a:pt x="190832" y="6289"/>
                  </a:cubicBezTo>
                  <a:cubicBezTo>
                    <a:pt x="173977" y="12316"/>
                    <a:pt x="152509" y="25785"/>
                    <a:pt x="145588" y="51644"/>
                  </a:cubicBezTo>
                  <a:lnTo>
                    <a:pt x="115041" y="165649"/>
                  </a:lnTo>
                  <a:cubicBezTo>
                    <a:pt x="113776" y="170337"/>
                    <a:pt x="114446" y="175322"/>
                    <a:pt x="116864" y="179527"/>
                  </a:cubicBezTo>
                  <a:cubicBezTo>
                    <a:pt x="119283" y="183731"/>
                    <a:pt x="123301" y="186819"/>
                    <a:pt x="127989" y="188084"/>
                  </a:cubicBezTo>
                  <a:cubicBezTo>
                    <a:pt x="137737" y="190689"/>
                    <a:pt x="147783" y="184884"/>
                    <a:pt x="150426" y="175136"/>
                  </a:cubicBezTo>
                  <a:lnTo>
                    <a:pt x="180972" y="61131"/>
                  </a:lnTo>
                  <a:cubicBezTo>
                    <a:pt x="183912" y="50156"/>
                    <a:pt x="192469" y="44611"/>
                    <a:pt x="203147" y="40779"/>
                  </a:cubicBezTo>
                  <a:cubicBezTo>
                    <a:pt x="208989" y="38696"/>
                    <a:pt x="214160" y="37728"/>
                    <a:pt x="218067" y="37207"/>
                  </a:cubicBezTo>
                  <a:cubicBezTo>
                    <a:pt x="221007" y="40072"/>
                    <a:pt x="222272" y="42937"/>
                    <a:pt x="222830" y="44946"/>
                  </a:cubicBezTo>
                  <a:lnTo>
                    <a:pt x="168768" y="246724"/>
                  </a:lnTo>
                  <a:lnTo>
                    <a:pt x="8967" y="341863"/>
                  </a:lnTo>
                  <a:cubicBezTo>
                    <a:pt x="3423" y="345174"/>
                    <a:pt x="0" y="351164"/>
                    <a:pt x="0" y="357601"/>
                  </a:cubicBezTo>
                  <a:lnTo>
                    <a:pt x="0" y="389152"/>
                  </a:lnTo>
                  <a:cubicBezTo>
                    <a:pt x="0" y="399273"/>
                    <a:pt x="8186" y="407458"/>
                    <a:pt x="18306" y="407495"/>
                  </a:cubicBezTo>
                  <a:cubicBezTo>
                    <a:pt x="28426" y="407458"/>
                    <a:pt x="36612" y="399273"/>
                    <a:pt x="36612" y="389152"/>
                  </a:cubicBezTo>
                  <a:lnTo>
                    <a:pt x="36612" y="367981"/>
                  </a:lnTo>
                  <a:lnTo>
                    <a:pt x="193889" y="274331"/>
                  </a:lnTo>
                  <a:lnTo>
                    <a:pt x="193889" y="274368"/>
                  </a:lnTo>
                  <a:cubicBezTo>
                    <a:pt x="197982" y="271950"/>
                    <a:pt x="200958" y="268006"/>
                    <a:pt x="202186" y="263393"/>
                  </a:cubicBezTo>
                  <a:lnTo>
                    <a:pt x="259299" y="50271"/>
                  </a:lnTo>
                  <a:cubicBezTo>
                    <a:pt x="259857" y="48150"/>
                    <a:pt x="260043" y="45918"/>
                    <a:pt x="259857" y="43760"/>
                  </a:cubicBezTo>
                  <a:cubicBezTo>
                    <a:pt x="259857" y="43760"/>
                    <a:pt x="256955" y="16859"/>
                    <a:pt x="232621" y="2535"/>
                  </a:cubicBezTo>
                  <a:lnTo>
                    <a:pt x="232584" y="2535"/>
                  </a:lnTo>
                  <a:cubicBezTo>
                    <a:pt x="229645" y="786"/>
                    <a:pt x="226259" y="-70"/>
                    <a:pt x="222836" y="4"/>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77" name="Forme libre : forme 76">
              <a:extLst>
                <a:ext uri="{FF2B5EF4-FFF2-40B4-BE49-F238E27FC236}">
                  <a16:creationId xmlns:a16="http://schemas.microsoft.com/office/drawing/2014/main" id="{19AA3BBA-EC61-8B54-192B-72F7FFFF2CCB}"/>
                </a:ext>
              </a:extLst>
            </p:cNvPr>
            <p:cNvSpPr/>
            <p:nvPr/>
          </p:nvSpPr>
          <p:spPr>
            <a:xfrm>
              <a:off x="4732422" y="4555700"/>
              <a:ext cx="300239" cy="262687"/>
            </a:xfrm>
            <a:custGeom>
              <a:avLst/>
              <a:gdLst>
                <a:gd name="csX0" fmla="*/ 60287 w 300239"/>
                <a:gd name="csY0" fmla="*/ 45 h 262687"/>
                <a:gd name="csX1" fmla="*/ 22783 w 300239"/>
                <a:gd name="csY1" fmla="*/ 9532 h 262687"/>
                <a:gd name="csX2" fmla="*/ 20029 w 300239"/>
                <a:gd name="csY2" fmla="*/ 11542 h 262687"/>
                <a:gd name="csX3" fmla="*/ 5853 w 300239"/>
                <a:gd name="csY3" fmla="*/ 28991 h 262687"/>
                <a:gd name="csX4" fmla="*/ 12 w 300239"/>
                <a:gd name="csY4" fmla="*/ 50087 h 262687"/>
                <a:gd name="csX5" fmla="*/ 13294 w 300239"/>
                <a:gd name="csY5" fmla="*/ 75351 h 262687"/>
                <a:gd name="csX6" fmla="*/ 15452 w 300239"/>
                <a:gd name="csY6" fmla="*/ 76764 h 262687"/>
                <a:gd name="csX7" fmla="*/ 124399 w 300239"/>
                <a:gd name="csY7" fmla="*/ 138267 h 262687"/>
                <a:gd name="csX8" fmla="*/ 149328 w 300239"/>
                <a:gd name="csY8" fmla="*/ 131310 h 262687"/>
                <a:gd name="csX9" fmla="*/ 142408 w 300239"/>
                <a:gd name="csY9" fmla="*/ 106381 h 262687"/>
                <a:gd name="csX10" fmla="*/ 37633 w 300239"/>
                <a:gd name="csY10" fmla="*/ 47259 h 262687"/>
                <a:gd name="csX11" fmla="*/ 37707 w 300239"/>
                <a:gd name="csY11" fmla="*/ 47073 h 262687"/>
                <a:gd name="csX12" fmla="*/ 43102 w 300239"/>
                <a:gd name="csY12" fmla="*/ 40227 h 262687"/>
                <a:gd name="csX13" fmla="*/ 86820 w 300239"/>
                <a:gd name="csY13" fmla="*/ 45734 h 262687"/>
                <a:gd name="csX14" fmla="*/ 88420 w 300239"/>
                <a:gd name="csY14" fmla="*/ 46627 h 262687"/>
                <a:gd name="csX15" fmla="*/ 149365 w 300239"/>
                <a:gd name="csY15" fmla="*/ 77397 h 262687"/>
                <a:gd name="csX16" fmla="*/ 149365 w 300239"/>
                <a:gd name="csY16" fmla="*/ 77434 h 262687"/>
                <a:gd name="csX17" fmla="*/ 162350 w 300239"/>
                <a:gd name="csY17" fmla="*/ 78774 h 262687"/>
                <a:gd name="csX18" fmla="*/ 232671 w 300239"/>
                <a:gd name="csY18" fmla="*/ 91350 h 262687"/>
                <a:gd name="csX19" fmla="*/ 257079 w 300239"/>
                <a:gd name="csY19" fmla="*/ 110511 h 262687"/>
                <a:gd name="csX20" fmla="*/ 263590 w 300239"/>
                <a:gd name="csY20" fmla="*/ 120222 h 262687"/>
                <a:gd name="csX21" fmla="*/ 263590 w 300239"/>
                <a:gd name="csY21" fmla="*/ 244418 h 262687"/>
                <a:gd name="csX22" fmla="*/ 263627 w 300239"/>
                <a:gd name="csY22" fmla="*/ 244381 h 262687"/>
                <a:gd name="csX23" fmla="*/ 281934 w 300239"/>
                <a:gd name="csY23" fmla="*/ 262687 h 262687"/>
                <a:gd name="csX24" fmla="*/ 300240 w 300239"/>
                <a:gd name="csY24" fmla="*/ 244381 h 262687"/>
                <a:gd name="csX25" fmla="*/ 300240 w 300239"/>
                <a:gd name="csY25" fmla="*/ 120185 h 262687"/>
                <a:gd name="csX26" fmla="*/ 284464 w 300239"/>
                <a:gd name="csY26" fmla="*/ 86140 h 262687"/>
                <a:gd name="csX27" fmla="*/ 250978 w 300239"/>
                <a:gd name="csY27" fmla="*/ 59574 h 262687"/>
                <a:gd name="csX28" fmla="*/ 159970 w 300239"/>
                <a:gd name="csY28" fmla="*/ 41715 h 262687"/>
                <a:gd name="csX29" fmla="*/ 105722 w 300239"/>
                <a:gd name="csY29" fmla="*/ 14330 h 262687"/>
                <a:gd name="csX30" fmla="*/ 60292 w 300239"/>
                <a:gd name="csY30" fmla="*/ 6 h 2626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300239" h="262687">
                  <a:moveTo>
                    <a:pt x="60287" y="45"/>
                  </a:moveTo>
                  <a:cubicBezTo>
                    <a:pt x="48492" y="-365"/>
                    <a:pt x="35544" y="1979"/>
                    <a:pt x="22783" y="9532"/>
                  </a:cubicBezTo>
                  <a:cubicBezTo>
                    <a:pt x="21815" y="10091"/>
                    <a:pt x="20885" y="10797"/>
                    <a:pt x="20029" y="11542"/>
                  </a:cubicBezTo>
                  <a:cubicBezTo>
                    <a:pt x="20029" y="11542"/>
                    <a:pt x="11918" y="18276"/>
                    <a:pt x="5853" y="28991"/>
                  </a:cubicBezTo>
                  <a:cubicBezTo>
                    <a:pt x="2802" y="34349"/>
                    <a:pt x="-212" y="41195"/>
                    <a:pt x="12" y="50087"/>
                  </a:cubicBezTo>
                  <a:cubicBezTo>
                    <a:pt x="235" y="58980"/>
                    <a:pt x="5332" y="69249"/>
                    <a:pt x="13294" y="75351"/>
                  </a:cubicBezTo>
                  <a:cubicBezTo>
                    <a:pt x="13964" y="75871"/>
                    <a:pt x="14708" y="76355"/>
                    <a:pt x="15452" y="76764"/>
                  </a:cubicBezTo>
                  <a:lnTo>
                    <a:pt x="124399" y="138267"/>
                  </a:lnTo>
                  <a:cubicBezTo>
                    <a:pt x="133217" y="143216"/>
                    <a:pt x="144380" y="140128"/>
                    <a:pt x="149328" y="131310"/>
                  </a:cubicBezTo>
                  <a:cubicBezTo>
                    <a:pt x="154314" y="122492"/>
                    <a:pt x="151188" y="111329"/>
                    <a:pt x="142408" y="106381"/>
                  </a:cubicBezTo>
                  <a:lnTo>
                    <a:pt x="37633" y="47259"/>
                  </a:lnTo>
                  <a:cubicBezTo>
                    <a:pt x="37707" y="47185"/>
                    <a:pt x="37633" y="47148"/>
                    <a:pt x="37707" y="47073"/>
                  </a:cubicBezTo>
                  <a:cubicBezTo>
                    <a:pt x="39344" y="44208"/>
                    <a:pt x="41800" y="41567"/>
                    <a:pt x="43102" y="40227"/>
                  </a:cubicBezTo>
                  <a:cubicBezTo>
                    <a:pt x="60999" y="31335"/>
                    <a:pt x="86820" y="45734"/>
                    <a:pt x="86820" y="45734"/>
                  </a:cubicBezTo>
                  <a:cubicBezTo>
                    <a:pt x="87341" y="46068"/>
                    <a:pt x="87862" y="46366"/>
                    <a:pt x="88420" y="46627"/>
                  </a:cubicBezTo>
                  <a:lnTo>
                    <a:pt x="149365" y="77397"/>
                  </a:lnTo>
                  <a:lnTo>
                    <a:pt x="149365" y="77434"/>
                  </a:lnTo>
                  <a:cubicBezTo>
                    <a:pt x="153383" y="79443"/>
                    <a:pt x="157997" y="79927"/>
                    <a:pt x="162350" y="78774"/>
                  </a:cubicBezTo>
                  <a:cubicBezTo>
                    <a:pt x="185419" y="72597"/>
                    <a:pt x="212096" y="79481"/>
                    <a:pt x="232671" y="91350"/>
                  </a:cubicBezTo>
                  <a:cubicBezTo>
                    <a:pt x="242977" y="97303"/>
                    <a:pt x="251647" y="104409"/>
                    <a:pt x="257079" y="110511"/>
                  </a:cubicBezTo>
                  <a:cubicBezTo>
                    <a:pt x="262511" y="116650"/>
                    <a:pt x="263590" y="122120"/>
                    <a:pt x="263590" y="120222"/>
                  </a:cubicBezTo>
                  <a:lnTo>
                    <a:pt x="263590" y="244418"/>
                  </a:lnTo>
                  <a:lnTo>
                    <a:pt x="263627" y="244381"/>
                  </a:lnTo>
                  <a:cubicBezTo>
                    <a:pt x="263627" y="254501"/>
                    <a:pt x="271813" y="262687"/>
                    <a:pt x="281934" y="262687"/>
                  </a:cubicBezTo>
                  <a:cubicBezTo>
                    <a:pt x="292054" y="262687"/>
                    <a:pt x="300240" y="254502"/>
                    <a:pt x="300240" y="244381"/>
                  </a:cubicBezTo>
                  <a:lnTo>
                    <a:pt x="300240" y="120185"/>
                  </a:lnTo>
                  <a:cubicBezTo>
                    <a:pt x="300240" y="105934"/>
                    <a:pt x="293133" y="95888"/>
                    <a:pt x="284464" y="86140"/>
                  </a:cubicBezTo>
                  <a:cubicBezTo>
                    <a:pt x="275795" y="76392"/>
                    <a:pt x="264409" y="67313"/>
                    <a:pt x="250978" y="59574"/>
                  </a:cubicBezTo>
                  <a:cubicBezTo>
                    <a:pt x="225901" y="45138"/>
                    <a:pt x="193307" y="35203"/>
                    <a:pt x="159970" y="41715"/>
                  </a:cubicBezTo>
                  <a:lnTo>
                    <a:pt x="105722" y="14330"/>
                  </a:lnTo>
                  <a:cubicBezTo>
                    <a:pt x="102969" y="12507"/>
                    <a:pt x="84291" y="787"/>
                    <a:pt x="60292" y="6"/>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78" name="Forme libre : forme 77">
              <a:extLst>
                <a:ext uri="{FF2B5EF4-FFF2-40B4-BE49-F238E27FC236}">
                  <a16:creationId xmlns:a16="http://schemas.microsoft.com/office/drawing/2014/main" id="{10DC0F86-947D-E09F-0F96-9BCD23836AB0}"/>
                </a:ext>
              </a:extLst>
            </p:cNvPr>
            <p:cNvSpPr/>
            <p:nvPr/>
          </p:nvSpPr>
          <p:spPr>
            <a:xfrm>
              <a:off x="4625545" y="4410932"/>
              <a:ext cx="259925" cy="407458"/>
            </a:xfrm>
            <a:custGeom>
              <a:avLst/>
              <a:gdLst>
                <a:gd name="csX0" fmla="*/ 37091 w 259925"/>
                <a:gd name="csY0" fmla="*/ 4 h 407458"/>
                <a:gd name="csX1" fmla="*/ 27343 w 259925"/>
                <a:gd name="csY1" fmla="*/ 2535 h 407458"/>
                <a:gd name="csX2" fmla="*/ 107 w 259925"/>
                <a:gd name="csY2" fmla="*/ 43760 h 407458"/>
                <a:gd name="csX3" fmla="*/ 70 w 259925"/>
                <a:gd name="csY3" fmla="*/ 43722 h 407458"/>
                <a:gd name="csX4" fmla="*/ 628 w 259925"/>
                <a:gd name="csY4" fmla="*/ 50271 h 407458"/>
                <a:gd name="csX5" fmla="*/ 57741 w 259925"/>
                <a:gd name="csY5" fmla="*/ 263393 h 407458"/>
                <a:gd name="csX6" fmla="*/ 66038 w 259925"/>
                <a:gd name="csY6" fmla="*/ 274368 h 407458"/>
                <a:gd name="csX7" fmla="*/ 223277 w 259925"/>
                <a:gd name="csY7" fmla="*/ 368018 h 407458"/>
                <a:gd name="csX8" fmla="*/ 223277 w 259925"/>
                <a:gd name="csY8" fmla="*/ 389189 h 407458"/>
                <a:gd name="csX9" fmla="*/ 223314 w 259925"/>
                <a:gd name="csY9" fmla="*/ 389152 h 407458"/>
                <a:gd name="csX10" fmla="*/ 241620 w 259925"/>
                <a:gd name="csY10" fmla="*/ 407458 h 407458"/>
                <a:gd name="csX11" fmla="*/ 259926 w 259925"/>
                <a:gd name="csY11" fmla="*/ 389152 h 407458"/>
                <a:gd name="csX12" fmla="*/ 259926 w 259925"/>
                <a:gd name="csY12" fmla="*/ 357601 h 407458"/>
                <a:gd name="csX13" fmla="*/ 250959 w 259925"/>
                <a:gd name="csY13" fmla="*/ 341863 h 407458"/>
                <a:gd name="csX14" fmla="*/ 91196 w 259925"/>
                <a:gd name="csY14" fmla="*/ 246724 h 407458"/>
                <a:gd name="csX15" fmla="*/ 37097 w 259925"/>
                <a:gd name="csY15" fmla="*/ 44946 h 407458"/>
                <a:gd name="csX16" fmla="*/ 41860 w 259925"/>
                <a:gd name="csY16" fmla="*/ 37207 h 407458"/>
                <a:gd name="csX17" fmla="*/ 56780 w 259925"/>
                <a:gd name="csY17" fmla="*/ 40779 h 407458"/>
                <a:gd name="csX18" fmla="*/ 78992 w 259925"/>
                <a:gd name="csY18" fmla="*/ 61131 h 407458"/>
                <a:gd name="csX19" fmla="*/ 109501 w 259925"/>
                <a:gd name="csY19" fmla="*/ 175136 h 407458"/>
                <a:gd name="csX20" fmla="*/ 118059 w 259925"/>
                <a:gd name="csY20" fmla="*/ 186261 h 407458"/>
                <a:gd name="csX21" fmla="*/ 131937 w 259925"/>
                <a:gd name="csY21" fmla="*/ 188084 h 407458"/>
                <a:gd name="csX22" fmla="*/ 143062 w 259925"/>
                <a:gd name="csY22" fmla="*/ 179564 h 407458"/>
                <a:gd name="csX23" fmla="*/ 144885 w 259925"/>
                <a:gd name="csY23" fmla="*/ 165649 h 407458"/>
                <a:gd name="csX24" fmla="*/ 114339 w 259925"/>
                <a:gd name="csY24" fmla="*/ 51644 h 407458"/>
                <a:gd name="csX25" fmla="*/ 69095 w 259925"/>
                <a:gd name="csY25" fmla="*/ 6289 h 407458"/>
                <a:gd name="csX26" fmla="*/ 37097 w 259925"/>
                <a:gd name="csY26" fmla="*/ 1 h 4074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259925" h="407458">
                  <a:moveTo>
                    <a:pt x="37091" y="4"/>
                  </a:moveTo>
                  <a:cubicBezTo>
                    <a:pt x="33668" y="-70"/>
                    <a:pt x="30282" y="786"/>
                    <a:pt x="27343" y="2535"/>
                  </a:cubicBezTo>
                  <a:cubicBezTo>
                    <a:pt x="2972" y="16859"/>
                    <a:pt x="107" y="43760"/>
                    <a:pt x="107" y="43760"/>
                  </a:cubicBezTo>
                  <a:lnTo>
                    <a:pt x="70" y="43722"/>
                  </a:lnTo>
                  <a:cubicBezTo>
                    <a:pt x="-116" y="45918"/>
                    <a:pt x="70" y="48150"/>
                    <a:pt x="628" y="50271"/>
                  </a:cubicBezTo>
                  <a:lnTo>
                    <a:pt x="57741" y="263393"/>
                  </a:lnTo>
                  <a:cubicBezTo>
                    <a:pt x="58969" y="267969"/>
                    <a:pt x="61945" y="271913"/>
                    <a:pt x="66038" y="274368"/>
                  </a:cubicBezTo>
                  <a:lnTo>
                    <a:pt x="223277" y="368018"/>
                  </a:lnTo>
                  <a:lnTo>
                    <a:pt x="223277" y="389189"/>
                  </a:lnTo>
                  <a:lnTo>
                    <a:pt x="223314" y="389152"/>
                  </a:lnTo>
                  <a:cubicBezTo>
                    <a:pt x="223314" y="399273"/>
                    <a:pt x="231499" y="407458"/>
                    <a:pt x="241620" y="407458"/>
                  </a:cubicBezTo>
                  <a:cubicBezTo>
                    <a:pt x="251740" y="407458"/>
                    <a:pt x="259926" y="399273"/>
                    <a:pt x="259926" y="389152"/>
                  </a:cubicBezTo>
                  <a:lnTo>
                    <a:pt x="259926" y="357601"/>
                  </a:lnTo>
                  <a:cubicBezTo>
                    <a:pt x="259926" y="351164"/>
                    <a:pt x="256503" y="345173"/>
                    <a:pt x="250959" y="341863"/>
                  </a:cubicBezTo>
                  <a:lnTo>
                    <a:pt x="91196" y="246724"/>
                  </a:lnTo>
                  <a:lnTo>
                    <a:pt x="37097" y="44946"/>
                  </a:lnTo>
                  <a:cubicBezTo>
                    <a:pt x="37655" y="42937"/>
                    <a:pt x="38920" y="40072"/>
                    <a:pt x="41860" y="37207"/>
                  </a:cubicBezTo>
                  <a:cubicBezTo>
                    <a:pt x="45766" y="37728"/>
                    <a:pt x="50938" y="38696"/>
                    <a:pt x="56780" y="40779"/>
                  </a:cubicBezTo>
                  <a:cubicBezTo>
                    <a:pt x="67495" y="44611"/>
                    <a:pt x="76052" y="50155"/>
                    <a:pt x="78992" y="61131"/>
                  </a:cubicBezTo>
                  <a:lnTo>
                    <a:pt x="109501" y="175136"/>
                  </a:lnTo>
                  <a:cubicBezTo>
                    <a:pt x="110766" y="179824"/>
                    <a:pt x="113855" y="183842"/>
                    <a:pt x="118059" y="186261"/>
                  </a:cubicBezTo>
                  <a:cubicBezTo>
                    <a:pt x="122263" y="188680"/>
                    <a:pt x="127249" y="189349"/>
                    <a:pt x="131937" y="188084"/>
                  </a:cubicBezTo>
                  <a:cubicBezTo>
                    <a:pt x="136625" y="186819"/>
                    <a:pt x="140643" y="183768"/>
                    <a:pt x="143062" y="179564"/>
                  </a:cubicBezTo>
                  <a:cubicBezTo>
                    <a:pt x="145481" y="175360"/>
                    <a:pt x="146150" y="170337"/>
                    <a:pt x="144885" y="165649"/>
                  </a:cubicBezTo>
                  <a:lnTo>
                    <a:pt x="114339" y="51644"/>
                  </a:lnTo>
                  <a:cubicBezTo>
                    <a:pt x="107418" y="25786"/>
                    <a:pt x="85949" y="12316"/>
                    <a:pt x="69095" y="6289"/>
                  </a:cubicBezTo>
                  <a:cubicBezTo>
                    <a:pt x="52240" y="261"/>
                    <a:pt x="37097" y="1"/>
                    <a:pt x="37097" y="1"/>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107" name="Forme libre : forme 106">
              <a:extLst>
                <a:ext uri="{FF2B5EF4-FFF2-40B4-BE49-F238E27FC236}">
                  <a16:creationId xmlns:a16="http://schemas.microsoft.com/office/drawing/2014/main" id="{C46379C2-7A81-A262-584C-0A6A97BF0C9C}"/>
                </a:ext>
              </a:extLst>
            </p:cNvPr>
            <p:cNvSpPr/>
            <p:nvPr/>
          </p:nvSpPr>
          <p:spPr>
            <a:xfrm>
              <a:off x="4954603" y="4218941"/>
              <a:ext cx="167207" cy="167207"/>
            </a:xfrm>
            <a:custGeom>
              <a:avLst/>
              <a:gdLst>
                <a:gd name="csX0" fmla="*/ 83604 w 167207"/>
                <a:gd name="csY0" fmla="*/ 0 h 167207"/>
                <a:gd name="csX1" fmla="*/ 0 w 167207"/>
                <a:gd name="csY1" fmla="*/ 83604 h 167207"/>
                <a:gd name="csX2" fmla="*/ 83604 w 167207"/>
                <a:gd name="csY2" fmla="*/ 167208 h 167207"/>
                <a:gd name="csX3" fmla="*/ 167208 w 167207"/>
                <a:gd name="csY3" fmla="*/ 83604 h 167207"/>
                <a:gd name="csX4" fmla="*/ 83604 w 167207"/>
                <a:gd name="csY4" fmla="*/ 0 h 167207"/>
                <a:gd name="csX5" fmla="*/ 83604 w 167207"/>
                <a:gd name="csY5" fmla="*/ 36612 h 167207"/>
                <a:gd name="csX6" fmla="*/ 130596 w 167207"/>
                <a:gd name="csY6" fmla="*/ 83605 h 167207"/>
                <a:gd name="csX7" fmla="*/ 83604 w 167207"/>
                <a:gd name="csY7" fmla="*/ 130597 h 167207"/>
                <a:gd name="csX8" fmla="*/ 36611 w 167207"/>
                <a:gd name="csY8" fmla="*/ 83605 h 167207"/>
                <a:gd name="csX9" fmla="*/ 83604 w 167207"/>
                <a:gd name="csY9" fmla="*/ 36612 h 1672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67207" h="167207">
                  <a:moveTo>
                    <a:pt x="83604" y="0"/>
                  </a:moveTo>
                  <a:cubicBezTo>
                    <a:pt x="37653" y="0"/>
                    <a:pt x="0" y="37653"/>
                    <a:pt x="0" y="83604"/>
                  </a:cubicBezTo>
                  <a:cubicBezTo>
                    <a:pt x="0" y="129554"/>
                    <a:pt x="37653" y="167208"/>
                    <a:pt x="83604" y="167208"/>
                  </a:cubicBezTo>
                  <a:cubicBezTo>
                    <a:pt x="129554" y="167208"/>
                    <a:pt x="167208" y="129554"/>
                    <a:pt x="167208" y="83604"/>
                  </a:cubicBezTo>
                  <a:cubicBezTo>
                    <a:pt x="167208" y="37653"/>
                    <a:pt x="129554" y="0"/>
                    <a:pt x="83604" y="0"/>
                  </a:cubicBezTo>
                  <a:close/>
                  <a:moveTo>
                    <a:pt x="83604" y="36612"/>
                  </a:moveTo>
                  <a:cubicBezTo>
                    <a:pt x="109760" y="36612"/>
                    <a:pt x="130596" y="57448"/>
                    <a:pt x="130596" y="83605"/>
                  </a:cubicBezTo>
                  <a:cubicBezTo>
                    <a:pt x="130596" y="109761"/>
                    <a:pt x="109760" y="130597"/>
                    <a:pt x="83604" y="130597"/>
                  </a:cubicBezTo>
                  <a:cubicBezTo>
                    <a:pt x="57447" y="130597"/>
                    <a:pt x="36611" y="109761"/>
                    <a:pt x="36611" y="83605"/>
                  </a:cubicBezTo>
                  <a:cubicBezTo>
                    <a:pt x="36611" y="57448"/>
                    <a:pt x="57447" y="36612"/>
                    <a:pt x="83604" y="36612"/>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108" name="Forme libre : forme 107">
              <a:extLst>
                <a:ext uri="{FF2B5EF4-FFF2-40B4-BE49-F238E27FC236}">
                  <a16:creationId xmlns:a16="http://schemas.microsoft.com/office/drawing/2014/main" id="{B870E10B-1DD5-D8CA-986B-4D0BFF709846}"/>
                </a:ext>
              </a:extLst>
            </p:cNvPr>
            <p:cNvSpPr/>
            <p:nvPr/>
          </p:nvSpPr>
          <p:spPr>
            <a:xfrm>
              <a:off x="4902142" y="4368741"/>
              <a:ext cx="272163" cy="255688"/>
            </a:xfrm>
            <a:custGeom>
              <a:avLst/>
              <a:gdLst>
                <a:gd name="csX0" fmla="*/ 136065 w 272163"/>
                <a:gd name="csY0" fmla="*/ 0 h 255688"/>
                <a:gd name="csX1" fmla="*/ 0 w 272163"/>
                <a:gd name="csY1" fmla="*/ 136103 h 255688"/>
                <a:gd name="csX2" fmla="*/ 0 w 272163"/>
                <a:gd name="csY2" fmla="*/ 237382 h 255688"/>
                <a:gd name="csX3" fmla="*/ 18306 w 272163"/>
                <a:gd name="csY3" fmla="*/ 255688 h 255688"/>
                <a:gd name="csX4" fmla="*/ 36612 w 272163"/>
                <a:gd name="csY4" fmla="*/ 237382 h 255688"/>
                <a:gd name="csX5" fmla="*/ 36612 w 272163"/>
                <a:gd name="csY5" fmla="*/ 136103 h 255688"/>
                <a:gd name="csX6" fmla="*/ 136063 w 272163"/>
                <a:gd name="csY6" fmla="*/ 36614 h 255688"/>
                <a:gd name="csX7" fmla="*/ 235551 w 272163"/>
                <a:gd name="csY7" fmla="*/ 136103 h 255688"/>
                <a:gd name="csX8" fmla="*/ 235551 w 272163"/>
                <a:gd name="csY8" fmla="*/ 237382 h 255688"/>
                <a:gd name="csX9" fmla="*/ 253857 w 272163"/>
                <a:gd name="csY9" fmla="*/ 255688 h 255688"/>
                <a:gd name="csX10" fmla="*/ 266806 w 272163"/>
                <a:gd name="csY10" fmla="*/ 250293 h 255688"/>
                <a:gd name="csX11" fmla="*/ 272164 w 272163"/>
                <a:gd name="csY11" fmla="*/ 237382 h 255688"/>
                <a:gd name="csX12" fmla="*/ 272164 w 272163"/>
                <a:gd name="csY12" fmla="*/ 136103 h 255688"/>
                <a:gd name="csX13" fmla="*/ 136061 w 272163"/>
                <a:gd name="csY13" fmla="*/ 0 h 2556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72163" h="255688">
                  <a:moveTo>
                    <a:pt x="136065" y="0"/>
                  </a:moveTo>
                  <a:cubicBezTo>
                    <a:pt x="61130" y="0"/>
                    <a:pt x="0" y="61132"/>
                    <a:pt x="0" y="136103"/>
                  </a:cubicBezTo>
                  <a:lnTo>
                    <a:pt x="0" y="237382"/>
                  </a:lnTo>
                  <a:cubicBezTo>
                    <a:pt x="0" y="247465"/>
                    <a:pt x="8186" y="255688"/>
                    <a:pt x="18306" y="255688"/>
                  </a:cubicBezTo>
                  <a:cubicBezTo>
                    <a:pt x="28389" y="255688"/>
                    <a:pt x="36612" y="247466"/>
                    <a:pt x="36612" y="237382"/>
                  </a:cubicBezTo>
                  <a:lnTo>
                    <a:pt x="36612" y="136103"/>
                  </a:lnTo>
                  <a:cubicBezTo>
                    <a:pt x="36612" y="80962"/>
                    <a:pt x="80925" y="36652"/>
                    <a:pt x="136063" y="36614"/>
                  </a:cubicBezTo>
                  <a:cubicBezTo>
                    <a:pt x="191204" y="36614"/>
                    <a:pt x="235551" y="80927"/>
                    <a:pt x="235551" y="136103"/>
                  </a:cubicBezTo>
                  <a:lnTo>
                    <a:pt x="235551" y="237382"/>
                  </a:lnTo>
                  <a:cubicBezTo>
                    <a:pt x="235551" y="247465"/>
                    <a:pt x="243737" y="255688"/>
                    <a:pt x="253857" y="255688"/>
                  </a:cubicBezTo>
                  <a:cubicBezTo>
                    <a:pt x="258694" y="255688"/>
                    <a:pt x="263382" y="253754"/>
                    <a:pt x="266806" y="250293"/>
                  </a:cubicBezTo>
                  <a:cubicBezTo>
                    <a:pt x="270229" y="246870"/>
                    <a:pt x="272164" y="242219"/>
                    <a:pt x="272164" y="237382"/>
                  </a:cubicBezTo>
                  <a:lnTo>
                    <a:pt x="272164" y="136103"/>
                  </a:lnTo>
                  <a:cubicBezTo>
                    <a:pt x="272164" y="61168"/>
                    <a:pt x="210995" y="0"/>
                    <a:pt x="136061" y="0"/>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109" name="Forme libre : forme 108">
              <a:extLst>
                <a:ext uri="{FF2B5EF4-FFF2-40B4-BE49-F238E27FC236}">
                  <a16:creationId xmlns:a16="http://schemas.microsoft.com/office/drawing/2014/main" id="{A237A136-664D-AEBC-8E10-B4D559059193}"/>
                </a:ext>
              </a:extLst>
            </p:cNvPr>
            <p:cNvSpPr/>
            <p:nvPr/>
          </p:nvSpPr>
          <p:spPr>
            <a:xfrm>
              <a:off x="4741662" y="4184041"/>
              <a:ext cx="167207" cy="167207"/>
            </a:xfrm>
            <a:custGeom>
              <a:avLst/>
              <a:gdLst>
                <a:gd name="csX0" fmla="*/ 83604 w 167207"/>
                <a:gd name="csY0" fmla="*/ 0 h 167207"/>
                <a:gd name="csX1" fmla="*/ 0 w 167207"/>
                <a:gd name="csY1" fmla="*/ 83604 h 167207"/>
                <a:gd name="csX2" fmla="*/ 83604 w 167207"/>
                <a:gd name="csY2" fmla="*/ 167208 h 167207"/>
                <a:gd name="csX3" fmla="*/ 167208 w 167207"/>
                <a:gd name="csY3" fmla="*/ 83604 h 167207"/>
                <a:gd name="csX4" fmla="*/ 83604 w 167207"/>
                <a:gd name="csY4" fmla="*/ 0 h 167207"/>
                <a:gd name="csX5" fmla="*/ 83604 w 167207"/>
                <a:gd name="csY5" fmla="*/ 36612 h 167207"/>
                <a:gd name="csX6" fmla="*/ 130596 w 167207"/>
                <a:gd name="csY6" fmla="*/ 83605 h 167207"/>
                <a:gd name="csX7" fmla="*/ 83604 w 167207"/>
                <a:gd name="csY7" fmla="*/ 130597 h 167207"/>
                <a:gd name="csX8" fmla="*/ 36611 w 167207"/>
                <a:gd name="csY8" fmla="*/ 83605 h 167207"/>
                <a:gd name="csX9" fmla="*/ 83604 w 167207"/>
                <a:gd name="csY9" fmla="*/ 36612 h 1672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67207" h="167207">
                  <a:moveTo>
                    <a:pt x="83604" y="0"/>
                  </a:moveTo>
                  <a:cubicBezTo>
                    <a:pt x="37653" y="0"/>
                    <a:pt x="0" y="37653"/>
                    <a:pt x="0" y="83604"/>
                  </a:cubicBezTo>
                  <a:cubicBezTo>
                    <a:pt x="0" y="129554"/>
                    <a:pt x="37653" y="167208"/>
                    <a:pt x="83604" y="167208"/>
                  </a:cubicBezTo>
                  <a:cubicBezTo>
                    <a:pt x="129554" y="167208"/>
                    <a:pt x="167208" y="129554"/>
                    <a:pt x="167208" y="83604"/>
                  </a:cubicBezTo>
                  <a:cubicBezTo>
                    <a:pt x="167208" y="37653"/>
                    <a:pt x="129554" y="0"/>
                    <a:pt x="83604" y="0"/>
                  </a:cubicBezTo>
                  <a:close/>
                  <a:moveTo>
                    <a:pt x="83604" y="36612"/>
                  </a:moveTo>
                  <a:cubicBezTo>
                    <a:pt x="109760" y="36612"/>
                    <a:pt x="130596" y="57448"/>
                    <a:pt x="130596" y="83605"/>
                  </a:cubicBezTo>
                  <a:cubicBezTo>
                    <a:pt x="130596" y="109761"/>
                    <a:pt x="109760" y="130597"/>
                    <a:pt x="83604" y="130597"/>
                  </a:cubicBezTo>
                  <a:cubicBezTo>
                    <a:pt x="57447" y="130597"/>
                    <a:pt x="36611" y="109761"/>
                    <a:pt x="36611" y="83605"/>
                  </a:cubicBezTo>
                  <a:cubicBezTo>
                    <a:pt x="36611" y="57448"/>
                    <a:pt x="57447" y="36612"/>
                    <a:pt x="83604" y="36612"/>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110" name="Forme libre : forme 109">
              <a:extLst>
                <a:ext uri="{FF2B5EF4-FFF2-40B4-BE49-F238E27FC236}">
                  <a16:creationId xmlns:a16="http://schemas.microsoft.com/office/drawing/2014/main" id="{A5D6068F-386E-24EC-04F1-8AD47E14D70C}"/>
                </a:ext>
              </a:extLst>
            </p:cNvPr>
            <p:cNvSpPr/>
            <p:nvPr/>
          </p:nvSpPr>
          <p:spPr>
            <a:xfrm>
              <a:off x="4693188" y="4333841"/>
              <a:ext cx="264168" cy="123931"/>
            </a:xfrm>
            <a:custGeom>
              <a:avLst/>
              <a:gdLst>
                <a:gd name="csX0" fmla="*/ 132077 w 264168"/>
                <a:gd name="csY0" fmla="*/ 0 h 123931"/>
                <a:gd name="csX1" fmla="*/ 623 w 264168"/>
                <a:gd name="csY1" fmla="*/ 100870 h 123931"/>
                <a:gd name="csX2" fmla="*/ 13571 w 264168"/>
                <a:gd name="csY2" fmla="*/ 123306 h 123931"/>
                <a:gd name="csX3" fmla="*/ 36007 w 264168"/>
                <a:gd name="csY3" fmla="*/ 110358 h 123931"/>
                <a:gd name="csX4" fmla="*/ 132114 w 264168"/>
                <a:gd name="csY4" fmla="*/ 36613 h 123931"/>
                <a:gd name="csX5" fmla="*/ 228184 w 264168"/>
                <a:gd name="csY5" fmla="*/ 110358 h 123931"/>
                <a:gd name="csX6" fmla="*/ 250583 w 264168"/>
                <a:gd name="csY6" fmla="*/ 123306 h 123931"/>
                <a:gd name="csX7" fmla="*/ 263531 w 264168"/>
                <a:gd name="csY7" fmla="*/ 100870 h 123931"/>
                <a:gd name="csX8" fmla="*/ 132076 w 264168"/>
                <a:gd name="csY8" fmla="*/ 0 h 1239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64168" h="123931">
                  <a:moveTo>
                    <a:pt x="132077" y="0"/>
                  </a:moveTo>
                  <a:cubicBezTo>
                    <a:pt x="70574" y="0"/>
                    <a:pt x="16549" y="41449"/>
                    <a:pt x="623" y="100870"/>
                  </a:cubicBezTo>
                  <a:cubicBezTo>
                    <a:pt x="-1982" y="110655"/>
                    <a:pt x="3823" y="120701"/>
                    <a:pt x="13571" y="123306"/>
                  </a:cubicBezTo>
                  <a:cubicBezTo>
                    <a:pt x="23356" y="125910"/>
                    <a:pt x="33365" y="120143"/>
                    <a:pt x="36007" y="110358"/>
                  </a:cubicBezTo>
                  <a:cubicBezTo>
                    <a:pt x="47691" y="66788"/>
                    <a:pt x="86981" y="36613"/>
                    <a:pt x="132114" y="36613"/>
                  </a:cubicBezTo>
                  <a:cubicBezTo>
                    <a:pt x="177210" y="36613"/>
                    <a:pt x="216537" y="66751"/>
                    <a:pt x="228184" y="110358"/>
                  </a:cubicBezTo>
                  <a:cubicBezTo>
                    <a:pt x="230788" y="120143"/>
                    <a:pt x="240834" y="125910"/>
                    <a:pt x="250583" y="123306"/>
                  </a:cubicBezTo>
                  <a:cubicBezTo>
                    <a:pt x="260368" y="120701"/>
                    <a:pt x="266172" y="110656"/>
                    <a:pt x="263531" y="100870"/>
                  </a:cubicBezTo>
                  <a:cubicBezTo>
                    <a:pt x="247606" y="41450"/>
                    <a:pt x="193581" y="0"/>
                    <a:pt x="132076" y="0"/>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111" name="Forme libre : forme 110">
              <a:extLst>
                <a:ext uri="{FF2B5EF4-FFF2-40B4-BE49-F238E27FC236}">
                  <a16:creationId xmlns:a16="http://schemas.microsoft.com/office/drawing/2014/main" id="{7CFC0F4B-EDCA-7BAF-FEC1-B85ED9E72FFE}"/>
                </a:ext>
              </a:extLst>
            </p:cNvPr>
            <p:cNvSpPr/>
            <p:nvPr/>
          </p:nvSpPr>
          <p:spPr>
            <a:xfrm>
              <a:off x="5171554" y="4184041"/>
              <a:ext cx="167207" cy="167207"/>
            </a:xfrm>
            <a:custGeom>
              <a:avLst/>
              <a:gdLst>
                <a:gd name="csX0" fmla="*/ 83604 w 167207"/>
                <a:gd name="csY0" fmla="*/ 0 h 167207"/>
                <a:gd name="csX1" fmla="*/ 0 w 167207"/>
                <a:gd name="csY1" fmla="*/ 83604 h 167207"/>
                <a:gd name="csX2" fmla="*/ 83604 w 167207"/>
                <a:gd name="csY2" fmla="*/ 167208 h 167207"/>
                <a:gd name="csX3" fmla="*/ 167208 w 167207"/>
                <a:gd name="csY3" fmla="*/ 83604 h 167207"/>
                <a:gd name="csX4" fmla="*/ 83604 w 167207"/>
                <a:gd name="csY4" fmla="*/ 0 h 167207"/>
                <a:gd name="csX5" fmla="*/ 83604 w 167207"/>
                <a:gd name="csY5" fmla="*/ 36612 h 167207"/>
                <a:gd name="csX6" fmla="*/ 130596 w 167207"/>
                <a:gd name="csY6" fmla="*/ 83605 h 167207"/>
                <a:gd name="csX7" fmla="*/ 83604 w 167207"/>
                <a:gd name="csY7" fmla="*/ 130597 h 167207"/>
                <a:gd name="csX8" fmla="*/ 36611 w 167207"/>
                <a:gd name="csY8" fmla="*/ 83605 h 167207"/>
                <a:gd name="csX9" fmla="*/ 83604 w 167207"/>
                <a:gd name="csY9" fmla="*/ 36612 h 1672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67207" h="167207">
                  <a:moveTo>
                    <a:pt x="83604" y="0"/>
                  </a:moveTo>
                  <a:cubicBezTo>
                    <a:pt x="37653" y="0"/>
                    <a:pt x="0" y="37653"/>
                    <a:pt x="0" y="83604"/>
                  </a:cubicBezTo>
                  <a:cubicBezTo>
                    <a:pt x="0" y="129554"/>
                    <a:pt x="37653" y="167208"/>
                    <a:pt x="83604" y="167208"/>
                  </a:cubicBezTo>
                  <a:cubicBezTo>
                    <a:pt x="129554" y="167208"/>
                    <a:pt x="167208" y="129554"/>
                    <a:pt x="167208" y="83604"/>
                  </a:cubicBezTo>
                  <a:cubicBezTo>
                    <a:pt x="167208" y="37653"/>
                    <a:pt x="129554" y="0"/>
                    <a:pt x="83604" y="0"/>
                  </a:cubicBezTo>
                  <a:close/>
                  <a:moveTo>
                    <a:pt x="83604" y="36612"/>
                  </a:moveTo>
                  <a:cubicBezTo>
                    <a:pt x="109760" y="36612"/>
                    <a:pt x="130596" y="57448"/>
                    <a:pt x="130596" y="83605"/>
                  </a:cubicBezTo>
                  <a:cubicBezTo>
                    <a:pt x="130596" y="109761"/>
                    <a:pt x="109760" y="130597"/>
                    <a:pt x="83604" y="130597"/>
                  </a:cubicBezTo>
                  <a:cubicBezTo>
                    <a:pt x="57447" y="130597"/>
                    <a:pt x="36611" y="109761"/>
                    <a:pt x="36611" y="83605"/>
                  </a:cubicBezTo>
                  <a:cubicBezTo>
                    <a:pt x="36611" y="57448"/>
                    <a:pt x="57447" y="36612"/>
                    <a:pt x="83604" y="36612"/>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112" name="Forme libre : forme 111">
              <a:extLst>
                <a:ext uri="{FF2B5EF4-FFF2-40B4-BE49-F238E27FC236}">
                  <a16:creationId xmlns:a16="http://schemas.microsoft.com/office/drawing/2014/main" id="{5EB2EBB8-E86B-AA47-DC09-F2C3C12B8D50}"/>
                </a:ext>
              </a:extLst>
            </p:cNvPr>
            <p:cNvSpPr/>
            <p:nvPr/>
          </p:nvSpPr>
          <p:spPr>
            <a:xfrm>
              <a:off x="5123065" y="4333841"/>
              <a:ext cx="264173" cy="123931"/>
            </a:xfrm>
            <a:custGeom>
              <a:avLst/>
              <a:gdLst>
                <a:gd name="csX0" fmla="*/ 132092 w 264173"/>
                <a:gd name="csY0" fmla="*/ 0 h 123931"/>
                <a:gd name="csX1" fmla="*/ 638 w 264173"/>
                <a:gd name="csY1" fmla="*/ 100870 h 123931"/>
                <a:gd name="csX2" fmla="*/ 13586 w 264173"/>
                <a:gd name="csY2" fmla="*/ 123306 h 123931"/>
                <a:gd name="csX3" fmla="*/ 35985 w 264173"/>
                <a:gd name="csY3" fmla="*/ 110358 h 123931"/>
                <a:gd name="csX4" fmla="*/ 132092 w 264173"/>
                <a:gd name="csY4" fmla="*/ 36613 h 123931"/>
                <a:gd name="csX5" fmla="*/ 228162 w 264173"/>
                <a:gd name="csY5" fmla="*/ 110358 h 123931"/>
                <a:gd name="csX6" fmla="*/ 250598 w 264173"/>
                <a:gd name="csY6" fmla="*/ 123306 h 123931"/>
                <a:gd name="csX7" fmla="*/ 261723 w 264173"/>
                <a:gd name="csY7" fmla="*/ 114786 h 123931"/>
                <a:gd name="csX8" fmla="*/ 263546 w 264173"/>
                <a:gd name="csY8" fmla="*/ 100870 h 123931"/>
                <a:gd name="csX9" fmla="*/ 132092 w 264173"/>
                <a:gd name="csY9" fmla="*/ 1 h 1239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64173" h="123931">
                  <a:moveTo>
                    <a:pt x="132092" y="0"/>
                  </a:moveTo>
                  <a:cubicBezTo>
                    <a:pt x="70589" y="0"/>
                    <a:pt x="16564" y="41449"/>
                    <a:pt x="638" y="100870"/>
                  </a:cubicBezTo>
                  <a:cubicBezTo>
                    <a:pt x="-2004" y="110655"/>
                    <a:pt x="3801" y="120701"/>
                    <a:pt x="13586" y="123306"/>
                  </a:cubicBezTo>
                  <a:cubicBezTo>
                    <a:pt x="23334" y="125910"/>
                    <a:pt x="33380" y="120143"/>
                    <a:pt x="35985" y="110358"/>
                  </a:cubicBezTo>
                  <a:cubicBezTo>
                    <a:pt x="47669" y="66788"/>
                    <a:pt x="86959" y="36613"/>
                    <a:pt x="132092" y="36613"/>
                  </a:cubicBezTo>
                  <a:cubicBezTo>
                    <a:pt x="177188" y="36613"/>
                    <a:pt x="216515" y="66751"/>
                    <a:pt x="228162" y="110358"/>
                  </a:cubicBezTo>
                  <a:cubicBezTo>
                    <a:pt x="230803" y="120143"/>
                    <a:pt x="240812" y="125910"/>
                    <a:pt x="250598" y="123306"/>
                  </a:cubicBezTo>
                  <a:cubicBezTo>
                    <a:pt x="255286" y="122041"/>
                    <a:pt x="259267" y="118990"/>
                    <a:pt x="261723" y="114786"/>
                  </a:cubicBezTo>
                  <a:cubicBezTo>
                    <a:pt x="264141" y="110581"/>
                    <a:pt x="264811" y="105595"/>
                    <a:pt x="263546" y="100870"/>
                  </a:cubicBezTo>
                  <a:cubicBezTo>
                    <a:pt x="247621" y="41451"/>
                    <a:pt x="193596" y="1"/>
                    <a:pt x="132092" y="1"/>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grpSp>
      <p:sp>
        <p:nvSpPr>
          <p:cNvPr id="113" name="Forme libre : forme 112">
            <a:extLst>
              <a:ext uri="{FF2B5EF4-FFF2-40B4-BE49-F238E27FC236}">
                <a16:creationId xmlns:a16="http://schemas.microsoft.com/office/drawing/2014/main" id="{7C34CF42-57DD-003F-7935-0935B2C7F6DE}"/>
              </a:ext>
            </a:extLst>
          </p:cNvPr>
          <p:cNvSpPr>
            <a:spLocks noChangeAspect="1"/>
          </p:cNvSpPr>
          <p:nvPr/>
        </p:nvSpPr>
        <p:spPr>
          <a:xfrm>
            <a:off x="6547091" y="4732095"/>
            <a:ext cx="360000" cy="359985"/>
          </a:xfrm>
          <a:custGeom>
            <a:avLst/>
            <a:gdLst>
              <a:gd name="csX0" fmla="*/ 214758 w 871518"/>
              <a:gd name="csY0" fmla="*/ 600024 h 871485"/>
              <a:gd name="csX1" fmla="*/ 221753 w 871518"/>
              <a:gd name="csY1" fmla="*/ 614646 h 871485"/>
              <a:gd name="csX2" fmla="*/ 207131 w 871518"/>
              <a:gd name="csY2" fmla="*/ 621641 h 871485"/>
              <a:gd name="csX3" fmla="*/ 0 w 871518"/>
              <a:gd name="csY3" fmla="*/ 356389 h 871485"/>
              <a:gd name="csX4" fmla="*/ 167545 w 871518"/>
              <a:gd name="csY4" fmla="*/ 107882 h 871485"/>
              <a:gd name="csX5" fmla="*/ 164419 w 871518"/>
              <a:gd name="csY5" fmla="*/ 25432 h 871485"/>
              <a:gd name="csX6" fmla="*/ 202668 w 871518"/>
              <a:gd name="csY6" fmla="*/ 4298 h 871485"/>
              <a:gd name="csX7" fmla="*/ 300375 w 871518"/>
              <a:gd name="csY7" fmla="*/ 70935 h 871485"/>
              <a:gd name="csX8" fmla="*/ 315816 w 871518"/>
              <a:gd name="csY8" fmla="*/ 69856 h 871485"/>
              <a:gd name="csX9" fmla="*/ 571687 w 871518"/>
              <a:gd name="csY9" fmla="*/ 152828 h 871485"/>
              <a:gd name="csX10" fmla="*/ 655440 w 871518"/>
              <a:gd name="csY10" fmla="*/ 441892 h 871485"/>
              <a:gd name="csX11" fmla="*/ 640780 w 871518"/>
              <a:gd name="csY11" fmla="*/ 448776 h 871485"/>
              <a:gd name="csX12" fmla="*/ 633897 w 871518"/>
              <a:gd name="csY12" fmla="*/ 434116 h 871485"/>
              <a:gd name="csX13" fmla="*/ 556878 w 871518"/>
              <a:gd name="csY13" fmla="*/ 170283 h 871485"/>
              <a:gd name="csX14" fmla="*/ 316896 w 871518"/>
              <a:gd name="csY14" fmla="*/ 92781 h 871485"/>
              <a:gd name="csX15" fmla="*/ 298925 w 871518"/>
              <a:gd name="csY15" fmla="*/ 94120 h 871485"/>
              <a:gd name="csX16" fmla="*/ 290851 w 871518"/>
              <a:gd name="csY16" fmla="*/ 92223 h 871485"/>
              <a:gd name="csX17" fmla="*/ 189019 w 871518"/>
              <a:gd name="csY17" fmla="*/ 22944 h 871485"/>
              <a:gd name="csX18" fmla="*/ 187308 w 871518"/>
              <a:gd name="csY18" fmla="*/ 24655 h 871485"/>
              <a:gd name="csX19" fmla="*/ 190694 w 871518"/>
              <a:gd name="csY19" fmla="*/ 114547 h 871485"/>
              <a:gd name="csX20" fmla="*/ 184108 w 871518"/>
              <a:gd name="csY20" fmla="*/ 125337 h 871485"/>
              <a:gd name="csX21" fmla="*/ 23002 w 871518"/>
              <a:gd name="csY21" fmla="*/ 356433 h 871485"/>
              <a:gd name="csX22" fmla="*/ 214769 w 871518"/>
              <a:gd name="csY22" fmla="*/ 600025 h 871485"/>
              <a:gd name="csX23" fmla="*/ 561526 w 871518"/>
              <a:gd name="csY23" fmla="*/ 495439 h 871485"/>
              <a:gd name="csX24" fmla="*/ 260964 w 871518"/>
              <a:gd name="csY24" fmla="*/ 653678 h 871485"/>
              <a:gd name="csX25" fmla="*/ 260964 w 871518"/>
              <a:gd name="csY25" fmla="*/ 713246 h 871485"/>
              <a:gd name="csX26" fmla="*/ 561526 w 871518"/>
              <a:gd name="csY26" fmla="*/ 871485 h 871485"/>
              <a:gd name="csX27" fmla="*/ 862087 w 871518"/>
              <a:gd name="csY27" fmla="*/ 713246 h 871485"/>
              <a:gd name="csX28" fmla="*/ 862087 w 871518"/>
              <a:gd name="csY28" fmla="*/ 653678 h 871485"/>
              <a:gd name="csX29" fmla="*/ 561526 w 871518"/>
              <a:gd name="csY29" fmla="*/ 495439 h 871485"/>
              <a:gd name="csX30" fmla="*/ 720441 w 871518"/>
              <a:gd name="csY30" fmla="*/ 557500 h 871485"/>
              <a:gd name="csX31" fmla="*/ 402658 w 871518"/>
              <a:gd name="csY31" fmla="*/ 557500 h 871485"/>
              <a:gd name="csX32" fmla="*/ 279833 w 871518"/>
              <a:gd name="csY32" fmla="*/ 666704 h 871485"/>
              <a:gd name="csX33" fmla="*/ 279833 w 871518"/>
              <a:gd name="csY33" fmla="*/ 700265 h 871485"/>
              <a:gd name="csX34" fmla="*/ 561564 w 871518"/>
              <a:gd name="csY34" fmla="*/ 848531 h 871485"/>
              <a:gd name="csX35" fmla="*/ 843294 w 871518"/>
              <a:gd name="csY35" fmla="*/ 700265 h 871485"/>
              <a:gd name="csX36" fmla="*/ 843294 w 871518"/>
              <a:gd name="csY36" fmla="*/ 666704 h 871485"/>
              <a:gd name="csX37" fmla="*/ 720441 w 871518"/>
              <a:gd name="csY37" fmla="*/ 557500 h 871485"/>
              <a:gd name="csX38" fmla="*/ 561526 w 871518"/>
              <a:gd name="csY38" fmla="*/ 571974 h 871485"/>
              <a:gd name="csX39" fmla="*/ 450016 w 871518"/>
              <a:gd name="csY39" fmla="*/ 683483 h 871485"/>
              <a:gd name="csX40" fmla="*/ 561526 w 871518"/>
              <a:gd name="csY40" fmla="*/ 794992 h 871485"/>
              <a:gd name="csX41" fmla="*/ 673035 w 871518"/>
              <a:gd name="csY41" fmla="*/ 683483 h 871485"/>
              <a:gd name="csX42" fmla="*/ 561526 w 871518"/>
              <a:gd name="csY42" fmla="*/ 571974 h 871485"/>
              <a:gd name="csX43" fmla="*/ 624108 w 871518"/>
              <a:gd name="csY43" fmla="*/ 620863 h 871485"/>
              <a:gd name="csX44" fmla="*/ 498902 w 871518"/>
              <a:gd name="csY44" fmla="*/ 620863 h 871485"/>
              <a:gd name="csX45" fmla="*/ 498902 w 871518"/>
              <a:gd name="csY45" fmla="*/ 746070 h 871485"/>
              <a:gd name="csX46" fmla="*/ 624108 w 871518"/>
              <a:gd name="csY46" fmla="*/ 746070 h 871485"/>
              <a:gd name="csX47" fmla="*/ 624108 w 871518"/>
              <a:gd name="csY47" fmla="*/ 620863 h 871485"/>
              <a:gd name="csX48" fmla="*/ 356103 w 871518"/>
              <a:gd name="csY48" fmla="*/ 489152 h 871485"/>
              <a:gd name="csX49" fmla="*/ 344643 w 871518"/>
              <a:gd name="csY49" fmla="*/ 477655 h 871485"/>
              <a:gd name="csX50" fmla="*/ 344643 w 871518"/>
              <a:gd name="csY50" fmla="*/ 299842 h 871485"/>
              <a:gd name="csX51" fmla="*/ 335304 w 871518"/>
              <a:gd name="csY51" fmla="*/ 290541 h 871485"/>
              <a:gd name="csX52" fmla="*/ 318598 w 871518"/>
              <a:gd name="csY52" fmla="*/ 290541 h 871485"/>
              <a:gd name="csX53" fmla="*/ 316552 w 871518"/>
              <a:gd name="csY53" fmla="*/ 308884 h 871485"/>
              <a:gd name="csX54" fmla="*/ 326003 w 871518"/>
              <a:gd name="csY54" fmla="*/ 320195 h 871485"/>
              <a:gd name="csX55" fmla="*/ 326003 w 871518"/>
              <a:gd name="csY55" fmla="*/ 477653 h 871485"/>
              <a:gd name="csX56" fmla="*/ 313538 w 871518"/>
              <a:gd name="csY56" fmla="*/ 489149 h 871485"/>
              <a:gd name="csX57" fmla="*/ 306990 w 871518"/>
              <a:gd name="csY57" fmla="*/ 505000 h 871485"/>
              <a:gd name="csX58" fmla="*/ 313538 w 871518"/>
              <a:gd name="csY58" fmla="*/ 507716 h 871485"/>
              <a:gd name="csX59" fmla="*/ 357033 w 871518"/>
              <a:gd name="csY59" fmla="*/ 507716 h 871485"/>
              <a:gd name="csX60" fmla="*/ 363582 w 871518"/>
              <a:gd name="csY60" fmla="*/ 491865 h 871485"/>
              <a:gd name="csX61" fmla="*/ 356103 w 871518"/>
              <a:gd name="csY61" fmla="*/ 489149 h 871485"/>
              <a:gd name="csX62" fmla="*/ 367525 w 871518"/>
              <a:gd name="csY62" fmla="*/ 467906 h 871485"/>
              <a:gd name="csX63" fmla="*/ 367525 w 871518"/>
              <a:gd name="csY63" fmla="*/ 299838 h 871485"/>
              <a:gd name="csX64" fmla="*/ 335304 w 871518"/>
              <a:gd name="csY64" fmla="*/ 267579 h 871485"/>
              <a:gd name="csX65" fmla="*/ 318598 w 871518"/>
              <a:gd name="csY65" fmla="*/ 267579 h 871485"/>
              <a:gd name="csX66" fmla="*/ 295790 w 871518"/>
              <a:gd name="csY66" fmla="*/ 277030 h 871485"/>
              <a:gd name="csX67" fmla="*/ 303009 w 871518"/>
              <a:gd name="csY67" fmla="*/ 328078 h 871485"/>
              <a:gd name="csX68" fmla="*/ 303009 w 871518"/>
              <a:gd name="csY68" fmla="*/ 467905 h 871485"/>
              <a:gd name="csX69" fmla="*/ 290730 w 871518"/>
              <a:gd name="csY69" fmla="*/ 475607 h 871485"/>
              <a:gd name="csX70" fmla="*/ 313538 w 871518"/>
              <a:gd name="csY70" fmla="*/ 530673 h 871485"/>
              <a:gd name="csX71" fmla="*/ 357033 w 871518"/>
              <a:gd name="csY71" fmla="*/ 530673 h 871485"/>
              <a:gd name="csX72" fmla="*/ 379840 w 871518"/>
              <a:gd name="csY72" fmla="*/ 521222 h 871485"/>
              <a:gd name="csX73" fmla="*/ 367524 w 871518"/>
              <a:gd name="csY73" fmla="*/ 467904 h 871485"/>
              <a:gd name="csX74" fmla="*/ 335304 w 871518"/>
              <a:gd name="csY74" fmla="*/ 180480 h 871485"/>
              <a:gd name="csX75" fmla="*/ 294302 w 871518"/>
              <a:gd name="csY75" fmla="*/ 221482 h 871485"/>
              <a:gd name="csX76" fmla="*/ 364289 w 871518"/>
              <a:gd name="csY76" fmla="*/ 250467 h 871485"/>
              <a:gd name="csX77" fmla="*/ 335304 w 871518"/>
              <a:gd name="csY77" fmla="*/ 180480 h 871485"/>
              <a:gd name="csX78" fmla="*/ 348066 w 871518"/>
              <a:gd name="csY78" fmla="*/ 208720 h 871485"/>
              <a:gd name="csX79" fmla="*/ 317295 w 871518"/>
              <a:gd name="csY79" fmla="*/ 221481 h 871485"/>
              <a:gd name="csX80" fmla="*/ 348066 w 871518"/>
              <a:gd name="csY80" fmla="*/ 234243 h 871485"/>
              <a:gd name="csX81" fmla="*/ 348066 w 871518"/>
              <a:gd name="csY81" fmla="*/ 208719 h 8714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Lst>
            <a:rect l="l" t="t" r="r" b="b"/>
            <a:pathLst>
              <a:path w="871518" h="871485">
                <a:moveTo>
                  <a:pt x="214758" y="600024"/>
                </a:moveTo>
                <a:cubicBezTo>
                  <a:pt x="220749" y="602145"/>
                  <a:pt x="223874" y="608693"/>
                  <a:pt x="221753" y="614646"/>
                </a:cubicBezTo>
                <a:cubicBezTo>
                  <a:pt x="219633" y="620637"/>
                  <a:pt x="213084" y="623762"/>
                  <a:pt x="207131" y="621641"/>
                </a:cubicBezTo>
                <a:cubicBezTo>
                  <a:pt x="91154" y="580676"/>
                  <a:pt x="0" y="480814"/>
                  <a:pt x="0" y="356389"/>
                </a:cubicBezTo>
                <a:cubicBezTo>
                  <a:pt x="0" y="247042"/>
                  <a:pt x="70619" y="155878"/>
                  <a:pt x="167545" y="107882"/>
                </a:cubicBezTo>
                <a:lnTo>
                  <a:pt x="164419" y="25432"/>
                </a:lnTo>
                <a:cubicBezTo>
                  <a:pt x="163675" y="5377"/>
                  <a:pt x="186074" y="-7012"/>
                  <a:pt x="202668" y="4298"/>
                </a:cubicBezTo>
                <a:lnTo>
                  <a:pt x="300375" y="70935"/>
                </a:lnTo>
                <a:cubicBezTo>
                  <a:pt x="305510" y="70489"/>
                  <a:pt x="310644" y="70117"/>
                  <a:pt x="315816" y="69856"/>
                </a:cubicBezTo>
                <a:cubicBezTo>
                  <a:pt x="413933" y="64945"/>
                  <a:pt x="505688" y="96646"/>
                  <a:pt x="571687" y="152828"/>
                </a:cubicBezTo>
                <a:cubicBezTo>
                  <a:pt x="658230" y="226461"/>
                  <a:pt x="693540" y="337041"/>
                  <a:pt x="655440" y="441892"/>
                </a:cubicBezTo>
                <a:cubicBezTo>
                  <a:pt x="653282" y="447846"/>
                  <a:pt x="646696" y="450897"/>
                  <a:pt x="640780" y="448776"/>
                </a:cubicBezTo>
                <a:cubicBezTo>
                  <a:pt x="634827" y="446618"/>
                  <a:pt x="631776" y="440032"/>
                  <a:pt x="633897" y="434116"/>
                </a:cubicBezTo>
                <a:cubicBezTo>
                  <a:pt x="668610" y="338533"/>
                  <a:pt x="635980" y="237587"/>
                  <a:pt x="556878" y="170283"/>
                </a:cubicBezTo>
                <a:cubicBezTo>
                  <a:pt x="495301" y="117895"/>
                  <a:pt x="408755" y="88204"/>
                  <a:pt x="316896" y="92781"/>
                </a:cubicBezTo>
                <a:cubicBezTo>
                  <a:pt x="310831" y="93079"/>
                  <a:pt x="304841" y="93525"/>
                  <a:pt x="298925" y="94120"/>
                </a:cubicBezTo>
                <a:cubicBezTo>
                  <a:pt x="296209" y="94492"/>
                  <a:pt x="293307" y="93897"/>
                  <a:pt x="290851" y="92223"/>
                </a:cubicBezTo>
                <a:lnTo>
                  <a:pt x="189019" y="22944"/>
                </a:lnTo>
                <a:cubicBezTo>
                  <a:pt x="188461" y="22906"/>
                  <a:pt x="187234" y="23278"/>
                  <a:pt x="187308" y="24655"/>
                </a:cubicBezTo>
                <a:lnTo>
                  <a:pt x="190694" y="114547"/>
                </a:lnTo>
                <a:cubicBezTo>
                  <a:pt x="190843" y="119012"/>
                  <a:pt x="188387" y="123328"/>
                  <a:pt x="184108" y="125337"/>
                </a:cubicBezTo>
                <a:cubicBezTo>
                  <a:pt x="91946" y="168497"/>
                  <a:pt x="23002" y="253591"/>
                  <a:pt x="23002" y="356433"/>
                </a:cubicBezTo>
                <a:cubicBezTo>
                  <a:pt x="23002" y="471066"/>
                  <a:pt x="107797" y="562116"/>
                  <a:pt x="214769" y="600025"/>
                </a:cubicBezTo>
                <a:close/>
                <a:moveTo>
                  <a:pt x="561526" y="495439"/>
                </a:moveTo>
                <a:cubicBezTo>
                  <a:pt x="440120" y="495439"/>
                  <a:pt x="328611" y="555343"/>
                  <a:pt x="260964" y="653678"/>
                </a:cubicBezTo>
                <a:cubicBezTo>
                  <a:pt x="248388" y="671984"/>
                  <a:pt x="248388" y="694940"/>
                  <a:pt x="260964" y="713246"/>
                </a:cubicBezTo>
                <a:cubicBezTo>
                  <a:pt x="328607" y="811583"/>
                  <a:pt x="440149" y="871485"/>
                  <a:pt x="561526" y="871485"/>
                </a:cubicBezTo>
                <a:cubicBezTo>
                  <a:pt x="682931" y="871485"/>
                  <a:pt x="794479" y="811582"/>
                  <a:pt x="862087" y="713246"/>
                </a:cubicBezTo>
                <a:cubicBezTo>
                  <a:pt x="874663" y="694940"/>
                  <a:pt x="874663" y="671984"/>
                  <a:pt x="862087" y="653678"/>
                </a:cubicBezTo>
                <a:cubicBezTo>
                  <a:pt x="794481" y="555342"/>
                  <a:pt x="682903" y="495439"/>
                  <a:pt x="561526" y="495439"/>
                </a:cubicBezTo>
                <a:close/>
                <a:moveTo>
                  <a:pt x="720441" y="557500"/>
                </a:moveTo>
                <a:cubicBezTo>
                  <a:pt x="621362" y="505336"/>
                  <a:pt x="501699" y="505336"/>
                  <a:pt x="402658" y="557500"/>
                </a:cubicBezTo>
                <a:cubicBezTo>
                  <a:pt x="353359" y="583434"/>
                  <a:pt x="311203" y="621087"/>
                  <a:pt x="279833" y="666704"/>
                </a:cubicBezTo>
                <a:cubicBezTo>
                  <a:pt x="272764" y="677010"/>
                  <a:pt x="272764" y="689959"/>
                  <a:pt x="279833" y="700265"/>
                </a:cubicBezTo>
                <a:cubicBezTo>
                  <a:pt x="343272" y="792501"/>
                  <a:pt x="447711" y="848531"/>
                  <a:pt x="561564" y="848531"/>
                </a:cubicBezTo>
                <a:cubicBezTo>
                  <a:pt x="675416" y="848531"/>
                  <a:pt x="779858" y="792460"/>
                  <a:pt x="843294" y="700265"/>
                </a:cubicBezTo>
                <a:cubicBezTo>
                  <a:pt x="850364" y="689959"/>
                  <a:pt x="850364" y="677010"/>
                  <a:pt x="843294" y="666704"/>
                </a:cubicBezTo>
                <a:cubicBezTo>
                  <a:pt x="811854" y="621051"/>
                  <a:pt x="769698" y="583435"/>
                  <a:pt x="720441" y="557500"/>
                </a:cubicBezTo>
                <a:close/>
                <a:moveTo>
                  <a:pt x="561526" y="571974"/>
                </a:moveTo>
                <a:cubicBezTo>
                  <a:pt x="499948" y="571974"/>
                  <a:pt x="450016" y="621905"/>
                  <a:pt x="450016" y="683483"/>
                </a:cubicBezTo>
                <a:cubicBezTo>
                  <a:pt x="450016" y="745060"/>
                  <a:pt x="499948" y="794992"/>
                  <a:pt x="561526" y="794992"/>
                </a:cubicBezTo>
                <a:cubicBezTo>
                  <a:pt x="623103" y="794992"/>
                  <a:pt x="673035" y="745060"/>
                  <a:pt x="673035" y="683483"/>
                </a:cubicBezTo>
                <a:cubicBezTo>
                  <a:pt x="672998" y="621867"/>
                  <a:pt x="623103" y="571974"/>
                  <a:pt x="561526" y="571974"/>
                </a:cubicBezTo>
                <a:close/>
                <a:moveTo>
                  <a:pt x="624108" y="620863"/>
                </a:moveTo>
                <a:cubicBezTo>
                  <a:pt x="589542" y="586298"/>
                  <a:pt x="533472" y="586298"/>
                  <a:pt x="498902" y="620863"/>
                </a:cubicBezTo>
                <a:cubicBezTo>
                  <a:pt x="464332" y="655429"/>
                  <a:pt x="464336" y="711500"/>
                  <a:pt x="498902" y="746070"/>
                </a:cubicBezTo>
                <a:cubicBezTo>
                  <a:pt x="533467" y="780640"/>
                  <a:pt x="589538" y="780635"/>
                  <a:pt x="624108" y="746070"/>
                </a:cubicBezTo>
                <a:cubicBezTo>
                  <a:pt x="658673" y="711504"/>
                  <a:pt x="658673" y="655433"/>
                  <a:pt x="624108" y="620863"/>
                </a:cubicBezTo>
                <a:close/>
                <a:moveTo>
                  <a:pt x="356103" y="489152"/>
                </a:moveTo>
                <a:cubicBezTo>
                  <a:pt x="349778" y="489152"/>
                  <a:pt x="344643" y="483980"/>
                  <a:pt x="344643" y="477655"/>
                </a:cubicBezTo>
                <a:lnTo>
                  <a:pt x="344643" y="299842"/>
                </a:lnTo>
                <a:cubicBezTo>
                  <a:pt x="344643" y="294708"/>
                  <a:pt x="340439" y="290541"/>
                  <a:pt x="335304" y="290541"/>
                </a:cubicBezTo>
                <a:lnTo>
                  <a:pt x="318598" y="290541"/>
                </a:lnTo>
                <a:cubicBezTo>
                  <a:pt x="307510" y="290541"/>
                  <a:pt x="305985" y="306763"/>
                  <a:pt x="316552" y="308884"/>
                </a:cubicBezTo>
                <a:cubicBezTo>
                  <a:pt x="321947" y="309851"/>
                  <a:pt x="326003" y="314539"/>
                  <a:pt x="326003" y="320195"/>
                </a:cubicBezTo>
                <a:lnTo>
                  <a:pt x="326003" y="477653"/>
                </a:lnTo>
                <a:cubicBezTo>
                  <a:pt x="326003" y="484387"/>
                  <a:pt x="320905" y="489149"/>
                  <a:pt x="313538" y="489149"/>
                </a:cubicBezTo>
                <a:cubicBezTo>
                  <a:pt x="305315" y="489149"/>
                  <a:pt x="301148" y="499158"/>
                  <a:pt x="306990" y="505000"/>
                </a:cubicBezTo>
                <a:cubicBezTo>
                  <a:pt x="308664" y="506674"/>
                  <a:pt x="311008" y="507716"/>
                  <a:pt x="313538" y="507716"/>
                </a:cubicBezTo>
                <a:lnTo>
                  <a:pt x="357033" y="507716"/>
                </a:lnTo>
                <a:cubicBezTo>
                  <a:pt x="365256" y="507716"/>
                  <a:pt x="369423" y="497707"/>
                  <a:pt x="363582" y="491865"/>
                </a:cubicBezTo>
                <a:cubicBezTo>
                  <a:pt x="361386" y="489633"/>
                  <a:pt x="359117" y="489149"/>
                  <a:pt x="356103" y="489149"/>
                </a:cubicBezTo>
                <a:close/>
                <a:moveTo>
                  <a:pt x="367525" y="467906"/>
                </a:moveTo>
                <a:lnTo>
                  <a:pt x="367525" y="299838"/>
                </a:lnTo>
                <a:cubicBezTo>
                  <a:pt x="367525" y="282015"/>
                  <a:pt x="353126" y="267579"/>
                  <a:pt x="335304" y="267579"/>
                </a:cubicBezTo>
                <a:lnTo>
                  <a:pt x="318598" y="267579"/>
                </a:lnTo>
                <a:cubicBezTo>
                  <a:pt x="309706" y="267579"/>
                  <a:pt x="301632" y="271188"/>
                  <a:pt x="295790" y="277030"/>
                </a:cubicBezTo>
                <a:cubicBezTo>
                  <a:pt x="280535" y="292285"/>
                  <a:pt x="284294" y="317734"/>
                  <a:pt x="303009" y="328078"/>
                </a:cubicBezTo>
                <a:lnTo>
                  <a:pt x="303009" y="467905"/>
                </a:lnTo>
                <a:cubicBezTo>
                  <a:pt x="298321" y="469542"/>
                  <a:pt x="294116" y="472184"/>
                  <a:pt x="290730" y="475607"/>
                </a:cubicBezTo>
                <a:cubicBezTo>
                  <a:pt x="270415" y="495922"/>
                  <a:pt x="284926" y="530673"/>
                  <a:pt x="313538" y="530673"/>
                </a:cubicBezTo>
                <a:lnTo>
                  <a:pt x="357033" y="530673"/>
                </a:lnTo>
                <a:cubicBezTo>
                  <a:pt x="365925" y="530673"/>
                  <a:pt x="373998" y="527064"/>
                  <a:pt x="379840" y="521222"/>
                </a:cubicBezTo>
                <a:cubicBezTo>
                  <a:pt x="396844" y="504294"/>
                  <a:pt x="389923" y="475606"/>
                  <a:pt x="367524" y="467904"/>
                </a:cubicBezTo>
                <a:close/>
                <a:moveTo>
                  <a:pt x="335304" y="180480"/>
                </a:moveTo>
                <a:cubicBezTo>
                  <a:pt x="312645" y="180480"/>
                  <a:pt x="294302" y="198860"/>
                  <a:pt x="294302" y="221482"/>
                </a:cubicBezTo>
                <a:cubicBezTo>
                  <a:pt x="294302" y="257870"/>
                  <a:pt x="338541" y="276251"/>
                  <a:pt x="364289" y="250467"/>
                </a:cubicBezTo>
                <a:cubicBezTo>
                  <a:pt x="390073" y="224720"/>
                  <a:pt x="371730" y="180480"/>
                  <a:pt x="335304" y="180480"/>
                </a:cubicBezTo>
                <a:close/>
                <a:moveTo>
                  <a:pt x="348066" y="208720"/>
                </a:moveTo>
                <a:cubicBezTo>
                  <a:pt x="336755" y="197409"/>
                  <a:pt x="317295" y="205445"/>
                  <a:pt x="317295" y="221481"/>
                </a:cubicBezTo>
                <a:cubicBezTo>
                  <a:pt x="317295" y="237480"/>
                  <a:pt x="336718" y="245554"/>
                  <a:pt x="348066" y="234243"/>
                </a:cubicBezTo>
                <a:cubicBezTo>
                  <a:pt x="355098" y="227173"/>
                  <a:pt x="355098" y="215788"/>
                  <a:pt x="348066" y="208719"/>
                </a:cubicBezTo>
                <a:close/>
              </a:path>
            </a:pathLst>
          </a:custGeom>
          <a:solidFill>
            <a:srgbClr val="0084D4"/>
          </a:solid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grpSp>
        <p:nvGrpSpPr>
          <p:cNvPr id="114" name="Groupe 113">
            <a:extLst>
              <a:ext uri="{FF2B5EF4-FFF2-40B4-BE49-F238E27FC236}">
                <a16:creationId xmlns:a16="http://schemas.microsoft.com/office/drawing/2014/main" id="{4711CA8D-14A7-3592-24A3-55EE1ADBA6DB}"/>
              </a:ext>
            </a:extLst>
          </p:cNvPr>
          <p:cNvGrpSpPr>
            <a:grpSpLocks noChangeAspect="1"/>
          </p:cNvGrpSpPr>
          <p:nvPr/>
        </p:nvGrpSpPr>
        <p:grpSpPr>
          <a:xfrm>
            <a:off x="6547092" y="5222472"/>
            <a:ext cx="360000" cy="360075"/>
            <a:chOff x="3081492" y="3157692"/>
            <a:chExt cx="552215" cy="552332"/>
          </a:xfrm>
          <a:solidFill>
            <a:srgbClr val="0084D4"/>
          </a:solidFill>
        </p:grpSpPr>
        <p:sp>
          <p:nvSpPr>
            <p:cNvPr id="119" name="Forme libre : forme 118">
              <a:extLst>
                <a:ext uri="{FF2B5EF4-FFF2-40B4-BE49-F238E27FC236}">
                  <a16:creationId xmlns:a16="http://schemas.microsoft.com/office/drawing/2014/main" id="{1B1094B4-59B3-8AB9-3E6B-E30BB7AEE7AF}"/>
                </a:ext>
              </a:extLst>
            </p:cNvPr>
            <p:cNvSpPr/>
            <p:nvPr/>
          </p:nvSpPr>
          <p:spPr>
            <a:xfrm>
              <a:off x="3119475" y="3195675"/>
              <a:ext cx="476250" cy="476250"/>
            </a:xfrm>
            <a:custGeom>
              <a:avLst/>
              <a:gdLst>
                <a:gd name="csX0" fmla="*/ 238125 w 476250"/>
                <a:gd name="csY0" fmla="*/ 476250 h 476250"/>
                <a:gd name="csX1" fmla="*/ 0 w 476250"/>
                <a:gd name="csY1" fmla="*/ 238125 h 476250"/>
                <a:gd name="csX2" fmla="*/ 238125 w 476250"/>
                <a:gd name="csY2" fmla="*/ 0 h 476250"/>
                <a:gd name="csX3" fmla="*/ 476250 w 476250"/>
                <a:gd name="csY3" fmla="*/ 238125 h 476250"/>
                <a:gd name="csX4" fmla="*/ 238125 w 476250"/>
                <a:gd name="csY4" fmla="*/ 476250 h 476250"/>
                <a:gd name="csX5" fmla="*/ 238125 w 476250"/>
                <a:gd name="csY5" fmla="*/ 19050 h 476250"/>
                <a:gd name="csX6" fmla="*/ 19050 w 476250"/>
                <a:gd name="csY6" fmla="*/ 238125 h 476250"/>
                <a:gd name="csX7" fmla="*/ 238125 w 476250"/>
                <a:gd name="csY7" fmla="*/ 457200 h 476250"/>
                <a:gd name="csX8" fmla="*/ 457200 w 476250"/>
                <a:gd name="csY8" fmla="*/ 238125 h 476250"/>
                <a:gd name="csX9" fmla="*/ 238125 w 476250"/>
                <a:gd name="csY9" fmla="*/ 19050 h 476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476250" h="476250">
                  <a:moveTo>
                    <a:pt x="238125" y="476250"/>
                  </a:moveTo>
                  <a:cubicBezTo>
                    <a:pt x="106612" y="476250"/>
                    <a:pt x="0" y="369638"/>
                    <a:pt x="0" y="238125"/>
                  </a:cubicBezTo>
                  <a:cubicBezTo>
                    <a:pt x="0" y="106612"/>
                    <a:pt x="106612" y="0"/>
                    <a:pt x="238125" y="0"/>
                  </a:cubicBezTo>
                  <a:cubicBezTo>
                    <a:pt x="369638" y="0"/>
                    <a:pt x="476250" y="106612"/>
                    <a:pt x="476250" y="238125"/>
                  </a:cubicBezTo>
                  <a:cubicBezTo>
                    <a:pt x="476102" y="369577"/>
                    <a:pt x="369577" y="476102"/>
                    <a:pt x="238125" y="476250"/>
                  </a:cubicBezTo>
                  <a:close/>
                  <a:moveTo>
                    <a:pt x="238125" y="19050"/>
                  </a:moveTo>
                  <a:cubicBezTo>
                    <a:pt x="117133" y="19050"/>
                    <a:pt x="19050" y="117133"/>
                    <a:pt x="19050" y="238125"/>
                  </a:cubicBezTo>
                  <a:cubicBezTo>
                    <a:pt x="19050" y="359117"/>
                    <a:pt x="117133" y="457200"/>
                    <a:pt x="238125" y="457200"/>
                  </a:cubicBezTo>
                  <a:cubicBezTo>
                    <a:pt x="359117" y="457200"/>
                    <a:pt x="457200" y="359117"/>
                    <a:pt x="457200" y="238125"/>
                  </a:cubicBezTo>
                  <a:cubicBezTo>
                    <a:pt x="457066" y="117189"/>
                    <a:pt x="359061" y="19184"/>
                    <a:pt x="238125" y="19050"/>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120" name="Forme libre : forme 119">
              <a:extLst>
                <a:ext uri="{FF2B5EF4-FFF2-40B4-BE49-F238E27FC236}">
                  <a16:creationId xmlns:a16="http://schemas.microsoft.com/office/drawing/2014/main" id="{97EAF6FF-8B0F-47D6-4D37-4449FC1B3937}"/>
                </a:ext>
              </a:extLst>
            </p:cNvPr>
            <p:cNvSpPr/>
            <p:nvPr/>
          </p:nvSpPr>
          <p:spPr>
            <a:xfrm>
              <a:off x="3309977" y="3157692"/>
              <a:ext cx="57148" cy="95132"/>
            </a:xfrm>
            <a:custGeom>
              <a:avLst/>
              <a:gdLst>
                <a:gd name="csX0" fmla="*/ 9523 w 57148"/>
                <a:gd name="csY0" fmla="*/ 95133 h 95132"/>
                <a:gd name="csX1" fmla="*/ 0 w 57148"/>
                <a:gd name="csY1" fmla="*/ 85606 h 95132"/>
                <a:gd name="csX2" fmla="*/ 2789 w 57148"/>
                <a:gd name="csY2" fmla="*/ 78874 h 95132"/>
                <a:gd name="csX3" fmla="*/ 34154 w 57148"/>
                <a:gd name="csY3" fmla="*/ 47508 h 95132"/>
                <a:gd name="csX4" fmla="*/ 2789 w 57148"/>
                <a:gd name="csY4" fmla="*/ 16142 h 95132"/>
                <a:gd name="csX5" fmla="*/ 3023 w 57148"/>
                <a:gd name="csY5" fmla="*/ 2674 h 95132"/>
                <a:gd name="csX6" fmla="*/ 16257 w 57148"/>
                <a:gd name="csY6" fmla="*/ 2674 h 95132"/>
                <a:gd name="csX7" fmla="*/ 54357 w 57148"/>
                <a:gd name="csY7" fmla="*/ 40774 h 95132"/>
                <a:gd name="csX8" fmla="*/ 54363 w 57148"/>
                <a:gd name="csY8" fmla="*/ 54236 h 95132"/>
                <a:gd name="csX9" fmla="*/ 54357 w 57148"/>
                <a:gd name="csY9" fmla="*/ 54242 h 95132"/>
                <a:gd name="csX10" fmla="*/ 16257 w 57148"/>
                <a:gd name="csY10" fmla="*/ 92342 h 95132"/>
                <a:gd name="csX11" fmla="*/ 9523 w 57148"/>
                <a:gd name="csY11" fmla="*/ 95133 h 951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7148" h="95132">
                  <a:moveTo>
                    <a:pt x="9523" y="95133"/>
                  </a:moveTo>
                  <a:cubicBezTo>
                    <a:pt x="4262" y="95132"/>
                    <a:pt x="-1" y="90866"/>
                    <a:pt x="0" y="85606"/>
                  </a:cubicBezTo>
                  <a:cubicBezTo>
                    <a:pt x="1" y="83081"/>
                    <a:pt x="1004" y="80659"/>
                    <a:pt x="2789" y="78874"/>
                  </a:cubicBezTo>
                  <a:lnTo>
                    <a:pt x="34154" y="47508"/>
                  </a:lnTo>
                  <a:lnTo>
                    <a:pt x="2789" y="16142"/>
                  </a:lnTo>
                  <a:cubicBezTo>
                    <a:pt x="-866" y="12358"/>
                    <a:pt x="-761" y="6328"/>
                    <a:pt x="3023" y="2674"/>
                  </a:cubicBezTo>
                  <a:cubicBezTo>
                    <a:pt x="6714" y="-891"/>
                    <a:pt x="12566" y="-891"/>
                    <a:pt x="16257" y="2674"/>
                  </a:cubicBezTo>
                  <a:lnTo>
                    <a:pt x="54357" y="40774"/>
                  </a:lnTo>
                  <a:cubicBezTo>
                    <a:pt x="58076" y="44490"/>
                    <a:pt x="58079" y="50517"/>
                    <a:pt x="54363" y="54236"/>
                  </a:cubicBezTo>
                  <a:cubicBezTo>
                    <a:pt x="54361" y="54238"/>
                    <a:pt x="54359" y="54240"/>
                    <a:pt x="54357" y="54242"/>
                  </a:cubicBezTo>
                  <a:lnTo>
                    <a:pt x="16257" y="92342"/>
                  </a:lnTo>
                  <a:cubicBezTo>
                    <a:pt x="14473" y="94131"/>
                    <a:pt x="12050" y="95136"/>
                    <a:pt x="9523" y="95133"/>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121" name="Forme libre : forme 120">
              <a:extLst>
                <a:ext uri="{FF2B5EF4-FFF2-40B4-BE49-F238E27FC236}">
                  <a16:creationId xmlns:a16="http://schemas.microsoft.com/office/drawing/2014/main" id="{683D7832-1728-B933-9D92-83A03FBAD6A3}"/>
                </a:ext>
              </a:extLst>
            </p:cNvPr>
            <p:cNvSpPr/>
            <p:nvPr/>
          </p:nvSpPr>
          <p:spPr>
            <a:xfrm>
              <a:off x="3348074" y="3614892"/>
              <a:ext cx="57148" cy="95132"/>
            </a:xfrm>
            <a:custGeom>
              <a:avLst/>
              <a:gdLst>
                <a:gd name="csX0" fmla="*/ 47625 w 57148"/>
                <a:gd name="csY0" fmla="*/ 95133 h 95132"/>
                <a:gd name="csX1" fmla="*/ 40891 w 57148"/>
                <a:gd name="csY1" fmla="*/ 92342 h 95132"/>
                <a:gd name="csX2" fmla="*/ 2791 w 57148"/>
                <a:gd name="csY2" fmla="*/ 54242 h 95132"/>
                <a:gd name="csX3" fmla="*/ 2785 w 57148"/>
                <a:gd name="csY3" fmla="*/ 40780 h 95132"/>
                <a:gd name="csX4" fmla="*/ 2791 w 57148"/>
                <a:gd name="csY4" fmla="*/ 40774 h 95132"/>
                <a:gd name="csX5" fmla="*/ 40891 w 57148"/>
                <a:gd name="csY5" fmla="*/ 2674 h 95132"/>
                <a:gd name="csX6" fmla="*/ 54360 w 57148"/>
                <a:gd name="csY6" fmla="*/ 2908 h 95132"/>
                <a:gd name="csX7" fmla="*/ 54360 w 57148"/>
                <a:gd name="csY7" fmla="*/ 16142 h 95132"/>
                <a:gd name="csX8" fmla="*/ 22995 w 57148"/>
                <a:gd name="csY8" fmla="*/ 47508 h 95132"/>
                <a:gd name="csX9" fmla="*/ 54360 w 57148"/>
                <a:gd name="csY9" fmla="*/ 78874 h 95132"/>
                <a:gd name="csX10" fmla="*/ 54357 w 57148"/>
                <a:gd name="csY10" fmla="*/ 92344 h 95132"/>
                <a:gd name="csX11" fmla="*/ 47625 w 57148"/>
                <a:gd name="csY11" fmla="*/ 95133 h 951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7148" h="95132">
                  <a:moveTo>
                    <a:pt x="47625" y="95133"/>
                  </a:moveTo>
                  <a:cubicBezTo>
                    <a:pt x="45099" y="95136"/>
                    <a:pt x="42675" y="94132"/>
                    <a:pt x="40891" y="92342"/>
                  </a:cubicBezTo>
                  <a:lnTo>
                    <a:pt x="2791" y="54242"/>
                  </a:lnTo>
                  <a:cubicBezTo>
                    <a:pt x="-928" y="50526"/>
                    <a:pt x="-931" y="44499"/>
                    <a:pt x="2785" y="40780"/>
                  </a:cubicBezTo>
                  <a:cubicBezTo>
                    <a:pt x="2787" y="40778"/>
                    <a:pt x="2789" y="40776"/>
                    <a:pt x="2791" y="40774"/>
                  </a:cubicBezTo>
                  <a:lnTo>
                    <a:pt x="40891" y="2674"/>
                  </a:lnTo>
                  <a:cubicBezTo>
                    <a:pt x="44675" y="-981"/>
                    <a:pt x="50705" y="-876"/>
                    <a:pt x="54360" y="2908"/>
                  </a:cubicBezTo>
                  <a:cubicBezTo>
                    <a:pt x="57925" y="6599"/>
                    <a:pt x="57925" y="12451"/>
                    <a:pt x="54360" y="16142"/>
                  </a:cubicBezTo>
                  <a:lnTo>
                    <a:pt x="22995" y="47508"/>
                  </a:lnTo>
                  <a:lnTo>
                    <a:pt x="54360" y="78874"/>
                  </a:lnTo>
                  <a:cubicBezTo>
                    <a:pt x="58079" y="82594"/>
                    <a:pt x="58078" y="88625"/>
                    <a:pt x="54357" y="92344"/>
                  </a:cubicBezTo>
                  <a:cubicBezTo>
                    <a:pt x="52572" y="94129"/>
                    <a:pt x="50150" y="95132"/>
                    <a:pt x="47625" y="95133"/>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122" name="Forme libre : forme 121">
              <a:extLst>
                <a:ext uri="{FF2B5EF4-FFF2-40B4-BE49-F238E27FC236}">
                  <a16:creationId xmlns:a16="http://schemas.microsoft.com/office/drawing/2014/main" id="{A4AB39EF-338E-09E1-F467-49C76CFD28FB}"/>
                </a:ext>
              </a:extLst>
            </p:cNvPr>
            <p:cNvSpPr/>
            <p:nvPr/>
          </p:nvSpPr>
          <p:spPr>
            <a:xfrm>
              <a:off x="3538692" y="3386292"/>
              <a:ext cx="95015" cy="57032"/>
            </a:xfrm>
            <a:custGeom>
              <a:avLst/>
              <a:gdLst>
                <a:gd name="csX0" fmla="*/ 47508 w 95015"/>
                <a:gd name="csY0" fmla="*/ 57033 h 57032"/>
                <a:gd name="csX1" fmla="*/ 40774 w 95015"/>
                <a:gd name="csY1" fmla="*/ 54242 h 57032"/>
                <a:gd name="csX2" fmla="*/ 2674 w 95015"/>
                <a:gd name="csY2" fmla="*/ 16142 h 57032"/>
                <a:gd name="csX3" fmla="*/ 2908 w 95015"/>
                <a:gd name="csY3" fmla="*/ 2674 h 57032"/>
                <a:gd name="csX4" fmla="*/ 16142 w 95015"/>
                <a:gd name="csY4" fmla="*/ 2674 h 57032"/>
                <a:gd name="csX5" fmla="*/ 47508 w 95015"/>
                <a:gd name="csY5" fmla="*/ 34039 h 57032"/>
                <a:gd name="csX6" fmla="*/ 78874 w 95015"/>
                <a:gd name="csY6" fmla="*/ 2674 h 57032"/>
                <a:gd name="csX7" fmla="*/ 92342 w 95015"/>
                <a:gd name="csY7" fmla="*/ 2908 h 57032"/>
                <a:gd name="csX8" fmla="*/ 92342 w 95015"/>
                <a:gd name="csY8" fmla="*/ 16142 h 57032"/>
                <a:gd name="csX9" fmla="*/ 54242 w 95015"/>
                <a:gd name="csY9" fmla="*/ 54242 h 57032"/>
                <a:gd name="csX10" fmla="*/ 47508 w 95015"/>
                <a:gd name="csY10" fmla="*/ 57033 h 570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5015" h="57032">
                  <a:moveTo>
                    <a:pt x="47508" y="57033"/>
                  </a:moveTo>
                  <a:cubicBezTo>
                    <a:pt x="44981" y="57036"/>
                    <a:pt x="42558" y="56032"/>
                    <a:pt x="40774" y="54242"/>
                  </a:cubicBezTo>
                  <a:lnTo>
                    <a:pt x="2674" y="16142"/>
                  </a:lnTo>
                  <a:cubicBezTo>
                    <a:pt x="-981" y="12358"/>
                    <a:pt x="-876" y="6328"/>
                    <a:pt x="2908" y="2674"/>
                  </a:cubicBezTo>
                  <a:cubicBezTo>
                    <a:pt x="6599" y="-891"/>
                    <a:pt x="12451" y="-891"/>
                    <a:pt x="16142" y="2674"/>
                  </a:cubicBezTo>
                  <a:lnTo>
                    <a:pt x="47508" y="34039"/>
                  </a:lnTo>
                  <a:lnTo>
                    <a:pt x="78874" y="2674"/>
                  </a:lnTo>
                  <a:cubicBezTo>
                    <a:pt x="82658" y="-981"/>
                    <a:pt x="88688" y="-876"/>
                    <a:pt x="92342" y="2908"/>
                  </a:cubicBezTo>
                  <a:cubicBezTo>
                    <a:pt x="95907" y="6599"/>
                    <a:pt x="95907" y="12451"/>
                    <a:pt x="92342" y="16142"/>
                  </a:cubicBezTo>
                  <a:lnTo>
                    <a:pt x="54242" y="54242"/>
                  </a:lnTo>
                  <a:cubicBezTo>
                    <a:pt x="52458" y="56032"/>
                    <a:pt x="50035" y="57036"/>
                    <a:pt x="47508" y="57033"/>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123" name="Forme libre : forme 122">
              <a:extLst>
                <a:ext uri="{FF2B5EF4-FFF2-40B4-BE49-F238E27FC236}">
                  <a16:creationId xmlns:a16="http://schemas.microsoft.com/office/drawing/2014/main" id="{EE4F16FF-AFE1-CD2F-8941-43B4A384D8A2}"/>
                </a:ext>
              </a:extLst>
            </p:cNvPr>
            <p:cNvSpPr/>
            <p:nvPr/>
          </p:nvSpPr>
          <p:spPr>
            <a:xfrm>
              <a:off x="3081492" y="3424274"/>
              <a:ext cx="95130" cy="57150"/>
            </a:xfrm>
            <a:custGeom>
              <a:avLst/>
              <a:gdLst>
                <a:gd name="csX0" fmla="*/ 85608 w 95130"/>
                <a:gd name="csY0" fmla="*/ 57150 h 57150"/>
                <a:gd name="csX1" fmla="*/ 78874 w 95130"/>
                <a:gd name="csY1" fmla="*/ 54360 h 57150"/>
                <a:gd name="csX2" fmla="*/ 47508 w 95130"/>
                <a:gd name="csY2" fmla="*/ 22995 h 57150"/>
                <a:gd name="csX3" fmla="*/ 16142 w 95130"/>
                <a:gd name="csY3" fmla="*/ 54360 h 57150"/>
                <a:gd name="csX4" fmla="*/ 2674 w 95130"/>
                <a:gd name="csY4" fmla="*/ 54125 h 57150"/>
                <a:gd name="csX5" fmla="*/ 2674 w 95130"/>
                <a:gd name="csY5" fmla="*/ 40891 h 57150"/>
                <a:gd name="csX6" fmla="*/ 40774 w 95130"/>
                <a:gd name="csY6" fmla="*/ 2791 h 57150"/>
                <a:gd name="csX7" fmla="*/ 54236 w 95130"/>
                <a:gd name="csY7" fmla="*/ 2785 h 57150"/>
                <a:gd name="csX8" fmla="*/ 54242 w 95130"/>
                <a:gd name="csY8" fmla="*/ 2791 h 57150"/>
                <a:gd name="csX9" fmla="*/ 92342 w 95130"/>
                <a:gd name="csY9" fmla="*/ 40891 h 57150"/>
                <a:gd name="csX10" fmla="*/ 92340 w 95130"/>
                <a:gd name="csY10" fmla="*/ 54362 h 57150"/>
                <a:gd name="csX11" fmla="*/ 85608 w 95130"/>
                <a:gd name="csY11" fmla="*/ 57150 h 571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95130" h="57150">
                  <a:moveTo>
                    <a:pt x="85608" y="57150"/>
                  </a:moveTo>
                  <a:cubicBezTo>
                    <a:pt x="83081" y="57153"/>
                    <a:pt x="80658" y="56149"/>
                    <a:pt x="78874" y="54360"/>
                  </a:cubicBezTo>
                  <a:lnTo>
                    <a:pt x="47508" y="22995"/>
                  </a:lnTo>
                  <a:lnTo>
                    <a:pt x="16142" y="54360"/>
                  </a:lnTo>
                  <a:cubicBezTo>
                    <a:pt x="12358" y="58014"/>
                    <a:pt x="6328" y="57909"/>
                    <a:pt x="2674" y="54125"/>
                  </a:cubicBezTo>
                  <a:cubicBezTo>
                    <a:pt x="-891" y="50434"/>
                    <a:pt x="-891" y="44582"/>
                    <a:pt x="2674" y="40891"/>
                  </a:cubicBezTo>
                  <a:lnTo>
                    <a:pt x="40774" y="2791"/>
                  </a:lnTo>
                  <a:cubicBezTo>
                    <a:pt x="44490" y="-928"/>
                    <a:pt x="50517" y="-931"/>
                    <a:pt x="54236" y="2785"/>
                  </a:cubicBezTo>
                  <a:cubicBezTo>
                    <a:pt x="54238" y="2787"/>
                    <a:pt x="54240" y="2789"/>
                    <a:pt x="54242" y="2791"/>
                  </a:cubicBezTo>
                  <a:lnTo>
                    <a:pt x="92342" y="40891"/>
                  </a:lnTo>
                  <a:cubicBezTo>
                    <a:pt x="96061" y="44611"/>
                    <a:pt x="96060" y="50642"/>
                    <a:pt x="92340" y="54362"/>
                  </a:cubicBezTo>
                  <a:cubicBezTo>
                    <a:pt x="90554" y="56147"/>
                    <a:pt x="88133" y="57150"/>
                    <a:pt x="85608" y="57150"/>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124" name="Forme libre : forme 123">
              <a:extLst>
                <a:ext uri="{FF2B5EF4-FFF2-40B4-BE49-F238E27FC236}">
                  <a16:creationId xmlns:a16="http://schemas.microsoft.com/office/drawing/2014/main" id="{9B6B42C0-D43C-E880-A2F4-01A04402C419}"/>
                </a:ext>
              </a:extLst>
            </p:cNvPr>
            <p:cNvSpPr/>
            <p:nvPr/>
          </p:nvSpPr>
          <p:spPr>
            <a:xfrm>
              <a:off x="3243299" y="3425027"/>
              <a:ext cx="228600" cy="123072"/>
            </a:xfrm>
            <a:custGeom>
              <a:avLst/>
              <a:gdLst>
                <a:gd name="csX0" fmla="*/ 190617 w 228600"/>
                <a:gd name="csY0" fmla="*/ 0 h 123072"/>
                <a:gd name="csX1" fmla="*/ 75606 w 228600"/>
                <a:gd name="csY1" fmla="*/ 37623 h 123072"/>
                <a:gd name="csX2" fmla="*/ 37983 w 228600"/>
                <a:gd name="csY2" fmla="*/ 0 h 123072"/>
                <a:gd name="csX3" fmla="*/ 0 w 228600"/>
                <a:gd name="csY3" fmla="*/ 84973 h 123072"/>
                <a:gd name="csX4" fmla="*/ 0 w 228600"/>
                <a:gd name="csY4" fmla="*/ 113548 h 123072"/>
                <a:gd name="csX5" fmla="*/ 9525 w 228600"/>
                <a:gd name="csY5" fmla="*/ 123073 h 123072"/>
                <a:gd name="csX6" fmla="*/ 219075 w 228600"/>
                <a:gd name="csY6" fmla="*/ 123073 h 123072"/>
                <a:gd name="csX7" fmla="*/ 228600 w 228600"/>
                <a:gd name="csY7" fmla="*/ 113548 h 123072"/>
                <a:gd name="csX8" fmla="*/ 228600 w 228600"/>
                <a:gd name="csY8" fmla="*/ 84973 h 123072"/>
                <a:gd name="csX9" fmla="*/ 190617 w 228600"/>
                <a:gd name="csY9" fmla="*/ 0 h 123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28600" h="123072">
                  <a:moveTo>
                    <a:pt x="190617" y="0"/>
                  </a:moveTo>
                  <a:cubicBezTo>
                    <a:pt x="169247" y="42149"/>
                    <a:pt x="117755" y="58993"/>
                    <a:pt x="75606" y="37623"/>
                  </a:cubicBezTo>
                  <a:cubicBezTo>
                    <a:pt x="59385" y="29399"/>
                    <a:pt x="46207" y="16221"/>
                    <a:pt x="37983" y="0"/>
                  </a:cubicBezTo>
                  <a:cubicBezTo>
                    <a:pt x="13782" y="21610"/>
                    <a:pt x="-39" y="52527"/>
                    <a:pt x="0" y="84973"/>
                  </a:cubicBezTo>
                  <a:lnTo>
                    <a:pt x="0" y="113548"/>
                  </a:lnTo>
                  <a:cubicBezTo>
                    <a:pt x="0" y="118808"/>
                    <a:pt x="4265" y="123073"/>
                    <a:pt x="9525" y="123073"/>
                  </a:cubicBezTo>
                  <a:lnTo>
                    <a:pt x="219075" y="123073"/>
                  </a:lnTo>
                  <a:cubicBezTo>
                    <a:pt x="224336" y="123073"/>
                    <a:pt x="228600" y="118808"/>
                    <a:pt x="228600" y="113548"/>
                  </a:cubicBezTo>
                  <a:lnTo>
                    <a:pt x="228600" y="84973"/>
                  </a:lnTo>
                  <a:cubicBezTo>
                    <a:pt x="228638" y="52527"/>
                    <a:pt x="214818" y="21610"/>
                    <a:pt x="190617" y="0"/>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125" name="Ellipse 124">
              <a:extLst>
                <a:ext uri="{FF2B5EF4-FFF2-40B4-BE49-F238E27FC236}">
                  <a16:creationId xmlns:a16="http://schemas.microsoft.com/office/drawing/2014/main" id="{0D0AC5C5-8DCA-37CB-F1AA-CC2920BF25A5}"/>
                </a:ext>
              </a:extLst>
            </p:cNvPr>
            <p:cNvSpPr/>
            <p:nvPr/>
          </p:nvSpPr>
          <p:spPr>
            <a:xfrm>
              <a:off x="3290925" y="3319500"/>
              <a:ext cx="133350" cy="133350"/>
            </a:xfrm>
            <a:prstGeom prst="ellipse">
              <a:avLst/>
            </a:pr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grpSp>
      <p:grpSp>
        <p:nvGrpSpPr>
          <p:cNvPr id="40" name="Groupe 39">
            <a:extLst>
              <a:ext uri="{FF2B5EF4-FFF2-40B4-BE49-F238E27FC236}">
                <a16:creationId xmlns:a16="http://schemas.microsoft.com/office/drawing/2014/main" id="{FC908A7C-595B-270B-B225-E9A1DDE537A6}"/>
              </a:ext>
            </a:extLst>
          </p:cNvPr>
          <p:cNvGrpSpPr/>
          <p:nvPr/>
        </p:nvGrpSpPr>
        <p:grpSpPr>
          <a:xfrm>
            <a:off x="3611761" y="6331759"/>
            <a:ext cx="4968478" cy="504000"/>
            <a:chOff x="4115283" y="6331759"/>
            <a:chExt cx="4968478" cy="504000"/>
          </a:xfrm>
        </p:grpSpPr>
        <p:sp>
          <p:nvSpPr>
            <p:cNvPr id="21" name="Rectangle : coins arrondis 20">
              <a:extLst>
                <a:ext uri="{FF2B5EF4-FFF2-40B4-BE49-F238E27FC236}">
                  <a16:creationId xmlns:a16="http://schemas.microsoft.com/office/drawing/2014/main" id="{42039A6E-FBE4-B4D5-A379-A539F8E0B34D}"/>
                </a:ext>
              </a:extLst>
            </p:cNvPr>
            <p:cNvSpPr/>
            <p:nvPr/>
          </p:nvSpPr>
          <p:spPr>
            <a:xfrm>
              <a:off x="4416612" y="6485140"/>
              <a:ext cx="4500000" cy="198530"/>
            </a:xfrm>
            <a:prstGeom prst="roundRect">
              <a:avLst>
                <a:gd name="adj" fmla="val 50000"/>
              </a:avLst>
            </a:prstGeom>
            <a:solidFill>
              <a:schemeClr val="accent6">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endParaRPr>
            </a:p>
          </p:txBody>
        </p:sp>
        <p:sp>
          <p:nvSpPr>
            <p:cNvPr id="22" name="Rectangle 21">
              <a:extLst>
                <a:ext uri="{FF2B5EF4-FFF2-40B4-BE49-F238E27FC236}">
                  <a16:creationId xmlns:a16="http://schemas.microsoft.com/office/drawing/2014/main" id="{91E7D380-2B3A-03CE-CA85-467E84912FCF}"/>
                </a:ext>
              </a:extLst>
            </p:cNvPr>
            <p:cNvSpPr/>
            <p:nvPr/>
          </p:nvSpPr>
          <p:spPr>
            <a:xfrm>
              <a:off x="4583761" y="6440235"/>
              <a:ext cx="4500000" cy="28704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vl1pPr marL="0" algn="l" defTabSz="228600" rtl="0" eaLnBrk="1" latinLnBrk="0" hangingPunct="1">
                <a:defRPr sz="900" kern="1200">
                  <a:solidFill>
                    <a:schemeClr val="lt1"/>
                  </a:solidFill>
                  <a:latin typeface="+mn-lt"/>
                  <a:ea typeface="+mn-ea"/>
                  <a:cs typeface="+mn-cs"/>
                </a:defRPr>
              </a:lvl1pPr>
              <a:lvl2pPr marL="228600" algn="l" defTabSz="228600" rtl="0" eaLnBrk="1" latinLnBrk="0" hangingPunct="1">
                <a:defRPr sz="900" kern="1200">
                  <a:solidFill>
                    <a:schemeClr val="lt1"/>
                  </a:solidFill>
                  <a:latin typeface="+mn-lt"/>
                  <a:ea typeface="+mn-ea"/>
                  <a:cs typeface="+mn-cs"/>
                </a:defRPr>
              </a:lvl2pPr>
              <a:lvl3pPr marL="457200" algn="l" defTabSz="228600" rtl="0" eaLnBrk="1" latinLnBrk="0" hangingPunct="1">
                <a:defRPr sz="900" kern="1200">
                  <a:solidFill>
                    <a:schemeClr val="lt1"/>
                  </a:solidFill>
                  <a:latin typeface="+mn-lt"/>
                  <a:ea typeface="+mn-ea"/>
                  <a:cs typeface="+mn-cs"/>
                </a:defRPr>
              </a:lvl3pPr>
              <a:lvl4pPr marL="685800" algn="l" defTabSz="228600" rtl="0" eaLnBrk="1" latinLnBrk="0" hangingPunct="1">
                <a:defRPr sz="900" kern="1200">
                  <a:solidFill>
                    <a:schemeClr val="lt1"/>
                  </a:solidFill>
                  <a:latin typeface="+mn-lt"/>
                  <a:ea typeface="+mn-ea"/>
                  <a:cs typeface="+mn-cs"/>
                </a:defRPr>
              </a:lvl4pPr>
              <a:lvl5pPr marL="914400" algn="l" defTabSz="228600" rtl="0" eaLnBrk="1" latinLnBrk="0" hangingPunct="1">
                <a:defRPr sz="900" kern="1200">
                  <a:solidFill>
                    <a:schemeClr val="lt1"/>
                  </a:solidFill>
                  <a:latin typeface="+mn-lt"/>
                  <a:ea typeface="+mn-ea"/>
                  <a:cs typeface="+mn-cs"/>
                </a:defRPr>
              </a:lvl5pPr>
              <a:lvl6pPr marL="1143000" algn="l" defTabSz="228600" rtl="0" eaLnBrk="1" latinLnBrk="0" hangingPunct="1">
                <a:defRPr sz="900" kern="1200">
                  <a:solidFill>
                    <a:schemeClr val="lt1"/>
                  </a:solidFill>
                  <a:latin typeface="+mn-lt"/>
                  <a:ea typeface="+mn-ea"/>
                  <a:cs typeface="+mn-cs"/>
                </a:defRPr>
              </a:lvl6pPr>
              <a:lvl7pPr marL="1371600" algn="l" defTabSz="228600" rtl="0" eaLnBrk="1" latinLnBrk="0" hangingPunct="1">
                <a:defRPr sz="900" kern="1200">
                  <a:solidFill>
                    <a:schemeClr val="lt1"/>
                  </a:solidFill>
                  <a:latin typeface="+mn-lt"/>
                  <a:ea typeface="+mn-ea"/>
                  <a:cs typeface="+mn-cs"/>
                </a:defRPr>
              </a:lvl7pPr>
              <a:lvl8pPr marL="1600200" algn="l" defTabSz="228600" rtl="0" eaLnBrk="1" latinLnBrk="0" hangingPunct="1">
                <a:defRPr sz="900" kern="1200">
                  <a:solidFill>
                    <a:schemeClr val="lt1"/>
                  </a:solidFill>
                  <a:latin typeface="+mn-lt"/>
                  <a:ea typeface="+mn-ea"/>
                  <a:cs typeface="+mn-cs"/>
                </a:defRPr>
              </a:lvl8pPr>
              <a:lvl9pPr marL="1828800" algn="l" defTabSz="228600" rtl="0" eaLnBrk="1" latinLnBrk="0" hangingPunct="1">
                <a:defRPr sz="900" kern="1200">
                  <a:solidFill>
                    <a:schemeClr val="lt1"/>
                  </a:solidFill>
                  <a:latin typeface="+mn-lt"/>
                  <a:ea typeface="+mn-ea"/>
                  <a:cs typeface="+mn-cs"/>
                </a:defRPr>
              </a:lvl9p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fr-FR" sz="1100" b="0" i="1" u="none" strike="noStrike" kern="1200" cap="none" spc="0" normalizeH="0" baseline="0" noProof="0">
                  <a:ln>
                    <a:noFill/>
                  </a:ln>
                  <a:solidFill>
                    <a:srgbClr val="000000">
                      <a:lumMod val="75000"/>
                      <a:lumOff val="25000"/>
                    </a:srgbClr>
                  </a:solidFill>
                  <a:effectLst/>
                  <a:uLnTx/>
                  <a:uFillTx/>
                  <a:latin typeface="Avenir LT Std 45 Book" panose="020B0502020203020204" pitchFamily="34" charset="0"/>
                  <a:ea typeface="+mn-ea"/>
                  <a:cs typeface="+mn-cs"/>
                </a:rPr>
                <a:t>Merci à la BU TER HDF pour le partage de ces bonnes pratiques</a:t>
              </a:r>
            </a:p>
          </p:txBody>
        </p:sp>
        <p:grpSp>
          <p:nvGrpSpPr>
            <p:cNvPr id="39" name="Groupe 38">
              <a:extLst>
                <a:ext uri="{FF2B5EF4-FFF2-40B4-BE49-F238E27FC236}">
                  <a16:creationId xmlns:a16="http://schemas.microsoft.com/office/drawing/2014/main" id="{3CBA09D0-8D84-BDC9-608C-01EBCF6BAFE5}"/>
                </a:ext>
              </a:extLst>
            </p:cNvPr>
            <p:cNvGrpSpPr/>
            <p:nvPr/>
          </p:nvGrpSpPr>
          <p:grpSpPr>
            <a:xfrm>
              <a:off x="4115283" y="6331759"/>
              <a:ext cx="504000" cy="504000"/>
              <a:chOff x="2021007" y="6331759"/>
              <a:chExt cx="504000" cy="504000"/>
            </a:xfrm>
          </p:grpSpPr>
          <p:pic>
            <p:nvPicPr>
              <p:cNvPr id="16" name="Graphique 15" descr="Informations contour">
                <a:extLst>
                  <a:ext uri="{FF2B5EF4-FFF2-40B4-BE49-F238E27FC236}">
                    <a16:creationId xmlns:a16="http://schemas.microsoft.com/office/drawing/2014/main" id="{133F046E-6B78-5F56-0708-F180AD25536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192329" y="6443982"/>
                <a:ext cx="324000" cy="324000"/>
              </a:xfrm>
              <a:prstGeom prst="rect">
                <a:avLst/>
              </a:prstGeom>
            </p:spPr>
          </p:pic>
          <p:sp>
            <p:nvSpPr>
              <p:cNvPr id="23" name="Étoile : 10 branches 22">
                <a:extLst>
                  <a:ext uri="{FF2B5EF4-FFF2-40B4-BE49-F238E27FC236}">
                    <a16:creationId xmlns:a16="http://schemas.microsoft.com/office/drawing/2014/main" id="{E4D4724D-8D63-00BB-5B7D-9A65DE7E34E0}"/>
                  </a:ext>
                </a:extLst>
              </p:cNvPr>
              <p:cNvSpPr/>
              <p:nvPr/>
            </p:nvSpPr>
            <p:spPr>
              <a:xfrm>
                <a:off x="2021007" y="6331759"/>
                <a:ext cx="504000" cy="504000"/>
              </a:xfrm>
              <a:prstGeom prst="star10">
                <a:avLst/>
              </a:prstGeom>
              <a:solidFill>
                <a:schemeClr val="tx2">
                  <a:lumMod val="20000"/>
                  <a:lumOff val="8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25" name="Étoile : 10 branches 24">
                <a:extLst>
                  <a:ext uri="{FF2B5EF4-FFF2-40B4-BE49-F238E27FC236}">
                    <a16:creationId xmlns:a16="http://schemas.microsoft.com/office/drawing/2014/main" id="{C8A18C88-80FE-116F-6FB0-EC298158D922}"/>
                  </a:ext>
                </a:extLst>
              </p:cNvPr>
              <p:cNvSpPr/>
              <p:nvPr/>
            </p:nvSpPr>
            <p:spPr>
              <a:xfrm>
                <a:off x="2057007" y="6367759"/>
                <a:ext cx="432000" cy="432000"/>
              </a:xfrm>
              <a:prstGeom prst="star10">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27" name="Forme libre : forme 26">
                <a:extLst>
                  <a:ext uri="{FF2B5EF4-FFF2-40B4-BE49-F238E27FC236}">
                    <a16:creationId xmlns:a16="http://schemas.microsoft.com/office/drawing/2014/main" id="{5EB555EC-9CA5-47DD-418E-8C6F1F072F9C}"/>
                  </a:ext>
                </a:extLst>
              </p:cNvPr>
              <p:cNvSpPr>
                <a:spLocks noChangeAspect="1"/>
              </p:cNvSpPr>
              <p:nvPr/>
            </p:nvSpPr>
            <p:spPr>
              <a:xfrm>
                <a:off x="2159772" y="6454434"/>
                <a:ext cx="253915" cy="253862"/>
              </a:xfrm>
              <a:custGeom>
                <a:avLst/>
                <a:gdLst>
                  <a:gd name="csX0" fmla="*/ 52027 w 797772"/>
                  <a:gd name="csY0" fmla="*/ 620680 h 797611"/>
                  <a:gd name="csX1" fmla="*/ 47227 w 797772"/>
                  <a:gd name="csY1" fmla="*/ 527216 h 797611"/>
                  <a:gd name="csX2" fmla="*/ 119818 w 797772"/>
                  <a:gd name="csY2" fmla="*/ 447891 h 797611"/>
                  <a:gd name="csX3" fmla="*/ 185786 w 797772"/>
                  <a:gd name="csY3" fmla="*/ 429064 h 797611"/>
                  <a:gd name="csX4" fmla="*/ 142701 w 797772"/>
                  <a:gd name="csY4" fmla="*/ 278188 h 797611"/>
                  <a:gd name="csX5" fmla="*/ 75171 w 797772"/>
                  <a:gd name="csY5" fmla="*/ 218917 h 797611"/>
                  <a:gd name="csX6" fmla="*/ 55711 w 797772"/>
                  <a:gd name="csY6" fmla="*/ 139034 h 797611"/>
                  <a:gd name="csX7" fmla="*/ 81645 w 797772"/>
                  <a:gd name="csY7" fmla="*/ 60973 h 797611"/>
                  <a:gd name="csX8" fmla="*/ 160226 w 797772"/>
                  <a:gd name="csY8" fmla="*/ 5907 h 797611"/>
                  <a:gd name="csX9" fmla="*/ 256000 w 797772"/>
                  <a:gd name="csY9" fmla="*/ 11154 h 797611"/>
                  <a:gd name="csX10" fmla="*/ 319252 w 797772"/>
                  <a:gd name="csY10" fmla="*/ 63801 h 797611"/>
                  <a:gd name="csX11" fmla="*/ 344924 w 797772"/>
                  <a:gd name="csY11" fmla="*/ 141936 h 797611"/>
                  <a:gd name="csX12" fmla="*/ 318879 w 797772"/>
                  <a:gd name="csY12" fmla="*/ 227921 h 797611"/>
                  <a:gd name="csX13" fmla="*/ 362784 w 797772"/>
                  <a:gd name="csY13" fmla="*/ 381664 h 797611"/>
                  <a:gd name="csX14" fmla="*/ 429719 w 797772"/>
                  <a:gd name="csY14" fmla="*/ 364884 h 797611"/>
                  <a:gd name="csX15" fmla="*/ 457326 w 797772"/>
                  <a:gd name="csY15" fmla="*/ 361386 h 797611"/>
                  <a:gd name="csX16" fmla="*/ 475260 w 797772"/>
                  <a:gd name="csY16" fmla="*/ 363098 h 797611"/>
                  <a:gd name="csX17" fmla="*/ 592979 w 797772"/>
                  <a:gd name="csY17" fmla="*/ 299883 h 797611"/>
                  <a:gd name="csX18" fmla="*/ 727853 w 797772"/>
                  <a:gd name="csY18" fmla="*/ 337760 h 797611"/>
                  <a:gd name="csX19" fmla="*/ 796463 w 797772"/>
                  <a:gd name="csY19" fmla="*/ 459909 h 797611"/>
                  <a:gd name="csX20" fmla="*/ 758585 w 797772"/>
                  <a:gd name="csY20" fmla="*/ 594783 h 797611"/>
                  <a:gd name="csX21" fmla="*/ 636437 w 797772"/>
                  <a:gd name="csY21" fmla="*/ 663392 h 797611"/>
                  <a:gd name="csX22" fmla="*/ 603806 w 797772"/>
                  <a:gd name="csY22" fmla="*/ 664397 h 797611"/>
                  <a:gd name="csX23" fmla="*/ 596253 w 797772"/>
                  <a:gd name="csY23" fmla="*/ 671950 h 797611"/>
                  <a:gd name="csX24" fmla="*/ 578952 w 797772"/>
                  <a:gd name="csY24" fmla="*/ 680656 h 797611"/>
                  <a:gd name="csX25" fmla="*/ 148393 w 797772"/>
                  <a:gd name="csY25" fmla="*/ 795995 h 797611"/>
                  <a:gd name="csX26" fmla="*/ 112228 w 797772"/>
                  <a:gd name="csY26" fmla="*/ 791158 h 797611"/>
                  <a:gd name="csX27" fmla="*/ 112191 w 797772"/>
                  <a:gd name="csY27" fmla="*/ 791121 h 797611"/>
                  <a:gd name="csX28" fmla="*/ 112191 w 797772"/>
                  <a:gd name="csY28" fmla="*/ 791158 h 797611"/>
                  <a:gd name="csX29" fmla="*/ 89941 w 797772"/>
                  <a:gd name="csY29" fmla="*/ 762173 h 797611"/>
                  <a:gd name="csX30" fmla="*/ 84025 w 797772"/>
                  <a:gd name="csY30" fmla="*/ 740109 h 797611"/>
                  <a:gd name="csX31" fmla="*/ 15862 w 797772"/>
                  <a:gd name="csY31" fmla="*/ 722287 h 797611"/>
                  <a:gd name="csX32" fmla="*/ 2133 w 797772"/>
                  <a:gd name="csY32" fmla="*/ 698810 h 797611"/>
                  <a:gd name="csX33" fmla="*/ 1426 w 797772"/>
                  <a:gd name="csY33" fmla="*/ 671500 h 797611"/>
                  <a:gd name="csX34" fmla="*/ 52028 w 797772"/>
                  <a:gd name="csY34" fmla="*/ 620675 h 797611"/>
                  <a:gd name="csX35" fmla="*/ 670409 w 797772"/>
                  <a:gd name="csY35" fmla="*/ 399300 h 797611"/>
                  <a:gd name="csX36" fmla="*/ 609836 w 797772"/>
                  <a:gd name="csY36" fmla="*/ 524278 h 797611"/>
                  <a:gd name="csX37" fmla="*/ 608980 w 797772"/>
                  <a:gd name="csY37" fmla="*/ 525729 h 797611"/>
                  <a:gd name="csX38" fmla="*/ 602580 w 797772"/>
                  <a:gd name="csY38" fmla="*/ 530268 h 797611"/>
                  <a:gd name="csX39" fmla="*/ 594692 w 797772"/>
                  <a:gd name="csY39" fmla="*/ 529524 h 797611"/>
                  <a:gd name="csX40" fmla="*/ 593241 w 797772"/>
                  <a:gd name="csY40" fmla="*/ 528668 h 797611"/>
                  <a:gd name="csX41" fmla="*/ 539737 w 797772"/>
                  <a:gd name="csY41" fmla="*/ 492206 h 797611"/>
                  <a:gd name="csX42" fmla="*/ 521878 w 797772"/>
                  <a:gd name="csY42" fmla="*/ 495554 h 797611"/>
                  <a:gd name="csX43" fmla="*/ 525227 w 797772"/>
                  <a:gd name="csY43" fmla="*/ 513414 h 797611"/>
                  <a:gd name="csX44" fmla="*/ 578730 w 797772"/>
                  <a:gd name="csY44" fmla="*/ 549876 h 797611"/>
                  <a:gd name="csX45" fmla="*/ 583493 w 797772"/>
                  <a:gd name="csY45" fmla="*/ 552630 h 797611"/>
                  <a:gd name="csX46" fmla="*/ 609091 w 797772"/>
                  <a:gd name="csY46" fmla="*/ 555048 h 797611"/>
                  <a:gd name="csX47" fmla="*/ 630187 w 797772"/>
                  <a:gd name="csY47" fmla="*/ 540165 h 797611"/>
                  <a:gd name="csX48" fmla="*/ 632941 w 797772"/>
                  <a:gd name="csY48" fmla="*/ 535403 h 797611"/>
                  <a:gd name="csX49" fmla="*/ 693514 w 797772"/>
                  <a:gd name="csY49" fmla="*/ 410425 h 797611"/>
                  <a:gd name="csX50" fmla="*/ 687524 w 797772"/>
                  <a:gd name="csY50" fmla="*/ 393273 h 797611"/>
                  <a:gd name="csX51" fmla="*/ 670408 w 797772"/>
                  <a:gd name="csY51" fmla="*/ 399300 h 797611"/>
                  <a:gd name="csX52" fmla="*/ 457954 w 797772"/>
                  <a:gd name="csY52" fmla="*/ 387022 h 797611"/>
                  <a:gd name="csX53" fmla="*/ 457284 w 797772"/>
                  <a:gd name="csY53" fmla="*/ 387022 h 797611"/>
                  <a:gd name="csX54" fmla="*/ 435890 w 797772"/>
                  <a:gd name="csY54" fmla="*/ 389812 h 797611"/>
                  <a:gd name="csX55" fmla="*/ 126851 w 797772"/>
                  <a:gd name="csY55" fmla="*/ 472635 h 797611"/>
                  <a:gd name="csX56" fmla="*/ 72380 w 797772"/>
                  <a:gd name="csY56" fmla="*/ 532352 h 797611"/>
                  <a:gd name="csX57" fmla="*/ 76696 w 797772"/>
                  <a:gd name="csY57" fmla="*/ 613315 h 797611"/>
                  <a:gd name="csX58" fmla="*/ 435112 w 797772"/>
                  <a:gd name="csY58" fmla="*/ 517283 h 797611"/>
                  <a:gd name="csX59" fmla="*/ 432917 w 797772"/>
                  <a:gd name="csY59" fmla="*/ 503406 h 797611"/>
                  <a:gd name="csX60" fmla="*/ 457957 w 797772"/>
                  <a:gd name="csY60" fmla="*/ 387020 h 797611"/>
                  <a:gd name="csX61" fmla="*/ 441806 w 797772"/>
                  <a:gd name="csY61" fmla="*/ 542060 h 797611"/>
                  <a:gd name="csX62" fmla="*/ 71036 w 797772"/>
                  <a:gd name="csY62" fmla="*/ 641406 h 797611"/>
                  <a:gd name="csX63" fmla="*/ 26462 w 797772"/>
                  <a:gd name="csY63" fmla="*/ 677385 h 797611"/>
                  <a:gd name="csX64" fmla="*/ 26759 w 797772"/>
                  <a:gd name="csY64" fmla="*/ 691821 h 797611"/>
                  <a:gd name="csX65" fmla="*/ 34238 w 797772"/>
                  <a:gd name="csY65" fmla="*/ 704434 h 797611"/>
                  <a:gd name="csX66" fmla="*/ 86625 w 797772"/>
                  <a:gd name="csY66" fmla="*/ 713103 h 797611"/>
                  <a:gd name="csX67" fmla="*/ 89639 w 797772"/>
                  <a:gd name="csY67" fmla="*/ 712285 h 797611"/>
                  <a:gd name="csX68" fmla="*/ 89825 w 797772"/>
                  <a:gd name="csY68" fmla="*/ 712247 h 797611"/>
                  <a:gd name="csX69" fmla="*/ 430125 w 797772"/>
                  <a:gd name="csY69" fmla="*/ 621053 h 797611"/>
                  <a:gd name="csX70" fmla="*/ 481545 w 797772"/>
                  <a:gd name="csY70" fmla="*/ 607287 h 797611"/>
                  <a:gd name="csX71" fmla="*/ 441807 w 797772"/>
                  <a:gd name="csY71" fmla="*/ 542062 h 797611"/>
                  <a:gd name="csX72" fmla="*/ 504425 w 797772"/>
                  <a:gd name="csY72" fmla="*/ 627785 h 797611"/>
                  <a:gd name="csX73" fmla="*/ 108881 w 797772"/>
                  <a:gd name="csY73" fmla="*/ 733789 h 797611"/>
                  <a:gd name="csX74" fmla="*/ 114722 w 797772"/>
                  <a:gd name="csY74" fmla="*/ 755593 h 797611"/>
                  <a:gd name="csX75" fmla="*/ 125028 w 797772"/>
                  <a:gd name="csY75" fmla="*/ 768987 h 797611"/>
                  <a:gd name="csX76" fmla="*/ 125028 w 797772"/>
                  <a:gd name="csY76" fmla="*/ 769024 h 797611"/>
                  <a:gd name="csX77" fmla="*/ 141771 w 797772"/>
                  <a:gd name="csY77" fmla="*/ 771219 h 797611"/>
                  <a:gd name="csX78" fmla="*/ 564815 w 797772"/>
                  <a:gd name="csY78" fmla="*/ 657853 h 797611"/>
                  <a:gd name="csX79" fmla="*/ 504428 w 797772"/>
                  <a:gd name="csY79" fmla="*/ 627790 h 797611"/>
                  <a:gd name="csX80" fmla="*/ 711889 w 797772"/>
                  <a:gd name="csY80" fmla="*/ 357923 h 797611"/>
                  <a:gd name="csX81" fmla="*/ 595913 w 797772"/>
                  <a:gd name="csY81" fmla="*/ 325404 h 797611"/>
                  <a:gd name="csX82" fmla="*/ 490947 w 797772"/>
                  <a:gd name="csY82" fmla="*/ 384377 h 797611"/>
                  <a:gd name="csX83" fmla="*/ 458428 w 797772"/>
                  <a:gd name="csY83" fmla="*/ 500353 h 797611"/>
                  <a:gd name="csX84" fmla="*/ 517401 w 797772"/>
                  <a:gd name="csY84" fmla="*/ 605319 h 797611"/>
                  <a:gd name="csX85" fmla="*/ 633378 w 797772"/>
                  <a:gd name="csY85" fmla="*/ 637838 h 797611"/>
                  <a:gd name="csX86" fmla="*/ 738343 w 797772"/>
                  <a:gd name="csY86" fmla="*/ 578865 h 797611"/>
                  <a:gd name="csX87" fmla="*/ 770862 w 797772"/>
                  <a:gd name="csY87" fmla="*/ 462888 h 797611"/>
                  <a:gd name="csX88" fmla="*/ 711889 w 797772"/>
                  <a:gd name="csY88" fmla="*/ 357923 h 797611"/>
                  <a:gd name="csX89" fmla="*/ 210484 w 797772"/>
                  <a:gd name="csY89" fmla="*/ 421994 h 797611"/>
                  <a:gd name="csX90" fmla="*/ 273847 w 797772"/>
                  <a:gd name="csY90" fmla="*/ 403911 h 797611"/>
                  <a:gd name="csX91" fmla="*/ 274628 w 797772"/>
                  <a:gd name="csY91" fmla="*/ 403725 h 797611"/>
                  <a:gd name="csX92" fmla="*/ 337769 w 797772"/>
                  <a:gd name="csY92" fmla="*/ 387912 h 797611"/>
                  <a:gd name="csX93" fmla="*/ 292376 w 797772"/>
                  <a:gd name="csY93" fmla="*/ 228930 h 797611"/>
                  <a:gd name="csX94" fmla="*/ 294906 w 797772"/>
                  <a:gd name="csY94" fmla="*/ 217098 h 797611"/>
                  <a:gd name="csX95" fmla="*/ 319240 w 797772"/>
                  <a:gd name="csY95" fmla="*/ 142721 h 797611"/>
                  <a:gd name="csX96" fmla="*/ 297994 w 797772"/>
                  <a:gd name="csY96" fmla="*/ 78168 h 797611"/>
                  <a:gd name="csX97" fmla="*/ 245904 w 797772"/>
                  <a:gd name="csY97" fmla="*/ 34747 h 797611"/>
                  <a:gd name="csX98" fmla="*/ 167211 w 797772"/>
                  <a:gd name="csY98" fmla="*/ 30617 h 797611"/>
                  <a:gd name="csX99" fmla="*/ 102582 w 797772"/>
                  <a:gd name="csY99" fmla="*/ 75638 h 797611"/>
                  <a:gd name="csX100" fmla="*/ 81300 w 797772"/>
                  <a:gd name="csY100" fmla="*/ 140043 h 797611"/>
                  <a:gd name="csX101" fmla="*/ 97336 w 797772"/>
                  <a:gd name="csY101" fmla="*/ 206086 h 797611"/>
                  <a:gd name="csX102" fmla="*/ 157835 w 797772"/>
                  <a:gd name="csY102" fmla="*/ 256650 h 797611"/>
                  <a:gd name="csX103" fmla="*/ 165648 w 797772"/>
                  <a:gd name="csY103" fmla="*/ 265133 h 79761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Lst>
                <a:rect l="l" t="t" r="r" b="b"/>
                <a:pathLst>
                  <a:path w="797772" h="797611">
                    <a:moveTo>
                      <a:pt x="52027" y="620680"/>
                    </a:moveTo>
                    <a:cubicBezTo>
                      <a:pt x="44734" y="590878"/>
                      <a:pt x="41088" y="557205"/>
                      <a:pt x="47227" y="527216"/>
                    </a:cubicBezTo>
                    <a:cubicBezTo>
                      <a:pt x="54631" y="491051"/>
                      <a:pt x="75579" y="460541"/>
                      <a:pt x="119818" y="447891"/>
                    </a:cubicBezTo>
                    <a:lnTo>
                      <a:pt x="185786" y="429064"/>
                    </a:lnTo>
                    <a:lnTo>
                      <a:pt x="142701" y="278188"/>
                    </a:lnTo>
                    <a:cubicBezTo>
                      <a:pt x="112154" y="265128"/>
                      <a:pt x="89644" y="243957"/>
                      <a:pt x="75171" y="218917"/>
                    </a:cubicBezTo>
                    <a:cubicBezTo>
                      <a:pt x="61069" y="194583"/>
                      <a:pt x="54633" y="166641"/>
                      <a:pt x="55711" y="139034"/>
                    </a:cubicBezTo>
                    <a:cubicBezTo>
                      <a:pt x="56790" y="111426"/>
                      <a:pt x="65459" y="84079"/>
                      <a:pt x="81645" y="60973"/>
                    </a:cubicBezTo>
                    <a:cubicBezTo>
                      <a:pt x="99207" y="35896"/>
                      <a:pt x="125438" y="15841"/>
                      <a:pt x="160226" y="5907"/>
                    </a:cubicBezTo>
                    <a:cubicBezTo>
                      <a:pt x="195051" y="-4027"/>
                      <a:pt x="227869" y="-864"/>
                      <a:pt x="256000" y="11154"/>
                    </a:cubicBezTo>
                    <a:cubicBezTo>
                      <a:pt x="281896" y="22242"/>
                      <a:pt x="303699" y="40882"/>
                      <a:pt x="319252" y="63801"/>
                    </a:cubicBezTo>
                    <a:cubicBezTo>
                      <a:pt x="334767" y="86683"/>
                      <a:pt x="344032" y="113807"/>
                      <a:pt x="344924" y="141936"/>
                    </a:cubicBezTo>
                    <a:cubicBezTo>
                      <a:pt x="345817" y="170846"/>
                      <a:pt x="337929" y="200723"/>
                      <a:pt x="318879" y="227921"/>
                    </a:cubicBezTo>
                    <a:lnTo>
                      <a:pt x="362784" y="381664"/>
                    </a:lnTo>
                    <a:lnTo>
                      <a:pt x="429719" y="364884"/>
                    </a:lnTo>
                    <a:cubicBezTo>
                      <a:pt x="439318" y="362465"/>
                      <a:pt x="448546" y="361349"/>
                      <a:pt x="457326" y="361386"/>
                    </a:cubicBezTo>
                    <a:cubicBezTo>
                      <a:pt x="463577" y="361386"/>
                      <a:pt x="469529" y="361981"/>
                      <a:pt x="475260" y="363098"/>
                    </a:cubicBezTo>
                    <a:cubicBezTo>
                      <a:pt x="504095" y="329165"/>
                      <a:pt x="545284" y="305612"/>
                      <a:pt x="592979" y="299883"/>
                    </a:cubicBezTo>
                    <a:cubicBezTo>
                      <a:pt x="643134" y="293893"/>
                      <a:pt x="691020" y="308775"/>
                      <a:pt x="727853" y="337760"/>
                    </a:cubicBezTo>
                    <a:cubicBezTo>
                      <a:pt x="764688" y="366708"/>
                      <a:pt x="790472" y="409719"/>
                      <a:pt x="796463" y="459909"/>
                    </a:cubicBezTo>
                    <a:cubicBezTo>
                      <a:pt x="802453" y="510064"/>
                      <a:pt x="787570" y="557950"/>
                      <a:pt x="758585" y="594783"/>
                    </a:cubicBezTo>
                    <a:cubicBezTo>
                      <a:pt x="729638" y="631618"/>
                      <a:pt x="686627" y="657402"/>
                      <a:pt x="636437" y="663392"/>
                    </a:cubicBezTo>
                    <a:cubicBezTo>
                      <a:pt x="625424" y="664695"/>
                      <a:pt x="614485" y="665029"/>
                      <a:pt x="603806" y="664397"/>
                    </a:cubicBezTo>
                    <a:cubicBezTo>
                      <a:pt x="601574" y="667187"/>
                      <a:pt x="599044" y="669717"/>
                      <a:pt x="596253" y="671950"/>
                    </a:cubicBezTo>
                    <a:cubicBezTo>
                      <a:pt x="591267" y="675894"/>
                      <a:pt x="585426" y="678908"/>
                      <a:pt x="578952" y="680656"/>
                    </a:cubicBezTo>
                    <a:lnTo>
                      <a:pt x="148393" y="795995"/>
                    </a:lnTo>
                    <a:cubicBezTo>
                      <a:pt x="135706" y="799380"/>
                      <a:pt x="122795" y="797297"/>
                      <a:pt x="112228" y="791158"/>
                    </a:cubicBezTo>
                    <a:lnTo>
                      <a:pt x="112191" y="791121"/>
                    </a:lnTo>
                    <a:lnTo>
                      <a:pt x="112191" y="791158"/>
                    </a:lnTo>
                    <a:cubicBezTo>
                      <a:pt x="101586" y="785056"/>
                      <a:pt x="93326" y="774899"/>
                      <a:pt x="89941" y="762173"/>
                    </a:cubicBezTo>
                    <a:lnTo>
                      <a:pt x="84025" y="740109"/>
                    </a:lnTo>
                    <a:cubicBezTo>
                      <a:pt x="54334" y="745802"/>
                      <a:pt x="30447" y="737245"/>
                      <a:pt x="15862" y="722287"/>
                    </a:cubicBezTo>
                    <a:cubicBezTo>
                      <a:pt x="9314" y="715590"/>
                      <a:pt x="4663" y="707553"/>
                      <a:pt x="2133" y="698810"/>
                    </a:cubicBezTo>
                    <a:cubicBezTo>
                      <a:pt x="-397" y="690029"/>
                      <a:pt x="-732" y="680728"/>
                      <a:pt x="1426" y="671500"/>
                    </a:cubicBezTo>
                    <a:cubicBezTo>
                      <a:pt x="6077" y="651743"/>
                      <a:pt x="22002" y="632321"/>
                      <a:pt x="52028" y="620675"/>
                    </a:cubicBezTo>
                    <a:close/>
                    <a:moveTo>
                      <a:pt x="670409" y="399300"/>
                    </a:moveTo>
                    <a:lnTo>
                      <a:pt x="609836" y="524278"/>
                    </a:lnTo>
                    <a:cubicBezTo>
                      <a:pt x="609612" y="524762"/>
                      <a:pt x="609315" y="525283"/>
                      <a:pt x="608980" y="525729"/>
                    </a:cubicBezTo>
                    <a:cubicBezTo>
                      <a:pt x="607417" y="528036"/>
                      <a:pt x="605110" y="529599"/>
                      <a:pt x="602580" y="530268"/>
                    </a:cubicBezTo>
                    <a:cubicBezTo>
                      <a:pt x="600013" y="530975"/>
                      <a:pt x="597185" y="530752"/>
                      <a:pt x="594692" y="529524"/>
                    </a:cubicBezTo>
                    <a:cubicBezTo>
                      <a:pt x="594209" y="529301"/>
                      <a:pt x="593725" y="529003"/>
                      <a:pt x="593241" y="528668"/>
                    </a:cubicBezTo>
                    <a:lnTo>
                      <a:pt x="539737" y="492206"/>
                    </a:lnTo>
                    <a:cubicBezTo>
                      <a:pt x="533896" y="488224"/>
                      <a:pt x="525897" y="489713"/>
                      <a:pt x="521878" y="495554"/>
                    </a:cubicBezTo>
                    <a:cubicBezTo>
                      <a:pt x="517897" y="501396"/>
                      <a:pt x="519385" y="509395"/>
                      <a:pt x="525227" y="513414"/>
                    </a:cubicBezTo>
                    <a:lnTo>
                      <a:pt x="578730" y="549876"/>
                    </a:lnTo>
                    <a:cubicBezTo>
                      <a:pt x="580256" y="550918"/>
                      <a:pt x="581856" y="551848"/>
                      <a:pt x="583493" y="552630"/>
                    </a:cubicBezTo>
                    <a:cubicBezTo>
                      <a:pt x="591716" y="556611"/>
                      <a:pt x="600794" y="557281"/>
                      <a:pt x="609091" y="555048"/>
                    </a:cubicBezTo>
                    <a:cubicBezTo>
                      <a:pt x="617463" y="552816"/>
                      <a:pt x="625016" y="547718"/>
                      <a:pt x="630187" y="540165"/>
                    </a:cubicBezTo>
                    <a:cubicBezTo>
                      <a:pt x="631192" y="538677"/>
                      <a:pt x="632122" y="537077"/>
                      <a:pt x="632941" y="535403"/>
                    </a:cubicBezTo>
                    <a:lnTo>
                      <a:pt x="693514" y="410425"/>
                    </a:lnTo>
                    <a:cubicBezTo>
                      <a:pt x="696602" y="404026"/>
                      <a:pt x="693923" y="396361"/>
                      <a:pt x="687524" y="393273"/>
                    </a:cubicBezTo>
                    <a:cubicBezTo>
                      <a:pt x="681161" y="390259"/>
                      <a:pt x="673496" y="392938"/>
                      <a:pt x="670408" y="399300"/>
                    </a:cubicBezTo>
                    <a:close/>
                    <a:moveTo>
                      <a:pt x="457954" y="387022"/>
                    </a:moveTo>
                    <a:lnTo>
                      <a:pt x="457284" y="387022"/>
                    </a:lnTo>
                    <a:cubicBezTo>
                      <a:pt x="450698" y="387022"/>
                      <a:pt x="443555" y="387877"/>
                      <a:pt x="435890" y="389812"/>
                    </a:cubicBezTo>
                    <a:cubicBezTo>
                      <a:pt x="330000" y="416341"/>
                      <a:pt x="231807" y="442647"/>
                      <a:pt x="126851" y="472635"/>
                    </a:cubicBezTo>
                    <a:cubicBezTo>
                      <a:pt x="93699" y="482123"/>
                      <a:pt x="77924" y="505079"/>
                      <a:pt x="72380" y="532352"/>
                    </a:cubicBezTo>
                    <a:cubicBezTo>
                      <a:pt x="67208" y="557690"/>
                      <a:pt x="70333" y="586935"/>
                      <a:pt x="76696" y="613315"/>
                    </a:cubicBezTo>
                    <a:lnTo>
                      <a:pt x="435112" y="517283"/>
                    </a:lnTo>
                    <a:cubicBezTo>
                      <a:pt x="434219" y="512744"/>
                      <a:pt x="433475" y="508093"/>
                      <a:pt x="432917" y="503406"/>
                    </a:cubicBezTo>
                    <a:cubicBezTo>
                      <a:pt x="427856" y="461250"/>
                      <a:pt x="437568" y="420731"/>
                      <a:pt x="457957" y="387020"/>
                    </a:cubicBezTo>
                    <a:close/>
                    <a:moveTo>
                      <a:pt x="441806" y="542060"/>
                    </a:moveTo>
                    <a:lnTo>
                      <a:pt x="71036" y="641406"/>
                    </a:lnTo>
                    <a:cubicBezTo>
                      <a:pt x="43540" y="649257"/>
                      <a:pt x="29736" y="663395"/>
                      <a:pt x="26462" y="677385"/>
                    </a:cubicBezTo>
                    <a:cubicBezTo>
                      <a:pt x="25308" y="682370"/>
                      <a:pt x="25457" y="687282"/>
                      <a:pt x="26759" y="691821"/>
                    </a:cubicBezTo>
                    <a:cubicBezTo>
                      <a:pt x="28099" y="696397"/>
                      <a:pt x="30629" y="700713"/>
                      <a:pt x="34238" y="704434"/>
                    </a:cubicBezTo>
                    <a:cubicBezTo>
                      <a:pt x="44358" y="714814"/>
                      <a:pt x="62702" y="719949"/>
                      <a:pt x="86625" y="713103"/>
                    </a:cubicBezTo>
                    <a:lnTo>
                      <a:pt x="89639" y="712285"/>
                    </a:lnTo>
                    <a:lnTo>
                      <a:pt x="89825" y="712247"/>
                    </a:lnTo>
                    <a:lnTo>
                      <a:pt x="430125" y="621053"/>
                    </a:lnTo>
                    <a:lnTo>
                      <a:pt x="481545" y="607287"/>
                    </a:lnTo>
                    <a:cubicBezTo>
                      <a:pt x="464132" y="588906"/>
                      <a:pt x="450440" y="566805"/>
                      <a:pt x="441807" y="542062"/>
                    </a:cubicBezTo>
                    <a:close/>
                    <a:moveTo>
                      <a:pt x="504425" y="627785"/>
                    </a:moveTo>
                    <a:lnTo>
                      <a:pt x="108881" y="733789"/>
                    </a:lnTo>
                    <a:lnTo>
                      <a:pt x="114722" y="755593"/>
                    </a:lnTo>
                    <a:cubicBezTo>
                      <a:pt x="116285" y="761471"/>
                      <a:pt x="120117" y="766160"/>
                      <a:pt x="125028" y="768987"/>
                    </a:cubicBezTo>
                    <a:lnTo>
                      <a:pt x="125028" y="769024"/>
                    </a:lnTo>
                    <a:cubicBezTo>
                      <a:pt x="129902" y="771814"/>
                      <a:pt x="135892" y="772782"/>
                      <a:pt x="141771" y="771219"/>
                    </a:cubicBezTo>
                    <a:lnTo>
                      <a:pt x="564815" y="657853"/>
                    </a:lnTo>
                    <a:cubicBezTo>
                      <a:pt x="542862" y="651602"/>
                      <a:pt x="522399" y="641332"/>
                      <a:pt x="504428" y="627790"/>
                    </a:cubicBezTo>
                    <a:close/>
                    <a:moveTo>
                      <a:pt x="711889" y="357923"/>
                    </a:moveTo>
                    <a:cubicBezTo>
                      <a:pt x="680226" y="333031"/>
                      <a:pt x="639075" y="320232"/>
                      <a:pt x="595913" y="325404"/>
                    </a:cubicBezTo>
                    <a:cubicBezTo>
                      <a:pt x="552790" y="330575"/>
                      <a:pt x="515806" y="352714"/>
                      <a:pt x="490947" y="384377"/>
                    </a:cubicBezTo>
                    <a:cubicBezTo>
                      <a:pt x="466056" y="416040"/>
                      <a:pt x="453257" y="457191"/>
                      <a:pt x="458428" y="500353"/>
                    </a:cubicBezTo>
                    <a:cubicBezTo>
                      <a:pt x="463600" y="543476"/>
                      <a:pt x="485738" y="580460"/>
                      <a:pt x="517401" y="605319"/>
                    </a:cubicBezTo>
                    <a:cubicBezTo>
                      <a:pt x="549064" y="630210"/>
                      <a:pt x="590215" y="643009"/>
                      <a:pt x="633378" y="637838"/>
                    </a:cubicBezTo>
                    <a:cubicBezTo>
                      <a:pt x="676500" y="632666"/>
                      <a:pt x="713485" y="610528"/>
                      <a:pt x="738343" y="578865"/>
                    </a:cubicBezTo>
                    <a:cubicBezTo>
                      <a:pt x="763235" y="547202"/>
                      <a:pt x="776033" y="506051"/>
                      <a:pt x="770862" y="462888"/>
                    </a:cubicBezTo>
                    <a:cubicBezTo>
                      <a:pt x="765728" y="419803"/>
                      <a:pt x="743552" y="382819"/>
                      <a:pt x="711889" y="357923"/>
                    </a:cubicBezTo>
                    <a:close/>
                    <a:moveTo>
                      <a:pt x="210484" y="421994"/>
                    </a:moveTo>
                    <a:lnTo>
                      <a:pt x="273847" y="403911"/>
                    </a:lnTo>
                    <a:cubicBezTo>
                      <a:pt x="274107" y="403837"/>
                      <a:pt x="274368" y="403763"/>
                      <a:pt x="274628" y="403725"/>
                    </a:cubicBezTo>
                    <a:lnTo>
                      <a:pt x="337769" y="387912"/>
                    </a:lnTo>
                    <a:lnTo>
                      <a:pt x="292376" y="228930"/>
                    </a:lnTo>
                    <a:cubicBezTo>
                      <a:pt x="291148" y="224651"/>
                      <a:pt x="292265" y="220261"/>
                      <a:pt x="294906" y="217098"/>
                    </a:cubicBezTo>
                    <a:cubicBezTo>
                      <a:pt x="312654" y="193658"/>
                      <a:pt x="320021" y="167687"/>
                      <a:pt x="319240" y="142721"/>
                    </a:cubicBezTo>
                    <a:cubicBezTo>
                      <a:pt x="318496" y="119541"/>
                      <a:pt x="310831" y="97105"/>
                      <a:pt x="297994" y="78168"/>
                    </a:cubicBezTo>
                    <a:cubicBezTo>
                      <a:pt x="285195" y="59266"/>
                      <a:pt x="267224" y="43900"/>
                      <a:pt x="245904" y="34747"/>
                    </a:cubicBezTo>
                    <a:cubicBezTo>
                      <a:pt x="222947" y="24925"/>
                      <a:pt x="195972" y="22394"/>
                      <a:pt x="167211" y="30617"/>
                    </a:cubicBezTo>
                    <a:cubicBezTo>
                      <a:pt x="138451" y="38840"/>
                      <a:pt x="116870" y="55211"/>
                      <a:pt x="102582" y="75638"/>
                    </a:cubicBezTo>
                    <a:cubicBezTo>
                      <a:pt x="89300" y="94614"/>
                      <a:pt x="82193" y="117161"/>
                      <a:pt x="81300" y="140043"/>
                    </a:cubicBezTo>
                    <a:cubicBezTo>
                      <a:pt x="80407" y="162888"/>
                      <a:pt x="85727" y="185994"/>
                      <a:pt x="97336" y="206086"/>
                    </a:cubicBezTo>
                    <a:cubicBezTo>
                      <a:pt x="109949" y="227889"/>
                      <a:pt x="130078" y="246157"/>
                      <a:pt x="157835" y="256650"/>
                    </a:cubicBezTo>
                    <a:cubicBezTo>
                      <a:pt x="161779" y="258138"/>
                      <a:pt x="164569" y="261375"/>
                      <a:pt x="165648" y="265133"/>
                    </a:cubicBezTo>
                    <a:close/>
                  </a:path>
                </a:pathLst>
              </a:custGeom>
              <a:solidFill>
                <a:schemeClr val="accent6">
                  <a:lumMod val="75000"/>
                </a:schemeClr>
              </a:solidFill>
              <a:ln w="9525" cap="flat">
                <a:solidFill>
                  <a:schemeClr val="accent6">
                    <a:lumMod val="75000"/>
                  </a:schemeClr>
                </a:solidFill>
                <a:prstDash val="solid"/>
                <a:miter/>
              </a:ln>
            </p:spPr>
            <p:txBody>
              <a:bodyPr/>
              <a:lstStyle>
                <a:defPPr>
                  <a:defRPr lang="fr-FR"/>
                </a:defPPr>
                <a:lvl1pPr marL="0" algn="l" defTabSz="228600" rtl="0" eaLnBrk="1" latinLnBrk="0" hangingPunct="1">
                  <a:defRPr sz="900" kern="1200">
                    <a:solidFill>
                      <a:schemeClr val="tx1"/>
                    </a:solidFill>
                    <a:latin typeface="+mn-lt"/>
                    <a:ea typeface="+mn-ea"/>
                    <a:cs typeface="+mn-cs"/>
                  </a:defRPr>
                </a:lvl1pPr>
                <a:lvl2pPr marL="228600" algn="l" defTabSz="228600" rtl="0" eaLnBrk="1" latinLnBrk="0" hangingPunct="1">
                  <a:defRPr sz="900" kern="1200">
                    <a:solidFill>
                      <a:schemeClr val="tx1"/>
                    </a:solidFill>
                    <a:latin typeface="+mn-lt"/>
                    <a:ea typeface="+mn-ea"/>
                    <a:cs typeface="+mn-cs"/>
                  </a:defRPr>
                </a:lvl2pPr>
                <a:lvl3pPr marL="457200" algn="l" defTabSz="228600" rtl="0" eaLnBrk="1" latinLnBrk="0" hangingPunct="1">
                  <a:defRPr sz="900" kern="1200">
                    <a:solidFill>
                      <a:schemeClr val="tx1"/>
                    </a:solidFill>
                    <a:latin typeface="+mn-lt"/>
                    <a:ea typeface="+mn-ea"/>
                    <a:cs typeface="+mn-cs"/>
                  </a:defRPr>
                </a:lvl3pPr>
                <a:lvl4pPr marL="685800" algn="l" defTabSz="228600" rtl="0" eaLnBrk="1" latinLnBrk="0" hangingPunct="1">
                  <a:defRPr sz="900" kern="1200">
                    <a:solidFill>
                      <a:schemeClr val="tx1"/>
                    </a:solidFill>
                    <a:latin typeface="+mn-lt"/>
                    <a:ea typeface="+mn-ea"/>
                    <a:cs typeface="+mn-cs"/>
                  </a:defRPr>
                </a:lvl4pPr>
                <a:lvl5pPr marL="914400" algn="l" defTabSz="228600" rtl="0" eaLnBrk="1" latinLnBrk="0" hangingPunct="1">
                  <a:defRPr sz="900" kern="1200">
                    <a:solidFill>
                      <a:schemeClr val="tx1"/>
                    </a:solidFill>
                    <a:latin typeface="+mn-lt"/>
                    <a:ea typeface="+mn-ea"/>
                    <a:cs typeface="+mn-cs"/>
                  </a:defRPr>
                </a:lvl5pPr>
                <a:lvl6pPr marL="1143000" algn="l" defTabSz="228600" rtl="0" eaLnBrk="1" latinLnBrk="0" hangingPunct="1">
                  <a:defRPr sz="900" kern="1200">
                    <a:solidFill>
                      <a:schemeClr val="tx1"/>
                    </a:solidFill>
                    <a:latin typeface="+mn-lt"/>
                    <a:ea typeface="+mn-ea"/>
                    <a:cs typeface="+mn-cs"/>
                  </a:defRPr>
                </a:lvl6pPr>
                <a:lvl7pPr marL="1371600" algn="l" defTabSz="228600" rtl="0" eaLnBrk="1" latinLnBrk="0" hangingPunct="1">
                  <a:defRPr sz="900" kern="1200">
                    <a:solidFill>
                      <a:schemeClr val="tx1"/>
                    </a:solidFill>
                    <a:latin typeface="+mn-lt"/>
                    <a:ea typeface="+mn-ea"/>
                    <a:cs typeface="+mn-cs"/>
                  </a:defRPr>
                </a:lvl7pPr>
                <a:lvl8pPr marL="1600200" algn="l" defTabSz="228600" rtl="0" eaLnBrk="1" latinLnBrk="0" hangingPunct="1">
                  <a:defRPr sz="900" kern="1200">
                    <a:solidFill>
                      <a:schemeClr val="tx1"/>
                    </a:solidFill>
                    <a:latin typeface="+mn-lt"/>
                    <a:ea typeface="+mn-ea"/>
                    <a:cs typeface="+mn-cs"/>
                  </a:defRPr>
                </a:lvl8pPr>
                <a:lvl9pPr marL="1828800" algn="l" defTabSz="228600" rtl="0" eaLnBrk="1" latinLnBrk="0" hangingPunct="1">
                  <a:defRPr sz="9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F2827F"/>
                  </a:solidFill>
                  <a:effectLst/>
                  <a:uLnTx/>
                  <a:uFillTx/>
                  <a:latin typeface="Arial"/>
                  <a:ea typeface="+mn-ea"/>
                  <a:cs typeface="+mn-cs"/>
                </a:endParaRPr>
              </a:p>
            </p:txBody>
          </p:sp>
        </p:grpSp>
      </p:grpSp>
      <p:grpSp>
        <p:nvGrpSpPr>
          <p:cNvPr id="11" name="Groupe 10">
            <a:extLst>
              <a:ext uri="{FF2B5EF4-FFF2-40B4-BE49-F238E27FC236}">
                <a16:creationId xmlns:a16="http://schemas.microsoft.com/office/drawing/2014/main" id="{74B97B2F-5DCA-BD6D-CB09-926CB9CFA104}"/>
              </a:ext>
            </a:extLst>
          </p:cNvPr>
          <p:cNvGrpSpPr>
            <a:grpSpLocks noChangeAspect="1"/>
          </p:cNvGrpSpPr>
          <p:nvPr/>
        </p:nvGrpSpPr>
        <p:grpSpPr>
          <a:xfrm>
            <a:off x="11001871" y="6336764"/>
            <a:ext cx="1082632" cy="444130"/>
            <a:chOff x="5810" y="1578917"/>
            <a:chExt cx="559801" cy="229645"/>
          </a:xfrm>
        </p:grpSpPr>
        <p:sp>
          <p:nvSpPr>
            <p:cNvPr id="12" name="Rectangle : coins arrondis 11">
              <a:hlinkClick r:id="rId8" action="ppaction://hlinksldjump"/>
              <a:extLst>
                <a:ext uri="{FF2B5EF4-FFF2-40B4-BE49-F238E27FC236}">
                  <a16:creationId xmlns:a16="http://schemas.microsoft.com/office/drawing/2014/main" id="{CEA643C2-AD42-2BE4-20DE-00594EBFA46F}"/>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indent="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hlinkClick r:id="rId8"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endParaRPr>
            </a:p>
          </p:txBody>
        </p:sp>
        <p:pic>
          <p:nvPicPr>
            <p:cNvPr id="13" name="Graphique 12" descr="Retour avec un remplissage uni">
              <a:hlinkClick r:id="rId8" action="ppaction://hlinksldjump"/>
              <a:extLst>
                <a:ext uri="{FF2B5EF4-FFF2-40B4-BE49-F238E27FC236}">
                  <a16:creationId xmlns:a16="http://schemas.microsoft.com/office/drawing/2014/main" id="{0AE8A5CE-DF59-2EAC-1068-6A50A009445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9060" y="1578917"/>
              <a:ext cx="229645" cy="229645"/>
            </a:xfrm>
            <a:prstGeom prst="rect">
              <a:avLst/>
            </a:prstGeom>
          </p:spPr>
        </p:pic>
      </p:grpSp>
    </p:spTree>
    <p:extLst>
      <p:ext uri="{BB962C8B-B14F-4D97-AF65-F5344CB8AC3E}">
        <p14:creationId xmlns:p14="http://schemas.microsoft.com/office/powerpoint/2010/main" val="2550713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54C2A-FE79-E7B3-D17E-7B68EDA0CE2B}"/>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770E7919-62A9-9834-DFBB-A0BCC3B800AB}"/>
              </a:ext>
            </a:extLst>
          </p:cNvPr>
          <p:cNvSpPr/>
          <p:nvPr/>
        </p:nvSpPr>
        <p:spPr>
          <a:xfrm>
            <a:off x="-12000" y="-18000"/>
            <a:ext cx="12204000" cy="6876000"/>
          </a:xfrm>
          <a:prstGeom prst="rect">
            <a:avLst/>
          </a:prstGeom>
          <a:solidFill>
            <a:schemeClr val="bg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venir LT Std 45 Book" panose="020B0502020203020204" pitchFamily="34" charset="0"/>
              <a:ea typeface="+mn-ea"/>
              <a:cs typeface="+mn-cs"/>
            </a:endParaRPr>
          </a:p>
        </p:txBody>
      </p:sp>
      <p:sp>
        <p:nvSpPr>
          <p:cNvPr id="13" name="Titre 7">
            <a:extLst>
              <a:ext uri="{FF2B5EF4-FFF2-40B4-BE49-F238E27FC236}">
                <a16:creationId xmlns:a16="http://schemas.microsoft.com/office/drawing/2014/main" id="{23DB75AC-BD4C-68CF-C3A3-17EC726B5D63}"/>
              </a:ext>
            </a:extLst>
          </p:cNvPr>
          <p:cNvSpPr>
            <a:spLocks noGrp="1"/>
          </p:cNvSpPr>
          <p:nvPr>
            <p:ph type="title"/>
          </p:nvPr>
        </p:nvSpPr>
        <p:spPr>
          <a:xfrm>
            <a:off x="507377" y="32516"/>
            <a:ext cx="11308752" cy="337336"/>
          </a:xfrm>
        </p:spPr>
        <p:txBody>
          <a:bodyPr/>
          <a:lstStyle/>
          <a:p>
            <a:pPr algn="ctr"/>
            <a:r>
              <a:rPr lang="fr-FR">
                <a:solidFill>
                  <a:schemeClr val="accent1"/>
                </a:solidFill>
                <a:latin typeface="Avenir LT Std 45 Book" panose="020B0502020203020204" pitchFamily="34" charset="0"/>
              </a:rPr>
              <a:t>Les différentes parties prenantes sur un projet et comment les embarquer ?</a:t>
            </a:r>
          </a:p>
        </p:txBody>
      </p:sp>
      <p:sp>
        <p:nvSpPr>
          <p:cNvPr id="58" name="Rectangle : coins arrondis 57">
            <a:extLst>
              <a:ext uri="{FF2B5EF4-FFF2-40B4-BE49-F238E27FC236}">
                <a16:creationId xmlns:a16="http://schemas.microsoft.com/office/drawing/2014/main" id="{419EE8DE-9268-359B-4866-1EBF3B271484}"/>
              </a:ext>
            </a:extLst>
          </p:cNvPr>
          <p:cNvSpPr/>
          <p:nvPr/>
        </p:nvSpPr>
        <p:spPr>
          <a:xfrm>
            <a:off x="1273996" y="3099535"/>
            <a:ext cx="3239432" cy="324000"/>
          </a:xfrm>
          <a:prstGeom prst="round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600">
              <a:defRPr/>
            </a:pPr>
            <a:r>
              <a:rPr lang="fr-FR" sz="1000" b="1">
                <a:solidFill>
                  <a:schemeClr val="bg1"/>
                </a:solidFill>
                <a:latin typeface="Avenir LT Std 65 Medium" panose="020B0803020203020204" pitchFamily="34" charset="0"/>
              </a:rPr>
              <a:t>PRÉFIGURATEUR </a:t>
            </a:r>
            <a:r>
              <a:rPr kumimoji="0" lang="fr-FR" sz="1000" b="0" i="0" u="none" strike="noStrike" kern="1200" cap="none" spc="0" normalizeH="0" baseline="0" noProof="0">
                <a:ln>
                  <a:noFill/>
                </a:ln>
                <a:solidFill>
                  <a:schemeClr val="bg1"/>
                </a:solidFill>
                <a:effectLst/>
                <a:uLnTx/>
                <a:uFillTx/>
                <a:latin typeface="Avenir LT Std 45 Book" panose="020B0502020203020204" pitchFamily="34" charset="0"/>
                <a:ea typeface="+mn-ea"/>
                <a:cs typeface="+mn-cs"/>
              </a:rPr>
              <a:t>: </a:t>
            </a:r>
            <a:r>
              <a:rPr lang="fr-FR" sz="1000" b="1">
                <a:solidFill>
                  <a:schemeClr val="bg1"/>
                </a:solidFill>
                <a:latin typeface="Avenir LT Std 45 Book" panose="020B0502020203020204" pitchFamily="34" charset="0"/>
              </a:rPr>
              <a:t>Challenge les chefs de lot </a:t>
            </a:r>
            <a:r>
              <a:rPr lang="fr-FR" sz="1000">
                <a:solidFill>
                  <a:schemeClr val="bg1"/>
                </a:solidFill>
                <a:latin typeface="Avenir LT Std 45 Book" panose="020B0502020203020204" pitchFamily="34" charset="0"/>
              </a:rPr>
              <a:t>sur les travaux et préfigure la solution sur le terrain</a:t>
            </a:r>
          </a:p>
        </p:txBody>
      </p:sp>
      <p:sp>
        <p:nvSpPr>
          <p:cNvPr id="59" name="Rectangle : coins arrondis 58">
            <a:extLst>
              <a:ext uri="{FF2B5EF4-FFF2-40B4-BE49-F238E27FC236}">
                <a16:creationId xmlns:a16="http://schemas.microsoft.com/office/drawing/2014/main" id="{8D36FD13-0F44-F351-B5C7-99C006F2FFD6}"/>
              </a:ext>
            </a:extLst>
          </p:cNvPr>
          <p:cNvSpPr/>
          <p:nvPr/>
        </p:nvSpPr>
        <p:spPr>
          <a:xfrm>
            <a:off x="1273996" y="2400125"/>
            <a:ext cx="7740000" cy="324000"/>
          </a:xfrm>
          <a:prstGeom prst="round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600">
              <a:defRPr/>
            </a:pPr>
            <a:r>
              <a:rPr kumimoji="0" lang="fr-FR" sz="1000" b="1" i="0" u="none" strike="noStrike" kern="1200" cap="none" spc="0" normalizeH="0" baseline="0" noProof="0">
                <a:ln>
                  <a:noFill/>
                </a:ln>
                <a:solidFill>
                  <a:schemeClr val="bg1"/>
                </a:solidFill>
                <a:effectLst/>
                <a:uLnTx/>
                <a:uFillTx/>
                <a:latin typeface="Avenir LT Std 65 Medium" panose="020B0803020203020204" pitchFamily="34" charset="0"/>
              </a:rPr>
              <a:t>CHEF DE PROJET </a:t>
            </a:r>
            <a:r>
              <a:rPr kumimoji="0" lang="fr-FR" sz="1000" b="0" i="0" u="none" strike="noStrike" kern="1200" cap="none" spc="0" normalizeH="0" baseline="0" noProof="0">
                <a:ln>
                  <a:noFill/>
                </a:ln>
                <a:solidFill>
                  <a:schemeClr val="bg1"/>
                </a:solidFill>
                <a:effectLst/>
                <a:uLnTx/>
                <a:uFillTx/>
                <a:latin typeface="Avenir LT Std 45 Book" panose="020B0502020203020204" pitchFamily="34" charset="0"/>
                <a:ea typeface="+mn-ea"/>
                <a:cs typeface="+mn-cs"/>
              </a:rPr>
              <a:t>: </a:t>
            </a:r>
            <a:r>
              <a:rPr lang="fr-FR" sz="1000" b="1">
                <a:solidFill>
                  <a:schemeClr val="bg1"/>
                </a:solidFill>
                <a:latin typeface="Avenir LT Std 45 Book" panose="020B0502020203020204" pitchFamily="34" charset="0"/>
              </a:rPr>
              <a:t>Pilote le projet et le</a:t>
            </a:r>
            <a:r>
              <a:rPr lang="fr-FR" sz="1000">
                <a:solidFill>
                  <a:schemeClr val="bg1"/>
                </a:solidFill>
                <a:latin typeface="Avenir LT Std 45 Book" panose="020B0502020203020204" pitchFamily="34" charset="0"/>
              </a:rPr>
              <a:t> </a:t>
            </a:r>
            <a:r>
              <a:rPr lang="fr-FR" sz="1000" b="1">
                <a:solidFill>
                  <a:schemeClr val="bg1"/>
                </a:solidFill>
                <a:latin typeface="Avenir LT Std 45 Book" panose="020B0502020203020204" pitchFamily="34" charset="0"/>
              </a:rPr>
              <a:t>bon déroulement </a:t>
            </a:r>
            <a:r>
              <a:rPr lang="fr-FR" sz="1000">
                <a:solidFill>
                  <a:schemeClr val="bg1"/>
                </a:solidFill>
                <a:latin typeface="Avenir LT Std 45 Book" panose="020B0502020203020204" pitchFamily="34" charset="0"/>
              </a:rPr>
              <a:t>des travaux ainsi que leur coordination</a:t>
            </a:r>
            <a:r>
              <a:rPr kumimoji="0" lang="fr-FR" sz="1000" b="0" i="0" u="none" strike="noStrike" kern="1200" cap="none" spc="0" normalizeH="0" baseline="0" noProof="0">
                <a:ln>
                  <a:noFill/>
                </a:ln>
                <a:solidFill>
                  <a:schemeClr val="bg1"/>
                </a:solidFill>
                <a:effectLst/>
                <a:uLnTx/>
                <a:uFillTx/>
                <a:latin typeface="Avenir LT Std 45 Book" panose="020B0502020203020204" pitchFamily="34" charset="0"/>
                <a:ea typeface="+mn-ea"/>
                <a:cs typeface="+mn-cs"/>
              </a:rPr>
              <a:t> </a:t>
            </a:r>
          </a:p>
        </p:txBody>
      </p:sp>
      <p:sp>
        <p:nvSpPr>
          <p:cNvPr id="60" name="Rectangle : coins arrondis 59">
            <a:extLst>
              <a:ext uri="{FF2B5EF4-FFF2-40B4-BE49-F238E27FC236}">
                <a16:creationId xmlns:a16="http://schemas.microsoft.com/office/drawing/2014/main" id="{F54A9284-C4A6-C9EB-78FD-A53D06DEBA90}"/>
              </a:ext>
            </a:extLst>
          </p:cNvPr>
          <p:cNvSpPr/>
          <p:nvPr/>
        </p:nvSpPr>
        <p:spPr>
          <a:xfrm>
            <a:off x="3168264" y="2749830"/>
            <a:ext cx="8810327" cy="324000"/>
          </a:xfrm>
          <a:prstGeom prst="roundRect">
            <a:avLst/>
          </a:prstGeom>
          <a:solidFill>
            <a:schemeClr val="accent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600">
              <a:defRPr/>
            </a:pPr>
            <a:r>
              <a:rPr lang="fr-FR" sz="1000" b="1">
                <a:solidFill>
                  <a:schemeClr val="bg1"/>
                </a:solidFill>
                <a:latin typeface="Avenir LT Std 65 Medium" panose="020B0803020203020204" pitchFamily="34" charset="0"/>
              </a:rPr>
              <a:t>CHEFS DE LOTS OU DE CHANTIERS </a:t>
            </a:r>
            <a:r>
              <a:rPr kumimoji="0" lang="fr-FR" sz="1000" b="0" i="0" u="none" strike="noStrike" kern="1200" cap="none" spc="0" normalizeH="0" baseline="0" noProof="0">
                <a:ln>
                  <a:noFill/>
                </a:ln>
                <a:solidFill>
                  <a:schemeClr val="bg1"/>
                </a:solidFill>
                <a:effectLst/>
                <a:uLnTx/>
                <a:uFillTx/>
                <a:latin typeface="Avenir LT Std 45 Book" panose="020B0502020203020204" pitchFamily="34" charset="0"/>
                <a:ea typeface="+mn-ea"/>
                <a:cs typeface="+mn-cs"/>
              </a:rPr>
              <a:t>: </a:t>
            </a:r>
            <a:r>
              <a:rPr lang="fr-FR" sz="1000" b="1">
                <a:solidFill>
                  <a:schemeClr val="bg1"/>
                </a:solidFill>
                <a:latin typeface="Avenir LT Std 45 Book" panose="020B0502020203020204" pitchFamily="34" charset="0"/>
              </a:rPr>
              <a:t>Seconde le chef de projet </a:t>
            </a:r>
            <a:r>
              <a:rPr lang="fr-FR" sz="1000">
                <a:solidFill>
                  <a:schemeClr val="bg1"/>
                </a:solidFill>
                <a:latin typeface="Avenir LT Std 45 Book" panose="020B0502020203020204" pitchFamily="34" charset="0"/>
              </a:rPr>
              <a:t>sur le périmètre d’un lot ou d’un chantier en suivant son avancement et en garantissant la qualité des travaux</a:t>
            </a:r>
          </a:p>
        </p:txBody>
      </p:sp>
      <p:sp>
        <p:nvSpPr>
          <p:cNvPr id="63" name="Rectangle : coins arrondis 62">
            <a:extLst>
              <a:ext uri="{FF2B5EF4-FFF2-40B4-BE49-F238E27FC236}">
                <a16:creationId xmlns:a16="http://schemas.microsoft.com/office/drawing/2014/main" id="{FD230E66-96EB-7972-D547-6C2A0DAA1BD2}"/>
              </a:ext>
            </a:extLst>
          </p:cNvPr>
          <p:cNvSpPr/>
          <p:nvPr/>
        </p:nvSpPr>
        <p:spPr>
          <a:xfrm>
            <a:off x="6133428" y="3449240"/>
            <a:ext cx="5845163" cy="3240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600">
              <a:defRPr/>
            </a:pPr>
            <a:r>
              <a:rPr lang="fr-FR" sz="1000" b="1">
                <a:solidFill>
                  <a:schemeClr val="bg1"/>
                </a:solidFill>
                <a:latin typeface="Avenir LT Std 65 Medium" panose="020B0803020203020204" pitchFamily="34" charset="0"/>
              </a:rPr>
              <a:t>AMBASSADEURS ET RELAIS OPÉRATIONNELS </a:t>
            </a:r>
            <a:r>
              <a:rPr kumimoji="0" lang="fr-FR" sz="1000" b="0" i="0" u="none" strike="noStrike" kern="1200" cap="none" spc="0" normalizeH="0" baseline="0" noProof="0">
                <a:ln>
                  <a:noFill/>
                </a:ln>
                <a:solidFill>
                  <a:schemeClr val="bg1"/>
                </a:solidFill>
                <a:effectLst/>
                <a:uLnTx/>
                <a:uFillTx/>
                <a:latin typeface="Avenir LT Std 45 Book" panose="020B0502020203020204" pitchFamily="34" charset="0"/>
                <a:ea typeface="+mn-ea"/>
                <a:cs typeface="+mn-cs"/>
              </a:rPr>
              <a:t>: </a:t>
            </a:r>
            <a:r>
              <a:rPr lang="fr-FR" sz="1000" b="1">
                <a:solidFill>
                  <a:schemeClr val="bg1"/>
                </a:solidFill>
                <a:latin typeface="Avenir LT Std 45 Book" panose="020B0502020203020204" pitchFamily="34" charset="0"/>
              </a:rPr>
              <a:t>Facilite l’appropriation avec le relais </a:t>
            </a:r>
            <a:r>
              <a:rPr lang="fr-FR" sz="1000">
                <a:solidFill>
                  <a:schemeClr val="bg1"/>
                </a:solidFill>
                <a:latin typeface="Avenir LT Std 45 Book" panose="020B0502020203020204" pitchFamily="34" charset="0"/>
              </a:rPr>
              <a:t>sur le terrain et la remontée des retours </a:t>
            </a:r>
            <a:endParaRPr lang="fr-FR" sz="1000" b="1">
              <a:solidFill>
                <a:schemeClr val="bg1"/>
              </a:solidFill>
              <a:latin typeface="Avenir LT Std 45 Book" panose="020B0502020203020204" pitchFamily="34" charset="0"/>
            </a:endParaRPr>
          </a:p>
        </p:txBody>
      </p:sp>
      <p:sp>
        <p:nvSpPr>
          <p:cNvPr id="71" name="Rectangle : coins arrondis 70">
            <a:extLst>
              <a:ext uri="{FF2B5EF4-FFF2-40B4-BE49-F238E27FC236}">
                <a16:creationId xmlns:a16="http://schemas.microsoft.com/office/drawing/2014/main" id="{F3A15DDE-F2D2-86FD-0FF3-F4FBC7DB8EEC}"/>
              </a:ext>
            </a:extLst>
          </p:cNvPr>
          <p:cNvSpPr/>
          <p:nvPr/>
        </p:nvSpPr>
        <p:spPr>
          <a:xfrm>
            <a:off x="6133428" y="3798945"/>
            <a:ext cx="5845163" cy="324000"/>
          </a:xfrm>
          <a:prstGeom prst="round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600">
              <a:defRPr/>
            </a:pPr>
            <a:r>
              <a:rPr lang="fr-FR" sz="1000" b="1">
                <a:solidFill>
                  <a:schemeClr val="bg1"/>
                </a:solidFill>
                <a:latin typeface="Avenir LT Std 65 Medium" panose="020B0803020203020204" pitchFamily="34" charset="0"/>
              </a:rPr>
              <a:t>CONTRIBUTEURS &amp; EXPERTS </a:t>
            </a:r>
            <a:r>
              <a:rPr lang="fr-FR" sz="1000">
                <a:solidFill>
                  <a:schemeClr val="bg1"/>
                </a:solidFill>
                <a:latin typeface="Avenir LT Std 45 Book" panose="020B0502020203020204" pitchFamily="34" charset="0"/>
              </a:rPr>
              <a:t>: Contribue aux travaux du projet en apportant leur </a:t>
            </a:r>
            <a:r>
              <a:rPr lang="fr-FR" sz="1000" b="1">
                <a:solidFill>
                  <a:schemeClr val="bg1"/>
                </a:solidFill>
                <a:latin typeface="Avenir LT Std 45 Book" panose="020B0502020203020204" pitchFamily="34" charset="0"/>
              </a:rPr>
              <a:t>expertise métier ou technique</a:t>
            </a:r>
            <a:endParaRPr lang="fr-FR" sz="1000">
              <a:solidFill>
                <a:schemeClr val="bg1"/>
              </a:solidFill>
              <a:latin typeface="Avenir LT Std 45 Book" panose="020B0502020203020204" pitchFamily="34" charset="0"/>
            </a:endParaRPr>
          </a:p>
        </p:txBody>
      </p:sp>
      <p:sp>
        <p:nvSpPr>
          <p:cNvPr id="53" name="Rectangle : coins arrondis 52">
            <a:extLst>
              <a:ext uri="{FF2B5EF4-FFF2-40B4-BE49-F238E27FC236}">
                <a16:creationId xmlns:a16="http://schemas.microsoft.com/office/drawing/2014/main" id="{4768003E-0429-1AE6-1ABB-6F9F52AF132E}"/>
              </a:ext>
            </a:extLst>
          </p:cNvPr>
          <p:cNvSpPr/>
          <p:nvPr/>
        </p:nvSpPr>
        <p:spPr>
          <a:xfrm>
            <a:off x="203100" y="2050420"/>
            <a:ext cx="2880000" cy="32400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600">
              <a:defRPr/>
            </a:pPr>
            <a:r>
              <a:rPr kumimoji="0" lang="fr-FR" sz="1000" b="1" i="0" u="none" strike="noStrike" kern="1200" cap="none" spc="0" normalizeH="0" baseline="0" noProof="0">
                <a:ln>
                  <a:noFill/>
                </a:ln>
                <a:solidFill>
                  <a:schemeClr val="bg1"/>
                </a:solidFill>
                <a:effectLst/>
                <a:uLnTx/>
                <a:uFillTx/>
                <a:latin typeface="Avenir LT Std 65 Medium" panose="020B0803020203020204" pitchFamily="34" charset="0"/>
              </a:rPr>
              <a:t>SPONSOR(S)</a:t>
            </a:r>
            <a:r>
              <a:rPr kumimoji="0" lang="fr-FR" sz="1000" b="0" i="0" u="none" strike="noStrike" kern="1200" cap="none" spc="0" normalizeH="0" baseline="0" noProof="0">
                <a:ln>
                  <a:noFill/>
                </a:ln>
                <a:solidFill>
                  <a:schemeClr val="bg1"/>
                </a:solidFill>
                <a:effectLst/>
                <a:uLnTx/>
                <a:uFillTx/>
                <a:latin typeface="Avenir LT Std 45 Book" panose="020B0502020203020204" pitchFamily="34" charset="0"/>
                <a:ea typeface="+mn-ea"/>
                <a:cs typeface="+mn-cs"/>
              </a:rPr>
              <a:t> : </a:t>
            </a:r>
            <a:r>
              <a:rPr lang="fr-FR" sz="1000" b="1">
                <a:solidFill>
                  <a:schemeClr val="bg1"/>
                </a:solidFill>
                <a:latin typeface="Avenir LT Std 45 Book" panose="020B0502020203020204" pitchFamily="34" charset="0"/>
              </a:rPr>
              <a:t>Porte le projet </a:t>
            </a:r>
            <a:r>
              <a:rPr lang="fr-FR" sz="1000">
                <a:solidFill>
                  <a:schemeClr val="bg1"/>
                </a:solidFill>
                <a:latin typeface="Avenir LT Std 45 Book" panose="020B0502020203020204" pitchFamily="34" charset="0"/>
              </a:rPr>
              <a:t>au plus haut niveau et arbitre les </a:t>
            </a:r>
            <a:r>
              <a:rPr lang="fr-FR" sz="1000" b="1">
                <a:solidFill>
                  <a:schemeClr val="bg1"/>
                </a:solidFill>
                <a:latin typeface="Avenir LT Std 45 Book" panose="020B0502020203020204" pitchFamily="34" charset="0"/>
              </a:rPr>
              <a:t>orientations stratégiques</a:t>
            </a:r>
          </a:p>
        </p:txBody>
      </p:sp>
      <p:sp>
        <p:nvSpPr>
          <p:cNvPr id="94" name="Rectangle : coins arrondis 93">
            <a:extLst>
              <a:ext uri="{FF2B5EF4-FFF2-40B4-BE49-F238E27FC236}">
                <a16:creationId xmlns:a16="http://schemas.microsoft.com/office/drawing/2014/main" id="{07623422-EDC2-ACF5-E5D9-6D76FB988FF8}"/>
              </a:ext>
            </a:extLst>
          </p:cNvPr>
          <p:cNvSpPr/>
          <p:nvPr/>
        </p:nvSpPr>
        <p:spPr>
          <a:xfrm>
            <a:off x="9098591" y="4148649"/>
            <a:ext cx="2880000" cy="324000"/>
          </a:xfrm>
          <a:prstGeom prst="roundRect">
            <a:avLst/>
          </a:prstGeom>
          <a:solidFill>
            <a:schemeClr val="accent1">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600">
              <a:defRPr/>
            </a:pPr>
            <a:r>
              <a:rPr lang="fr-FR" sz="1000" b="1">
                <a:solidFill>
                  <a:schemeClr val="bg1"/>
                </a:solidFill>
                <a:latin typeface="Avenir LT Std 65 Medium" panose="020B0803020203020204" pitchFamily="34" charset="0"/>
              </a:rPr>
              <a:t>CLIENTS DU PROJET </a:t>
            </a:r>
            <a:r>
              <a:rPr lang="fr-FR" sz="1000">
                <a:solidFill>
                  <a:schemeClr val="bg1"/>
                </a:solidFill>
                <a:latin typeface="Avenir LT Std 45 Book" panose="020B0502020203020204" pitchFamily="34" charset="0"/>
              </a:rPr>
              <a:t>: Exprime leurs </a:t>
            </a:r>
            <a:r>
              <a:rPr lang="fr-FR" sz="1000" b="1">
                <a:solidFill>
                  <a:schemeClr val="bg1"/>
                </a:solidFill>
                <a:latin typeface="Avenir LT Std 45 Book" panose="020B0502020203020204" pitchFamily="34" charset="0"/>
              </a:rPr>
              <a:t>besoins et attentes </a:t>
            </a:r>
            <a:r>
              <a:rPr lang="fr-FR" sz="1000">
                <a:solidFill>
                  <a:schemeClr val="bg1"/>
                </a:solidFill>
                <a:latin typeface="Avenir LT Std 45 Book" panose="020B0502020203020204" pitchFamily="34" charset="0"/>
              </a:rPr>
              <a:t>sur la solution cible</a:t>
            </a:r>
          </a:p>
        </p:txBody>
      </p:sp>
      <p:cxnSp>
        <p:nvCxnSpPr>
          <p:cNvPr id="109" name="Connecteur droit 108">
            <a:extLst>
              <a:ext uri="{FF2B5EF4-FFF2-40B4-BE49-F238E27FC236}">
                <a16:creationId xmlns:a16="http://schemas.microsoft.com/office/drawing/2014/main" id="{EF994271-F52A-2D1C-97B0-5345BE7EE29E}"/>
              </a:ext>
            </a:extLst>
          </p:cNvPr>
          <p:cNvCxnSpPr>
            <a:cxnSpLocks/>
          </p:cNvCxnSpPr>
          <p:nvPr/>
        </p:nvCxnSpPr>
        <p:spPr>
          <a:xfrm>
            <a:off x="203101" y="4749564"/>
            <a:ext cx="11815144"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10" name="Rectangle 109">
            <a:extLst>
              <a:ext uri="{FF2B5EF4-FFF2-40B4-BE49-F238E27FC236}">
                <a16:creationId xmlns:a16="http://schemas.microsoft.com/office/drawing/2014/main" id="{867BE446-54A2-9C69-22C7-71EBE6F9FAD5}"/>
              </a:ext>
            </a:extLst>
          </p:cNvPr>
          <p:cNvSpPr/>
          <p:nvPr/>
        </p:nvSpPr>
        <p:spPr>
          <a:xfrm>
            <a:off x="2510673" y="4630453"/>
            <a:ext cx="7200000" cy="2382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DAAA00">
                    <a:lumMod val="75000"/>
                  </a:srgbClr>
                </a:solidFill>
                <a:effectLst/>
                <a:uLnTx/>
                <a:uFillTx/>
                <a:latin typeface="Avenir LT Std 45 Book" panose="020B0502020203020204" pitchFamily="34" charset="0"/>
                <a:ea typeface="+mn-ea"/>
                <a:cs typeface="+mn-cs"/>
              </a:rPr>
              <a:t>BONNES PRATIQUES POUR LE CHEF DE PROJET POUR EMBARQUER LES PARTIES PRENANTES</a:t>
            </a:r>
            <a:endParaRPr kumimoji="0" lang="en-US" sz="1200" b="1" i="0" u="none" strike="noStrike" kern="1200" cap="none" spc="0" normalizeH="0" baseline="0" noProof="0">
              <a:ln>
                <a:noFill/>
              </a:ln>
              <a:solidFill>
                <a:srgbClr val="DAAA00">
                  <a:lumMod val="75000"/>
                </a:srgbClr>
              </a:solidFill>
              <a:effectLst/>
              <a:uLnTx/>
              <a:uFillTx/>
              <a:latin typeface="Avenir LT Std 45 Book" panose="020B0502020203020204" pitchFamily="34" charset="0"/>
              <a:ea typeface="+mn-ea"/>
              <a:cs typeface="+mn-cs"/>
            </a:endParaRPr>
          </a:p>
        </p:txBody>
      </p:sp>
      <p:cxnSp>
        <p:nvCxnSpPr>
          <p:cNvPr id="114" name="Connecteur droit 113">
            <a:extLst>
              <a:ext uri="{FF2B5EF4-FFF2-40B4-BE49-F238E27FC236}">
                <a16:creationId xmlns:a16="http://schemas.microsoft.com/office/drawing/2014/main" id="{75A3BB40-0752-566B-2393-8CF81881AC9C}"/>
              </a:ext>
            </a:extLst>
          </p:cNvPr>
          <p:cNvCxnSpPr>
            <a:cxnSpLocks/>
          </p:cNvCxnSpPr>
          <p:nvPr/>
        </p:nvCxnSpPr>
        <p:spPr>
          <a:xfrm>
            <a:off x="203101" y="1526741"/>
            <a:ext cx="11775491" cy="0"/>
          </a:xfrm>
          <a:prstGeom prst="line">
            <a:avLst/>
          </a:prstGeom>
          <a:ln w="28575">
            <a:solidFill>
              <a:srgbClr val="00205B"/>
            </a:solidFill>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C9E009FD-8E03-14C1-EFE9-BEE35F124EC6}"/>
              </a:ext>
            </a:extLst>
          </p:cNvPr>
          <p:cNvSpPr/>
          <p:nvPr/>
        </p:nvSpPr>
        <p:spPr>
          <a:xfrm>
            <a:off x="4326846" y="1407630"/>
            <a:ext cx="3528000" cy="2382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00205B"/>
                </a:solidFill>
                <a:effectLst/>
                <a:uLnTx/>
                <a:uFillTx/>
                <a:latin typeface="Avenir LT Std 45 Book" panose="020B0502020203020204" pitchFamily="34" charset="0"/>
                <a:ea typeface="+mn-ea"/>
                <a:cs typeface="+mn-cs"/>
              </a:rPr>
              <a:t>QUI INTERVIENT QUAND ?</a:t>
            </a:r>
            <a:endParaRPr kumimoji="0" lang="en-US" sz="1200" b="1" i="0" u="none" strike="noStrike" kern="1200" cap="none" spc="0" normalizeH="0" baseline="0" noProof="0">
              <a:ln>
                <a:noFill/>
              </a:ln>
              <a:solidFill>
                <a:srgbClr val="00205B"/>
              </a:solidFill>
              <a:effectLst/>
              <a:uLnTx/>
              <a:uFillTx/>
              <a:latin typeface="Avenir LT Std 45 Book" panose="020B0502020203020204" pitchFamily="34" charset="0"/>
              <a:ea typeface="+mn-ea"/>
              <a:cs typeface="+mn-cs"/>
            </a:endParaRPr>
          </a:p>
        </p:txBody>
      </p:sp>
      <p:sp>
        <p:nvSpPr>
          <p:cNvPr id="147" name="Rectangle 146">
            <a:extLst>
              <a:ext uri="{FF2B5EF4-FFF2-40B4-BE49-F238E27FC236}">
                <a16:creationId xmlns:a16="http://schemas.microsoft.com/office/drawing/2014/main" id="{D34778FF-0905-6E22-1993-CCEC91323437}"/>
              </a:ext>
            </a:extLst>
          </p:cNvPr>
          <p:cNvSpPr/>
          <p:nvPr/>
        </p:nvSpPr>
        <p:spPr>
          <a:xfrm>
            <a:off x="1160564" y="5072153"/>
            <a:ext cx="5220000" cy="18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Embarquer les parties prenantes </a:t>
            </a:r>
            <a:r>
              <a:rPr kumimoji="0" lang="fr-FR" sz="1100" b="1" i="0" u="none" strike="noStrike" kern="1200" cap="none" spc="0" normalizeH="0" baseline="0" noProof="0">
                <a:ln>
                  <a:noFill/>
                </a:ln>
                <a:solidFill>
                  <a:srgbClr val="DAAA00">
                    <a:lumMod val="75000"/>
                  </a:srgbClr>
                </a:solidFill>
                <a:effectLst/>
                <a:uLnTx/>
                <a:uFillTx/>
                <a:latin typeface="Avenir LT Std 45 Book" panose="020B0502020203020204" pitchFamily="34" charset="0"/>
                <a:ea typeface="+mn-ea"/>
                <a:cs typeface="+mn-cs"/>
              </a:rPr>
              <a:t>en amont du lancement </a:t>
            </a:r>
            <a:r>
              <a:rPr kumimoji="0" lang="fr-FR" sz="11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du projet en les informant et en clarifiant avec elles leur rôle sur le projet</a:t>
            </a:r>
          </a:p>
        </p:txBody>
      </p:sp>
      <p:sp>
        <p:nvSpPr>
          <p:cNvPr id="150" name="Rectangle 149">
            <a:extLst>
              <a:ext uri="{FF2B5EF4-FFF2-40B4-BE49-F238E27FC236}">
                <a16:creationId xmlns:a16="http://schemas.microsoft.com/office/drawing/2014/main" id="{243E6281-2B02-829F-7FDD-76B8E9D97BB6}"/>
              </a:ext>
            </a:extLst>
          </p:cNvPr>
          <p:cNvSpPr/>
          <p:nvPr/>
        </p:nvSpPr>
        <p:spPr>
          <a:xfrm>
            <a:off x="1160564" y="5443858"/>
            <a:ext cx="5220000" cy="3015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DAAA00">
                    <a:lumMod val="75000"/>
                  </a:srgbClr>
                </a:solidFill>
                <a:effectLst/>
                <a:uLnTx/>
                <a:uFillTx/>
                <a:latin typeface="Avenir LT Std 45 Book" panose="020B0502020203020204" pitchFamily="34" charset="0"/>
                <a:ea typeface="+mn-ea"/>
                <a:cs typeface="+mn-cs"/>
              </a:rPr>
              <a:t>Intégrer les contributeurs dans la conception de la solution </a:t>
            </a:r>
            <a:r>
              <a:rPr kumimoji="0" lang="fr-FR" sz="11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en la coconstruisant avec eux selon leurs retours</a:t>
            </a:r>
          </a:p>
        </p:txBody>
      </p:sp>
      <p:sp>
        <p:nvSpPr>
          <p:cNvPr id="151" name="Rectangle 150">
            <a:extLst>
              <a:ext uri="{FF2B5EF4-FFF2-40B4-BE49-F238E27FC236}">
                <a16:creationId xmlns:a16="http://schemas.microsoft.com/office/drawing/2014/main" id="{80AAED32-2010-645A-FA6F-FD09852B5005}"/>
              </a:ext>
            </a:extLst>
          </p:cNvPr>
          <p:cNvSpPr/>
          <p:nvPr/>
        </p:nvSpPr>
        <p:spPr>
          <a:xfrm>
            <a:off x="6958899" y="5212289"/>
            <a:ext cx="5220000" cy="2519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DAAA00">
                    <a:lumMod val="75000"/>
                  </a:srgbClr>
                </a:solidFill>
                <a:effectLst/>
                <a:uLnTx/>
                <a:uFillTx/>
                <a:latin typeface="Avenir LT Std 45 Book" panose="020B0502020203020204" pitchFamily="34" charset="0"/>
                <a:ea typeface="+mn-ea"/>
                <a:cs typeface="+mn-cs"/>
              </a:rPr>
              <a:t>Informer les parties prenantes</a:t>
            </a:r>
            <a:r>
              <a:rPr kumimoji="0" lang="fr-FR" sz="11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 qui ne sont pas directement contributrices,  de l’avancement du projet à </a:t>
            </a:r>
            <a:r>
              <a:rPr kumimoji="0" lang="fr-FR" sz="1100" b="1" i="0" u="none" strike="noStrike" kern="1200" cap="none" spc="0" normalizeH="0" baseline="0" noProof="0">
                <a:ln>
                  <a:noFill/>
                </a:ln>
                <a:solidFill>
                  <a:srgbClr val="DAAA00">
                    <a:lumMod val="75000"/>
                  </a:srgbClr>
                </a:solidFill>
                <a:effectLst/>
                <a:uLnTx/>
                <a:uFillTx/>
                <a:latin typeface="Avenir LT Std 45 Book" panose="020B0502020203020204" pitchFamily="34" charset="0"/>
                <a:ea typeface="+mn-ea"/>
                <a:cs typeface="+mn-cs"/>
              </a:rPr>
              <a:t>chaque jalon clé </a:t>
            </a:r>
            <a:endParaRPr kumimoji="0" lang="fr-FR" sz="11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152" name="Rectangle 151">
            <a:extLst>
              <a:ext uri="{FF2B5EF4-FFF2-40B4-BE49-F238E27FC236}">
                <a16:creationId xmlns:a16="http://schemas.microsoft.com/office/drawing/2014/main" id="{E57BFE71-2E7D-EA47-B38D-D25EB3747149}"/>
              </a:ext>
            </a:extLst>
          </p:cNvPr>
          <p:cNvSpPr/>
          <p:nvPr/>
        </p:nvSpPr>
        <p:spPr>
          <a:xfrm>
            <a:off x="6986099" y="5599305"/>
            <a:ext cx="5148000" cy="39815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Identifier les </a:t>
            </a:r>
            <a:r>
              <a:rPr kumimoji="0" lang="fr-FR" sz="1100" b="1" i="0" u="none" strike="noStrike" kern="1200" cap="none" spc="0" normalizeH="0" baseline="0" noProof="0">
                <a:ln>
                  <a:noFill/>
                </a:ln>
                <a:solidFill>
                  <a:srgbClr val="DAAA00">
                    <a:lumMod val="75000"/>
                  </a:srgbClr>
                </a:solidFill>
                <a:effectLst/>
                <a:uLnTx/>
                <a:uFillTx/>
                <a:latin typeface="Avenir LT Std 45 Book" panose="020B0502020203020204" pitchFamily="34" charset="0"/>
                <a:ea typeface="+mn-ea"/>
                <a:cs typeface="+mn-cs"/>
              </a:rPr>
              <a:t>collectifs qui seront impactés </a:t>
            </a:r>
            <a:r>
              <a:rPr kumimoji="0" lang="fr-FR" sz="11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par la solution </a:t>
            </a:r>
            <a:r>
              <a:rPr kumimoji="0" lang="fr-FR" sz="1100" b="1" i="0" u="none" strike="noStrike" kern="1200" cap="none" spc="0" normalizeH="0" baseline="0" noProof="0">
                <a:ln>
                  <a:noFill/>
                </a:ln>
                <a:solidFill>
                  <a:srgbClr val="DAAA00">
                    <a:lumMod val="75000"/>
                  </a:srgbClr>
                </a:solidFill>
                <a:effectLst/>
                <a:uLnTx/>
                <a:uFillTx/>
                <a:latin typeface="Avenir LT Std 45 Book" panose="020B0502020203020204" pitchFamily="34" charset="0"/>
                <a:ea typeface="+mn-ea"/>
                <a:cs typeface="+mn-cs"/>
              </a:rPr>
              <a:t>en run </a:t>
            </a:r>
            <a:r>
              <a:rPr kumimoji="0" lang="fr-FR" sz="11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et </a:t>
            </a:r>
            <a:r>
              <a:rPr kumimoji="0" lang="fr-FR" sz="1100" b="1" i="0" u="none" strike="noStrike" kern="1200" cap="none" spc="0" normalizeH="0" baseline="0" noProof="0">
                <a:ln>
                  <a:noFill/>
                </a:ln>
                <a:solidFill>
                  <a:srgbClr val="DAAA00">
                    <a:lumMod val="75000"/>
                  </a:srgbClr>
                </a:solidFill>
                <a:effectLst/>
                <a:uLnTx/>
                <a:uFillTx/>
                <a:latin typeface="Avenir LT Std 45 Book" panose="020B0502020203020204" pitchFamily="34" charset="0"/>
                <a:ea typeface="+mn-ea"/>
                <a:cs typeface="+mn-cs"/>
              </a:rPr>
              <a:t>les tenir informés</a:t>
            </a:r>
            <a:r>
              <a:rPr kumimoji="0" lang="fr-FR" sz="11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 du projet au fil de l’eau par les ambassadeurs et les relais</a:t>
            </a:r>
            <a:endParaRPr kumimoji="0" lang="fr-FR" sz="1100" b="1" i="0" u="none" strike="noStrike" kern="1200" cap="none" spc="0" normalizeH="0" baseline="0" noProof="0">
              <a:ln>
                <a:noFill/>
              </a:ln>
              <a:solidFill>
                <a:srgbClr val="DAAA00">
                  <a:lumMod val="75000"/>
                </a:srgbClr>
              </a:solidFill>
              <a:effectLst/>
              <a:uLnTx/>
              <a:uFillTx/>
              <a:latin typeface="Avenir LT Std 45 Book" panose="020B0502020203020204" pitchFamily="34" charset="0"/>
              <a:ea typeface="+mn-ea"/>
              <a:cs typeface="+mn-cs"/>
            </a:endParaRPr>
          </a:p>
        </p:txBody>
      </p:sp>
      <p:pic>
        <p:nvPicPr>
          <p:cNvPr id="41" name="Graphique 40" descr="Coche avec un remplissage uni">
            <a:extLst>
              <a:ext uri="{FF2B5EF4-FFF2-40B4-BE49-F238E27FC236}">
                <a16:creationId xmlns:a16="http://schemas.microsoft.com/office/drawing/2014/main" id="{C6E23A32-AE4E-CB15-E816-D249A56265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5175" y="5018153"/>
            <a:ext cx="288000" cy="288000"/>
          </a:xfrm>
          <a:prstGeom prst="rect">
            <a:avLst/>
          </a:prstGeom>
        </p:spPr>
      </p:pic>
      <p:pic>
        <p:nvPicPr>
          <p:cNvPr id="43" name="Graphique 42" descr="Coche avec un remplissage uni">
            <a:extLst>
              <a:ext uri="{FF2B5EF4-FFF2-40B4-BE49-F238E27FC236}">
                <a16:creationId xmlns:a16="http://schemas.microsoft.com/office/drawing/2014/main" id="{D6E0D4D8-26F7-D035-8C8F-52BE75F4103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5175" y="5447009"/>
            <a:ext cx="288000" cy="288000"/>
          </a:xfrm>
          <a:prstGeom prst="rect">
            <a:avLst/>
          </a:prstGeom>
        </p:spPr>
      </p:pic>
      <p:pic>
        <p:nvPicPr>
          <p:cNvPr id="44" name="Graphique 43" descr="Coche avec un remplissage uni">
            <a:extLst>
              <a:ext uri="{FF2B5EF4-FFF2-40B4-BE49-F238E27FC236}">
                <a16:creationId xmlns:a16="http://schemas.microsoft.com/office/drawing/2014/main" id="{D2C29AEE-296A-6133-1A7F-855BF209F1F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21176" y="5167815"/>
            <a:ext cx="288000" cy="288000"/>
          </a:xfrm>
          <a:prstGeom prst="rect">
            <a:avLst/>
          </a:prstGeom>
        </p:spPr>
      </p:pic>
      <p:pic>
        <p:nvPicPr>
          <p:cNvPr id="45" name="Graphique 44" descr="Coche avec un remplissage uni">
            <a:extLst>
              <a:ext uri="{FF2B5EF4-FFF2-40B4-BE49-F238E27FC236}">
                <a16:creationId xmlns:a16="http://schemas.microsoft.com/office/drawing/2014/main" id="{F118AA14-9104-F29D-330B-BFA6226D24A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21176" y="5641496"/>
            <a:ext cx="288000" cy="288000"/>
          </a:xfrm>
          <a:prstGeom prst="rect">
            <a:avLst/>
          </a:prstGeom>
        </p:spPr>
      </p:pic>
      <p:grpSp>
        <p:nvGrpSpPr>
          <p:cNvPr id="65" name="Groupe 64">
            <a:extLst>
              <a:ext uri="{FF2B5EF4-FFF2-40B4-BE49-F238E27FC236}">
                <a16:creationId xmlns:a16="http://schemas.microsoft.com/office/drawing/2014/main" id="{EE424388-6C46-9646-17A1-081CDC720550}"/>
              </a:ext>
            </a:extLst>
          </p:cNvPr>
          <p:cNvGrpSpPr/>
          <p:nvPr/>
        </p:nvGrpSpPr>
        <p:grpSpPr>
          <a:xfrm>
            <a:off x="203101" y="464143"/>
            <a:ext cx="11815144" cy="830555"/>
            <a:chOff x="203101" y="552631"/>
            <a:chExt cx="11815144" cy="830555"/>
          </a:xfrm>
        </p:grpSpPr>
        <p:sp>
          <p:nvSpPr>
            <p:cNvPr id="14" name="Rectangle : coins arrondis 13">
              <a:extLst>
                <a:ext uri="{FF2B5EF4-FFF2-40B4-BE49-F238E27FC236}">
                  <a16:creationId xmlns:a16="http://schemas.microsoft.com/office/drawing/2014/main" id="{D7188B5F-1F98-891C-7726-8D3E16E50FA4}"/>
                </a:ext>
              </a:extLst>
            </p:cNvPr>
            <p:cNvSpPr/>
            <p:nvPr/>
          </p:nvSpPr>
          <p:spPr>
            <a:xfrm>
              <a:off x="203101" y="552631"/>
              <a:ext cx="11815144" cy="830555"/>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36000" bIns="36000" rtlCol="0" anchor="ctr"/>
            <a:lstStyle/>
            <a:p>
              <a:pPr marL="457200" marR="0" lvl="2" indent="0" algn="l" defTabSz="228600" rtl="0" eaLnBrk="1" fontAlgn="auto" latinLnBrk="0" hangingPunct="1">
                <a:lnSpc>
                  <a:spcPct val="100000"/>
                </a:lnSpc>
                <a:spcBef>
                  <a:spcPts val="800"/>
                </a:spcBef>
                <a:spcAft>
                  <a:spcPts val="0"/>
                </a:spcAft>
                <a:buClrTx/>
                <a:buSzTx/>
                <a:buFontTx/>
                <a:buNone/>
                <a:tabLst/>
                <a:defRPr/>
              </a:pPr>
              <a:r>
                <a:rPr kumimoji="0" lang="fr-FR" sz="1200" b="1" i="0" u="none" strike="noStrike" kern="1200" cap="none" spc="0" normalizeH="0" baseline="0" noProof="0">
                  <a:ln>
                    <a:noFill/>
                  </a:ln>
                  <a:solidFill>
                    <a:srgbClr val="3C3732"/>
                  </a:solidFill>
                  <a:effectLst/>
                  <a:uLnTx/>
                  <a:uFillTx/>
                  <a:latin typeface="Avenir LT Std 65 Medium" panose="020B0803020203020204" pitchFamily="34" charset="0"/>
                  <a:ea typeface="+mn-ea"/>
                  <a:cs typeface="+mn-cs"/>
                </a:rPr>
                <a:t>Identifier les contributeurs </a:t>
              </a:r>
              <a:r>
                <a:rPr kumimoji="0" lang="fr-FR" sz="1200" b="0" i="0" u="none" strike="noStrike" kern="1200" cap="none" spc="0" normalizeH="0" baseline="0" noProof="0">
                  <a:ln>
                    <a:noFill/>
                  </a:ln>
                  <a:solidFill>
                    <a:srgbClr val="3C3732"/>
                  </a:solidFill>
                  <a:effectLst/>
                  <a:uLnTx/>
                  <a:uFillTx/>
                  <a:latin typeface="Avenir LT Std 45 Book" panose="020B0502020203020204" pitchFamily="34" charset="0"/>
                  <a:ea typeface="+mn-ea"/>
                  <a:cs typeface="+mn-cs"/>
                </a:rPr>
                <a:t>nécessaires à la bonne réalisation du projet, </a:t>
              </a:r>
              <a:r>
                <a:rPr kumimoji="0" lang="fr-FR" sz="1200" b="1" i="0" u="none" strike="noStrike" kern="1200" cap="none" spc="0" normalizeH="0" baseline="0" noProof="0">
                  <a:ln>
                    <a:noFill/>
                  </a:ln>
                  <a:solidFill>
                    <a:srgbClr val="3C3732"/>
                  </a:solidFill>
                  <a:effectLst/>
                  <a:uLnTx/>
                  <a:uFillTx/>
                  <a:latin typeface="Avenir LT Std 45 Book" panose="020B0502020203020204" pitchFamily="34" charset="0"/>
                  <a:ea typeface="+mn-ea"/>
                  <a:cs typeface="+mn-cs"/>
                </a:rPr>
                <a:t>c</a:t>
              </a:r>
              <a:r>
                <a:rPr kumimoji="0" lang="fr-FR" sz="1200" b="1" i="0" u="none" strike="noStrike" kern="1200" cap="none" spc="0" normalizeH="0" baseline="0" noProof="0">
                  <a:ln>
                    <a:noFill/>
                  </a:ln>
                  <a:solidFill>
                    <a:srgbClr val="3C3732"/>
                  </a:solidFill>
                  <a:effectLst/>
                  <a:uLnTx/>
                  <a:uFillTx/>
                  <a:latin typeface="Avenir LT Std 65 Medium" panose="020B0803020203020204" pitchFamily="34" charset="0"/>
                  <a:ea typeface="+mn-ea"/>
                  <a:cs typeface="+mn-cs"/>
                </a:rPr>
                <a:t>larifier les responsabilités de chacun </a:t>
              </a:r>
              <a:r>
                <a:rPr kumimoji="0" lang="fr-FR" sz="1200" b="0" i="0" u="none" strike="noStrike" kern="1200" cap="none" spc="0" normalizeH="0" baseline="0" noProof="0">
                  <a:ln>
                    <a:noFill/>
                  </a:ln>
                  <a:solidFill>
                    <a:srgbClr val="3C3732"/>
                  </a:solidFill>
                  <a:effectLst/>
                  <a:uLnTx/>
                  <a:uFillTx/>
                  <a:latin typeface="Avenir LT Std 45 Book" panose="020B0502020203020204" pitchFamily="34" charset="0"/>
                  <a:ea typeface="+mn-ea"/>
                  <a:cs typeface="+mn-cs"/>
                </a:rPr>
                <a:t>et </a:t>
              </a:r>
              <a:r>
                <a:rPr kumimoji="0" lang="fr-FR" sz="1200" b="1" i="0" u="none" strike="noStrike" kern="1200" cap="none" spc="0" normalizeH="0" baseline="0" noProof="0">
                  <a:ln>
                    <a:noFill/>
                  </a:ln>
                  <a:solidFill>
                    <a:srgbClr val="3C3732"/>
                  </a:solidFill>
                  <a:effectLst/>
                  <a:uLnTx/>
                  <a:uFillTx/>
                  <a:latin typeface="Avenir LT Std 65 Medium" panose="020B0803020203020204" pitchFamily="34" charset="0"/>
                  <a:ea typeface="+mn-ea"/>
                  <a:cs typeface="+mn-cs"/>
                </a:rPr>
                <a:t>alerter</a:t>
              </a:r>
              <a:r>
                <a:rPr kumimoji="0" lang="fr-FR" sz="1200" b="0" i="0" u="none" strike="noStrike" kern="1200" cap="none" spc="0" normalizeH="0" baseline="0" noProof="0">
                  <a:ln>
                    <a:noFill/>
                  </a:ln>
                  <a:solidFill>
                    <a:srgbClr val="3C3732"/>
                  </a:solidFill>
                  <a:effectLst/>
                  <a:uLnTx/>
                  <a:uFillTx/>
                  <a:latin typeface="Avenir LT Std 45 Book" panose="020B0502020203020204" pitchFamily="34" charset="0"/>
                  <a:ea typeface="+mn-ea"/>
                  <a:cs typeface="+mn-cs"/>
                </a:rPr>
                <a:t> la ligne hiérarchique en cas </a:t>
              </a:r>
              <a:r>
                <a:rPr kumimoji="0" lang="fr-FR" sz="1200" b="1" i="0" u="none" strike="noStrike" kern="1200" cap="none" spc="0" normalizeH="0" baseline="0" noProof="0">
                  <a:ln>
                    <a:noFill/>
                  </a:ln>
                  <a:solidFill>
                    <a:srgbClr val="3C3732"/>
                  </a:solidFill>
                  <a:effectLst/>
                  <a:uLnTx/>
                  <a:uFillTx/>
                  <a:latin typeface="Avenir LT Std 65 Medium" panose="020B0803020203020204" pitchFamily="34" charset="0"/>
                  <a:ea typeface="+mn-ea"/>
                  <a:cs typeface="+mn-cs"/>
                </a:rPr>
                <a:t>de besoin de ressources complémentaires</a:t>
              </a:r>
            </a:p>
            <a:p>
              <a:pPr marL="457200" marR="0" lvl="2" indent="0" algn="l" defTabSz="228600" rtl="0" eaLnBrk="1" fontAlgn="auto" latinLnBrk="0" hangingPunct="1">
                <a:lnSpc>
                  <a:spcPct val="100000"/>
                </a:lnSpc>
                <a:spcBef>
                  <a:spcPts val="800"/>
                </a:spcBef>
                <a:spcAft>
                  <a:spcPts val="0"/>
                </a:spcAft>
                <a:buClrTx/>
                <a:buSzTx/>
                <a:buFontTx/>
                <a:buNone/>
                <a:tabLst/>
                <a:defRPr/>
              </a:pPr>
              <a:r>
                <a:rPr kumimoji="0" lang="fr-FR" sz="1200" b="0" i="0" u="none" strike="noStrike" kern="1200" cap="none" spc="0" normalizeH="0" baseline="0" noProof="0">
                  <a:ln>
                    <a:noFill/>
                  </a:ln>
                  <a:solidFill>
                    <a:srgbClr val="3C3732"/>
                  </a:solidFill>
                  <a:effectLst/>
                  <a:uLnTx/>
                  <a:uFillTx/>
                  <a:latin typeface="Avenir LT Std 45 Book" panose="020B0502020203020204" pitchFamily="34" charset="0"/>
                  <a:ea typeface="+mn-ea"/>
                  <a:cs typeface="+mn-cs"/>
                </a:rPr>
                <a:t>Évaluer les </a:t>
              </a:r>
              <a:r>
                <a:rPr kumimoji="0" lang="fr-FR" sz="1200" b="1" i="0" u="none" strike="noStrike" kern="1200" cap="none" spc="0" normalizeH="0" baseline="0" noProof="0">
                  <a:ln>
                    <a:noFill/>
                  </a:ln>
                  <a:solidFill>
                    <a:srgbClr val="3C3732"/>
                  </a:solidFill>
                  <a:effectLst/>
                  <a:uLnTx/>
                  <a:uFillTx/>
                  <a:latin typeface="Avenir LT Std 65 Medium" panose="020B0803020203020204" pitchFamily="34" charset="0"/>
                  <a:ea typeface="+mn-ea"/>
                  <a:cs typeface="+mn-cs"/>
                </a:rPr>
                <a:t>enjeux et la disponibilité de chaque partie prenante </a:t>
              </a:r>
              <a:r>
                <a:rPr kumimoji="0" lang="fr-FR" sz="1200" b="0" i="0" u="none" strike="noStrike" kern="1200" cap="none" spc="0" normalizeH="0" baseline="0" noProof="0">
                  <a:ln>
                    <a:noFill/>
                  </a:ln>
                  <a:solidFill>
                    <a:srgbClr val="3C3732"/>
                  </a:solidFill>
                  <a:effectLst/>
                  <a:uLnTx/>
                  <a:uFillTx/>
                  <a:latin typeface="Avenir LT Std 45 Book" panose="020B0502020203020204" pitchFamily="34" charset="0"/>
                  <a:ea typeface="+mn-ea"/>
                  <a:cs typeface="+mn-cs"/>
                </a:rPr>
                <a:t>pour adapter leur niveau d'implication au besoin et mieux prévenir les RPS</a:t>
              </a:r>
            </a:p>
          </p:txBody>
        </p:sp>
        <p:pic>
          <p:nvPicPr>
            <p:cNvPr id="54" name="Graphique 7" descr="Ampoule et engrenage contour">
              <a:extLst>
                <a:ext uri="{FF2B5EF4-FFF2-40B4-BE49-F238E27FC236}">
                  <a16:creationId xmlns:a16="http://schemas.microsoft.com/office/drawing/2014/main" id="{8E4EA903-834E-A3F8-9886-388C5D9E473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1377" y="728478"/>
              <a:ext cx="432000" cy="432000"/>
            </a:xfrm>
            <a:prstGeom prst="rect">
              <a:avLst/>
            </a:prstGeom>
          </p:spPr>
        </p:pic>
      </p:grpSp>
      <p:sp>
        <p:nvSpPr>
          <p:cNvPr id="2" name="Rectangle 1">
            <a:extLst>
              <a:ext uri="{FF2B5EF4-FFF2-40B4-BE49-F238E27FC236}">
                <a16:creationId xmlns:a16="http://schemas.microsoft.com/office/drawing/2014/main" id="{A30F512F-9671-14EF-E343-1DD3C9783179}"/>
              </a:ext>
            </a:extLst>
          </p:cNvPr>
          <p:cNvSpPr/>
          <p:nvPr/>
        </p:nvSpPr>
        <p:spPr>
          <a:xfrm>
            <a:off x="1160564" y="5884101"/>
            <a:ext cx="5220000" cy="3015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Prévoir un </a:t>
            </a:r>
            <a:r>
              <a:rPr kumimoji="0" lang="fr-FR" sz="1100" b="1" i="0" u="none" strike="noStrike" kern="1200" cap="none" spc="0" normalizeH="0" baseline="0" noProof="0">
                <a:ln>
                  <a:noFill/>
                </a:ln>
                <a:solidFill>
                  <a:srgbClr val="DAAA00">
                    <a:lumMod val="75000"/>
                  </a:srgbClr>
                </a:solidFill>
                <a:effectLst/>
                <a:uLnTx/>
                <a:uFillTx/>
                <a:latin typeface="Avenir LT Std 45 Book" panose="020B0502020203020204" pitchFamily="34" charset="0"/>
                <a:ea typeface="+mn-ea"/>
                <a:cs typeface="+mn-cs"/>
              </a:rPr>
              <a:t>dispositif d'écoute des clients </a:t>
            </a:r>
            <a:r>
              <a:rPr kumimoji="0" lang="fr-FR" sz="11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au démarrage du projet pour </a:t>
            </a:r>
            <a:r>
              <a:rPr kumimoji="0" lang="fr-FR" sz="1100" b="1" i="0" u="none" strike="noStrike" kern="1200" cap="none" spc="0" normalizeH="0" baseline="0" noProof="0">
                <a:ln>
                  <a:noFill/>
                </a:ln>
                <a:solidFill>
                  <a:srgbClr val="DAAA00">
                    <a:lumMod val="75000"/>
                  </a:srgbClr>
                </a:solidFill>
                <a:effectLst/>
                <a:uLnTx/>
                <a:uFillTx/>
                <a:latin typeface="Avenir LT Std 45 Book" panose="020B0502020203020204" pitchFamily="34" charset="0"/>
                <a:ea typeface="+mn-ea"/>
                <a:cs typeface="+mn-cs"/>
              </a:rPr>
              <a:t>mieux comprendre leurs attentes</a:t>
            </a:r>
          </a:p>
        </p:txBody>
      </p:sp>
      <p:pic>
        <p:nvPicPr>
          <p:cNvPr id="4" name="Graphique 3" descr="Coche avec un remplissage uni">
            <a:extLst>
              <a:ext uri="{FF2B5EF4-FFF2-40B4-BE49-F238E27FC236}">
                <a16:creationId xmlns:a16="http://schemas.microsoft.com/office/drawing/2014/main" id="{49E25DDE-4DF9-F26F-8151-D512A0D04C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5175" y="5887252"/>
            <a:ext cx="288000" cy="288000"/>
          </a:xfrm>
          <a:prstGeom prst="rect">
            <a:avLst/>
          </a:prstGeom>
        </p:spPr>
      </p:pic>
      <p:grpSp>
        <p:nvGrpSpPr>
          <p:cNvPr id="30" name="Groupe 29">
            <a:extLst>
              <a:ext uri="{FF2B5EF4-FFF2-40B4-BE49-F238E27FC236}">
                <a16:creationId xmlns:a16="http://schemas.microsoft.com/office/drawing/2014/main" id="{9F3E68DC-E804-75DB-61F9-B4B019D5B45C}"/>
              </a:ext>
            </a:extLst>
          </p:cNvPr>
          <p:cNvGrpSpPr/>
          <p:nvPr/>
        </p:nvGrpSpPr>
        <p:grpSpPr>
          <a:xfrm>
            <a:off x="3611761" y="6331759"/>
            <a:ext cx="4968478" cy="504000"/>
            <a:chOff x="4115283" y="6331759"/>
            <a:chExt cx="4968478" cy="504000"/>
          </a:xfrm>
        </p:grpSpPr>
        <p:sp>
          <p:nvSpPr>
            <p:cNvPr id="34" name="Rectangle : coins arrondis 33">
              <a:extLst>
                <a:ext uri="{FF2B5EF4-FFF2-40B4-BE49-F238E27FC236}">
                  <a16:creationId xmlns:a16="http://schemas.microsoft.com/office/drawing/2014/main" id="{63B64746-3072-69E4-21EC-9D750D6C6F40}"/>
                </a:ext>
              </a:extLst>
            </p:cNvPr>
            <p:cNvSpPr/>
            <p:nvPr/>
          </p:nvSpPr>
          <p:spPr>
            <a:xfrm>
              <a:off x="4416612" y="6485140"/>
              <a:ext cx="4500000" cy="198530"/>
            </a:xfrm>
            <a:prstGeom prst="roundRect">
              <a:avLst>
                <a:gd name="adj" fmla="val 50000"/>
              </a:avLst>
            </a:prstGeom>
            <a:solidFill>
              <a:schemeClr val="accent6">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endParaRPr>
            </a:p>
          </p:txBody>
        </p:sp>
        <p:sp>
          <p:nvSpPr>
            <p:cNvPr id="35" name="Rectangle 34">
              <a:extLst>
                <a:ext uri="{FF2B5EF4-FFF2-40B4-BE49-F238E27FC236}">
                  <a16:creationId xmlns:a16="http://schemas.microsoft.com/office/drawing/2014/main" id="{43B9118B-B231-0CEB-FEA8-1BADCB67CF24}"/>
                </a:ext>
              </a:extLst>
            </p:cNvPr>
            <p:cNvSpPr/>
            <p:nvPr/>
          </p:nvSpPr>
          <p:spPr>
            <a:xfrm>
              <a:off x="4583761" y="6440235"/>
              <a:ext cx="4500000" cy="28704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vl1pPr marL="0" algn="l" defTabSz="228600" rtl="0" eaLnBrk="1" latinLnBrk="0" hangingPunct="1">
                <a:defRPr sz="900" kern="1200">
                  <a:solidFill>
                    <a:schemeClr val="lt1"/>
                  </a:solidFill>
                  <a:latin typeface="+mn-lt"/>
                  <a:ea typeface="+mn-ea"/>
                  <a:cs typeface="+mn-cs"/>
                </a:defRPr>
              </a:lvl1pPr>
              <a:lvl2pPr marL="228600" algn="l" defTabSz="228600" rtl="0" eaLnBrk="1" latinLnBrk="0" hangingPunct="1">
                <a:defRPr sz="900" kern="1200">
                  <a:solidFill>
                    <a:schemeClr val="lt1"/>
                  </a:solidFill>
                  <a:latin typeface="+mn-lt"/>
                  <a:ea typeface="+mn-ea"/>
                  <a:cs typeface="+mn-cs"/>
                </a:defRPr>
              </a:lvl2pPr>
              <a:lvl3pPr marL="457200" algn="l" defTabSz="228600" rtl="0" eaLnBrk="1" latinLnBrk="0" hangingPunct="1">
                <a:defRPr sz="900" kern="1200">
                  <a:solidFill>
                    <a:schemeClr val="lt1"/>
                  </a:solidFill>
                  <a:latin typeface="+mn-lt"/>
                  <a:ea typeface="+mn-ea"/>
                  <a:cs typeface="+mn-cs"/>
                </a:defRPr>
              </a:lvl3pPr>
              <a:lvl4pPr marL="685800" algn="l" defTabSz="228600" rtl="0" eaLnBrk="1" latinLnBrk="0" hangingPunct="1">
                <a:defRPr sz="900" kern="1200">
                  <a:solidFill>
                    <a:schemeClr val="lt1"/>
                  </a:solidFill>
                  <a:latin typeface="+mn-lt"/>
                  <a:ea typeface="+mn-ea"/>
                  <a:cs typeface="+mn-cs"/>
                </a:defRPr>
              </a:lvl4pPr>
              <a:lvl5pPr marL="914400" algn="l" defTabSz="228600" rtl="0" eaLnBrk="1" latinLnBrk="0" hangingPunct="1">
                <a:defRPr sz="900" kern="1200">
                  <a:solidFill>
                    <a:schemeClr val="lt1"/>
                  </a:solidFill>
                  <a:latin typeface="+mn-lt"/>
                  <a:ea typeface="+mn-ea"/>
                  <a:cs typeface="+mn-cs"/>
                </a:defRPr>
              </a:lvl5pPr>
              <a:lvl6pPr marL="1143000" algn="l" defTabSz="228600" rtl="0" eaLnBrk="1" latinLnBrk="0" hangingPunct="1">
                <a:defRPr sz="900" kern="1200">
                  <a:solidFill>
                    <a:schemeClr val="lt1"/>
                  </a:solidFill>
                  <a:latin typeface="+mn-lt"/>
                  <a:ea typeface="+mn-ea"/>
                  <a:cs typeface="+mn-cs"/>
                </a:defRPr>
              </a:lvl6pPr>
              <a:lvl7pPr marL="1371600" algn="l" defTabSz="228600" rtl="0" eaLnBrk="1" latinLnBrk="0" hangingPunct="1">
                <a:defRPr sz="900" kern="1200">
                  <a:solidFill>
                    <a:schemeClr val="lt1"/>
                  </a:solidFill>
                  <a:latin typeface="+mn-lt"/>
                  <a:ea typeface="+mn-ea"/>
                  <a:cs typeface="+mn-cs"/>
                </a:defRPr>
              </a:lvl7pPr>
              <a:lvl8pPr marL="1600200" algn="l" defTabSz="228600" rtl="0" eaLnBrk="1" latinLnBrk="0" hangingPunct="1">
                <a:defRPr sz="900" kern="1200">
                  <a:solidFill>
                    <a:schemeClr val="lt1"/>
                  </a:solidFill>
                  <a:latin typeface="+mn-lt"/>
                  <a:ea typeface="+mn-ea"/>
                  <a:cs typeface="+mn-cs"/>
                </a:defRPr>
              </a:lvl8pPr>
              <a:lvl9pPr marL="1828800" algn="l" defTabSz="228600" rtl="0" eaLnBrk="1" latinLnBrk="0" hangingPunct="1">
                <a:defRPr sz="900" kern="1200">
                  <a:solidFill>
                    <a:schemeClr val="lt1"/>
                  </a:solidFill>
                  <a:latin typeface="+mn-lt"/>
                  <a:ea typeface="+mn-ea"/>
                  <a:cs typeface="+mn-cs"/>
                </a:defRPr>
              </a:lvl9p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fr-FR" sz="1100" b="0" i="1" u="none" strike="noStrike" kern="1200" cap="none" spc="0" normalizeH="0" baseline="0" noProof="0">
                  <a:ln>
                    <a:noFill/>
                  </a:ln>
                  <a:solidFill>
                    <a:srgbClr val="000000">
                      <a:lumMod val="75000"/>
                      <a:lumOff val="25000"/>
                    </a:srgbClr>
                  </a:solidFill>
                  <a:effectLst/>
                  <a:uLnTx/>
                  <a:uFillTx/>
                  <a:latin typeface="Avenir LT Std 45 Book" panose="020B0502020203020204" pitchFamily="34" charset="0"/>
                  <a:ea typeface="+mn-ea"/>
                  <a:cs typeface="+mn-cs"/>
                </a:rPr>
                <a:t>Merci à la BU TER HDF pour le partage de ces bonnes pratiques</a:t>
              </a:r>
            </a:p>
          </p:txBody>
        </p:sp>
        <p:grpSp>
          <p:nvGrpSpPr>
            <p:cNvPr id="36" name="Groupe 35">
              <a:extLst>
                <a:ext uri="{FF2B5EF4-FFF2-40B4-BE49-F238E27FC236}">
                  <a16:creationId xmlns:a16="http://schemas.microsoft.com/office/drawing/2014/main" id="{4968BEED-ADDB-3EBC-993E-658401BAB505}"/>
                </a:ext>
              </a:extLst>
            </p:cNvPr>
            <p:cNvGrpSpPr/>
            <p:nvPr/>
          </p:nvGrpSpPr>
          <p:grpSpPr>
            <a:xfrm>
              <a:off x="4115283" y="6331759"/>
              <a:ext cx="504000" cy="504000"/>
              <a:chOff x="2021007" y="6331759"/>
              <a:chExt cx="504000" cy="504000"/>
            </a:xfrm>
          </p:grpSpPr>
          <p:pic>
            <p:nvPicPr>
              <p:cNvPr id="40" name="Graphique 39" descr="Informations contour">
                <a:extLst>
                  <a:ext uri="{FF2B5EF4-FFF2-40B4-BE49-F238E27FC236}">
                    <a16:creationId xmlns:a16="http://schemas.microsoft.com/office/drawing/2014/main" id="{0379648B-0774-87D3-16EE-51D8E3A0451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192329" y="6443982"/>
                <a:ext cx="324000" cy="324000"/>
              </a:xfrm>
              <a:prstGeom prst="rect">
                <a:avLst/>
              </a:prstGeom>
            </p:spPr>
          </p:pic>
          <p:sp>
            <p:nvSpPr>
              <p:cNvPr id="48" name="Étoile : 10 branches 47">
                <a:extLst>
                  <a:ext uri="{FF2B5EF4-FFF2-40B4-BE49-F238E27FC236}">
                    <a16:creationId xmlns:a16="http://schemas.microsoft.com/office/drawing/2014/main" id="{5B2983E0-F862-103D-8356-274CBCD41B79}"/>
                  </a:ext>
                </a:extLst>
              </p:cNvPr>
              <p:cNvSpPr/>
              <p:nvPr/>
            </p:nvSpPr>
            <p:spPr>
              <a:xfrm>
                <a:off x="2021007" y="6331759"/>
                <a:ext cx="504000" cy="504000"/>
              </a:xfrm>
              <a:prstGeom prst="star10">
                <a:avLst/>
              </a:prstGeom>
              <a:solidFill>
                <a:schemeClr val="tx2">
                  <a:lumMod val="20000"/>
                  <a:lumOff val="8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49" name="Étoile : 10 branches 48">
                <a:extLst>
                  <a:ext uri="{FF2B5EF4-FFF2-40B4-BE49-F238E27FC236}">
                    <a16:creationId xmlns:a16="http://schemas.microsoft.com/office/drawing/2014/main" id="{13679A36-FA91-46BF-9C02-EE4AC318E998}"/>
                  </a:ext>
                </a:extLst>
              </p:cNvPr>
              <p:cNvSpPr/>
              <p:nvPr/>
            </p:nvSpPr>
            <p:spPr>
              <a:xfrm>
                <a:off x="2057007" y="6367759"/>
                <a:ext cx="432000" cy="432000"/>
              </a:xfrm>
              <a:prstGeom prst="star10">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51" name="Forme libre : forme 50">
                <a:extLst>
                  <a:ext uri="{FF2B5EF4-FFF2-40B4-BE49-F238E27FC236}">
                    <a16:creationId xmlns:a16="http://schemas.microsoft.com/office/drawing/2014/main" id="{C9365A82-22BB-7595-43CD-2C0CBDA55167}"/>
                  </a:ext>
                </a:extLst>
              </p:cNvPr>
              <p:cNvSpPr>
                <a:spLocks noChangeAspect="1"/>
              </p:cNvSpPr>
              <p:nvPr/>
            </p:nvSpPr>
            <p:spPr>
              <a:xfrm>
                <a:off x="2159772" y="6454434"/>
                <a:ext cx="253915" cy="253862"/>
              </a:xfrm>
              <a:custGeom>
                <a:avLst/>
                <a:gdLst>
                  <a:gd name="csX0" fmla="*/ 52027 w 797772"/>
                  <a:gd name="csY0" fmla="*/ 620680 h 797611"/>
                  <a:gd name="csX1" fmla="*/ 47227 w 797772"/>
                  <a:gd name="csY1" fmla="*/ 527216 h 797611"/>
                  <a:gd name="csX2" fmla="*/ 119818 w 797772"/>
                  <a:gd name="csY2" fmla="*/ 447891 h 797611"/>
                  <a:gd name="csX3" fmla="*/ 185786 w 797772"/>
                  <a:gd name="csY3" fmla="*/ 429064 h 797611"/>
                  <a:gd name="csX4" fmla="*/ 142701 w 797772"/>
                  <a:gd name="csY4" fmla="*/ 278188 h 797611"/>
                  <a:gd name="csX5" fmla="*/ 75171 w 797772"/>
                  <a:gd name="csY5" fmla="*/ 218917 h 797611"/>
                  <a:gd name="csX6" fmla="*/ 55711 w 797772"/>
                  <a:gd name="csY6" fmla="*/ 139034 h 797611"/>
                  <a:gd name="csX7" fmla="*/ 81645 w 797772"/>
                  <a:gd name="csY7" fmla="*/ 60973 h 797611"/>
                  <a:gd name="csX8" fmla="*/ 160226 w 797772"/>
                  <a:gd name="csY8" fmla="*/ 5907 h 797611"/>
                  <a:gd name="csX9" fmla="*/ 256000 w 797772"/>
                  <a:gd name="csY9" fmla="*/ 11154 h 797611"/>
                  <a:gd name="csX10" fmla="*/ 319252 w 797772"/>
                  <a:gd name="csY10" fmla="*/ 63801 h 797611"/>
                  <a:gd name="csX11" fmla="*/ 344924 w 797772"/>
                  <a:gd name="csY11" fmla="*/ 141936 h 797611"/>
                  <a:gd name="csX12" fmla="*/ 318879 w 797772"/>
                  <a:gd name="csY12" fmla="*/ 227921 h 797611"/>
                  <a:gd name="csX13" fmla="*/ 362784 w 797772"/>
                  <a:gd name="csY13" fmla="*/ 381664 h 797611"/>
                  <a:gd name="csX14" fmla="*/ 429719 w 797772"/>
                  <a:gd name="csY14" fmla="*/ 364884 h 797611"/>
                  <a:gd name="csX15" fmla="*/ 457326 w 797772"/>
                  <a:gd name="csY15" fmla="*/ 361386 h 797611"/>
                  <a:gd name="csX16" fmla="*/ 475260 w 797772"/>
                  <a:gd name="csY16" fmla="*/ 363098 h 797611"/>
                  <a:gd name="csX17" fmla="*/ 592979 w 797772"/>
                  <a:gd name="csY17" fmla="*/ 299883 h 797611"/>
                  <a:gd name="csX18" fmla="*/ 727853 w 797772"/>
                  <a:gd name="csY18" fmla="*/ 337760 h 797611"/>
                  <a:gd name="csX19" fmla="*/ 796463 w 797772"/>
                  <a:gd name="csY19" fmla="*/ 459909 h 797611"/>
                  <a:gd name="csX20" fmla="*/ 758585 w 797772"/>
                  <a:gd name="csY20" fmla="*/ 594783 h 797611"/>
                  <a:gd name="csX21" fmla="*/ 636437 w 797772"/>
                  <a:gd name="csY21" fmla="*/ 663392 h 797611"/>
                  <a:gd name="csX22" fmla="*/ 603806 w 797772"/>
                  <a:gd name="csY22" fmla="*/ 664397 h 797611"/>
                  <a:gd name="csX23" fmla="*/ 596253 w 797772"/>
                  <a:gd name="csY23" fmla="*/ 671950 h 797611"/>
                  <a:gd name="csX24" fmla="*/ 578952 w 797772"/>
                  <a:gd name="csY24" fmla="*/ 680656 h 797611"/>
                  <a:gd name="csX25" fmla="*/ 148393 w 797772"/>
                  <a:gd name="csY25" fmla="*/ 795995 h 797611"/>
                  <a:gd name="csX26" fmla="*/ 112228 w 797772"/>
                  <a:gd name="csY26" fmla="*/ 791158 h 797611"/>
                  <a:gd name="csX27" fmla="*/ 112191 w 797772"/>
                  <a:gd name="csY27" fmla="*/ 791121 h 797611"/>
                  <a:gd name="csX28" fmla="*/ 112191 w 797772"/>
                  <a:gd name="csY28" fmla="*/ 791158 h 797611"/>
                  <a:gd name="csX29" fmla="*/ 89941 w 797772"/>
                  <a:gd name="csY29" fmla="*/ 762173 h 797611"/>
                  <a:gd name="csX30" fmla="*/ 84025 w 797772"/>
                  <a:gd name="csY30" fmla="*/ 740109 h 797611"/>
                  <a:gd name="csX31" fmla="*/ 15862 w 797772"/>
                  <a:gd name="csY31" fmla="*/ 722287 h 797611"/>
                  <a:gd name="csX32" fmla="*/ 2133 w 797772"/>
                  <a:gd name="csY32" fmla="*/ 698810 h 797611"/>
                  <a:gd name="csX33" fmla="*/ 1426 w 797772"/>
                  <a:gd name="csY33" fmla="*/ 671500 h 797611"/>
                  <a:gd name="csX34" fmla="*/ 52028 w 797772"/>
                  <a:gd name="csY34" fmla="*/ 620675 h 797611"/>
                  <a:gd name="csX35" fmla="*/ 670409 w 797772"/>
                  <a:gd name="csY35" fmla="*/ 399300 h 797611"/>
                  <a:gd name="csX36" fmla="*/ 609836 w 797772"/>
                  <a:gd name="csY36" fmla="*/ 524278 h 797611"/>
                  <a:gd name="csX37" fmla="*/ 608980 w 797772"/>
                  <a:gd name="csY37" fmla="*/ 525729 h 797611"/>
                  <a:gd name="csX38" fmla="*/ 602580 w 797772"/>
                  <a:gd name="csY38" fmla="*/ 530268 h 797611"/>
                  <a:gd name="csX39" fmla="*/ 594692 w 797772"/>
                  <a:gd name="csY39" fmla="*/ 529524 h 797611"/>
                  <a:gd name="csX40" fmla="*/ 593241 w 797772"/>
                  <a:gd name="csY40" fmla="*/ 528668 h 797611"/>
                  <a:gd name="csX41" fmla="*/ 539737 w 797772"/>
                  <a:gd name="csY41" fmla="*/ 492206 h 797611"/>
                  <a:gd name="csX42" fmla="*/ 521878 w 797772"/>
                  <a:gd name="csY42" fmla="*/ 495554 h 797611"/>
                  <a:gd name="csX43" fmla="*/ 525227 w 797772"/>
                  <a:gd name="csY43" fmla="*/ 513414 h 797611"/>
                  <a:gd name="csX44" fmla="*/ 578730 w 797772"/>
                  <a:gd name="csY44" fmla="*/ 549876 h 797611"/>
                  <a:gd name="csX45" fmla="*/ 583493 w 797772"/>
                  <a:gd name="csY45" fmla="*/ 552630 h 797611"/>
                  <a:gd name="csX46" fmla="*/ 609091 w 797772"/>
                  <a:gd name="csY46" fmla="*/ 555048 h 797611"/>
                  <a:gd name="csX47" fmla="*/ 630187 w 797772"/>
                  <a:gd name="csY47" fmla="*/ 540165 h 797611"/>
                  <a:gd name="csX48" fmla="*/ 632941 w 797772"/>
                  <a:gd name="csY48" fmla="*/ 535403 h 797611"/>
                  <a:gd name="csX49" fmla="*/ 693514 w 797772"/>
                  <a:gd name="csY49" fmla="*/ 410425 h 797611"/>
                  <a:gd name="csX50" fmla="*/ 687524 w 797772"/>
                  <a:gd name="csY50" fmla="*/ 393273 h 797611"/>
                  <a:gd name="csX51" fmla="*/ 670408 w 797772"/>
                  <a:gd name="csY51" fmla="*/ 399300 h 797611"/>
                  <a:gd name="csX52" fmla="*/ 457954 w 797772"/>
                  <a:gd name="csY52" fmla="*/ 387022 h 797611"/>
                  <a:gd name="csX53" fmla="*/ 457284 w 797772"/>
                  <a:gd name="csY53" fmla="*/ 387022 h 797611"/>
                  <a:gd name="csX54" fmla="*/ 435890 w 797772"/>
                  <a:gd name="csY54" fmla="*/ 389812 h 797611"/>
                  <a:gd name="csX55" fmla="*/ 126851 w 797772"/>
                  <a:gd name="csY55" fmla="*/ 472635 h 797611"/>
                  <a:gd name="csX56" fmla="*/ 72380 w 797772"/>
                  <a:gd name="csY56" fmla="*/ 532352 h 797611"/>
                  <a:gd name="csX57" fmla="*/ 76696 w 797772"/>
                  <a:gd name="csY57" fmla="*/ 613315 h 797611"/>
                  <a:gd name="csX58" fmla="*/ 435112 w 797772"/>
                  <a:gd name="csY58" fmla="*/ 517283 h 797611"/>
                  <a:gd name="csX59" fmla="*/ 432917 w 797772"/>
                  <a:gd name="csY59" fmla="*/ 503406 h 797611"/>
                  <a:gd name="csX60" fmla="*/ 457957 w 797772"/>
                  <a:gd name="csY60" fmla="*/ 387020 h 797611"/>
                  <a:gd name="csX61" fmla="*/ 441806 w 797772"/>
                  <a:gd name="csY61" fmla="*/ 542060 h 797611"/>
                  <a:gd name="csX62" fmla="*/ 71036 w 797772"/>
                  <a:gd name="csY62" fmla="*/ 641406 h 797611"/>
                  <a:gd name="csX63" fmla="*/ 26462 w 797772"/>
                  <a:gd name="csY63" fmla="*/ 677385 h 797611"/>
                  <a:gd name="csX64" fmla="*/ 26759 w 797772"/>
                  <a:gd name="csY64" fmla="*/ 691821 h 797611"/>
                  <a:gd name="csX65" fmla="*/ 34238 w 797772"/>
                  <a:gd name="csY65" fmla="*/ 704434 h 797611"/>
                  <a:gd name="csX66" fmla="*/ 86625 w 797772"/>
                  <a:gd name="csY66" fmla="*/ 713103 h 797611"/>
                  <a:gd name="csX67" fmla="*/ 89639 w 797772"/>
                  <a:gd name="csY67" fmla="*/ 712285 h 797611"/>
                  <a:gd name="csX68" fmla="*/ 89825 w 797772"/>
                  <a:gd name="csY68" fmla="*/ 712247 h 797611"/>
                  <a:gd name="csX69" fmla="*/ 430125 w 797772"/>
                  <a:gd name="csY69" fmla="*/ 621053 h 797611"/>
                  <a:gd name="csX70" fmla="*/ 481545 w 797772"/>
                  <a:gd name="csY70" fmla="*/ 607287 h 797611"/>
                  <a:gd name="csX71" fmla="*/ 441807 w 797772"/>
                  <a:gd name="csY71" fmla="*/ 542062 h 797611"/>
                  <a:gd name="csX72" fmla="*/ 504425 w 797772"/>
                  <a:gd name="csY72" fmla="*/ 627785 h 797611"/>
                  <a:gd name="csX73" fmla="*/ 108881 w 797772"/>
                  <a:gd name="csY73" fmla="*/ 733789 h 797611"/>
                  <a:gd name="csX74" fmla="*/ 114722 w 797772"/>
                  <a:gd name="csY74" fmla="*/ 755593 h 797611"/>
                  <a:gd name="csX75" fmla="*/ 125028 w 797772"/>
                  <a:gd name="csY75" fmla="*/ 768987 h 797611"/>
                  <a:gd name="csX76" fmla="*/ 125028 w 797772"/>
                  <a:gd name="csY76" fmla="*/ 769024 h 797611"/>
                  <a:gd name="csX77" fmla="*/ 141771 w 797772"/>
                  <a:gd name="csY77" fmla="*/ 771219 h 797611"/>
                  <a:gd name="csX78" fmla="*/ 564815 w 797772"/>
                  <a:gd name="csY78" fmla="*/ 657853 h 797611"/>
                  <a:gd name="csX79" fmla="*/ 504428 w 797772"/>
                  <a:gd name="csY79" fmla="*/ 627790 h 797611"/>
                  <a:gd name="csX80" fmla="*/ 711889 w 797772"/>
                  <a:gd name="csY80" fmla="*/ 357923 h 797611"/>
                  <a:gd name="csX81" fmla="*/ 595913 w 797772"/>
                  <a:gd name="csY81" fmla="*/ 325404 h 797611"/>
                  <a:gd name="csX82" fmla="*/ 490947 w 797772"/>
                  <a:gd name="csY82" fmla="*/ 384377 h 797611"/>
                  <a:gd name="csX83" fmla="*/ 458428 w 797772"/>
                  <a:gd name="csY83" fmla="*/ 500353 h 797611"/>
                  <a:gd name="csX84" fmla="*/ 517401 w 797772"/>
                  <a:gd name="csY84" fmla="*/ 605319 h 797611"/>
                  <a:gd name="csX85" fmla="*/ 633378 w 797772"/>
                  <a:gd name="csY85" fmla="*/ 637838 h 797611"/>
                  <a:gd name="csX86" fmla="*/ 738343 w 797772"/>
                  <a:gd name="csY86" fmla="*/ 578865 h 797611"/>
                  <a:gd name="csX87" fmla="*/ 770862 w 797772"/>
                  <a:gd name="csY87" fmla="*/ 462888 h 797611"/>
                  <a:gd name="csX88" fmla="*/ 711889 w 797772"/>
                  <a:gd name="csY88" fmla="*/ 357923 h 797611"/>
                  <a:gd name="csX89" fmla="*/ 210484 w 797772"/>
                  <a:gd name="csY89" fmla="*/ 421994 h 797611"/>
                  <a:gd name="csX90" fmla="*/ 273847 w 797772"/>
                  <a:gd name="csY90" fmla="*/ 403911 h 797611"/>
                  <a:gd name="csX91" fmla="*/ 274628 w 797772"/>
                  <a:gd name="csY91" fmla="*/ 403725 h 797611"/>
                  <a:gd name="csX92" fmla="*/ 337769 w 797772"/>
                  <a:gd name="csY92" fmla="*/ 387912 h 797611"/>
                  <a:gd name="csX93" fmla="*/ 292376 w 797772"/>
                  <a:gd name="csY93" fmla="*/ 228930 h 797611"/>
                  <a:gd name="csX94" fmla="*/ 294906 w 797772"/>
                  <a:gd name="csY94" fmla="*/ 217098 h 797611"/>
                  <a:gd name="csX95" fmla="*/ 319240 w 797772"/>
                  <a:gd name="csY95" fmla="*/ 142721 h 797611"/>
                  <a:gd name="csX96" fmla="*/ 297994 w 797772"/>
                  <a:gd name="csY96" fmla="*/ 78168 h 797611"/>
                  <a:gd name="csX97" fmla="*/ 245904 w 797772"/>
                  <a:gd name="csY97" fmla="*/ 34747 h 797611"/>
                  <a:gd name="csX98" fmla="*/ 167211 w 797772"/>
                  <a:gd name="csY98" fmla="*/ 30617 h 797611"/>
                  <a:gd name="csX99" fmla="*/ 102582 w 797772"/>
                  <a:gd name="csY99" fmla="*/ 75638 h 797611"/>
                  <a:gd name="csX100" fmla="*/ 81300 w 797772"/>
                  <a:gd name="csY100" fmla="*/ 140043 h 797611"/>
                  <a:gd name="csX101" fmla="*/ 97336 w 797772"/>
                  <a:gd name="csY101" fmla="*/ 206086 h 797611"/>
                  <a:gd name="csX102" fmla="*/ 157835 w 797772"/>
                  <a:gd name="csY102" fmla="*/ 256650 h 797611"/>
                  <a:gd name="csX103" fmla="*/ 165648 w 797772"/>
                  <a:gd name="csY103" fmla="*/ 265133 h 79761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Lst>
                <a:rect l="l" t="t" r="r" b="b"/>
                <a:pathLst>
                  <a:path w="797772" h="797611">
                    <a:moveTo>
                      <a:pt x="52027" y="620680"/>
                    </a:moveTo>
                    <a:cubicBezTo>
                      <a:pt x="44734" y="590878"/>
                      <a:pt x="41088" y="557205"/>
                      <a:pt x="47227" y="527216"/>
                    </a:cubicBezTo>
                    <a:cubicBezTo>
                      <a:pt x="54631" y="491051"/>
                      <a:pt x="75579" y="460541"/>
                      <a:pt x="119818" y="447891"/>
                    </a:cubicBezTo>
                    <a:lnTo>
                      <a:pt x="185786" y="429064"/>
                    </a:lnTo>
                    <a:lnTo>
                      <a:pt x="142701" y="278188"/>
                    </a:lnTo>
                    <a:cubicBezTo>
                      <a:pt x="112154" y="265128"/>
                      <a:pt x="89644" y="243957"/>
                      <a:pt x="75171" y="218917"/>
                    </a:cubicBezTo>
                    <a:cubicBezTo>
                      <a:pt x="61069" y="194583"/>
                      <a:pt x="54633" y="166641"/>
                      <a:pt x="55711" y="139034"/>
                    </a:cubicBezTo>
                    <a:cubicBezTo>
                      <a:pt x="56790" y="111426"/>
                      <a:pt x="65459" y="84079"/>
                      <a:pt x="81645" y="60973"/>
                    </a:cubicBezTo>
                    <a:cubicBezTo>
                      <a:pt x="99207" y="35896"/>
                      <a:pt x="125438" y="15841"/>
                      <a:pt x="160226" y="5907"/>
                    </a:cubicBezTo>
                    <a:cubicBezTo>
                      <a:pt x="195051" y="-4027"/>
                      <a:pt x="227869" y="-864"/>
                      <a:pt x="256000" y="11154"/>
                    </a:cubicBezTo>
                    <a:cubicBezTo>
                      <a:pt x="281896" y="22242"/>
                      <a:pt x="303699" y="40882"/>
                      <a:pt x="319252" y="63801"/>
                    </a:cubicBezTo>
                    <a:cubicBezTo>
                      <a:pt x="334767" y="86683"/>
                      <a:pt x="344032" y="113807"/>
                      <a:pt x="344924" y="141936"/>
                    </a:cubicBezTo>
                    <a:cubicBezTo>
                      <a:pt x="345817" y="170846"/>
                      <a:pt x="337929" y="200723"/>
                      <a:pt x="318879" y="227921"/>
                    </a:cubicBezTo>
                    <a:lnTo>
                      <a:pt x="362784" y="381664"/>
                    </a:lnTo>
                    <a:lnTo>
                      <a:pt x="429719" y="364884"/>
                    </a:lnTo>
                    <a:cubicBezTo>
                      <a:pt x="439318" y="362465"/>
                      <a:pt x="448546" y="361349"/>
                      <a:pt x="457326" y="361386"/>
                    </a:cubicBezTo>
                    <a:cubicBezTo>
                      <a:pt x="463577" y="361386"/>
                      <a:pt x="469529" y="361981"/>
                      <a:pt x="475260" y="363098"/>
                    </a:cubicBezTo>
                    <a:cubicBezTo>
                      <a:pt x="504095" y="329165"/>
                      <a:pt x="545284" y="305612"/>
                      <a:pt x="592979" y="299883"/>
                    </a:cubicBezTo>
                    <a:cubicBezTo>
                      <a:pt x="643134" y="293893"/>
                      <a:pt x="691020" y="308775"/>
                      <a:pt x="727853" y="337760"/>
                    </a:cubicBezTo>
                    <a:cubicBezTo>
                      <a:pt x="764688" y="366708"/>
                      <a:pt x="790472" y="409719"/>
                      <a:pt x="796463" y="459909"/>
                    </a:cubicBezTo>
                    <a:cubicBezTo>
                      <a:pt x="802453" y="510064"/>
                      <a:pt x="787570" y="557950"/>
                      <a:pt x="758585" y="594783"/>
                    </a:cubicBezTo>
                    <a:cubicBezTo>
                      <a:pt x="729638" y="631618"/>
                      <a:pt x="686627" y="657402"/>
                      <a:pt x="636437" y="663392"/>
                    </a:cubicBezTo>
                    <a:cubicBezTo>
                      <a:pt x="625424" y="664695"/>
                      <a:pt x="614485" y="665029"/>
                      <a:pt x="603806" y="664397"/>
                    </a:cubicBezTo>
                    <a:cubicBezTo>
                      <a:pt x="601574" y="667187"/>
                      <a:pt x="599044" y="669717"/>
                      <a:pt x="596253" y="671950"/>
                    </a:cubicBezTo>
                    <a:cubicBezTo>
                      <a:pt x="591267" y="675894"/>
                      <a:pt x="585426" y="678908"/>
                      <a:pt x="578952" y="680656"/>
                    </a:cubicBezTo>
                    <a:lnTo>
                      <a:pt x="148393" y="795995"/>
                    </a:lnTo>
                    <a:cubicBezTo>
                      <a:pt x="135706" y="799380"/>
                      <a:pt x="122795" y="797297"/>
                      <a:pt x="112228" y="791158"/>
                    </a:cubicBezTo>
                    <a:lnTo>
                      <a:pt x="112191" y="791121"/>
                    </a:lnTo>
                    <a:lnTo>
                      <a:pt x="112191" y="791158"/>
                    </a:lnTo>
                    <a:cubicBezTo>
                      <a:pt x="101586" y="785056"/>
                      <a:pt x="93326" y="774899"/>
                      <a:pt x="89941" y="762173"/>
                    </a:cubicBezTo>
                    <a:lnTo>
                      <a:pt x="84025" y="740109"/>
                    </a:lnTo>
                    <a:cubicBezTo>
                      <a:pt x="54334" y="745802"/>
                      <a:pt x="30447" y="737245"/>
                      <a:pt x="15862" y="722287"/>
                    </a:cubicBezTo>
                    <a:cubicBezTo>
                      <a:pt x="9314" y="715590"/>
                      <a:pt x="4663" y="707553"/>
                      <a:pt x="2133" y="698810"/>
                    </a:cubicBezTo>
                    <a:cubicBezTo>
                      <a:pt x="-397" y="690029"/>
                      <a:pt x="-732" y="680728"/>
                      <a:pt x="1426" y="671500"/>
                    </a:cubicBezTo>
                    <a:cubicBezTo>
                      <a:pt x="6077" y="651743"/>
                      <a:pt x="22002" y="632321"/>
                      <a:pt x="52028" y="620675"/>
                    </a:cubicBezTo>
                    <a:close/>
                    <a:moveTo>
                      <a:pt x="670409" y="399300"/>
                    </a:moveTo>
                    <a:lnTo>
                      <a:pt x="609836" y="524278"/>
                    </a:lnTo>
                    <a:cubicBezTo>
                      <a:pt x="609612" y="524762"/>
                      <a:pt x="609315" y="525283"/>
                      <a:pt x="608980" y="525729"/>
                    </a:cubicBezTo>
                    <a:cubicBezTo>
                      <a:pt x="607417" y="528036"/>
                      <a:pt x="605110" y="529599"/>
                      <a:pt x="602580" y="530268"/>
                    </a:cubicBezTo>
                    <a:cubicBezTo>
                      <a:pt x="600013" y="530975"/>
                      <a:pt x="597185" y="530752"/>
                      <a:pt x="594692" y="529524"/>
                    </a:cubicBezTo>
                    <a:cubicBezTo>
                      <a:pt x="594209" y="529301"/>
                      <a:pt x="593725" y="529003"/>
                      <a:pt x="593241" y="528668"/>
                    </a:cubicBezTo>
                    <a:lnTo>
                      <a:pt x="539737" y="492206"/>
                    </a:lnTo>
                    <a:cubicBezTo>
                      <a:pt x="533896" y="488224"/>
                      <a:pt x="525897" y="489713"/>
                      <a:pt x="521878" y="495554"/>
                    </a:cubicBezTo>
                    <a:cubicBezTo>
                      <a:pt x="517897" y="501396"/>
                      <a:pt x="519385" y="509395"/>
                      <a:pt x="525227" y="513414"/>
                    </a:cubicBezTo>
                    <a:lnTo>
                      <a:pt x="578730" y="549876"/>
                    </a:lnTo>
                    <a:cubicBezTo>
                      <a:pt x="580256" y="550918"/>
                      <a:pt x="581856" y="551848"/>
                      <a:pt x="583493" y="552630"/>
                    </a:cubicBezTo>
                    <a:cubicBezTo>
                      <a:pt x="591716" y="556611"/>
                      <a:pt x="600794" y="557281"/>
                      <a:pt x="609091" y="555048"/>
                    </a:cubicBezTo>
                    <a:cubicBezTo>
                      <a:pt x="617463" y="552816"/>
                      <a:pt x="625016" y="547718"/>
                      <a:pt x="630187" y="540165"/>
                    </a:cubicBezTo>
                    <a:cubicBezTo>
                      <a:pt x="631192" y="538677"/>
                      <a:pt x="632122" y="537077"/>
                      <a:pt x="632941" y="535403"/>
                    </a:cubicBezTo>
                    <a:lnTo>
                      <a:pt x="693514" y="410425"/>
                    </a:lnTo>
                    <a:cubicBezTo>
                      <a:pt x="696602" y="404026"/>
                      <a:pt x="693923" y="396361"/>
                      <a:pt x="687524" y="393273"/>
                    </a:cubicBezTo>
                    <a:cubicBezTo>
                      <a:pt x="681161" y="390259"/>
                      <a:pt x="673496" y="392938"/>
                      <a:pt x="670408" y="399300"/>
                    </a:cubicBezTo>
                    <a:close/>
                    <a:moveTo>
                      <a:pt x="457954" y="387022"/>
                    </a:moveTo>
                    <a:lnTo>
                      <a:pt x="457284" y="387022"/>
                    </a:lnTo>
                    <a:cubicBezTo>
                      <a:pt x="450698" y="387022"/>
                      <a:pt x="443555" y="387877"/>
                      <a:pt x="435890" y="389812"/>
                    </a:cubicBezTo>
                    <a:cubicBezTo>
                      <a:pt x="330000" y="416341"/>
                      <a:pt x="231807" y="442647"/>
                      <a:pt x="126851" y="472635"/>
                    </a:cubicBezTo>
                    <a:cubicBezTo>
                      <a:pt x="93699" y="482123"/>
                      <a:pt x="77924" y="505079"/>
                      <a:pt x="72380" y="532352"/>
                    </a:cubicBezTo>
                    <a:cubicBezTo>
                      <a:pt x="67208" y="557690"/>
                      <a:pt x="70333" y="586935"/>
                      <a:pt x="76696" y="613315"/>
                    </a:cubicBezTo>
                    <a:lnTo>
                      <a:pt x="435112" y="517283"/>
                    </a:lnTo>
                    <a:cubicBezTo>
                      <a:pt x="434219" y="512744"/>
                      <a:pt x="433475" y="508093"/>
                      <a:pt x="432917" y="503406"/>
                    </a:cubicBezTo>
                    <a:cubicBezTo>
                      <a:pt x="427856" y="461250"/>
                      <a:pt x="437568" y="420731"/>
                      <a:pt x="457957" y="387020"/>
                    </a:cubicBezTo>
                    <a:close/>
                    <a:moveTo>
                      <a:pt x="441806" y="542060"/>
                    </a:moveTo>
                    <a:lnTo>
                      <a:pt x="71036" y="641406"/>
                    </a:lnTo>
                    <a:cubicBezTo>
                      <a:pt x="43540" y="649257"/>
                      <a:pt x="29736" y="663395"/>
                      <a:pt x="26462" y="677385"/>
                    </a:cubicBezTo>
                    <a:cubicBezTo>
                      <a:pt x="25308" y="682370"/>
                      <a:pt x="25457" y="687282"/>
                      <a:pt x="26759" y="691821"/>
                    </a:cubicBezTo>
                    <a:cubicBezTo>
                      <a:pt x="28099" y="696397"/>
                      <a:pt x="30629" y="700713"/>
                      <a:pt x="34238" y="704434"/>
                    </a:cubicBezTo>
                    <a:cubicBezTo>
                      <a:pt x="44358" y="714814"/>
                      <a:pt x="62702" y="719949"/>
                      <a:pt x="86625" y="713103"/>
                    </a:cubicBezTo>
                    <a:lnTo>
                      <a:pt x="89639" y="712285"/>
                    </a:lnTo>
                    <a:lnTo>
                      <a:pt x="89825" y="712247"/>
                    </a:lnTo>
                    <a:lnTo>
                      <a:pt x="430125" y="621053"/>
                    </a:lnTo>
                    <a:lnTo>
                      <a:pt x="481545" y="607287"/>
                    </a:lnTo>
                    <a:cubicBezTo>
                      <a:pt x="464132" y="588906"/>
                      <a:pt x="450440" y="566805"/>
                      <a:pt x="441807" y="542062"/>
                    </a:cubicBezTo>
                    <a:close/>
                    <a:moveTo>
                      <a:pt x="504425" y="627785"/>
                    </a:moveTo>
                    <a:lnTo>
                      <a:pt x="108881" y="733789"/>
                    </a:lnTo>
                    <a:lnTo>
                      <a:pt x="114722" y="755593"/>
                    </a:lnTo>
                    <a:cubicBezTo>
                      <a:pt x="116285" y="761471"/>
                      <a:pt x="120117" y="766160"/>
                      <a:pt x="125028" y="768987"/>
                    </a:cubicBezTo>
                    <a:lnTo>
                      <a:pt x="125028" y="769024"/>
                    </a:lnTo>
                    <a:cubicBezTo>
                      <a:pt x="129902" y="771814"/>
                      <a:pt x="135892" y="772782"/>
                      <a:pt x="141771" y="771219"/>
                    </a:cubicBezTo>
                    <a:lnTo>
                      <a:pt x="564815" y="657853"/>
                    </a:lnTo>
                    <a:cubicBezTo>
                      <a:pt x="542862" y="651602"/>
                      <a:pt x="522399" y="641332"/>
                      <a:pt x="504428" y="627790"/>
                    </a:cubicBezTo>
                    <a:close/>
                    <a:moveTo>
                      <a:pt x="711889" y="357923"/>
                    </a:moveTo>
                    <a:cubicBezTo>
                      <a:pt x="680226" y="333031"/>
                      <a:pt x="639075" y="320232"/>
                      <a:pt x="595913" y="325404"/>
                    </a:cubicBezTo>
                    <a:cubicBezTo>
                      <a:pt x="552790" y="330575"/>
                      <a:pt x="515806" y="352714"/>
                      <a:pt x="490947" y="384377"/>
                    </a:cubicBezTo>
                    <a:cubicBezTo>
                      <a:pt x="466056" y="416040"/>
                      <a:pt x="453257" y="457191"/>
                      <a:pt x="458428" y="500353"/>
                    </a:cubicBezTo>
                    <a:cubicBezTo>
                      <a:pt x="463600" y="543476"/>
                      <a:pt x="485738" y="580460"/>
                      <a:pt x="517401" y="605319"/>
                    </a:cubicBezTo>
                    <a:cubicBezTo>
                      <a:pt x="549064" y="630210"/>
                      <a:pt x="590215" y="643009"/>
                      <a:pt x="633378" y="637838"/>
                    </a:cubicBezTo>
                    <a:cubicBezTo>
                      <a:pt x="676500" y="632666"/>
                      <a:pt x="713485" y="610528"/>
                      <a:pt x="738343" y="578865"/>
                    </a:cubicBezTo>
                    <a:cubicBezTo>
                      <a:pt x="763235" y="547202"/>
                      <a:pt x="776033" y="506051"/>
                      <a:pt x="770862" y="462888"/>
                    </a:cubicBezTo>
                    <a:cubicBezTo>
                      <a:pt x="765728" y="419803"/>
                      <a:pt x="743552" y="382819"/>
                      <a:pt x="711889" y="357923"/>
                    </a:cubicBezTo>
                    <a:close/>
                    <a:moveTo>
                      <a:pt x="210484" y="421994"/>
                    </a:moveTo>
                    <a:lnTo>
                      <a:pt x="273847" y="403911"/>
                    </a:lnTo>
                    <a:cubicBezTo>
                      <a:pt x="274107" y="403837"/>
                      <a:pt x="274368" y="403763"/>
                      <a:pt x="274628" y="403725"/>
                    </a:cubicBezTo>
                    <a:lnTo>
                      <a:pt x="337769" y="387912"/>
                    </a:lnTo>
                    <a:lnTo>
                      <a:pt x="292376" y="228930"/>
                    </a:lnTo>
                    <a:cubicBezTo>
                      <a:pt x="291148" y="224651"/>
                      <a:pt x="292265" y="220261"/>
                      <a:pt x="294906" y="217098"/>
                    </a:cubicBezTo>
                    <a:cubicBezTo>
                      <a:pt x="312654" y="193658"/>
                      <a:pt x="320021" y="167687"/>
                      <a:pt x="319240" y="142721"/>
                    </a:cubicBezTo>
                    <a:cubicBezTo>
                      <a:pt x="318496" y="119541"/>
                      <a:pt x="310831" y="97105"/>
                      <a:pt x="297994" y="78168"/>
                    </a:cubicBezTo>
                    <a:cubicBezTo>
                      <a:pt x="285195" y="59266"/>
                      <a:pt x="267224" y="43900"/>
                      <a:pt x="245904" y="34747"/>
                    </a:cubicBezTo>
                    <a:cubicBezTo>
                      <a:pt x="222947" y="24925"/>
                      <a:pt x="195972" y="22394"/>
                      <a:pt x="167211" y="30617"/>
                    </a:cubicBezTo>
                    <a:cubicBezTo>
                      <a:pt x="138451" y="38840"/>
                      <a:pt x="116870" y="55211"/>
                      <a:pt x="102582" y="75638"/>
                    </a:cubicBezTo>
                    <a:cubicBezTo>
                      <a:pt x="89300" y="94614"/>
                      <a:pt x="82193" y="117161"/>
                      <a:pt x="81300" y="140043"/>
                    </a:cubicBezTo>
                    <a:cubicBezTo>
                      <a:pt x="80407" y="162888"/>
                      <a:pt x="85727" y="185994"/>
                      <a:pt x="97336" y="206086"/>
                    </a:cubicBezTo>
                    <a:cubicBezTo>
                      <a:pt x="109949" y="227889"/>
                      <a:pt x="130078" y="246157"/>
                      <a:pt x="157835" y="256650"/>
                    </a:cubicBezTo>
                    <a:cubicBezTo>
                      <a:pt x="161779" y="258138"/>
                      <a:pt x="164569" y="261375"/>
                      <a:pt x="165648" y="265133"/>
                    </a:cubicBezTo>
                    <a:close/>
                  </a:path>
                </a:pathLst>
              </a:custGeom>
              <a:solidFill>
                <a:schemeClr val="accent6">
                  <a:lumMod val="75000"/>
                </a:schemeClr>
              </a:solidFill>
              <a:ln w="9525" cap="flat">
                <a:solidFill>
                  <a:schemeClr val="accent6">
                    <a:lumMod val="75000"/>
                  </a:schemeClr>
                </a:solidFill>
                <a:prstDash val="solid"/>
                <a:miter/>
              </a:ln>
            </p:spPr>
            <p:txBody>
              <a:bodyPr/>
              <a:lstStyle>
                <a:defPPr>
                  <a:defRPr lang="fr-FR"/>
                </a:defPPr>
                <a:lvl1pPr marL="0" algn="l" defTabSz="228600" rtl="0" eaLnBrk="1" latinLnBrk="0" hangingPunct="1">
                  <a:defRPr sz="900" kern="1200">
                    <a:solidFill>
                      <a:schemeClr val="tx1"/>
                    </a:solidFill>
                    <a:latin typeface="+mn-lt"/>
                    <a:ea typeface="+mn-ea"/>
                    <a:cs typeface="+mn-cs"/>
                  </a:defRPr>
                </a:lvl1pPr>
                <a:lvl2pPr marL="228600" algn="l" defTabSz="228600" rtl="0" eaLnBrk="1" latinLnBrk="0" hangingPunct="1">
                  <a:defRPr sz="900" kern="1200">
                    <a:solidFill>
                      <a:schemeClr val="tx1"/>
                    </a:solidFill>
                    <a:latin typeface="+mn-lt"/>
                    <a:ea typeface="+mn-ea"/>
                    <a:cs typeface="+mn-cs"/>
                  </a:defRPr>
                </a:lvl2pPr>
                <a:lvl3pPr marL="457200" algn="l" defTabSz="228600" rtl="0" eaLnBrk="1" latinLnBrk="0" hangingPunct="1">
                  <a:defRPr sz="900" kern="1200">
                    <a:solidFill>
                      <a:schemeClr val="tx1"/>
                    </a:solidFill>
                    <a:latin typeface="+mn-lt"/>
                    <a:ea typeface="+mn-ea"/>
                    <a:cs typeface="+mn-cs"/>
                  </a:defRPr>
                </a:lvl3pPr>
                <a:lvl4pPr marL="685800" algn="l" defTabSz="228600" rtl="0" eaLnBrk="1" latinLnBrk="0" hangingPunct="1">
                  <a:defRPr sz="900" kern="1200">
                    <a:solidFill>
                      <a:schemeClr val="tx1"/>
                    </a:solidFill>
                    <a:latin typeface="+mn-lt"/>
                    <a:ea typeface="+mn-ea"/>
                    <a:cs typeface="+mn-cs"/>
                  </a:defRPr>
                </a:lvl4pPr>
                <a:lvl5pPr marL="914400" algn="l" defTabSz="228600" rtl="0" eaLnBrk="1" latinLnBrk="0" hangingPunct="1">
                  <a:defRPr sz="900" kern="1200">
                    <a:solidFill>
                      <a:schemeClr val="tx1"/>
                    </a:solidFill>
                    <a:latin typeface="+mn-lt"/>
                    <a:ea typeface="+mn-ea"/>
                    <a:cs typeface="+mn-cs"/>
                  </a:defRPr>
                </a:lvl5pPr>
                <a:lvl6pPr marL="1143000" algn="l" defTabSz="228600" rtl="0" eaLnBrk="1" latinLnBrk="0" hangingPunct="1">
                  <a:defRPr sz="900" kern="1200">
                    <a:solidFill>
                      <a:schemeClr val="tx1"/>
                    </a:solidFill>
                    <a:latin typeface="+mn-lt"/>
                    <a:ea typeface="+mn-ea"/>
                    <a:cs typeface="+mn-cs"/>
                  </a:defRPr>
                </a:lvl6pPr>
                <a:lvl7pPr marL="1371600" algn="l" defTabSz="228600" rtl="0" eaLnBrk="1" latinLnBrk="0" hangingPunct="1">
                  <a:defRPr sz="900" kern="1200">
                    <a:solidFill>
                      <a:schemeClr val="tx1"/>
                    </a:solidFill>
                    <a:latin typeface="+mn-lt"/>
                    <a:ea typeface="+mn-ea"/>
                    <a:cs typeface="+mn-cs"/>
                  </a:defRPr>
                </a:lvl7pPr>
                <a:lvl8pPr marL="1600200" algn="l" defTabSz="228600" rtl="0" eaLnBrk="1" latinLnBrk="0" hangingPunct="1">
                  <a:defRPr sz="900" kern="1200">
                    <a:solidFill>
                      <a:schemeClr val="tx1"/>
                    </a:solidFill>
                    <a:latin typeface="+mn-lt"/>
                    <a:ea typeface="+mn-ea"/>
                    <a:cs typeface="+mn-cs"/>
                  </a:defRPr>
                </a:lvl8pPr>
                <a:lvl9pPr marL="1828800" algn="l" defTabSz="228600" rtl="0" eaLnBrk="1" latinLnBrk="0" hangingPunct="1">
                  <a:defRPr sz="9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F2827F"/>
                  </a:solidFill>
                  <a:effectLst/>
                  <a:uLnTx/>
                  <a:uFillTx/>
                  <a:latin typeface="Arial"/>
                  <a:ea typeface="+mn-ea"/>
                  <a:cs typeface="+mn-cs"/>
                </a:endParaRPr>
              </a:p>
            </p:txBody>
          </p:sp>
        </p:grpSp>
      </p:grpSp>
      <p:grpSp>
        <p:nvGrpSpPr>
          <p:cNvPr id="18" name="Groupe 17">
            <a:extLst>
              <a:ext uri="{FF2B5EF4-FFF2-40B4-BE49-F238E27FC236}">
                <a16:creationId xmlns:a16="http://schemas.microsoft.com/office/drawing/2014/main" id="{6D9E37C6-39CD-57F4-08CB-3FEB4DE36705}"/>
              </a:ext>
            </a:extLst>
          </p:cNvPr>
          <p:cNvGrpSpPr>
            <a:grpSpLocks noChangeAspect="1"/>
          </p:cNvGrpSpPr>
          <p:nvPr/>
        </p:nvGrpSpPr>
        <p:grpSpPr>
          <a:xfrm>
            <a:off x="11001871" y="6336764"/>
            <a:ext cx="1082632" cy="444130"/>
            <a:chOff x="5810" y="1578917"/>
            <a:chExt cx="559801" cy="229645"/>
          </a:xfrm>
        </p:grpSpPr>
        <p:sp>
          <p:nvSpPr>
            <p:cNvPr id="23" name="Rectangle : coins arrondis 22">
              <a:hlinkClick r:id="rId6" action="ppaction://hlinksldjump"/>
              <a:extLst>
                <a:ext uri="{FF2B5EF4-FFF2-40B4-BE49-F238E27FC236}">
                  <a16:creationId xmlns:a16="http://schemas.microsoft.com/office/drawing/2014/main" id="{3D90674D-A6A8-DDAA-ECE0-B18FD5460280}"/>
                </a:ext>
              </a:extLst>
            </p:cNvPr>
            <p:cNvSpPr/>
            <p:nvPr/>
          </p:nvSpPr>
          <p:spPr>
            <a:xfrm>
              <a:off x="5810" y="1595059"/>
              <a:ext cx="559801" cy="190504"/>
            </a:xfrm>
            <a:prstGeom prst="roundRect">
              <a:avLst/>
            </a:prstGeom>
            <a:solidFill>
              <a:srgbClr val="FFFFFF"/>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indent="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hlinkClick r:id="rId6"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endParaRPr>
            </a:p>
          </p:txBody>
        </p:sp>
        <p:pic>
          <p:nvPicPr>
            <p:cNvPr id="26" name="Graphique 25" descr="Retour avec un remplissage uni">
              <a:hlinkClick r:id="rId6" action="ppaction://hlinksldjump"/>
              <a:extLst>
                <a:ext uri="{FF2B5EF4-FFF2-40B4-BE49-F238E27FC236}">
                  <a16:creationId xmlns:a16="http://schemas.microsoft.com/office/drawing/2014/main" id="{1F3AA06F-3FF3-E691-AA6D-D35D837815C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9060" y="1578917"/>
              <a:ext cx="229645" cy="229645"/>
            </a:xfrm>
            <a:prstGeom prst="rect">
              <a:avLst/>
            </a:prstGeom>
          </p:spPr>
        </p:pic>
      </p:grpSp>
      <p:sp>
        <p:nvSpPr>
          <p:cNvPr id="46" name="Rectangle : coins arrondis 45">
            <a:extLst>
              <a:ext uri="{FF2B5EF4-FFF2-40B4-BE49-F238E27FC236}">
                <a16:creationId xmlns:a16="http://schemas.microsoft.com/office/drawing/2014/main" id="{A1F5CBBD-D805-0F5C-E7E2-4D1549FB23E1}"/>
              </a:ext>
            </a:extLst>
          </p:cNvPr>
          <p:cNvSpPr/>
          <p:nvPr/>
        </p:nvSpPr>
        <p:spPr>
          <a:xfrm>
            <a:off x="203100" y="1707388"/>
            <a:ext cx="2880000" cy="288000"/>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chemeClr val="tx1"/>
                </a:solidFill>
                <a:effectLst/>
                <a:uLnTx/>
                <a:uFillTx/>
                <a:latin typeface="Avenir LT Std 45 Book" panose="020B0502020203020204" pitchFamily="34" charset="0"/>
                <a:ea typeface="+mn-ea"/>
                <a:cs typeface="+mn-cs"/>
              </a:rPr>
              <a:t>Décisions &amp; orientations</a:t>
            </a:r>
          </a:p>
        </p:txBody>
      </p:sp>
      <p:sp>
        <p:nvSpPr>
          <p:cNvPr id="47" name="Rectangle : coins arrondis 46">
            <a:extLst>
              <a:ext uri="{FF2B5EF4-FFF2-40B4-BE49-F238E27FC236}">
                <a16:creationId xmlns:a16="http://schemas.microsoft.com/office/drawing/2014/main" id="{5396BC52-767D-1D04-5CF8-452108F60E62}"/>
              </a:ext>
            </a:extLst>
          </p:cNvPr>
          <p:cNvSpPr/>
          <p:nvPr/>
        </p:nvSpPr>
        <p:spPr>
          <a:xfrm>
            <a:off x="3168264" y="1707388"/>
            <a:ext cx="2880000" cy="288000"/>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chemeClr val="tx1"/>
                </a:solidFill>
                <a:effectLst/>
                <a:uLnTx/>
                <a:uFillTx/>
                <a:latin typeface="Avenir LT Std 45 Book" panose="020B0502020203020204" pitchFamily="34" charset="0"/>
                <a:ea typeface="+mn-ea"/>
                <a:cs typeface="+mn-cs"/>
              </a:rPr>
              <a:t>Pilotage</a:t>
            </a:r>
          </a:p>
        </p:txBody>
      </p:sp>
      <p:sp>
        <p:nvSpPr>
          <p:cNvPr id="50" name="Rectangle : coins arrondis 49">
            <a:extLst>
              <a:ext uri="{FF2B5EF4-FFF2-40B4-BE49-F238E27FC236}">
                <a16:creationId xmlns:a16="http://schemas.microsoft.com/office/drawing/2014/main" id="{E6E4927B-8671-3617-3F4D-B073F35C2EB8}"/>
              </a:ext>
            </a:extLst>
          </p:cNvPr>
          <p:cNvSpPr/>
          <p:nvPr/>
        </p:nvSpPr>
        <p:spPr>
          <a:xfrm>
            <a:off x="6133996" y="1707388"/>
            <a:ext cx="2880000" cy="288000"/>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chemeClr val="tx1"/>
                </a:solidFill>
                <a:effectLst/>
                <a:uLnTx/>
                <a:uFillTx/>
                <a:latin typeface="Avenir LT Std 45 Book" panose="020B0502020203020204" pitchFamily="34" charset="0"/>
                <a:ea typeface="+mn-ea"/>
                <a:cs typeface="+mn-cs"/>
              </a:rPr>
              <a:t>Réalisation / mise en œuvre</a:t>
            </a:r>
          </a:p>
        </p:txBody>
      </p:sp>
      <p:sp>
        <p:nvSpPr>
          <p:cNvPr id="88" name="Rectangle : coins arrondis 87">
            <a:extLst>
              <a:ext uri="{FF2B5EF4-FFF2-40B4-BE49-F238E27FC236}">
                <a16:creationId xmlns:a16="http://schemas.microsoft.com/office/drawing/2014/main" id="{8C5F721F-5BA8-1929-7971-8D874ED8AEA6}"/>
              </a:ext>
            </a:extLst>
          </p:cNvPr>
          <p:cNvSpPr/>
          <p:nvPr/>
        </p:nvSpPr>
        <p:spPr>
          <a:xfrm>
            <a:off x="9098591" y="1707388"/>
            <a:ext cx="2880000" cy="288000"/>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chemeClr val="tx1"/>
                </a:solidFill>
                <a:effectLst/>
                <a:uLnTx/>
                <a:uFillTx/>
                <a:latin typeface="Avenir LT Std 45 Book" panose="020B0502020203020204" pitchFamily="34" charset="0"/>
                <a:ea typeface="+mn-ea"/>
                <a:cs typeface="+mn-cs"/>
              </a:rPr>
              <a:t>Bénéficiaires</a:t>
            </a:r>
          </a:p>
        </p:txBody>
      </p:sp>
    </p:spTree>
    <p:extLst>
      <p:ext uri="{BB962C8B-B14F-4D97-AF65-F5344CB8AC3E}">
        <p14:creationId xmlns:p14="http://schemas.microsoft.com/office/powerpoint/2010/main" val="31624749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B8D9B-A536-A4F8-778B-B19DFA0F04F2}"/>
            </a:ext>
          </a:extLst>
        </p:cNvPr>
        <p:cNvGrpSpPr/>
        <p:nvPr/>
      </p:nvGrpSpPr>
      <p:grpSpPr>
        <a:xfrm>
          <a:off x="0" y="0"/>
          <a:ext cx="0" cy="0"/>
          <a:chOff x="0" y="0"/>
          <a:chExt cx="0" cy="0"/>
        </a:xfrm>
      </p:grpSpPr>
      <p:sp>
        <p:nvSpPr>
          <p:cNvPr id="47" name="Rectangle 46">
            <a:extLst>
              <a:ext uri="{FF2B5EF4-FFF2-40B4-BE49-F238E27FC236}">
                <a16:creationId xmlns:a16="http://schemas.microsoft.com/office/drawing/2014/main" id="{31493E77-93FD-6649-2DD4-F72078FF8C11}"/>
              </a:ext>
            </a:extLst>
          </p:cNvPr>
          <p:cNvSpPr>
            <a:spLocks/>
          </p:cNvSpPr>
          <p:nvPr/>
        </p:nvSpPr>
        <p:spPr>
          <a:xfrm>
            <a:off x="0" y="-1274"/>
            <a:ext cx="12191999" cy="6859274"/>
          </a:xfrm>
          <a:prstGeom prst="rect">
            <a:avLst/>
          </a:prstGeom>
          <a:solidFill>
            <a:schemeClr val="bg1"/>
          </a:solid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venir LT Std 45 Book" panose="020B0502020203020204" pitchFamily="34" charset="0"/>
              <a:ea typeface="+mn-ea"/>
              <a:cs typeface="+mn-cs"/>
            </a:endParaRPr>
          </a:p>
        </p:txBody>
      </p:sp>
      <p:sp>
        <p:nvSpPr>
          <p:cNvPr id="88" name="Rectangle 87">
            <a:extLst>
              <a:ext uri="{FF2B5EF4-FFF2-40B4-BE49-F238E27FC236}">
                <a16:creationId xmlns:a16="http://schemas.microsoft.com/office/drawing/2014/main" id="{439A8674-86BE-A22F-6F93-7FC605286766}"/>
              </a:ext>
            </a:extLst>
          </p:cNvPr>
          <p:cNvSpPr/>
          <p:nvPr/>
        </p:nvSpPr>
        <p:spPr>
          <a:xfrm>
            <a:off x="48935" y="450171"/>
            <a:ext cx="12114000" cy="5638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86" name="Rectangle : coins arrondis 85">
            <a:extLst>
              <a:ext uri="{FF2B5EF4-FFF2-40B4-BE49-F238E27FC236}">
                <a16:creationId xmlns:a16="http://schemas.microsoft.com/office/drawing/2014/main" id="{8EA828F3-9FE6-2A24-8A11-9FC5A21C8235}"/>
              </a:ext>
            </a:extLst>
          </p:cNvPr>
          <p:cNvSpPr/>
          <p:nvPr/>
        </p:nvSpPr>
        <p:spPr>
          <a:xfrm>
            <a:off x="172659" y="1265218"/>
            <a:ext cx="357820" cy="5137353"/>
          </a:xfrm>
          <a:prstGeom prst="roundRect">
            <a:avLst>
              <a:gd name="adj" fmla="val 50000"/>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358775"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FFFFFF"/>
                </a:solidFill>
                <a:effectLst/>
                <a:uLnTx/>
                <a:uFillTx/>
                <a:latin typeface="Avenir LT Std 65 Medium" panose="020B0803020203020204" pitchFamily="34" charset="0"/>
                <a:ea typeface="+mn-ea"/>
                <a:cs typeface="+mn-cs"/>
              </a:rPr>
              <a:t>JE SUIS MANAGER / CHEF DE PROJET</a:t>
            </a:r>
          </a:p>
        </p:txBody>
      </p:sp>
      <p:sp>
        <p:nvSpPr>
          <p:cNvPr id="36" name="Rectangle : coins arrondis 35">
            <a:extLst>
              <a:ext uri="{FF2B5EF4-FFF2-40B4-BE49-F238E27FC236}">
                <a16:creationId xmlns:a16="http://schemas.microsoft.com/office/drawing/2014/main" id="{399081EF-440B-37C4-8C58-706EB2CA2A6D}"/>
              </a:ext>
            </a:extLst>
          </p:cNvPr>
          <p:cNvSpPr/>
          <p:nvPr/>
        </p:nvSpPr>
        <p:spPr>
          <a:xfrm>
            <a:off x="9126739" y="1325240"/>
            <a:ext cx="2840024" cy="5077331"/>
          </a:xfrm>
          <a:prstGeom prst="roundRect">
            <a:avLst>
              <a:gd name="adj" fmla="val 3185"/>
            </a:avLst>
          </a:prstGeom>
          <a:solidFill>
            <a:srgbClr val="A3C8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49" name="Rectangle : coins arrondis 48">
            <a:extLst>
              <a:ext uri="{FF2B5EF4-FFF2-40B4-BE49-F238E27FC236}">
                <a16:creationId xmlns:a16="http://schemas.microsoft.com/office/drawing/2014/main" id="{9D0D6FDB-7BEE-6EB5-519B-4C1A8AF54766}"/>
              </a:ext>
            </a:extLst>
          </p:cNvPr>
          <p:cNvSpPr/>
          <p:nvPr/>
        </p:nvSpPr>
        <p:spPr>
          <a:xfrm>
            <a:off x="4114676" y="1325239"/>
            <a:ext cx="4896763" cy="5092481"/>
          </a:xfrm>
          <a:prstGeom prst="roundRect">
            <a:avLst>
              <a:gd name="adj" fmla="val 2238"/>
            </a:avLst>
          </a:prstGeom>
          <a:solidFill>
            <a:srgbClr val="A1D6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7" name="Rectangle : coins arrondis 6">
            <a:extLst>
              <a:ext uri="{FF2B5EF4-FFF2-40B4-BE49-F238E27FC236}">
                <a16:creationId xmlns:a16="http://schemas.microsoft.com/office/drawing/2014/main" id="{63BEA438-ED21-18EE-6CBC-986C72FE5098}"/>
              </a:ext>
            </a:extLst>
          </p:cNvPr>
          <p:cNvSpPr/>
          <p:nvPr/>
        </p:nvSpPr>
        <p:spPr>
          <a:xfrm>
            <a:off x="656486" y="1421802"/>
            <a:ext cx="3347044" cy="4995918"/>
          </a:xfrm>
          <a:prstGeom prst="roundRect">
            <a:avLst>
              <a:gd name="adj" fmla="val 3309"/>
            </a:avLst>
          </a:prstGeom>
          <a:solidFill>
            <a:srgbClr val="E5CF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21" name="Flèche : pentagone 20">
            <a:extLst>
              <a:ext uri="{FF2B5EF4-FFF2-40B4-BE49-F238E27FC236}">
                <a16:creationId xmlns:a16="http://schemas.microsoft.com/office/drawing/2014/main" id="{45900431-160B-4969-53BD-E2349EEEA22F}"/>
              </a:ext>
            </a:extLst>
          </p:cNvPr>
          <p:cNvSpPr/>
          <p:nvPr/>
        </p:nvSpPr>
        <p:spPr>
          <a:xfrm>
            <a:off x="448252" y="450171"/>
            <a:ext cx="11539343" cy="553925"/>
          </a:xfrm>
          <a:prstGeom prst="homePlate">
            <a:avLst>
              <a:gd name="adj" fmla="val 0"/>
            </a:avLst>
          </a:prstGeom>
          <a:noFill/>
          <a:ln w="12700" cap="flat" cmpd="sng" algn="ctr">
            <a:noFill/>
            <a:prstDash val="solid"/>
            <a:miter lim="800000"/>
          </a:ln>
          <a:effectLst/>
        </p:spPr>
        <p:txBody>
          <a:bodyPr lIns="91440" tIns="45720" rIns="91440" bIns="45720" rtlCol="0" anchor="ctr"/>
          <a:lstStyle/>
          <a:p>
            <a:pPr marL="0" marR="0" lvl="0" indent="0" algn="l" defTabSz="914400" rtl="0" eaLnBrk="1" fontAlgn="auto" latinLnBrk="0" hangingPunct="1">
              <a:lnSpc>
                <a:spcPct val="114000"/>
              </a:lnSpc>
              <a:spcBef>
                <a:spcPts val="0"/>
              </a:spcBef>
              <a:spcAft>
                <a:spcPts val="0"/>
              </a:spcAft>
              <a:buClr>
                <a:srgbClr val="0084D4"/>
              </a:buClr>
              <a:buSzTx/>
              <a:buFontTx/>
              <a:buNone/>
              <a:tabLst/>
              <a:defRPr/>
            </a:pPr>
            <a:r>
              <a:rPr kumimoji="0" lang="fr-FR" sz="1200" b="0" i="0" u="none" strike="noStrike" kern="0" cap="none" spc="0" normalizeH="0" baseline="0" noProof="0">
                <a:ln>
                  <a:noFill/>
                </a:ln>
                <a:solidFill>
                  <a:srgbClr val="000000"/>
                </a:solidFill>
                <a:effectLst/>
                <a:uLnTx/>
                <a:uFillTx/>
                <a:latin typeface="Avenir LT Std 55 Roman"/>
                <a:ea typeface="+mn-ea"/>
                <a:cs typeface="Arial"/>
              </a:rPr>
              <a:t>Identifier </a:t>
            </a:r>
            <a:r>
              <a:rPr kumimoji="0" lang="fr-FR" sz="1200" b="1" i="0" u="none" strike="noStrike" kern="0" cap="none" spc="0" normalizeH="0" baseline="0" noProof="0">
                <a:ln>
                  <a:noFill/>
                </a:ln>
                <a:solidFill>
                  <a:srgbClr val="000000"/>
                </a:solidFill>
                <a:effectLst/>
                <a:uLnTx/>
                <a:uFillTx/>
                <a:latin typeface="Avenir LT Std 55 Roman"/>
                <a:ea typeface="+mn-ea"/>
                <a:cs typeface="Arial"/>
              </a:rPr>
              <a:t>les</a:t>
            </a:r>
            <a:r>
              <a:rPr kumimoji="0" lang="fr-FR" sz="1200" b="0" i="0" u="none" strike="noStrike" kern="0" cap="none" spc="0" normalizeH="0" baseline="0" noProof="0">
                <a:ln>
                  <a:noFill/>
                </a:ln>
                <a:solidFill>
                  <a:srgbClr val="000000"/>
                </a:solidFill>
                <a:effectLst/>
                <a:uLnTx/>
                <a:uFillTx/>
                <a:latin typeface="Avenir LT Std 55 Roman"/>
                <a:ea typeface="+mn-ea"/>
                <a:cs typeface="Arial"/>
              </a:rPr>
              <a:t> </a:t>
            </a:r>
            <a:r>
              <a:rPr kumimoji="0" lang="fr-FR" sz="1200" b="1" i="0" u="none" strike="noStrike" kern="0" cap="none" spc="0" normalizeH="0" baseline="0" noProof="0">
                <a:ln>
                  <a:noFill/>
                </a:ln>
                <a:solidFill>
                  <a:srgbClr val="000000"/>
                </a:solidFill>
                <a:effectLst/>
                <a:uLnTx/>
                <a:uFillTx/>
                <a:latin typeface="Avenir LT Std 55 Roman"/>
                <a:ea typeface="+mn-ea"/>
                <a:cs typeface="Arial"/>
              </a:rPr>
              <a:t>relais internes sur lesquels vous appuyer au cours d’un projet ou au quotidien, </a:t>
            </a:r>
            <a:r>
              <a:rPr kumimoji="0" lang="fr-FR" sz="1200" b="0" i="0" u="none" strike="noStrike" kern="0" cap="none" spc="0" normalizeH="0" baseline="0" noProof="0">
                <a:ln>
                  <a:noFill/>
                </a:ln>
                <a:solidFill>
                  <a:srgbClr val="000000"/>
                </a:solidFill>
                <a:effectLst/>
                <a:uLnTx/>
                <a:uFillTx/>
                <a:latin typeface="Avenir LT Std 55 Roman"/>
                <a:ea typeface="+mn-ea"/>
                <a:cs typeface="Arial"/>
              </a:rPr>
              <a:t>pour prévenir, repérer et accompagner les RPS, et </a:t>
            </a:r>
            <a:r>
              <a:rPr kumimoji="0" lang="fr-FR" sz="1200" b="1" i="0" u="none" strike="noStrike" kern="0" cap="none" spc="0" normalizeH="0" baseline="0" noProof="0">
                <a:ln>
                  <a:noFill/>
                </a:ln>
                <a:solidFill>
                  <a:srgbClr val="000000"/>
                </a:solidFill>
                <a:effectLst/>
                <a:uLnTx/>
                <a:uFillTx/>
                <a:latin typeface="Avenir LT Std 55 Roman"/>
                <a:ea typeface="+mn-ea"/>
                <a:cs typeface="Arial"/>
              </a:rPr>
              <a:t>les mobiliser en amont des projets</a:t>
            </a:r>
            <a:r>
              <a:rPr kumimoji="0" lang="fr-FR" sz="1200" b="0" i="0" u="none" strike="noStrike" kern="0" cap="none" spc="0" normalizeH="0" baseline="0" noProof="0">
                <a:ln>
                  <a:noFill/>
                </a:ln>
                <a:solidFill>
                  <a:srgbClr val="000000"/>
                </a:solidFill>
                <a:effectLst/>
                <a:uLnTx/>
                <a:uFillTx/>
                <a:latin typeface="Avenir LT Std 55 Roman"/>
                <a:ea typeface="+mn-ea"/>
                <a:cs typeface="Arial"/>
              </a:rPr>
              <a:t> afin d’assurer un soutien efficace aux équipes.</a:t>
            </a:r>
          </a:p>
        </p:txBody>
      </p:sp>
      <p:grpSp>
        <p:nvGrpSpPr>
          <p:cNvPr id="96" name="Groupe 95">
            <a:extLst>
              <a:ext uri="{FF2B5EF4-FFF2-40B4-BE49-F238E27FC236}">
                <a16:creationId xmlns:a16="http://schemas.microsoft.com/office/drawing/2014/main" id="{8E013FF8-2D73-E717-B7FA-808683F066C4}"/>
              </a:ext>
            </a:extLst>
          </p:cNvPr>
          <p:cNvGrpSpPr/>
          <p:nvPr/>
        </p:nvGrpSpPr>
        <p:grpSpPr>
          <a:xfrm>
            <a:off x="4166792" y="1917001"/>
            <a:ext cx="4782668" cy="1145934"/>
            <a:chOff x="4032318" y="1735290"/>
            <a:chExt cx="4782668" cy="1145934"/>
          </a:xfrm>
        </p:grpSpPr>
        <p:sp>
          <p:nvSpPr>
            <p:cNvPr id="8" name="Rectangle : coins arrondis 7">
              <a:extLst>
                <a:ext uri="{FF2B5EF4-FFF2-40B4-BE49-F238E27FC236}">
                  <a16:creationId xmlns:a16="http://schemas.microsoft.com/office/drawing/2014/main" id="{BFC2C686-B0AF-CF14-12E2-6B16AB9432E4}"/>
                </a:ext>
              </a:extLst>
            </p:cNvPr>
            <p:cNvSpPr/>
            <p:nvPr/>
          </p:nvSpPr>
          <p:spPr>
            <a:xfrm>
              <a:off x="4032318" y="1746339"/>
              <a:ext cx="4782668" cy="1134885"/>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432000" rIns="36000" bIns="36000" rtlCol="0" anchor="t"/>
            <a:lstStyle/>
            <a:p>
              <a:pPr marL="0" marR="0" lvl="0" indent="0" algn="l" defTabSz="914400" rtl="0" eaLnBrk="1" fontAlgn="auto" latinLnBrk="0" hangingPunct="1">
                <a:lnSpc>
                  <a:spcPts val="900"/>
                </a:lnSpc>
                <a:spcBef>
                  <a:spcPts val="0"/>
                </a:spcBef>
                <a:spcAft>
                  <a:spcPts val="0"/>
                </a:spcAft>
                <a:buClrTx/>
                <a:buSzTx/>
                <a:buFontTx/>
                <a:buNone/>
                <a:tabLst/>
                <a:defRPr/>
              </a:pPr>
              <a:r>
                <a:rPr kumimoji="0" lang="fr-FR" sz="900" b="0" i="0" u="none" strike="noStrike" kern="1200" cap="none" spc="-20" normalizeH="0" baseline="0" noProof="0">
                  <a:ln>
                    <a:noFill/>
                  </a:ln>
                  <a:solidFill>
                    <a:srgbClr val="000000"/>
                  </a:solidFill>
                  <a:effectLst/>
                  <a:uLnTx/>
                  <a:uFillTx/>
                  <a:latin typeface="Avenir LT Std 35 Light" panose="020B0402020203020204" pitchFamily="34" charset="0"/>
                  <a:ea typeface="+mn-ea"/>
                  <a:cs typeface="+mn-cs"/>
                </a:rPr>
                <a:t>      </a:t>
              </a:r>
            </a:p>
          </p:txBody>
        </p:sp>
        <p:sp>
          <p:nvSpPr>
            <p:cNvPr id="12" name="Rectangle 11">
              <a:extLst>
                <a:ext uri="{FF2B5EF4-FFF2-40B4-BE49-F238E27FC236}">
                  <a16:creationId xmlns:a16="http://schemas.microsoft.com/office/drawing/2014/main" id="{19A7A277-67AD-F438-CF04-163714A31D7D}"/>
                </a:ext>
              </a:extLst>
            </p:cNvPr>
            <p:cNvSpPr/>
            <p:nvPr/>
          </p:nvSpPr>
          <p:spPr>
            <a:xfrm>
              <a:off x="4166831" y="1868408"/>
              <a:ext cx="1512000" cy="2570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rPr>
                <a:t>RÉSEAU D’APPUI ET DE SOUTIEN</a:t>
              </a:r>
            </a:p>
          </p:txBody>
        </p:sp>
        <p:pic>
          <p:nvPicPr>
            <p:cNvPr id="18" name="Graphique 17" descr="Carnet d'adresses avec un remplissage uni">
              <a:extLst>
                <a:ext uri="{FF2B5EF4-FFF2-40B4-BE49-F238E27FC236}">
                  <a16:creationId xmlns:a16="http://schemas.microsoft.com/office/drawing/2014/main" id="{9894FBD7-07B8-D601-3BB5-4C4826BEA39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41630" y="2292381"/>
              <a:ext cx="252000" cy="252000"/>
            </a:xfrm>
            <a:prstGeom prst="rect">
              <a:avLst/>
            </a:prstGeom>
          </p:spPr>
        </p:pic>
        <p:sp>
          <p:nvSpPr>
            <p:cNvPr id="19" name="Rectangle 18">
              <a:extLst>
                <a:ext uri="{FF2B5EF4-FFF2-40B4-BE49-F238E27FC236}">
                  <a16:creationId xmlns:a16="http://schemas.microsoft.com/office/drawing/2014/main" id="{A528BB38-5EF1-18BC-EB46-9DF4C9D4553C}"/>
                </a:ext>
              </a:extLst>
            </p:cNvPr>
            <p:cNvSpPr/>
            <p:nvPr/>
          </p:nvSpPr>
          <p:spPr>
            <a:xfrm>
              <a:off x="4312744" y="2272718"/>
              <a:ext cx="1235317" cy="3381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154734"/>
                  </a:solidFill>
                  <a:effectLst/>
                  <a:highlight>
                    <a:srgbClr val="FFFF00"/>
                  </a:highlight>
                  <a:uLnTx/>
                  <a:uFillTx/>
                  <a:latin typeface="Avenir LT Std 55 Roman" panose="020B0503020203020204" pitchFamily="34" charset="0"/>
                  <a:ea typeface="+mn-ea"/>
                  <a:cs typeface="+mn-cs"/>
                </a:rPr>
                <a:t>Contact à venir</a:t>
              </a:r>
            </a:p>
          </p:txBody>
        </p:sp>
        <p:sp>
          <p:nvSpPr>
            <p:cNvPr id="3" name="Rectangle : coins arrondis 2">
              <a:extLst>
                <a:ext uri="{FF2B5EF4-FFF2-40B4-BE49-F238E27FC236}">
                  <a16:creationId xmlns:a16="http://schemas.microsoft.com/office/drawing/2014/main" id="{5F306797-2E1E-BF79-E9C4-5F829E964FF6}"/>
                </a:ext>
              </a:extLst>
            </p:cNvPr>
            <p:cNvSpPr/>
            <p:nvPr/>
          </p:nvSpPr>
          <p:spPr>
            <a:xfrm>
              <a:off x="6067590" y="1735290"/>
              <a:ext cx="2628000" cy="1134885"/>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M’accompagne</a:t>
              </a:r>
              <a:r>
                <a:rPr kumimoji="0" lang="fr-FR" sz="1000" b="0"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 pour renforcer le dialogue de proximité et prévenir les RPS, </a:t>
              </a:r>
              <a:r>
                <a:rPr kumimoji="0" lang="fr-FR" sz="1000" b="1"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me soutient </a:t>
              </a:r>
              <a:r>
                <a:rPr kumimoji="0" lang="fr-FR" sz="1000" b="0"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dans la gestion des situations difficiles et </a:t>
              </a:r>
              <a:r>
                <a:rPr kumimoji="0" lang="fr-FR" sz="1000" b="1"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m’aide</a:t>
              </a:r>
              <a:r>
                <a:rPr kumimoji="0" lang="fr-FR" sz="1000" b="0"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 à évaluer les risques humains, structurer des plans d’action, animer des groupes de travail…</a:t>
              </a:r>
            </a:p>
          </p:txBody>
        </p:sp>
      </p:grpSp>
      <p:grpSp>
        <p:nvGrpSpPr>
          <p:cNvPr id="97" name="Groupe 96">
            <a:extLst>
              <a:ext uri="{FF2B5EF4-FFF2-40B4-BE49-F238E27FC236}">
                <a16:creationId xmlns:a16="http://schemas.microsoft.com/office/drawing/2014/main" id="{06E1516E-5992-A71A-6929-ACCE1050B2EF}"/>
              </a:ext>
            </a:extLst>
          </p:cNvPr>
          <p:cNvGrpSpPr/>
          <p:nvPr/>
        </p:nvGrpSpPr>
        <p:grpSpPr>
          <a:xfrm>
            <a:off x="4166792" y="5520042"/>
            <a:ext cx="4782668" cy="805431"/>
            <a:chOff x="4032318" y="5499453"/>
            <a:chExt cx="4782668" cy="805431"/>
          </a:xfrm>
        </p:grpSpPr>
        <p:sp>
          <p:nvSpPr>
            <p:cNvPr id="41" name="Rectangle : coins arrondis 40">
              <a:extLst>
                <a:ext uri="{FF2B5EF4-FFF2-40B4-BE49-F238E27FC236}">
                  <a16:creationId xmlns:a16="http://schemas.microsoft.com/office/drawing/2014/main" id="{C99226E3-5123-05AB-F305-59A01AED7D5C}"/>
                </a:ext>
              </a:extLst>
            </p:cNvPr>
            <p:cNvSpPr/>
            <p:nvPr/>
          </p:nvSpPr>
          <p:spPr>
            <a:xfrm>
              <a:off x="4032318" y="5515417"/>
              <a:ext cx="4782668" cy="789467"/>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432000" rIns="36000" bIns="36000" rtlCol="0" anchor="t"/>
            <a:lstStyle/>
            <a:p>
              <a:pPr marL="0" marR="0" lvl="0" indent="0" algn="l" defTabSz="914400" rtl="0" eaLnBrk="1" fontAlgn="auto" latinLnBrk="0" hangingPunct="1">
                <a:lnSpc>
                  <a:spcPts val="900"/>
                </a:lnSpc>
                <a:spcBef>
                  <a:spcPts val="0"/>
                </a:spcBef>
                <a:spcAft>
                  <a:spcPts val="0"/>
                </a:spcAft>
                <a:buClrTx/>
                <a:buSzTx/>
                <a:buFontTx/>
                <a:buNone/>
                <a:tabLst/>
                <a:defRPr/>
              </a:pPr>
              <a:endParaRPr kumimoji="0" lang="fr-FR" sz="900" b="0" i="0" u="none" strike="noStrike" kern="1200" cap="none" spc="-20" normalizeH="0" baseline="0" noProof="0">
                <a:ln>
                  <a:noFill/>
                </a:ln>
                <a:solidFill>
                  <a:srgbClr val="000000"/>
                </a:solidFill>
                <a:effectLst/>
                <a:uLnTx/>
                <a:uFillTx/>
                <a:latin typeface="Avenir LT Std 35 Light" panose="020B0402020203020204" pitchFamily="34" charset="0"/>
                <a:ea typeface="+mn-ea"/>
                <a:cs typeface="+mn-cs"/>
              </a:endParaRPr>
            </a:p>
          </p:txBody>
        </p:sp>
        <p:grpSp>
          <p:nvGrpSpPr>
            <p:cNvPr id="93" name="Groupe 92">
              <a:extLst>
                <a:ext uri="{FF2B5EF4-FFF2-40B4-BE49-F238E27FC236}">
                  <a16:creationId xmlns:a16="http://schemas.microsoft.com/office/drawing/2014/main" id="{A43BD1E8-9804-F72A-E990-BAF474A92930}"/>
                </a:ext>
              </a:extLst>
            </p:cNvPr>
            <p:cNvGrpSpPr/>
            <p:nvPr/>
          </p:nvGrpSpPr>
          <p:grpSpPr>
            <a:xfrm>
              <a:off x="4166831" y="5499453"/>
              <a:ext cx="4544619" cy="798119"/>
              <a:chOff x="4166831" y="5499453"/>
              <a:chExt cx="4544619" cy="798119"/>
            </a:xfrm>
          </p:grpSpPr>
          <p:sp>
            <p:nvSpPr>
              <p:cNvPr id="42" name="Rectangle 41">
                <a:extLst>
                  <a:ext uri="{FF2B5EF4-FFF2-40B4-BE49-F238E27FC236}">
                    <a16:creationId xmlns:a16="http://schemas.microsoft.com/office/drawing/2014/main" id="{303B2CE6-39ED-BCAB-EBAA-D99CED5A7923}"/>
                  </a:ext>
                </a:extLst>
              </p:cNvPr>
              <p:cNvSpPr/>
              <p:nvPr/>
            </p:nvSpPr>
            <p:spPr>
              <a:xfrm>
                <a:off x="4166831" y="5523956"/>
                <a:ext cx="1685276" cy="283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rPr>
                  <a:t>MÉDECINE DU TRAVAIL </a:t>
                </a:r>
              </a:p>
            </p:txBody>
          </p:sp>
          <p:sp>
            <p:nvSpPr>
              <p:cNvPr id="46" name="Rectangle 45">
                <a:extLst>
                  <a:ext uri="{FF2B5EF4-FFF2-40B4-BE49-F238E27FC236}">
                    <a16:creationId xmlns:a16="http://schemas.microsoft.com/office/drawing/2014/main" id="{969F07D5-B878-3917-F500-F18503C413EE}"/>
                  </a:ext>
                </a:extLst>
              </p:cNvPr>
              <p:cNvSpPr/>
              <p:nvPr/>
            </p:nvSpPr>
            <p:spPr>
              <a:xfrm>
                <a:off x="4313140" y="5887275"/>
                <a:ext cx="1235317" cy="3381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1E684C"/>
                    </a:solidFill>
                    <a:effectLst/>
                    <a:uLnTx/>
                    <a:uFillTx/>
                    <a:latin typeface="Avenir LT Std 55 Roman" panose="020B0503020203020204" pitchFamily="34" charset="0"/>
                    <a:ea typeface="+mn-ea"/>
                    <a:cs typeface="+mn-cs"/>
                  </a:rPr>
                  <a:t>Taper « annuaire médical » dans la barre de l’intranet</a:t>
                </a:r>
              </a:p>
            </p:txBody>
          </p:sp>
          <p:sp>
            <p:nvSpPr>
              <p:cNvPr id="6" name="Rectangle : coins arrondis 5">
                <a:extLst>
                  <a:ext uri="{FF2B5EF4-FFF2-40B4-BE49-F238E27FC236}">
                    <a16:creationId xmlns:a16="http://schemas.microsoft.com/office/drawing/2014/main" id="{DFAC6D79-AE6E-E474-7CF2-D89A5BA5183D}"/>
                  </a:ext>
                </a:extLst>
              </p:cNvPr>
              <p:cNvSpPr/>
              <p:nvPr/>
            </p:nvSpPr>
            <p:spPr>
              <a:xfrm>
                <a:off x="6083450" y="5499453"/>
                <a:ext cx="2628000" cy="798119"/>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defRPr/>
                </a:pPr>
                <a:r>
                  <a:rPr kumimoji="0" lang="fr-FR" sz="1000" b="1"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Offre une écoute confidentielle </a:t>
                </a:r>
                <a:r>
                  <a:rPr kumimoji="0" lang="fr-FR" sz="1000" b="0"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et une analyse neutre, </a:t>
                </a:r>
                <a:r>
                  <a:rPr kumimoji="0" lang="fr-FR" sz="1000" b="1"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m’accompagne</a:t>
                </a:r>
                <a:r>
                  <a:rPr kumimoji="0" lang="fr-FR" sz="1000" b="0"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 dans la construction de solutions pour gérer les situations de RPS, et </a:t>
                </a:r>
                <a:r>
                  <a:rPr lang="fr-FR" sz="10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est à embarquer au lancement du projet pour le préparer </a:t>
                </a:r>
                <a:endParaRPr kumimoji="0" lang="fr-FR" sz="1000" b="0"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endParaRPr>
              </a:p>
            </p:txBody>
          </p:sp>
        </p:grpSp>
      </p:grpSp>
      <p:grpSp>
        <p:nvGrpSpPr>
          <p:cNvPr id="64" name="Groupe 63">
            <a:extLst>
              <a:ext uri="{FF2B5EF4-FFF2-40B4-BE49-F238E27FC236}">
                <a16:creationId xmlns:a16="http://schemas.microsoft.com/office/drawing/2014/main" id="{C33D1390-21C3-B6F0-E83C-FFEC22C3C08F}"/>
              </a:ext>
            </a:extLst>
          </p:cNvPr>
          <p:cNvGrpSpPr/>
          <p:nvPr/>
        </p:nvGrpSpPr>
        <p:grpSpPr>
          <a:xfrm>
            <a:off x="734549" y="1917001"/>
            <a:ext cx="3303867" cy="1059551"/>
            <a:chOff x="647700" y="1801224"/>
            <a:chExt cx="3303867" cy="1059551"/>
          </a:xfrm>
        </p:grpSpPr>
        <p:sp>
          <p:nvSpPr>
            <p:cNvPr id="2" name="Rectangle : coins arrondis 1">
              <a:extLst>
                <a:ext uri="{FF2B5EF4-FFF2-40B4-BE49-F238E27FC236}">
                  <a16:creationId xmlns:a16="http://schemas.microsoft.com/office/drawing/2014/main" id="{F5668AE6-69A5-98F2-B558-6264C71AA6B9}"/>
                </a:ext>
              </a:extLst>
            </p:cNvPr>
            <p:cNvSpPr/>
            <p:nvPr/>
          </p:nvSpPr>
          <p:spPr>
            <a:xfrm>
              <a:off x="647700" y="1801224"/>
              <a:ext cx="3186956" cy="1044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432000" rIns="36000" bIns="36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     </a:t>
              </a:r>
            </a:p>
          </p:txBody>
        </p:sp>
        <p:sp>
          <p:nvSpPr>
            <p:cNvPr id="50" name="Rectangle 49">
              <a:extLst>
                <a:ext uri="{FF2B5EF4-FFF2-40B4-BE49-F238E27FC236}">
                  <a16:creationId xmlns:a16="http://schemas.microsoft.com/office/drawing/2014/main" id="{6CFF0DAC-6538-913E-4577-9E83C6640A73}"/>
                </a:ext>
              </a:extLst>
            </p:cNvPr>
            <p:cNvSpPr/>
            <p:nvPr/>
          </p:nvSpPr>
          <p:spPr>
            <a:xfrm>
              <a:off x="718405" y="1979440"/>
              <a:ext cx="1211056" cy="7323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30" normalizeH="0" baseline="0" noProof="0">
                  <a:ln>
                    <a:noFill/>
                  </a:ln>
                  <a:solidFill>
                    <a:srgbClr val="524312"/>
                  </a:solidFill>
                  <a:effectLst/>
                  <a:uLnTx/>
                  <a:uFillTx/>
                  <a:latin typeface="Avenir LT Std 65 Medium" panose="020B0803020203020204" pitchFamily="34" charset="0"/>
                  <a:ea typeface="+mn-ea"/>
                  <a:cs typeface="+mn-cs"/>
                </a:rPr>
                <a:t>DIRECTION</a:t>
              </a:r>
              <a:endParaRPr kumimoji="0" lang="fr-FR" sz="1100" b="0" i="0" u="none" strike="sngStrike" kern="1200" cap="none" spc="-30" normalizeH="0" baseline="0" noProof="0">
                <a:ln>
                  <a:noFill/>
                </a:ln>
                <a:solidFill>
                  <a:srgbClr val="524312"/>
                </a:solidFill>
                <a:effectLst/>
                <a:uLnTx/>
                <a:uFillTx/>
                <a:latin typeface="Avenir LT Std 65 Medium" panose="020B0803020203020204" pitchFamily="34" charset="0"/>
                <a:ea typeface="+mn-ea"/>
                <a:cs typeface="+mn-cs"/>
              </a:endParaRPr>
            </a:p>
          </p:txBody>
        </p:sp>
        <p:sp>
          <p:nvSpPr>
            <p:cNvPr id="10" name="Rectangle : coins arrondis 9">
              <a:extLst>
                <a:ext uri="{FF2B5EF4-FFF2-40B4-BE49-F238E27FC236}">
                  <a16:creationId xmlns:a16="http://schemas.microsoft.com/office/drawing/2014/main" id="{5A61E20E-B672-F34C-F22D-C12378B10F25}"/>
                </a:ext>
              </a:extLst>
            </p:cNvPr>
            <p:cNvSpPr/>
            <p:nvPr/>
          </p:nvSpPr>
          <p:spPr>
            <a:xfrm>
              <a:off x="2039558" y="1817043"/>
              <a:ext cx="1912009" cy="10437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Me</a:t>
              </a:r>
              <a:r>
                <a:rPr kumimoji="0" lang="fr-FR" sz="10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 </a:t>
              </a:r>
              <a:r>
                <a:rPr kumimoji="0" lang="fr-FR" sz="1000" b="1"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guide</a:t>
              </a:r>
              <a:r>
                <a:rPr kumimoji="0" lang="fr-FR" sz="10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 et </a:t>
              </a:r>
              <a:r>
                <a:rPr kumimoji="0" lang="fr-FR" sz="1000" b="1"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me soutient</a:t>
              </a:r>
              <a:r>
                <a:rPr kumimoji="0" lang="fr-FR" sz="10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 </a:t>
              </a:r>
              <a:r>
                <a:rPr kumimoji="0" lang="fr-FR" sz="1000" b="1"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sécurise les ressources</a:t>
              </a:r>
              <a:r>
                <a:rPr kumimoji="0" lang="fr-FR" sz="10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 pour conduire le projet, </a:t>
              </a:r>
              <a:r>
                <a:rPr kumimoji="0" lang="fr-FR" sz="1000" b="1"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facilite les décisions</a:t>
              </a:r>
              <a:r>
                <a:rPr kumimoji="0" lang="fr-FR" sz="10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 et </a:t>
              </a:r>
              <a:r>
                <a:rPr kumimoji="0" lang="fr-FR" sz="1000" b="1"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relaye la communication</a:t>
              </a:r>
              <a:r>
                <a:rPr kumimoji="0" lang="fr-FR" sz="10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 projet</a:t>
              </a:r>
            </a:p>
          </p:txBody>
        </p:sp>
      </p:grpSp>
      <p:grpSp>
        <p:nvGrpSpPr>
          <p:cNvPr id="65" name="Groupe 64">
            <a:extLst>
              <a:ext uri="{FF2B5EF4-FFF2-40B4-BE49-F238E27FC236}">
                <a16:creationId xmlns:a16="http://schemas.microsoft.com/office/drawing/2014/main" id="{94F6D63B-59EA-3168-2CF3-8AE994F4A292}"/>
              </a:ext>
            </a:extLst>
          </p:cNvPr>
          <p:cNvGrpSpPr/>
          <p:nvPr/>
        </p:nvGrpSpPr>
        <p:grpSpPr>
          <a:xfrm>
            <a:off x="734549" y="4159160"/>
            <a:ext cx="3180870" cy="1053008"/>
            <a:chOff x="647700" y="2930228"/>
            <a:chExt cx="3180870" cy="1053008"/>
          </a:xfrm>
        </p:grpSpPr>
        <p:sp>
          <p:nvSpPr>
            <p:cNvPr id="52" name="Rectangle : coins arrondis 51">
              <a:extLst>
                <a:ext uri="{FF2B5EF4-FFF2-40B4-BE49-F238E27FC236}">
                  <a16:creationId xmlns:a16="http://schemas.microsoft.com/office/drawing/2014/main" id="{418570B2-EE76-B266-CE83-A06DABD4B195}"/>
                </a:ext>
              </a:extLst>
            </p:cNvPr>
            <p:cNvSpPr/>
            <p:nvPr/>
          </p:nvSpPr>
          <p:spPr>
            <a:xfrm>
              <a:off x="647700" y="2935411"/>
              <a:ext cx="3180870" cy="1044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432000" rIns="36000" bIns="36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8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     </a:t>
              </a:r>
            </a:p>
          </p:txBody>
        </p:sp>
        <p:sp>
          <p:nvSpPr>
            <p:cNvPr id="53" name="Rectangle 52">
              <a:extLst>
                <a:ext uri="{FF2B5EF4-FFF2-40B4-BE49-F238E27FC236}">
                  <a16:creationId xmlns:a16="http://schemas.microsoft.com/office/drawing/2014/main" id="{095EC23F-CC13-664B-EE24-E961A307D7E9}"/>
                </a:ext>
              </a:extLst>
            </p:cNvPr>
            <p:cNvSpPr/>
            <p:nvPr/>
          </p:nvSpPr>
          <p:spPr>
            <a:xfrm>
              <a:off x="718406" y="3280082"/>
              <a:ext cx="907988" cy="3381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30" normalizeH="0" baseline="0" noProof="0">
                  <a:ln>
                    <a:noFill/>
                  </a:ln>
                  <a:solidFill>
                    <a:srgbClr val="524312"/>
                  </a:solidFill>
                  <a:effectLst/>
                  <a:uLnTx/>
                  <a:uFillTx/>
                  <a:latin typeface="Avenir LT Std 65 Medium" panose="020B0803020203020204" pitchFamily="34" charset="0"/>
                  <a:ea typeface="+mn-ea"/>
                  <a:cs typeface="+mn-cs"/>
                </a:rPr>
                <a:t>RESSOURCES HUMAINES</a:t>
              </a:r>
              <a:endParaRPr kumimoji="0" lang="fr-FR" sz="1100" b="0" i="0" u="none" strike="noStrike" kern="1200" cap="none" spc="-30" normalizeH="0" baseline="0" noProof="0">
                <a:ln>
                  <a:noFill/>
                </a:ln>
                <a:solidFill>
                  <a:srgbClr val="524312"/>
                </a:solidFill>
                <a:effectLst/>
                <a:highlight>
                  <a:srgbClr val="FFFF00"/>
                </a:highlight>
                <a:uLnTx/>
                <a:uFillTx/>
                <a:latin typeface="Avenir LT Std 65 Medium" panose="020B0803020203020204" pitchFamily="34" charset="0"/>
                <a:ea typeface="+mn-ea"/>
                <a:cs typeface="+mn-cs"/>
              </a:endParaRPr>
            </a:p>
          </p:txBody>
        </p:sp>
        <p:sp>
          <p:nvSpPr>
            <p:cNvPr id="13" name="Rectangle : coins arrondis 12">
              <a:extLst>
                <a:ext uri="{FF2B5EF4-FFF2-40B4-BE49-F238E27FC236}">
                  <a16:creationId xmlns:a16="http://schemas.microsoft.com/office/drawing/2014/main" id="{D0CD309C-6F6D-39AB-E648-35C70C53AA4D}"/>
                </a:ext>
              </a:extLst>
            </p:cNvPr>
            <p:cNvSpPr/>
            <p:nvPr/>
          </p:nvSpPr>
          <p:spPr>
            <a:xfrm>
              <a:off x="2039558" y="2930228"/>
              <a:ext cx="1777277" cy="1053008"/>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Conseille</a:t>
              </a:r>
              <a:r>
                <a:rPr kumimoji="0" lang="fr-FR" sz="10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 </a:t>
              </a:r>
              <a:r>
                <a:rPr kumimoji="0" lang="fr-FR" sz="1000" b="1"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outille</a:t>
              </a:r>
              <a:r>
                <a:rPr kumimoji="0" lang="fr-FR" sz="10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 et </a:t>
              </a:r>
              <a:r>
                <a:rPr kumimoji="0" lang="fr-FR" sz="1000" b="1"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accompagne</a:t>
              </a:r>
              <a:r>
                <a:rPr kumimoji="0" lang="fr-FR" sz="10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 sur le volet humain pour identifier et prévenir les RPS, gérer les situations difficiles et orienter vers les bons relais</a:t>
              </a:r>
            </a:p>
          </p:txBody>
        </p:sp>
      </p:grpSp>
      <p:grpSp>
        <p:nvGrpSpPr>
          <p:cNvPr id="69" name="Groupe 68">
            <a:extLst>
              <a:ext uri="{FF2B5EF4-FFF2-40B4-BE49-F238E27FC236}">
                <a16:creationId xmlns:a16="http://schemas.microsoft.com/office/drawing/2014/main" id="{A41333B3-9E46-3B6B-0A7B-5911421DE98F}"/>
              </a:ext>
            </a:extLst>
          </p:cNvPr>
          <p:cNvGrpSpPr/>
          <p:nvPr/>
        </p:nvGrpSpPr>
        <p:grpSpPr>
          <a:xfrm>
            <a:off x="734547" y="3045856"/>
            <a:ext cx="3169137" cy="1044000"/>
            <a:chOff x="647698" y="4069598"/>
            <a:chExt cx="3169137" cy="1044000"/>
          </a:xfrm>
        </p:grpSpPr>
        <p:sp>
          <p:nvSpPr>
            <p:cNvPr id="56" name="Rectangle : coins arrondis 55">
              <a:extLst>
                <a:ext uri="{FF2B5EF4-FFF2-40B4-BE49-F238E27FC236}">
                  <a16:creationId xmlns:a16="http://schemas.microsoft.com/office/drawing/2014/main" id="{816BEEAC-A1B1-78CD-9B66-F7E947E6535F}"/>
                </a:ext>
              </a:extLst>
            </p:cNvPr>
            <p:cNvSpPr/>
            <p:nvPr/>
          </p:nvSpPr>
          <p:spPr>
            <a:xfrm>
              <a:off x="647698" y="4069598"/>
              <a:ext cx="3169137" cy="1044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432000" rIns="36000" bIns="36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8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endParaRPr>
            </a:p>
          </p:txBody>
        </p:sp>
        <p:sp>
          <p:nvSpPr>
            <p:cNvPr id="57" name="Rectangle 56">
              <a:extLst>
                <a:ext uri="{FF2B5EF4-FFF2-40B4-BE49-F238E27FC236}">
                  <a16:creationId xmlns:a16="http://schemas.microsoft.com/office/drawing/2014/main" id="{2DA583E6-36D0-F17C-0420-F68C49ED02FA}"/>
                </a:ext>
              </a:extLst>
            </p:cNvPr>
            <p:cNvSpPr/>
            <p:nvPr/>
          </p:nvSpPr>
          <p:spPr>
            <a:xfrm>
              <a:off x="718406" y="4438001"/>
              <a:ext cx="998306" cy="3381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30" normalizeH="0" baseline="0" noProof="0">
                  <a:ln>
                    <a:noFill/>
                  </a:ln>
                  <a:solidFill>
                    <a:srgbClr val="524312"/>
                  </a:solidFill>
                  <a:effectLst/>
                  <a:uLnTx/>
                  <a:uFillTx/>
                  <a:latin typeface="Avenir LT Std 65 Medium" panose="020B0803020203020204" pitchFamily="34" charset="0"/>
                  <a:ea typeface="+mn-ea"/>
                  <a:cs typeface="+mn-cs"/>
                </a:rPr>
                <a:t>PRÉVENTEUR</a:t>
              </a:r>
            </a:p>
          </p:txBody>
        </p:sp>
        <p:sp>
          <p:nvSpPr>
            <p:cNvPr id="15" name="Rectangle : coins arrondis 14">
              <a:extLst>
                <a:ext uri="{FF2B5EF4-FFF2-40B4-BE49-F238E27FC236}">
                  <a16:creationId xmlns:a16="http://schemas.microsoft.com/office/drawing/2014/main" id="{2E2D545E-6C6D-70BB-6FF9-F3C5108AFB8F}"/>
                </a:ext>
              </a:extLst>
            </p:cNvPr>
            <p:cNvSpPr/>
            <p:nvPr/>
          </p:nvSpPr>
          <p:spPr>
            <a:xfrm>
              <a:off x="2039558" y="4102657"/>
              <a:ext cx="1777277" cy="930913"/>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Aide</a:t>
              </a:r>
              <a:r>
                <a:rPr kumimoji="0" lang="fr-FR" sz="10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 </a:t>
              </a:r>
              <a:r>
                <a:rPr kumimoji="0" lang="fr-FR" sz="1000" b="1"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conseille</a:t>
              </a:r>
              <a:r>
                <a:rPr kumimoji="0" lang="fr-FR" sz="10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 et </a:t>
              </a:r>
              <a:r>
                <a:rPr kumimoji="0" lang="fr-FR" sz="1000" b="1"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accompagne</a:t>
              </a:r>
              <a:r>
                <a:rPr kumimoji="0" lang="fr-FR" sz="10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 pour évaluer, prévenir et traiter les situations RPS</a:t>
              </a:r>
            </a:p>
          </p:txBody>
        </p:sp>
      </p:grpSp>
      <p:grpSp>
        <p:nvGrpSpPr>
          <p:cNvPr id="76" name="Groupe 75">
            <a:extLst>
              <a:ext uri="{FF2B5EF4-FFF2-40B4-BE49-F238E27FC236}">
                <a16:creationId xmlns:a16="http://schemas.microsoft.com/office/drawing/2014/main" id="{6A1088B8-D104-D361-03DE-24F9A7CB2D0B}"/>
              </a:ext>
            </a:extLst>
          </p:cNvPr>
          <p:cNvGrpSpPr/>
          <p:nvPr/>
        </p:nvGrpSpPr>
        <p:grpSpPr>
          <a:xfrm>
            <a:off x="734547" y="5281473"/>
            <a:ext cx="3180872" cy="1044000"/>
            <a:chOff x="647698" y="5203785"/>
            <a:chExt cx="3180872" cy="1044000"/>
          </a:xfrm>
        </p:grpSpPr>
        <p:sp>
          <p:nvSpPr>
            <p:cNvPr id="59" name="Rectangle : coins arrondis 58">
              <a:extLst>
                <a:ext uri="{FF2B5EF4-FFF2-40B4-BE49-F238E27FC236}">
                  <a16:creationId xmlns:a16="http://schemas.microsoft.com/office/drawing/2014/main" id="{CAA90E4A-E70C-4776-ED51-02046D649ABD}"/>
                </a:ext>
              </a:extLst>
            </p:cNvPr>
            <p:cNvSpPr/>
            <p:nvPr/>
          </p:nvSpPr>
          <p:spPr>
            <a:xfrm>
              <a:off x="647698" y="5203785"/>
              <a:ext cx="3180872" cy="1044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432000" rIns="36000" bIns="36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8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endParaRPr>
            </a:p>
          </p:txBody>
        </p:sp>
        <p:sp>
          <p:nvSpPr>
            <p:cNvPr id="60" name="Rectangle 59">
              <a:extLst>
                <a:ext uri="{FF2B5EF4-FFF2-40B4-BE49-F238E27FC236}">
                  <a16:creationId xmlns:a16="http://schemas.microsoft.com/office/drawing/2014/main" id="{DC064872-83E9-90FC-7480-117EAA7E1DCB}"/>
                </a:ext>
              </a:extLst>
            </p:cNvPr>
            <p:cNvSpPr/>
            <p:nvPr/>
          </p:nvSpPr>
          <p:spPr>
            <a:xfrm>
              <a:off x="718406" y="5453530"/>
              <a:ext cx="998306" cy="557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30" normalizeH="0" baseline="0" noProof="0">
                  <a:ln>
                    <a:noFill/>
                  </a:ln>
                  <a:solidFill>
                    <a:srgbClr val="524312"/>
                  </a:solidFill>
                  <a:effectLst/>
                  <a:uLnTx/>
                  <a:uFillTx/>
                  <a:latin typeface="Avenir LT Std 65 Medium" panose="020B0803020203020204" pitchFamily="34" charset="0"/>
                  <a:ea typeface="+mn-ea"/>
                  <a:cs typeface="+mn-cs"/>
                </a:rPr>
                <a:t>RESPONSABLE SOCIAL (RS)</a:t>
              </a:r>
              <a:endParaRPr kumimoji="0" lang="fr-FR" sz="1100" b="0" i="0" u="none" strike="noStrike" kern="1200" cap="none" spc="-30" normalizeH="0" baseline="0" noProof="0">
                <a:ln>
                  <a:noFill/>
                </a:ln>
                <a:solidFill>
                  <a:srgbClr val="524312"/>
                </a:solidFill>
                <a:effectLst/>
                <a:highlight>
                  <a:srgbClr val="FFFF00"/>
                </a:highlight>
                <a:uLnTx/>
                <a:uFillTx/>
                <a:latin typeface="Avenir LT Std 65 Medium" panose="020B0803020203020204" pitchFamily="34" charset="0"/>
                <a:ea typeface="+mn-ea"/>
                <a:cs typeface="+mn-cs"/>
              </a:endParaRPr>
            </a:p>
          </p:txBody>
        </p:sp>
        <p:sp>
          <p:nvSpPr>
            <p:cNvPr id="17" name="Rectangle : coins arrondis 16">
              <a:extLst>
                <a:ext uri="{FF2B5EF4-FFF2-40B4-BE49-F238E27FC236}">
                  <a16:creationId xmlns:a16="http://schemas.microsoft.com/office/drawing/2014/main" id="{400516FF-D65C-C65A-1AD6-37D72B8976BA}"/>
                </a:ext>
              </a:extLst>
            </p:cNvPr>
            <p:cNvSpPr/>
            <p:nvPr/>
          </p:nvSpPr>
          <p:spPr>
            <a:xfrm>
              <a:off x="2039558" y="5224351"/>
              <a:ext cx="1739523" cy="981378"/>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Me conseille</a:t>
              </a:r>
              <a:r>
                <a:rPr kumimoji="0" lang="fr-FR" sz="10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 et </a:t>
              </a:r>
              <a:r>
                <a:rPr kumimoji="0" lang="fr-FR" sz="1000" b="1"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m’accompagne </a:t>
              </a:r>
              <a:r>
                <a:rPr kumimoji="0" lang="fr-FR" sz="10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pour préparer le dialogue social, me connecter aux organisateurs des instances et constituer les dossiers</a:t>
              </a:r>
              <a:endParaRPr kumimoji="0" lang="fr-FR" sz="1000" b="0" i="0" u="none" strike="noStrike" kern="1200" cap="none" spc="-40" normalizeH="0" baseline="0" noProof="0">
                <a:ln>
                  <a:noFill/>
                </a:ln>
                <a:solidFill>
                  <a:srgbClr val="000000"/>
                </a:solidFill>
                <a:effectLst/>
                <a:uLnTx/>
                <a:uFillTx/>
                <a:latin typeface="Avenir LT Std 55 Roman" panose="020B0503020203020204" pitchFamily="34" charset="0"/>
                <a:ea typeface="+mn-ea"/>
                <a:cs typeface="+mn-cs"/>
              </a:endParaRPr>
            </a:p>
          </p:txBody>
        </p:sp>
      </p:grpSp>
      <p:sp>
        <p:nvSpPr>
          <p:cNvPr id="31" name="Rectangle : coins arrondis 30">
            <a:extLst>
              <a:ext uri="{FF2B5EF4-FFF2-40B4-BE49-F238E27FC236}">
                <a16:creationId xmlns:a16="http://schemas.microsoft.com/office/drawing/2014/main" id="{87C484E7-599E-E5C1-A7BD-3EF03F2BD0E9}"/>
              </a:ext>
            </a:extLst>
          </p:cNvPr>
          <p:cNvSpPr/>
          <p:nvPr/>
        </p:nvSpPr>
        <p:spPr>
          <a:xfrm>
            <a:off x="4166792" y="4259117"/>
            <a:ext cx="4782668" cy="1232603"/>
          </a:xfrm>
          <a:prstGeom prst="roundRect">
            <a:avLst>
              <a:gd name="adj" fmla="val 1117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432000" rIns="36000" bIns="36000" rtlCol="0" anchor="t"/>
          <a:lstStyle/>
          <a:p>
            <a:pPr marL="0" marR="0" lvl="0" indent="0" algn="l" defTabSz="914400" rtl="0" eaLnBrk="1" fontAlgn="auto" latinLnBrk="0" hangingPunct="1">
              <a:lnSpc>
                <a:spcPts val="900"/>
              </a:lnSpc>
              <a:spcBef>
                <a:spcPts val="0"/>
              </a:spcBef>
              <a:spcAft>
                <a:spcPts val="0"/>
              </a:spcAft>
              <a:buClrTx/>
              <a:buSzTx/>
              <a:buFontTx/>
              <a:buNone/>
              <a:tabLst/>
              <a:defRPr/>
            </a:pPr>
            <a:r>
              <a:rPr kumimoji="0" lang="fr-FR" sz="900" b="0" i="0" u="none" strike="noStrike" kern="1200" cap="none" spc="-20" normalizeH="0" baseline="0" noProof="0">
                <a:ln>
                  <a:noFill/>
                </a:ln>
                <a:solidFill>
                  <a:srgbClr val="000000"/>
                </a:solidFill>
                <a:effectLst/>
                <a:uLnTx/>
                <a:uFillTx/>
                <a:latin typeface="Avenir LT Std 35 Light" panose="020B0402020203020204" pitchFamily="34" charset="0"/>
                <a:ea typeface="+mn-ea"/>
                <a:cs typeface="+mn-cs"/>
              </a:rPr>
              <a:t>       </a:t>
            </a:r>
          </a:p>
          <a:p>
            <a:pPr marL="0" marR="0" lvl="0" indent="0" algn="l" defTabSz="914400" rtl="0" eaLnBrk="1" fontAlgn="auto" latinLnBrk="0" hangingPunct="1">
              <a:lnSpc>
                <a:spcPts val="900"/>
              </a:lnSpc>
              <a:spcBef>
                <a:spcPts val="0"/>
              </a:spcBef>
              <a:spcAft>
                <a:spcPts val="0"/>
              </a:spcAft>
              <a:buClrTx/>
              <a:buSzTx/>
              <a:buFontTx/>
              <a:buNone/>
              <a:tabLst/>
              <a:defRPr/>
            </a:pPr>
            <a:endParaRPr kumimoji="0" lang="fr-FR" sz="900" b="0" i="0" u="none" strike="noStrike" kern="1200" cap="none" spc="-20" normalizeH="0" baseline="0" noProof="0">
              <a:ln>
                <a:noFill/>
              </a:ln>
              <a:solidFill>
                <a:srgbClr val="000000"/>
              </a:solidFill>
              <a:effectLst/>
              <a:uLnTx/>
              <a:uFillTx/>
              <a:latin typeface="Avenir LT Std 35 Light" panose="020B0402020203020204" pitchFamily="34" charset="0"/>
              <a:ea typeface="+mn-ea"/>
              <a:cs typeface="+mn-cs"/>
            </a:endParaRPr>
          </a:p>
          <a:p>
            <a:pPr marL="0" marR="0" lvl="0" indent="0" algn="l" defTabSz="914400" rtl="0" eaLnBrk="1" fontAlgn="auto" latinLnBrk="0" hangingPunct="1">
              <a:lnSpc>
                <a:spcPts val="900"/>
              </a:lnSpc>
              <a:spcBef>
                <a:spcPts val="0"/>
              </a:spcBef>
              <a:spcAft>
                <a:spcPts val="0"/>
              </a:spcAft>
              <a:buClrTx/>
              <a:buSzTx/>
              <a:buFontTx/>
              <a:buNone/>
              <a:tabLst/>
              <a:defRPr/>
            </a:pPr>
            <a:r>
              <a:rPr kumimoji="0" lang="fr-FR" sz="900" b="0" i="0" u="none" strike="noStrike" kern="1200" cap="none" spc="-20" normalizeH="0" baseline="0" noProof="0">
                <a:ln>
                  <a:noFill/>
                </a:ln>
                <a:solidFill>
                  <a:srgbClr val="000000"/>
                </a:solidFill>
                <a:effectLst/>
                <a:uLnTx/>
                <a:uFillTx/>
                <a:latin typeface="Avenir LT Std 35 Light" panose="020B0402020203020204" pitchFamily="34" charset="0"/>
                <a:ea typeface="+mn-ea"/>
                <a:cs typeface="+mn-cs"/>
              </a:rPr>
              <a:t>      </a:t>
            </a:r>
          </a:p>
        </p:txBody>
      </p:sp>
      <p:sp>
        <p:nvSpPr>
          <p:cNvPr id="67" name="Rectangle 66">
            <a:extLst>
              <a:ext uri="{FF2B5EF4-FFF2-40B4-BE49-F238E27FC236}">
                <a16:creationId xmlns:a16="http://schemas.microsoft.com/office/drawing/2014/main" id="{8B5F1641-E582-E89B-9437-3836BD7EFD1B}"/>
              </a:ext>
            </a:extLst>
          </p:cNvPr>
          <p:cNvSpPr/>
          <p:nvPr/>
        </p:nvSpPr>
        <p:spPr>
          <a:xfrm>
            <a:off x="4251446" y="4557947"/>
            <a:ext cx="1863205" cy="916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lstStyle/>
          <a:p>
            <a:pPr marL="180975"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30" normalizeH="0" baseline="0" noProof="0">
                <a:ln>
                  <a:noFill/>
                </a:ln>
                <a:solidFill>
                  <a:srgbClr val="154734"/>
                </a:solidFill>
                <a:effectLst/>
                <a:uLnTx/>
                <a:uFillTx/>
                <a:latin typeface="Avenir LT Std 55 Roman" panose="020B0503020203020204" pitchFamily="34" charset="0"/>
                <a:ea typeface="+mn-ea"/>
                <a:cs typeface="+mn-cs"/>
              </a:rPr>
              <a:t>Numéro vert : </a:t>
            </a:r>
            <a:r>
              <a:rPr kumimoji="0" lang="fr-FR" sz="1000" b="1"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rPr>
              <a:t>0800 20 66 20</a:t>
            </a:r>
            <a:endParaRPr kumimoji="0" lang="fr-FR" sz="1000" b="0" i="0" u="none" strike="noStrike" kern="1200" cap="none" spc="0" normalizeH="0" baseline="0" noProof="0">
              <a:ln>
                <a:noFill/>
              </a:ln>
              <a:solidFill>
                <a:srgbClr val="154734"/>
              </a:solidFill>
              <a:effectLst/>
              <a:uLnTx/>
              <a:uFillTx/>
              <a:latin typeface="Avenir LT Std 35 Light" panose="020B0402020203020204" pitchFamily="34" charset="0"/>
              <a:ea typeface="+mn-ea"/>
              <a:cs typeface="+mn-cs"/>
            </a:endParaRPr>
          </a:p>
          <a:p>
            <a:pPr marL="180975" marR="0" lvl="0" indent="0" algn="l" defTabSz="914400" rtl="0" eaLnBrk="1" fontAlgn="auto" latinLnBrk="0" hangingPunct="1">
              <a:lnSpc>
                <a:spcPct val="100000"/>
              </a:lnSpc>
              <a:spcBef>
                <a:spcPts val="0"/>
              </a:spcBef>
              <a:spcAft>
                <a:spcPts val="300"/>
              </a:spcAft>
              <a:buClrTx/>
              <a:buSzTx/>
              <a:buFontTx/>
              <a:buNone/>
              <a:tabLst/>
              <a:defRPr/>
            </a:pPr>
            <a:r>
              <a:rPr kumimoji="0" lang="fr-FR" sz="800" b="0" i="1" u="none" strike="noStrike" kern="1200" cap="none" spc="-40" normalizeH="0" baseline="0" noProof="0">
                <a:ln>
                  <a:noFill/>
                </a:ln>
                <a:solidFill>
                  <a:srgbClr val="FFFFFF">
                    <a:lumMod val="50000"/>
                  </a:srgbClr>
                </a:solidFill>
                <a:effectLst/>
                <a:uLnTx/>
                <a:uFillTx/>
                <a:latin typeface="Avenir LT Std 35 Light" panose="020B0402020203020204" pitchFamily="34" charset="0"/>
                <a:ea typeface="+mn-ea"/>
                <a:cs typeface="+mn-cs"/>
              </a:rPr>
              <a:t>Lun-jeu : 9h-17h, </a:t>
            </a:r>
            <a:r>
              <a:rPr kumimoji="0" lang="fr-FR" sz="800" b="0" i="1" u="none" strike="noStrike" kern="1200" cap="none" spc="-40" normalizeH="0" baseline="0" noProof="0" err="1">
                <a:ln>
                  <a:noFill/>
                </a:ln>
                <a:solidFill>
                  <a:srgbClr val="FFFFFF">
                    <a:lumMod val="50000"/>
                  </a:srgbClr>
                </a:solidFill>
                <a:effectLst/>
                <a:uLnTx/>
                <a:uFillTx/>
                <a:latin typeface="Avenir LT Std 35 Light" panose="020B0402020203020204" pitchFamily="34" charset="0"/>
                <a:ea typeface="+mn-ea"/>
                <a:cs typeface="+mn-cs"/>
              </a:rPr>
              <a:t>ven</a:t>
            </a:r>
            <a:r>
              <a:rPr kumimoji="0" lang="fr-FR" sz="800" b="0" i="1" u="none" strike="noStrike" kern="1200" cap="none" spc="-40" normalizeH="0" baseline="0" noProof="0">
                <a:ln>
                  <a:noFill/>
                </a:ln>
                <a:solidFill>
                  <a:srgbClr val="FFFFFF">
                    <a:lumMod val="50000"/>
                  </a:srgbClr>
                </a:solidFill>
                <a:effectLst/>
                <a:uLnTx/>
                <a:uFillTx/>
                <a:latin typeface="Avenir LT Std 35 Light" panose="020B0402020203020204" pitchFamily="34" charset="0"/>
                <a:ea typeface="+mn-ea"/>
                <a:cs typeface="+mn-cs"/>
              </a:rPr>
              <a:t>-veilles fêtes 9h-16h</a:t>
            </a:r>
          </a:p>
          <a:p>
            <a:pPr marL="0" marR="0" lvl="0" indent="0" algn="l" defTabSz="914400" rtl="0" eaLnBrk="1" fontAlgn="auto" latinLnBrk="0" hangingPunct="1">
              <a:lnSpc>
                <a:spcPct val="100000"/>
              </a:lnSpc>
              <a:spcBef>
                <a:spcPts val="200"/>
              </a:spcBef>
              <a:spcAft>
                <a:spcPts val="300"/>
              </a:spcAft>
              <a:buClrTx/>
              <a:buSzTx/>
              <a:buFontTx/>
              <a:buNone/>
              <a:tabLst/>
              <a:defRPr/>
            </a:pPr>
            <a:r>
              <a:rPr kumimoji="0" lang="fr-FR" sz="9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hlinkClick r:id="rId4">
                  <a:extLst>
                    <a:ext uri="{A12FA001-AC4F-418D-AE19-62706E023703}">
                      <ahyp:hlinkClr xmlns:ahyp="http://schemas.microsoft.com/office/drawing/2018/hyperlinkcolor" val="tx"/>
                    </a:ext>
                  </a:extLst>
                </a:hlinkClick>
              </a:rPr>
              <a:t>     </a:t>
            </a:r>
            <a:r>
              <a:rPr kumimoji="0" lang="fr-FR" sz="9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  </a:t>
            </a:r>
            <a:r>
              <a:rPr kumimoji="0" lang="fr-FR" sz="900" b="0" i="0" u="none" strike="noStrike" kern="1200" cap="none" spc="0" normalizeH="0" baseline="0" noProof="0">
                <a:ln>
                  <a:noFill/>
                </a:ln>
                <a:solidFill>
                  <a:srgbClr val="154734"/>
                </a:solidFill>
                <a:effectLst/>
                <a:uLnTx/>
                <a:uFillTx/>
                <a:latin typeface="Avenir LT Std 55 Roman" panose="020B0503020203020204" pitchFamily="34" charset="0"/>
                <a:ea typeface="+mn-ea"/>
                <a:cs typeface="+mn-cs"/>
                <a:hlinkClick r:id="rId4">
                  <a:extLst>
                    <a:ext uri="{A12FA001-AC4F-418D-AE19-62706E023703}">
                      <ahyp:hlinkClr xmlns:ahyp="http://schemas.microsoft.com/office/drawing/2018/hyperlinkcolor" val="tx"/>
                    </a:ext>
                  </a:extLst>
                </a:hlinkClick>
              </a:rPr>
              <a:t>action.sociale@sncf.fr</a:t>
            </a:r>
            <a:endParaRPr kumimoji="0" lang="fr-FR" sz="900" b="0" i="0" u="none" strike="noStrike" kern="1200" cap="none" spc="0" normalizeH="0" baseline="0" noProof="0">
              <a:ln>
                <a:noFill/>
              </a:ln>
              <a:solidFill>
                <a:srgbClr val="154734"/>
              </a:solidFill>
              <a:effectLst/>
              <a:uLnTx/>
              <a:uFillTx/>
              <a:latin typeface="Avenir LT Std 55 Roman" panose="020B0503020203020204" pitchFamily="34" charset="0"/>
              <a:ea typeface="+mn-ea"/>
              <a:cs typeface="+mn-cs"/>
            </a:endParaRPr>
          </a:p>
          <a:p>
            <a:pPr marL="180975" marR="0" lvl="0" indent="0" algn="l" defTabSz="914400" rtl="0" eaLnBrk="1" fontAlgn="auto" latinLnBrk="0" hangingPunct="1">
              <a:lnSpc>
                <a:spcPct val="100000"/>
              </a:lnSpc>
              <a:spcBef>
                <a:spcPts val="200"/>
              </a:spcBef>
              <a:spcAft>
                <a:spcPts val="0"/>
              </a:spcAft>
              <a:buClrTx/>
              <a:buSzTx/>
              <a:buFontTx/>
              <a:buNone/>
              <a:tabLst/>
              <a:defRPr/>
            </a:pPr>
            <a:r>
              <a:rPr kumimoji="0" lang="fr-FR" sz="900" b="0" i="0" u="none" strike="noStrike" kern="1200" cap="none" spc="0" normalizeH="0" baseline="0" noProof="0">
                <a:ln>
                  <a:noFill/>
                </a:ln>
                <a:solidFill>
                  <a:srgbClr val="1E684C"/>
                </a:solidFill>
                <a:effectLst/>
                <a:uLnTx/>
                <a:uFillTx/>
                <a:latin typeface="Avenir LT Std 55 Roman" panose="020B0503020203020204" pitchFamily="34" charset="0"/>
                <a:ea typeface="+mn-ea"/>
                <a:cs typeface="+mn-cs"/>
                <a:hlinkClick r:id="rId5">
                  <a:extLst>
                    <a:ext uri="{A12FA001-AC4F-418D-AE19-62706E023703}">
                      <ahyp:hlinkClr xmlns:ahyp="http://schemas.microsoft.com/office/drawing/2018/hyperlinkcolor" val="tx"/>
                    </a:ext>
                  </a:extLst>
                </a:hlinkClick>
              </a:rPr>
              <a:t>Mon contact Action Sociale - Interface Salarié</a:t>
            </a:r>
            <a:endParaRPr kumimoji="0" lang="fr-FR" sz="800" b="0" i="1" u="none" strike="noStrike" kern="1200" cap="none" spc="-40" normalizeH="0" baseline="0" noProof="0">
              <a:ln>
                <a:noFill/>
              </a:ln>
              <a:solidFill>
                <a:srgbClr val="1E684C"/>
              </a:solidFill>
              <a:effectLst/>
              <a:uLnTx/>
              <a:uFillTx/>
              <a:latin typeface="Avenir LT Std 55 Roman" panose="020B05030202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000" b="1" i="0"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endParaRPr>
          </a:p>
        </p:txBody>
      </p:sp>
      <p:grpSp>
        <p:nvGrpSpPr>
          <p:cNvPr id="94" name="Groupe 93">
            <a:extLst>
              <a:ext uri="{FF2B5EF4-FFF2-40B4-BE49-F238E27FC236}">
                <a16:creationId xmlns:a16="http://schemas.microsoft.com/office/drawing/2014/main" id="{61FB4E7D-BBDE-54C4-3E56-B8C5AF48762F}"/>
              </a:ext>
            </a:extLst>
          </p:cNvPr>
          <p:cNvGrpSpPr/>
          <p:nvPr/>
        </p:nvGrpSpPr>
        <p:grpSpPr>
          <a:xfrm>
            <a:off x="4176115" y="4251805"/>
            <a:ext cx="4661479" cy="1911347"/>
            <a:chOff x="4041641" y="4175549"/>
            <a:chExt cx="4661479" cy="1911347"/>
          </a:xfrm>
        </p:grpSpPr>
        <p:sp>
          <p:nvSpPr>
            <p:cNvPr id="32" name="Rectangle 31">
              <a:extLst>
                <a:ext uri="{FF2B5EF4-FFF2-40B4-BE49-F238E27FC236}">
                  <a16:creationId xmlns:a16="http://schemas.microsoft.com/office/drawing/2014/main" id="{5FB39D3C-A6F5-1D0B-0065-CDAC57FBECEE}"/>
                </a:ext>
              </a:extLst>
            </p:cNvPr>
            <p:cNvSpPr/>
            <p:nvPr/>
          </p:nvSpPr>
          <p:spPr>
            <a:xfrm>
              <a:off x="4166831" y="4189810"/>
              <a:ext cx="1512000" cy="2829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rPr>
                <a:t>ACTION SOCIALE</a:t>
              </a:r>
            </a:p>
          </p:txBody>
        </p:sp>
        <p:pic>
          <p:nvPicPr>
            <p:cNvPr id="68" name="Graphique 67" descr="Combiné avec un remplissage uni">
              <a:extLst>
                <a:ext uri="{FF2B5EF4-FFF2-40B4-BE49-F238E27FC236}">
                  <a16:creationId xmlns:a16="http://schemas.microsoft.com/office/drawing/2014/main" id="{679F8230-6E1B-2FD8-AEF3-D5DF06B799F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1540132">
              <a:off x="4041641" y="4536022"/>
              <a:ext cx="252000" cy="252000"/>
            </a:xfrm>
            <a:prstGeom prst="rect">
              <a:avLst/>
            </a:prstGeom>
          </p:spPr>
        </p:pic>
        <p:sp>
          <p:nvSpPr>
            <p:cNvPr id="70" name="ZoneTexte 69">
              <a:extLst>
                <a:ext uri="{FF2B5EF4-FFF2-40B4-BE49-F238E27FC236}">
                  <a16:creationId xmlns:a16="http://schemas.microsoft.com/office/drawing/2014/main" id="{73652D70-4E59-D757-DC0B-7129ECC13233}"/>
                </a:ext>
              </a:extLst>
            </p:cNvPr>
            <p:cNvSpPr txBox="1"/>
            <p:nvPr/>
          </p:nvSpPr>
          <p:spPr>
            <a:xfrm>
              <a:off x="4061058" y="4844146"/>
              <a:ext cx="228160" cy="193002"/>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14000"/>
                </a:lnSpc>
                <a:spcBef>
                  <a:spcPts val="0"/>
                </a:spcBef>
                <a:spcAft>
                  <a:spcPts val="0"/>
                </a:spcAft>
                <a:buClr>
                  <a:srgbClr val="0084D4"/>
                </a:buClr>
                <a:buSzTx/>
                <a:buFontTx/>
                <a:buNone/>
                <a:tabLst/>
                <a:defRPr/>
              </a:pPr>
              <a:r>
                <a:rPr kumimoji="0" lang="fr-FR" sz="1200" b="0" i="0" u="none" strike="noStrike" kern="1200" cap="none" spc="0" normalizeH="0" baseline="0" noProof="0">
                  <a:ln>
                    <a:noFill/>
                  </a:ln>
                  <a:solidFill>
                    <a:srgbClr val="1E684C"/>
                  </a:solidFill>
                  <a:effectLst/>
                  <a:uLnTx/>
                  <a:uFillTx/>
                  <a:latin typeface="Arial"/>
                  <a:ea typeface="+mn-ea"/>
                  <a:cs typeface="+mn-cs"/>
                </a:rPr>
                <a:t>@</a:t>
              </a:r>
              <a:r>
                <a:rPr kumimoji="0" lang="fr-FR" sz="1200" b="0" i="0" u="none" strike="noStrike" kern="1200" cap="none" spc="0" normalizeH="0" baseline="0" noProof="0">
                  <a:ln>
                    <a:noFill/>
                  </a:ln>
                  <a:solidFill>
                    <a:srgbClr val="000000"/>
                  </a:solidFill>
                  <a:effectLst/>
                  <a:uLnTx/>
                  <a:uFillTx/>
                  <a:latin typeface="Arial"/>
                  <a:ea typeface="+mn-ea"/>
                  <a:cs typeface="+mn-cs"/>
                </a:rPr>
                <a:t> </a:t>
              </a:r>
            </a:p>
          </p:txBody>
        </p:sp>
        <p:sp>
          <p:nvSpPr>
            <p:cNvPr id="5" name="Rectangle : coins arrondis 4">
              <a:extLst>
                <a:ext uri="{FF2B5EF4-FFF2-40B4-BE49-F238E27FC236}">
                  <a16:creationId xmlns:a16="http://schemas.microsoft.com/office/drawing/2014/main" id="{E6E920BF-9334-1998-9A47-00C05145CEB4}"/>
                </a:ext>
              </a:extLst>
            </p:cNvPr>
            <p:cNvSpPr/>
            <p:nvPr/>
          </p:nvSpPr>
          <p:spPr>
            <a:xfrm>
              <a:off x="6075120" y="4175549"/>
              <a:ext cx="2628000" cy="1239915"/>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defRPr/>
              </a:pPr>
              <a:r>
                <a:rPr kumimoji="0" lang="fr-FR" sz="1000" b="1"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Offre un accompagnement confidentiel </a:t>
              </a:r>
              <a:r>
                <a:rPr kumimoji="0" lang="fr-FR" sz="1000" b="0"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face aux difficultés personnelles ou de vie, </a:t>
              </a:r>
              <a:r>
                <a:rPr kumimoji="0" lang="fr-FR" sz="1000" b="1"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propose un soutien</a:t>
              </a:r>
              <a:r>
                <a:rPr kumimoji="0" lang="fr-FR" sz="1000" b="0"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 individualisé et familial, </a:t>
              </a:r>
              <a:r>
                <a:rPr kumimoji="0" lang="fr-FR" sz="1000" b="1"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m’aide</a:t>
              </a:r>
              <a:r>
                <a:rPr kumimoji="0" lang="fr-FR" sz="1000" b="0"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 à analyser les situations (difficulté ou arrêt d’un agent), m’oriente vers les bons dispositifs internes ou externes, et </a:t>
              </a:r>
              <a:r>
                <a:rPr lang="fr-FR" sz="10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est à embarquer au lancement du projet pour le préparer </a:t>
              </a:r>
              <a:endParaRPr kumimoji="0" lang="fr-FR" sz="1000" b="0"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endParaRPr>
            </a:p>
          </p:txBody>
        </p:sp>
        <p:pic>
          <p:nvPicPr>
            <p:cNvPr id="35" name="Graphique 34" descr="Smartphone avec un remplissage uni">
              <a:extLst>
                <a:ext uri="{FF2B5EF4-FFF2-40B4-BE49-F238E27FC236}">
                  <a16:creationId xmlns:a16="http://schemas.microsoft.com/office/drawing/2014/main" id="{8041A74F-252A-7B25-2551-CD52F5DA452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042635" y="5084508"/>
              <a:ext cx="252000" cy="252000"/>
            </a:xfrm>
            <a:prstGeom prst="rect">
              <a:avLst/>
            </a:prstGeom>
          </p:spPr>
        </p:pic>
        <p:pic>
          <p:nvPicPr>
            <p:cNvPr id="9" name="Graphique 8" descr="Smartphone avec un remplissage uni">
              <a:extLst>
                <a:ext uri="{FF2B5EF4-FFF2-40B4-BE49-F238E27FC236}">
                  <a16:creationId xmlns:a16="http://schemas.microsoft.com/office/drawing/2014/main" id="{6F840385-5B07-C459-283B-C4105665D63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042635" y="5834896"/>
              <a:ext cx="252000" cy="252000"/>
            </a:xfrm>
            <a:prstGeom prst="rect">
              <a:avLst/>
            </a:prstGeom>
          </p:spPr>
        </p:pic>
      </p:grpSp>
      <p:grpSp>
        <p:nvGrpSpPr>
          <p:cNvPr id="92" name="Groupe 91">
            <a:extLst>
              <a:ext uri="{FF2B5EF4-FFF2-40B4-BE49-F238E27FC236}">
                <a16:creationId xmlns:a16="http://schemas.microsoft.com/office/drawing/2014/main" id="{D1EF4EAB-84EB-868D-47D2-1A9529101A3B}"/>
              </a:ext>
            </a:extLst>
          </p:cNvPr>
          <p:cNvGrpSpPr/>
          <p:nvPr/>
        </p:nvGrpSpPr>
        <p:grpSpPr>
          <a:xfrm>
            <a:off x="9196595" y="1941715"/>
            <a:ext cx="2713232" cy="1310646"/>
            <a:chOff x="9062121" y="1786578"/>
            <a:chExt cx="2713232" cy="1310646"/>
          </a:xfrm>
        </p:grpSpPr>
        <p:sp>
          <p:nvSpPr>
            <p:cNvPr id="40" name="Rectangle : coins arrondis 39">
              <a:extLst>
                <a:ext uri="{FF2B5EF4-FFF2-40B4-BE49-F238E27FC236}">
                  <a16:creationId xmlns:a16="http://schemas.microsoft.com/office/drawing/2014/main" id="{67A8D182-B6C4-F3D3-DEF2-1AC3AF918A7D}"/>
                </a:ext>
              </a:extLst>
            </p:cNvPr>
            <p:cNvSpPr/>
            <p:nvPr/>
          </p:nvSpPr>
          <p:spPr>
            <a:xfrm>
              <a:off x="9064727" y="1801224"/>
              <a:ext cx="2700000" cy="1296000"/>
            </a:xfrm>
            <a:prstGeom prst="roundRect">
              <a:avLst>
                <a:gd name="adj" fmla="val 980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432000" rIns="36000" bIns="36000" rtlCol="0" anchor="t"/>
            <a:lstStyle/>
            <a:p>
              <a:pPr marL="0" marR="0" lvl="0" indent="0" algn="l" defTabSz="914400" rtl="0" eaLnBrk="1" fontAlgn="auto" latinLnBrk="0" hangingPunct="1">
                <a:lnSpc>
                  <a:spcPts val="900"/>
                </a:lnSpc>
                <a:spcBef>
                  <a:spcPts val="0"/>
                </a:spcBef>
                <a:spcAft>
                  <a:spcPts val="0"/>
                </a:spcAft>
                <a:buClrTx/>
                <a:buSzTx/>
                <a:buFontTx/>
                <a:buNone/>
                <a:tabLst/>
                <a:defRPr/>
              </a:pPr>
              <a:r>
                <a:rPr kumimoji="0" lang="fr-FR" sz="900" b="0" i="0" u="none" strike="noStrike" kern="1200" cap="none" spc="-20" normalizeH="0" baseline="0" noProof="0">
                  <a:ln>
                    <a:noFill/>
                  </a:ln>
                  <a:solidFill>
                    <a:srgbClr val="000000"/>
                  </a:solidFill>
                  <a:effectLst/>
                  <a:uLnTx/>
                  <a:uFillTx/>
                  <a:latin typeface="Avenir LT Std 35 Light" panose="020B0402020203020204" pitchFamily="34" charset="0"/>
                  <a:ea typeface="+mn-ea"/>
                  <a:cs typeface="+mn-cs"/>
                </a:rPr>
                <a:t>      </a:t>
              </a:r>
            </a:p>
          </p:txBody>
        </p:sp>
        <p:sp>
          <p:nvSpPr>
            <p:cNvPr id="45" name="Rectangle 44">
              <a:extLst>
                <a:ext uri="{FF2B5EF4-FFF2-40B4-BE49-F238E27FC236}">
                  <a16:creationId xmlns:a16="http://schemas.microsoft.com/office/drawing/2014/main" id="{2168A770-F816-FD34-5F93-F7D095FD398B}"/>
                </a:ext>
              </a:extLst>
            </p:cNvPr>
            <p:cNvSpPr/>
            <p:nvPr/>
          </p:nvSpPr>
          <p:spPr>
            <a:xfrm>
              <a:off x="9113385" y="1875665"/>
              <a:ext cx="1006357" cy="3381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0070C0"/>
                  </a:solidFill>
                  <a:effectLst/>
                  <a:uLnTx/>
                  <a:uFillTx/>
                  <a:latin typeface="Avenir LT Std 65 Medium" panose="020B0803020203020204" pitchFamily="34" charset="0"/>
                  <a:ea typeface="+mn-ea"/>
                  <a:cs typeface="+mn-cs"/>
                </a:rPr>
                <a:t>ATM</a:t>
              </a:r>
            </a:p>
          </p:txBody>
        </p:sp>
        <p:pic>
          <p:nvPicPr>
            <p:cNvPr id="71" name="Graphique 70" descr="Carnet d'adresses avec un remplissage uni">
              <a:extLst>
                <a:ext uri="{FF2B5EF4-FFF2-40B4-BE49-F238E27FC236}">
                  <a16:creationId xmlns:a16="http://schemas.microsoft.com/office/drawing/2014/main" id="{1B432694-0D1E-E373-3936-1C8BF072833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062121" y="2421375"/>
              <a:ext cx="252000" cy="325488"/>
            </a:xfrm>
            <a:prstGeom prst="rect">
              <a:avLst/>
            </a:prstGeom>
          </p:spPr>
        </p:pic>
        <p:sp>
          <p:nvSpPr>
            <p:cNvPr id="72" name="Rectangle 71">
              <a:extLst>
                <a:ext uri="{FF2B5EF4-FFF2-40B4-BE49-F238E27FC236}">
                  <a16:creationId xmlns:a16="http://schemas.microsoft.com/office/drawing/2014/main" id="{7AFDDC33-0A4D-0CC8-A622-CA358AAB72A7}"/>
                </a:ext>
              </a:extLst>
            </p:cNvPr>
            <p:cNvSpPr/>
            <p:nvPr/>
          </p:nvSpPr>
          <p:spPr>
            <a:xfrm>
              <a:off x="9311866" y="2426883"/>
              <a:ext cx="743652" cy="3381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70C0"/>
                  </a:solidFill>
                  <a:effectLst/>
                  <a:uLnTx/>
                  <a:uFillTx/>
                  <a:latin typeface="Avenir LT Std 55 Roman" panose="020B0503020203020204" pitchFamily="34" charset="0"/>
                  <a:ea typeface="+mn-ea"/>
                  <a:cs typeface="+mn-cs"/>
                  <a:hlinkClick r:id="rId9">
                    <a:extLst>
                      <a:ext uri="{A12FA001-AC4F-418D-AE19-62706E023703}">
                        <ahyp:hlinkClr xmlns:ahyp="http://schemas.microsoft.com/office/drawing/2018/hyperlinkcolor" val="tx"/>
                      </a:ext>
                    </a:extLst>
                  </a:hlinkClick>
                </a:rPr>
                <a:t>Les Agences Territoriales de la Mobilité</a:t>
              </a:r>
              <a:endParaRPr kumimoji="0" lang="fr-FR" sz="900" b="0" i="0" u="none" strike="noStrike" kern="1200" cap="none" spc="0" normalizeH="0" baseline="0" noProof="0">
                <a:ln>
                  <a:noFill/>
                </a:ln>
                <a:solidFill>
                  <a:srgbClr val="0070C0"/>
                </a:solidFill>
                <a:effectLst/>
                <a:highlight>
                  <a:srgbClr val="FFFF00"/>
                </a:highlight>
                <a:uLnTx/>
                <a:uFillTx/>
                <a:latin typeface="Avenir LT Std 55 Roman" panose="020B0503020203020204" pitchFamily="34" charset="0"/>
                <a:ea typeface="+mn-ea"/>
                <a:cs typeface="+mn-cs"/>
              </a:endParaRPr>
            </a:p>
          </p:txBody>
        </p:sp>
        <p:sp>
          <p:nvSpPr>
            <p:cNvPr id="73" name="Rectangle : coins arrondis 72">
              <a:extLst>
                <a:ext uri="{FF2B5EF4-FFF2-40B4-BE49-F238E27FC236}">
                  <a16:creationId xmlns:a16="http://schemas.microsoft.com/office/drawing/2014/main" id="{32A5EF78-3A2F-6D50-70E0-E2A492F276E4}"/>
                </a:ext>
              </a:extLst>
            </p:cNvPr>
            <p:cNvSpPr/>
            <p:nvPr/>
          </p:nvSpPr>
          <p:spPr>
            <a:xfrm>
              <a:off x="10233755" y="1786578"/>
              <a:ext cx="1541598" cy="129600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Me conseille </a:t>
              </a:r>
              <a:r>
                <a:rPr kumimoji="0" lang="fr-FR" sz="1050" b="0"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dès l’amont des réorganisations et </a:t>
              </a:r>
              <a:r>
                <a:rPr kumimoji="0" lang="fr-FR" sz="1050" b="1"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m’accompagne</a:t>
              </a:r>
              <a:r>
                <a:rPr kumimoji="0" lang="fr-FR" sz="1050" b="0"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 pour repositionner les salariés impactés</a:t>
              </a:r>
            </a:p>
          </p:txBody>
        </p:sp>
      </p:grpSp>
      <p:grpSp>
        <p:nvGrpSpPr>
          <p:cNvPr id="91" name="Groupe 90">
            <a:extLst>
              <a:ext uri="{FF2B5EF4-FFF2-40B4-BE49-F238E27FC236}">
                <a16:creationId xmlns:a16="http://schemas.microsoft.com/office/drawing/2014/main" id="{9776E8A4-07FB-4D41-D07C-C1B654F72C6E}"/>
              </a:ext>
            </a:extLst>
          </p:cNvPr>
          <p:cNvGrpSpPr/>
          <p:nvPr/>
        </p:nvGrpSpPr>
        <p:grpSpPr>
          <a:xfrm>
            <a:off x="9196595" y="3490623"/>
            <a:ext cx="2713232" cy="1301862"/>
            <a:chOff x="9062121" y="3293931"/>
            <a:chExt cx="2713232" cy="1301862"/>
          </a:xfrm>
        </p:grpSpPr>
        <p:sp>
          <p:nvSpPr>
            <p:cNvPr id="74" name="Rectangle : coins arrondis 73">
              <a:extLst>
                <a:ext uri="{FF2B5EF4-FFF2-40B4-BE49-F238E27FC236}">
                  <a16:creationId xmlns:a16="http://schemas.microsoft.com/office/drawing/2014/main" id="{AB2B4BDD-B119-4D5D-40F8-F2538E464960}"/>
                </a:ext>
              </a:extLst>
            </p:cNvPr>
            <p:cNvSpPr/>
            <p:nvPr/>
          </p:nvSpPr>
          <p:spPr>
            <a:xfrm>
              <a:off x="9065410" y="3299793"/>
              <a:ext cx="2700000" cy="1296000"/>
            </a:xfrm>
            <a:prstGeom prst="roundRect">
              <a:avLst>
                <a:gd name="adj" fmla="val 1094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432000" rIns="36000" bIns="36000" rtlCol="0" anchor="t"/>
            <a:lstStyle/>
            <a:p>
              <a:pPr marL="0" marR="0" lvl="0" indent="0" algn="l" defTabSz="914400" rtl="0" eaLnBrk="1" fontAlgn="auto" latinLnBrk="0" hangingPunct="1">
                <a:lnSpc>
                  <a:spcPts val="900"/>
                </a:lnSpc>
                <a:spcBef>
                  <a:spcPts val="0"/>
                </a:spcBef>
                <a:spcAft>
                  <a:spcPts val="0"/>
                </a:spcAft>
                <a:buClrTx/>
                <a:buSzTx/>
                <a:buFontTx/>
                <a:buNone/>
                <a:tabLst/>
                <a:defRPr/>
              </a:pPr>
              <a:r>
                <a:rPr kumimoji="0" lang="fr-FR" sz="900" b="0" i="0" u="none" strike="noStrike" kern="1200" cap="none" spc="-20" normalizeH="0" baseline="0" noProof="0">
                  <a:ln>
                    <a:noFill/>
                  </a:ln>
                  <a:solidFill>
                    <a:srgbClr val="000000"/>
                  </a:solidFill>
                  <a:effectLst/>
                  <a:uLnTx/>
                  <a:uFillTx/>
                  <a:latin typeface="Avenir LT Std 35 Light" panose="020B0402020203020204" pitchFamily="34" charset="0"/>
                  <a:ea typeface="+mn-ea"/>
                  <a:cs typeface="+mn-cs"/>
                </a:rPr>
                <a:t>      </a:t>
              </a:r>
            </a:p>
          </p:txBody>
        </p:sp>
        <p:sp>
          <p:nvSpPr>
            <p:cNvPr id="75" name="Rectangle 74">
              <a:extLst>
                <a:ext uri="{FF2B5EF4-FFF2-40B4-BE49-F238E27FC236}">
                  <a16:creationId xmlns:a16="http://schemas.microsoft.com/office/drawing/2014/main" id="{7DF73BA9-2E74-F6AF-24B2-AA3FD5EFC2AA}"/>
                </a:ext>
              </a:extLst>
            </p:cNvPr>
            <p:cNvSpPr/>
            <p:nvPr/>
          </p:nvSpPr>
          <p:spPr>
            <a:xfrm>
              <a:off x="9113385" y="3378837"/>
              <a:ext cx="1160915" cy="3381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0070C0"/>
                  </a:solidFill>
                  <a:effectLst/>
                  <a:uLnTx/>
                  <a:uFillTx/>
                  <a:latin typeface="Avenir LT Std 65 Medium" panose="020B0803020203020204" pitchFamily="34" charset="0"/>
                  <a:ea typeface="+mn-ea"/>
                  <a:cs typeface="+mn-cs"/>
                </a:rPr>
                <a:t>MÉDIATEURS </a:t>
              </a:r>
            </a:p>
          </p:txBody>
        </p:sp>
        <p:pic>
          <p:nvPicPr>
            <p:cNvPr id="77" name="Graphique 76" descr="Carnet d'adresses avec un remplissage uni">
              <a:extLst>
                <a:ext uri="{FF2B5EF4-FFF2-40B4-BE49-F238E27FC236}">
                  <a16:creationId xmlns:a16="http://schemas.microsoft.com/office/drawing/2014/main" id="{216B6935-76E7-0443-1713-8C197C874F9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062121" y="3918967"/>
              <a:ext cx="252000" cy="325488"/>
            </a:xfrm>
            <a:prstGeom prst="rect">
              <a:avLst/>
            </a:prstGeom>
          </p:spPr>
        </p:pic>
        <p:sp>
          <p:nvSpPr>
            <p:cNvPr id="78" name="Rectangle 77">
              <a:extLst>
                <a:ext uri="{FF2B5EF4-FFF2-40B4-BE49-F238E27FC236}">
                  <a16:creationId xmlns:a16="http://schemas.microsoft.com/office/drawing/2014/main" id="{0DEE1CDD-01DD-ED76-6F53-FBA814960697}"/>
                </a:ext>
              </a:extLst>
            </p:cNvPr>
            <p:cNvSpPr/>
            <p:nvPr/>
          </p:nvSpPr>
          <p:spPr>
            <a:xfrm>
              <a:off x="9293039" y="3834151"/>
              <a:ext cx="806589" cy="5198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70C0"/>
                  </a:solidFill>
                  <a:effectLst/>
                  <a:uLnTx/>
                  <a:uFillTx/>
                  <a:latin typeface="Avenir LT Std 55 Roman" panose="020B0503020203020204" pitchFamily="34" charset="0"/>
                  <a:ea typeface="+mn-ea"/>
                  <a:cs typeface="+mn-cs"/>
                  <a:hlinkClick r:id="rId10">
                    <a:extLst>
                      <a:ext uri="{A12FA001-AC4F-418D-AE19-62706E023703}">
                        <ahyp:hlinkClr xmlns:ahyp="http://schemas.microsoft.com/office/drawing/2018/hyperlinkcolor" val="tx"/>
                      </a:ext>
                    </a:extLst>
                  </a:hlinkClick>
                </a:rPr>
                <a:t>Présentation PowerPoint</a:t>
              </a:r>
              <a:endParaRPr kumimoji="0" lang="fr-FR" sz="900" b="0" i="0" u="none" strike="noStrike" kern="1200" cap="none" spc="0" normalizeH="0" baseline="0" noProof="0">
                <a:ln>
                  <a:noFill/>
                </a:ln>
                <a:solidFill>
                  <a:srgbClr val="0070C0"/>
                </a:solidFill>
                <a:effectLst/>
                <a:highlight>
                  <a:srgbClr val="FFFF00"/>
                </a:highlight>
                <a:uLnTx/>
                <a:uFillTx/>
                <a:latin typeface="Avenir LT Std 55 Roman" panose="020B0503020203020204" pitchFamily="34" charset="0"/>
                <a:ea typeface="+mn-ea"/>
                <a:cs typeface="+mn-cs"/>
              </a:endParaRPr>
            </a:p>
          </p:txBody>
        </p:sp>
        <p:sp>
          <p:nvSpPr>
            <p:cNvPr id="79" name="Rectangle : coins arrondis 78">
              <a:extLst>
                <a:ext uri="{FF2B5EF4-FFF2-40B4-BE49-F238E27FC236}">
                  <a16:creationId xmlns:a16="http://schemas.microsoft.com/office/drawing/2014/main" id="{5E59A71E-5D5A-6361-503A-2E8C92D4BE89}"/>
                </a:ext>
              </a:extLst>
            </p:cNvPr>
            <p:cNvSpPr/>
            <p:nvPr/>
          </p:nvSpPr>
          <p:spPr>
            <a:xfrm>
              <a:off x="10233755" y="3293931"/>
              <a:ext cx="1541598" cy="129600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Facilite</a:t>
              </a:r>
              <a:r>
                <a:rPr kumimoji="0" lang="fr-FR" sz="1050" b="0"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 en tant que tiers neutre, le dialogue lors de tensions interpersonnelles et </a:t>
              </a:r>
              <a:r>
                <a:rPr kumimoji="0" lang="fr-FR" sz="1050" b="1"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m’aide </a:t>
              </a:r>
              <a:r>
                <a:rPr kumimoji="0" lang="fr-FR" sz="1050" b="0"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à résoudre le conflit et à reprendre le travail dans un contexte relationnel apaisé</a:t>
              </a:r>
            </a:p>
          </p:txBody>
        </p:sp>
      </p:grpSp>
      <p:grpSp>
        <p:nvGrpSpPr>
          <p:cNvPr id="90" name="Groupe 89">
            <a:extLst>
              <a:ext uri="{FF2B5EF4-FFF2-40B4-BE49-F238E27FC236}">
                <a16:creationId xmlns:a16="http://schemas.microsoft.com/office/drawing/2014/main" id="{842BE596-CDDA-9427-3E76-7AC733216D54}"/>
              </a:ext>
            </a:extLst>
          </p:cNvPr>
          <p:cNvGrpSpPr/>
          <p:nvPr/>
        </p:nvGrpSpPr>
        <p:grpSpPr>
          <a:xfrm>
            <a:off x="9196595" y="5022508"/>
            <a:ext cx="2711959" cy="1302965"/>
            <a:chOff x="9062121" y="4865037"/>
            <a:chExt cx="2711959" cy="1302965"/>
          </a:xfrm>
        </p:grpSpPr>
        <p:sp>
          <p:nvSpPr>
            <p:cNvPr id="80" name="Rectangle : coins arrondis 79">
              <a:extLst>
                <a:ext uri="{FF2B5EF4-FFF2-40B4-BE49-F238E27FC236}">
                  <a16:creationId xmlns:a16="http://schemas.microsoft.com/office/drawing/2014/main" id="{D4EA70B4-C5D5-9BCC-A75E-316A48DF1776}"/>
                </a:ext>
              </a:extLst>
            </p:cNvPr>
            <p:cNvSpPr/>
            <p:nvPr/>
          </p:nvSpPr>
          <p:spPr>
            <a:xfrm>
              <a:off x="9066093" y="4865037"/>
              <a:ext cx="2700000" cy="1296000"/>
            </a:xfrm>
            <a:prstGeom prst="roundRect">
              <a:avLst>
                <a:gd name="adj" fmla="val 980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432000" rIns="36000" bIns="36000" rtlCol="0" anchor="t"/>
            <a:lstStyle/>
            <a:p>
              <a:pPr marL="0" marR="0" lvl="0" indent="0" algn="l" defTabSz="914400" rtl="0" eaLnBrk="1" fontAlgn="auto" latinLnBrk="0" hangingPunct="1">
                <a:lnSpc>
                  <a:spcPts val="900"/>
                </a:lnSpc>
                <a:spcBef>
                  <a:spcPts val="0"/>
                </a:spcBef>
                <a:spcAft>
                  <a:spcPts val="0"/>
                </a:spcAft>
                <a:buClrTx/>
                <a:buSzTx/>
                <a:buFontTx/>
                <a:buNone/>
                <a:tabLst/>
                <a:defRPr/>
              </a:pPr>
              <a:r>
                <a:rPr kumimoji="0" lang="fr-FR" sz="900" b="0" i="0" u="none" strike="noStrike" kern="1200" cap="none" spc="-20" normalizeH="0" baseline="0" noProof="0">
                  <a:ln>
                    <a:noFill/>
                  </a:ln>
                  <a:solidFill>
                    <a:srgbClr val="000000"/>
                  </a:solidFill>
                  <a:effectLst/>
                  <a:uLnTx/>
                  <a:uFillTx/>
                  <a:latin typeface="Avenir LT Std 35 Light" panose="020B0402020203020204" pitchFamily="34" charset="0"/>
                  <a:ea typeface="+mn-ea"/>
                  <a:cs typeface="+mn-cs"/>
                </a:rPr>
                <a:t>      </a:t>
              </a:r>
            </a:p>
          </p:txBody>
        </p:sp>
        <p:sp>
          <p:nvSpPr>
            <p:cNvPr id="81" name="Rectangle 80">
              <a:extLst>
                <a:ext uri="{FF2B5EF4-FFF2-40B4-BE49-F238E27FC236}">
                  <a16:creationId xmlns:a16="http://schemas.microsoft.com/office/drawing/2014/main" id="{EF18CBBE-6C86-45FC-F251-6D176E3B2761}"/>
                </a:ext>
              </a:extLst>
            </p:cNvPr>
            <p:cNvSpPr/>
            <p:nvPr/>
          </p:nvSpPr>
          <p:spPr>
            <a:xfrm>
              <a:off x="9113385" y="4992539"/>
              <a:ext cx="1256069" cy="3381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0070C0"/>
                  </a:solidFill>
                  <a:effectLst/>
                  <a:uLnTx/>
                  <a:uFillTx/>
                  <a:latin typeface="Avenir LT Std 65 Medium" panose="020B0803020203020204" pitchFamily="34" charset="0"/>
                  <a:ea typeface="+mn-ea"/>
                  <a:cs typeface="+mn-cs"/>
                </a:rPr>
                <a:t>COACHS</a:t>
              </a:r>
              <a:br>
                <a:rPr kumimoji="0" lang="fr-FR" sz="1100" b="1" i="0" u="none" strike="noStrike" kern="1200" cap="none" spc="0" normalizeH="0" baseline="0" noProof="0">
                  <a:ln>
                    <a:noFill/>
                  </a:ln>
                  <a:solidFill>
                    <a:srgbClr val="0070C0"/>
                  </a:solidFill>
                  <a:effectLst/>
                  <a:uLnTx/>
                  <a:uFillTx/>
                  <a:latin typeface="Avenir LT Std 65 Medium" panose="020B0803020203020204" pitchFamily="34" charset="0"/>
                  <a:ea typeface="+mn-ea"/>
                  <a:cs typeface="+mn-cs"/>
                </a:rPr>
              </a:br>
              <a:r>
                <a:rPr kumimoji="0" lang="fr-FR" sz="1100" b="1" i="0" u="none" strike="noStrike" kern="1200" cap="none" spc="0" normalizeH="0" baseline="0" noProof="0">
                  <a:ln>
                    <a:noFill/>
                  </a:ln>
                  <a:solidFill>
                    <a:srgbClr val="0070C0"/>
                  </a:solidFill>
                  <a:effectLst/>
                  <a:uLnTx/>
                  <a:uFillTx/>
                  <a:latin typeface="Avenir LT Std 65 Medium" panose="020B0803020203020204" pitchFamily="34" charset="0"/>
                  <a:ea typeface="+mn-ea"/>
                  <a:cs typeface="+mn-cs"/>
                </a:rPr>
                <a:t>INTERNES</a:t>
              </a:r>
            </a:p>
          </p:txBody>
        </p:sp>
        <p:pic>
          <p:nvPicPr>
            <p:cNvPr id="83" name="Graphique 82" descr="Carnet d'adresses avec un remplissage uni">
              <a:extLst>
                <a:ext uri="{FF2B5EF4-FFF2-40B4-BE49-F238E27FC236}">
                  <a16:creationId xmlns:a16="http://schemas.microsoft.com/office/drawing/2014/main" id="{38C68A9D-2029-34E2-5447-E13A8E443E1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062121" y="5484211"/>
              <a:ext cx="252000" cy="325488"/>
            </a:xfrm>
            <a:prstGeom prst="rect">
              <a:avLst/>
            </a:prstGeom>
          </p:spPr>
        </p:pic>
        <p:sp>
          <p:nvSpPr>
            <p:cNvPr id="84" name="Rectangle 83">
              <a:extLst>
                <a:ext uri="{FF2B5EF4-FFF2-40B4-BE49-F238E27FC236}">
                  <a16:creationId xmlns:a16="http://schemas.microsoft.com/office/drawing/2014/main" id="{65D6E796-BCA4-B503-88C5-4CAB9F5D0038}"/>
                </a:ext>
              </a:extLst>
            </p:cNvPr>
            <p:cNvSpPr/>
            <p:nvPr/>
          </p:nvSpPr>
          <p:spPr>
            <a:xfrm>
              <a:off x="9322016" y="5455636"/>
              <a:ext cx="795166" cy="5112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70C0"/>
                  </a:solidFill>
                  <a:effectLst/>
                  <a:uLnTx/>
                  <a:uFillTx/>
                  <a:latin typeface="Avenir LT Std 55 Roman" panose="020B0503020203020204" pitchFamily="34" charset="0"/>
                  <a:ea typeface="+mn-ea"/>
                  <a:cs typeface="+mn-cs"/>
                  <a:hlinkClick r:id="rId11">
                    <a:extLst>
                      <a:ext uri="{A12FA001-AC4F-418D-AE19-62706E023703}">
                        <ahyp:hlinkClr xmlns:ahyp="http://schemas.microsoft.com/office/drawing/2018/hyperlinkcolor" val="tx"/>
                      </a:ext>
                    </a:extLst>
                  </a:hlinkClick>
                </a:rPr>
                <a:t>Sharepoint Coaching DPML</a:t>
              </a:r>
              <a:endParaRPr kumimoji="0" lang="fr-FR" sz="900" b="0" i="0" u="none" strike="noStrike" kern="1200" cap="none" spc="0" normalizeH="0" baseline="0" noProof="0">
                <a:ln>
                  <a:noFill/>
                </a:ln>
                <a:solidFill>
                  <a:srgbClr val="0070C0"/>
                </a:solidFill>
                <a:effectLst/>
                <a:uLnTx/>
                <a:uFillTx/>
                <a:latin typeface="Avenir LT Std 55 Roman" panose="020B0503020203020204" pitchFamily="34" charset="0"/>
                <a:ea typeface="+mn-ea"/>
                <a:cs typeface="+mn-cs"/>
              </a:endParaRPr>
            </a:p>
          </p:txBody>
        </p:sp>
        <p:sp>
          <p:nvSpPr>
            <p:cNvPr id="85" name="Rectangle : coins arrondis 84">
              <a:extLst>
                <a:ext uri="{FF2B5EF4-FFF2-40B4-BE49-F238E27FC236}">
                  <a16:creationId xmlns:a16="http://schemas.microsoft.com/office/drawing/2014/main" id="{971A0DBE-5E0A-3571-EF35-1C2EAC04591B}"/>
                </a:ext>
              </a:extLst>
            </p:cNvPr>
            <p:cNvSpPr/>
            <p:nvPr/>
          </p:nvSpPr>
          <p:spPr>
            <a:xfrm>
              <a:off x="10232482" y="4868566"/>
              <a:ext cx="1541598" cy="1299436"/>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M’aide</a:t>
              </a:r>
              <a:r>
                <a:rPr kumimoji="0" lang="fr-FR" sz="1050" b="0"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 à renforcer mes compétences relationnelles et managériales pour prévenir les RPS et agir efficacement</a:t>
              </a:r>
            </a:p>
          </p:txBody>
        </p:sp>
      </p:grpSp>
      <p:sp>
        <p:nvSpPr>
          <p:cNvPr id="99" name="Trapèze 98">
            <a:extLst>
              <a:ext uri="{FF2B5EF4-FFF2-40B4-BE49-F238E27FC236}">
                <a16:creationId xmlns:a16="http://schemas.microsoft.com/office/drawing/2014/main" id="{9A7BBA57-117A-FF20-7645-D27E55923640}"/>
              </a:ext>
            </a:extLst>
          </p:cNvPr>
          <p:cNvSpPr/>
          <p:nvPr/>
        </p:nvSpPr>
        <p:spPr>
          <a:xfrm rot="16200000">
            <a:off x="2085556" y="-208683"/>
            <a:ext cx="488902" cy="3347044"/>
          </a:xfrm>
          <a:prstGeom prst="trapezoid">
            <a:avLst/>
          </a:prstGeom>
          <a:solidFill>
            <a:srgbClr val="BD9A2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 lIns="108000" tIns="0" bIns="180000" rtlCol="0" anchor="ctr"/>
          <a:lstStyle/>
          <a:p>
            <a:pPr marL="8890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FFFFFF"/>
                </a:solidFill>
                <a:effectLst/>
                <a:uLnTx/>
                <a:uFillTx/>
                <a:latin typeface="Avenir LT Std 65 Medium" panose="020B0803020203020204" pitchFamily="34" charset="0"/>
                <a:ea typeface="+mn-ea"/>
                <a:cs typeface="+mn-cs"/>
              </a:rPr>
              <a:t>RELAIS</a:t>
            </a:r>
            <a:br>
              <a:rPr kumimoji="0" lang="fr-FR" sz="1200" b="1" i="0" u="none" strike="noStrike" kern="1200" cap="none" spc="0" normalizeH="0" baseline="0" noProof="0">
                <a:ln>
                  <a:noFill/>
                </a:ln>
                <a:solidFill>
                  <a:srgbClr val="FFFFFF"/>
                </a:solidFill>
                <a:effectLst/>
                <a:uLnTx/>
                <a:uFillTx/>
                <a:latin typeface="Avenir LT Std 65 Medium" panose="020B0803020203020204" pitchFamily="34" charset="0"/>
                <a:ea typeface="+mn-ea"/>
                <a:cs typeface="+mn-cs"/>
              </a:rPr>
            </a:br>
            <a:r>
              <a:rPr kumimoji="0" lang="fr-FR" sz="1200" b="1" i="0" u="none" strike="noStrike" kern="1200" cap="none" spc="0" normalizeH="0" baseline="0" noProof="0">
                <a:ln>
                  <a:noFill/>
                </a:ln>
                <a:solidFill>
                  <a:srgbClr val="FFFFFF"/>
                </a:solidFill>
                <a:effectLst/>
                <a:uLnTx/>
                <a:uFillTx/>
                <a:latin typeface="Avenir LT Std 65 Medium" panose="020B0803020203020204" pitchFamily="34" charset="0"/>
                <a:ea typeface="+mn-ea"/>
                <a:cs typeface="+mn-cs"/>
              </a:rPr>
              <a:t>AU SEIN DE MON ENTITÉ</a:t>
            </a:r>
          </a:p>
        </p:txBody>
      </p:sp>
      <p:sp>
        <p:nvSpPr>
          <p:cNvPr id="100" name="Trapèze 99">
            <a:extLst>
              <a:ext uri="{FF2B5EF4-FFF2-40B4-BE49-F238E27FC236}">
                <a16:creationId xmlns:a16="http://schemas.microsoft.com/office/drawing/2014/main" id="{C14F35C1-0C2A-5772-273B-6AAD8BAC7933}"/>
              </a:ext>
            </a:extLst>
          </p:cNvPr>
          <p:cNvSpPr/>
          <p:nvPr/>
        </p:nvSpPr>
        <p:spPr>
          <a:xfrm rot="16200000">
            <a:off x="6211430" y="-987646"/>
            <a:ext cx="714917" cy="4908425"/>
          </a:xfrm>
          <a:prstGeom prst="trapezoid">
            <a:avLst>
              <a:gd name="adj" fmla="val 18760"/>
            </a:avLst>
          </a:prstGeom>
          <a:solidFill>
            <a:srgbClr val="257F5D"/>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FFFFFF"/>
                </a:solidFill>
                <a:effectLst/>
                <a:uLnTx/>
                <a:uFillTx/>
                <a:latin typeface="Avenir LT Std 65 Medium" panose="020B0803020203020204" pitchFamily="34" charset="0"/>
                <a:ea typeface="+mn-ea"/>
                <a:cs typeface="+mn-cs"/>
              </a:rPr>
              <a:t>RELAIS SPÉCIALISÉS SUR MON TERRITOIRE</a:t>
            </a:r>
          </a:p>
        </p:txBody>
      </p:sp>
      <p:sp>
        <p:nvSpPr>
          <p:cNvPr id="101" name="Trapèze 100">
            <a:extLst>
              <a:ext uri="{FF2B5EF4-FFF2-40B4-BE49-F238E27FC236}">
                <a16:creationId xmlns:a16="http://schemas.microsoft.com/office/drawing/2014/main" id="{2FA1950A-2337-0323-6CB7-C97B6DD4C5BF}"/>
              </a:ext>
            </a:extLst>
          </p:cNvPr>
          <p:cNvSpPr/>
          <p:nvPr/>
        </p:nvSpPr>
        <p:spPr>
          <a:xfrm rot="16200000">
            <a:off x="10034952" y="11240"/>
            <a:ext cx="1011445" cy="2852177"/>
          </a:xfrm>
          <a:prstGeom prst="trapezoid">
            <a:avLst>
              <a:gd name="adj" fmla="val 16561"/>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FFFFFF"/>
                </a:solidFill>
                <a:effectLst/>
                <a:uLnTx/>
                <a:uFillTx/>
                <a:latin typeface="Avenir LT Std 65 Medium" panose="020B0803020203020204" pitchFamily="34" charset="0"/>
                <a:ea typeface="+mn-ea"/>
                <a:cs typeface="+mn-cs"/>
              </a:rPr>
              <a:t>RELAIS COMPLÉMENTAIRES EN TERRITOIRE</a:t>
            </a:r>
          </a:p>
        </p:txBody>
      </p:sp>
      <p:sp>
        <p:nvSpPr>
          <p:cNvPr id="11" name="Flèche : droite 10">
            <a:extLst>
              <a:ext uri="{FF2B5EF4-FFF2-40B4-BE49-F238E27FC236}">
                <a16:creationId xmlns:a16="http://schemas.microsoft.com/office/drawing/2014/main" id="{C8E355F2-E23C-1144-F7CF-8C6D97288CDC}"/>
              </a:ext>
            </a:extLst>
          </p:cNvPr>
          <p:cNvSpPr/>
          <p:nvPr/>
        </p:nvSpPr>
        <p:spPr>
          <a:xfrm>
            <a:off x="4006047" y="1302811"/>
            <a:ext cx="312822" cy="345309"/>
          </a:xfrm>
          <a:prstGeom prst="rightArrow">
            <a:avLst/>
          </a:prstGeom>
          <a:solidFill>
            <a:srgbClr val="1E684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14" name="Flèche : droite 13">
            <a:extLst>
              <a:ext uri="{FF2B5EF4-FFF2-40B4-BE49-F238E27FC236}">
                <a16:creationId xmlns:a16="http://schemas.microsoft.com/office/drawing/2014/main" id="{A0736F88-BFBB-016A-F5D6-B7709C7561CD}"/>
              </a:ext>
            </a:extLst>
          </p:cNvPr>
          <p:cNvSpPr/>
          <p:nvPr/>
        </p:nvSpPr>
        <p:spPr>
          <a:xfrm>
            <a:off x="8982412" y="1265218"/>
            <a:ext cx="312822" cy="446006"/>
          </a:xfrm>
          <a:prstGeom prst="rightArrow">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61" name="Flèche : droite 60">
            <a:extLst>
              <a:ext uri="{FF2B5EF4-FFF2-40B4-BE49-F238E27FC236}">
                <a16:creationId xmlns:a16="http://schemas.microsoft.com/office/drawing/2014/main" id="{BE544512-C74E-57EC-7720-266A8DDED166}"/>
              </a:ext>
            </a:extLst>
          </p:cNvPr>
          <p:cNvSpPr/>
          <p:nvPr/>
        </p:nvSpPr>
        <p:spPr>
          <a:xfrm>
            <a:off x="533612" y="1280167"/>
            <a:ext cx="312822" cy="345309"/>
          </a:xfrm>
          <a:prstGeom prst="rightArrow">
            <a:avLst/>
          </a:prstGeom>
          <a:solidFill>
            <a:srgbClr val="BD9A2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103" name="Titre 1">
            <a:extLst>
              <a:ext uri="{FF2B5EF4-FFF2-40B4-BE49-F238E27FC236}">
                <a16:creationId xmlns:a16="http://schemas.microsoft.com/office/drawing/2014/main" id="{A1A9F141-D43D-CDD6-ACC6-23DAA3EE5292}"/>
              </a:ext>
            </a:extLst>
          </p:cNvPr>
          <p:cNvSpPr>
            <a:spLocks noGrp="1"/>
          </p:cNvSpPr>
          <p:nvPr>
            <p:ph type="title"/>
          </p:nvPr>
        </p:nvSpPr>
        <p:spPr>
          <a:xfrm>
            <a:off x="131490" y="58341"/>
            <a:ext cx="11929020" cy="337336"/>
          </a:xfrm>
        </p:spPr>
        <p:txBody>
          <a:bodyPr/>
          <a:lstStyle/>
          <a:p>
            <a:pPr algn="ctr"/>
            <a:r>
              <a:rPr lang="fr-FR">
                <a:solidFill>
                  <a:srgbClr val="00B0F0"/>
                </a:solidFill>
                <a:latin typeface="Avenir LT Std 45 Book" panose="020B0502020203020204" pitchFamily="34" charset="0"/>
              </a:rPr>
              <a:t>Les relais humains pour prévenir et accompagner les RPS </a:t>
            </a:r>
          </a:p>
        </p:txBody>
      </p:sp>
      <p:grpSp>
        <p:nvGrpSpPr>
          <p:cNvPr id="102" name="Groupe 101">
            <a:extLst>
              <a:ext uri="{FF2B5EF4-FFF2-40B4-BE49-F238E27FC236}">
                <a16:creationId xmlns:a16="http://schemas.microsoft.com/office/drawing/2014/main" id="{4FFCCCA3-AE7D-EB46-76D3-DFD20C948314}"/>
              </a:ext>
            </a:extLst>
          </p:cNvPr>
          <p:cNvGrpSpPr/>
          <p:nvPr/>
        </p:nvGrpSpPr>
        <p:grpSpPr>
          <a:xfrm>
            <a:off x="4166792" y="3112194"/>
            <a:ext cx="4782668" cy="1107514"/>
            <a:chOff x="4032318" y="2954165"/>
            <a:chExt cx="4782668" cy="1107514"/>
          </a:xfrm>
        </p:grpSpPr>
        <p:sp>
          <p:nvSpPr>
            <p:cNvPr id="23" name="Rectangle : coins arrondis 22">
              <a:extLst>
                <a:ext uri="{FF2B5EF4-FFF2-40B4-BE49-F238E27FC236}">
                  <a16:creationId xmlns:a16="http://schemas.microsoft.com/office/drawing/2014/main" id="{567F98C9-A57E-DB61-E61D-CA1523CED36F}"/>
                </a:ext>
              </a:extLst>
            </p:cNvPr>
            <p:cNvSpPr/>
            <p:nvPr/>
          </p:nvSpPr>
          <p:spPr>
            <a:xfrm>
              <a:off x="4032318" y="2954165"/>
              <a:ext cx="4782668" cy="11075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504000" rIns="36000" bIns="36000" rtlCol="0" anchor="t"/>
            <a:lstStyle/>
            <a:p>
              <a:pPr marL="273050" marR="0" lvl="0" indent="0" algn="l" defTabSz="914400" rtl="0" eaLnBrk="1" fontAlgn="auto" latinLnBrk="0" hangingPunct="1">
                <a:lnSpc>
                  <a:spcPts val="900"/>
                </a:lnSpc>
                <a:spcBef>
                  <a:spcPts val="0"/>
                </a:spcBef>
                <a:spcAft>
                  <a:spcPts val="0"/>
                </a:spcAft>
                <a:buClrTx/>
                <a:buSzTx/>
                <a:buFontTx/>
                <a:buNone/>
                <a:tabLst/>
                <a:defRPr/>
              </a:pPr>
              <a:endParaRPr kumimoji="0" lang="fr-FR" sz="900" b="0" i="0" u="none" strike="noStrike" kern="1200" cap="none" spc="-20" normalizeH="0" baseline="0" noProof="0">
                <a:ln>
                  <a:noFill/>
                </a:ln>
                <a:solidFill>
                  <a:srgbClr val="000000"/>
                </a:solidFill>
                <a:effectLst/>
                <a:uLnTx/>
                <a:uFillTx/>
                <a:latin typeface="Avenir LT Std 35 Light" panose="020B0402020203020204" pitchFamily="34" charset="0"/>
                <a:ea typeface="+mn-ea"/>
                <a:cs typeface="+mn-cs"/>
              </a:endParaRPr>
            </a:p>
            <a:p>
              <a:pPr marL="0" marR="0" lvl="0" indent="0" algn="l" defTabSz="914400" rtl="0" eaLnBrk="1" fontAlgn="auto" latinLnBrk="0" hangingPunct="1">
                <a:lnSpc>
                  <a:spcPts val="900"/>
                </a:lnSpc>
                <a:spcBef>
                  <a:spcPts val="0"/>
                </a:spcBef>
                <a:spcAft>
                  <a:spcPts val="0"/>
                </a:spcAft>
                <a:buClrTx/>
                <a:buSzTx/>
                <a:buFontTx/>
                <a:buNone/>
                <a:tabLst/>
                <a:defRPr/>
              </a:pPr>
              <a:r>
                <a:rPr kumimoji="0" lang="fr-FR" sz="900" b="0" i="0" u="none" strike="noStrike" kern="1200" cap="none" spc="-20" normalizeH="0" baseline="0" noProof="0">
                  <a:ln>
                    <a:noFill/>
                  </a:ln>
                  <a:solidFill>
                    <a:srgbClr val="000000"/>
                  </a:solidFill>
                  <a:effectLst/>
                  <a:uLnTx/>
                  <a:uFillTx/>
                  <a:latin typeface="Avenir LT Std 35 Light" panose="020B0402020203020204" pitchFamily="34" charset="0"/>
                  <a:ea typeface="+mn-ea"/>
                  <a:cs typeface="+mn-cs"/>
                </a:rPr>
                <a:t>       </a:t>
              </a:r>
            </a:p>
          </p:txBody>
        </p:sp>
        <p:grpSp>
          <p:nvGrpSpPr>
            <p:cNvPr id="95" name="Groupe 94">
              <a:extLst>
                <a:ext uri="{FF2B5EF4-FFF2-40B4-BE49-F238E27FC236}">
                  <a16:creationId xmlns:a16="http://schemas.microsoft.com/office/drawing/2014/main" id="{515B4F16-43CD-DB6C-215A-9E7958E074EB}"/>
                </a:ext>
              </a:extLst>
            </p:cNvPr>
            <p:cNvGrpSpPr/>
            <p:nvPr/>
          </p:nvGrpSpPr>
          <p:grpSpPr>
            <a:xfrm>
              <a:off x="4032519" y="2964190"/>
              <a:ext cx="4663071" cy="1097444"/>
              <a:chOff x="4032519" y="2964190"/>
              <a:chExt cx="4663071" cy="1097444"/>
            </a:xfrm>
          </p:grpSpPr>
          <p:sp>
            <p:nvSpPr>
              <p:cNvPr id="24" name="Rectangle 23">
                <a:extLst>
                  <a:ext uri="{FF2B5EF4-FFF2-40B4-BE49-F238E27FC236}">
                    <a16:creationId xmlns:a16="http://schemas.microsoft.com/office/drawing/2014/main" id="{4D069596-52FD-A624-79FB-A42440639E73}"/>
                  </a:ext>
                </a:extLst>
              </p:cNvPr>
              <p:cNvSpPr/>
              <p:nvPr/>
            </p:nvSpPr>
            <p:spPr>
              <a:xfrm>
                <a:off x="4166831" y="3026332"/>
                <a:ext cx="1685276" cy="3381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30" normalizeH="0" baseline="0" noProof="0">
                    <a:ln>
                      <a:noFill/>
                    </a:ln>
                    <a:solidFill>
                      <a:srgbClr val="154734"/>
                    </a:solidFill>
                    <a:effectLst/>
                    <a:uLnTx/>
                    <a:uFillTx/>
                    <a:latin typeface="Avenir LT Std 65 Medium" panose="020B0803020203020204" pitchFamily="34" charset="0"/>
                    <a:ea typeface="+mn-ea"/>
                    <a:cs typeface="+mn-cs"/>
                  </a:rPr>
                  <a:t>PÔLE DE SOUTIEN PSYCHOLOGIQUE  (PSP)</a:t>
                </a:r>
              </a:p>
            </p:txBody>
          </p:sp>
          <p:sp>
            <p:nvSpPr>
              <p:cNvPr id="29" name="Rectangle 28">
                <a:extLst>
                  <a:ext uri="{FF2B5EF4-FFF2-40B4-BE49-F238E27FC236}">
                    <a16:creationId xmlns:a16="http://schemas.microsoft.com/office/drawing/2014/main" id="{0A91FBB3-F1F4-5E98-71BB-CD4F4C14C172}"/>
                  </a:ext>
                </a:extLst>
              </p:cNvPr>
              <p:cNvSpPr/>
              <p:nvPr/>
            </p:nvSpPr>
            <p:spPr>
              <a:xfrm>
                <a:off x="4286866" y="3635234"/>
                <a:ext cx="1605223" cy="3381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30" normalizeH="0" baseline="0" noProof="0">
                    <a:ln>
                      <a:noFill/>
                    </a:ln>
                    <a:solidFill>
                      <a:srgbClr val="154734"/>
                    </a:solidFill>
                    <a:effectLst/>
                    <a:uLnTx/>
                    <a:uFillTx/>
                    <a:latin typeface="Avenir LT Std 55 Roman" panose="020B0503020203020204" pitchFamily="34" charset="0"/>
                    <a:ea typeface="+mn-ea"/>
                    <a:cs typeface="+mn-cs"/>
                  </a:rPr>
                  <a:t>Numéro vert unique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rPr>
                  <a:t>0800 39 17 87</a:t>
                </a:r>
                <a:endParaRPr kumimoji="0" lang="fr-FR" sz="1000" b="0" i="0" u="none" strike="noStrike" kern="1200" cap="none" spc="0" normalizeH="0" baseline="0" noProof="0">
                  <a:ln>
                    <a:noFill/>
                  </a:ln>
                  <a:solidFill>
                    <a:srgbClr val="154734"/>
                  </a:solidFill>
                  <a:effectLst/>
                  <a:uLnTx/>
                  <a:uFillTx/>
                  <a:latin typeface="Avenir LT Std 35 Light" panose="020B04020202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40" normalizeH="0" baseline="0" noProof="0">
                    <a:ln>
                      <a:noFill/>
                    </a:ln>
                    <a:solidFill>
                      <a:srgbClr val="FFFFFF">
                        <a:lumMod val="50000"/>
                      </a:srgbClr>
                    </a:solidFill>
                    <a:effectLst/>
                    <a:uLnTx/>
                    <a:uFillTx/>
                    <a:latin typeface="Avenir LT Std 35 Light" panose="020B0402020203020204" pitchFamily="34" charset="0"/>
                    <a:ea typeface="+mn-ea"/>
                    <a:cs typeface="+mn-cs"/>
                  </a:rPr>
                  <a:t>Lun-</a:t>
                </a:r>
                <a:r>
                  <a:rPr kumimoji="0" lang="fr-FR" sz="800" b="0" i="1" u="none" strike="noStrike" kern="1200" cap="none" spc="-40" normalizeH="0" baseline="0" noProof="0" err="1">
                    <a:ln>
                      <a:noFill/>
                    </a:ln>
                    <a:solidFill>
                      <a:srgbClr val="FFFFFF">
                        <a:lumMod val="50000"/>
                      </a:srgbClr>
                    </a:solidFill>
                    <a:effectLst/>
                    <a:uLnTx/>
                    <a:uFillTx/>
                    <a:latin typeface="Avenir LT Std 35 Light" panose="020B0402020203020204" pitchFamily="34" charset="0"/>
                    <a:ea typeface="+mn-ea"/>
                    <a:cs typeface="+mn-cs"/>
                  </a:rPr>
                  <a:t>ven</a:t>
                </a:r>
                <a:r>
                  <a:rPr kumimoji="0" lang="fr-FR" sz="800" b="0" i="1" u="none" strike="noStrike" kern="1200" cap="none" spc="-40" normalizeH="0" baseline="0" noProof="0">
                    <a:ln>
                      <a:noFill/>
                    </a:ln>
                    <a:solidFill>
                      <a:srgbClr val="FFFFFF">
                        <a:lumMod val="50000"/>
                      </a:srgbClr>
                    </a:solidFill>
                    <a:effectLst/>
                    <a:uLnTx/>
                    <a:uFillTx/>
                    <a:latin typeface="Avenir LT Std 35 Light" panose="020B0402020203020204" pitchFamily="34" charset="0"/>
                    <a:ea typeface="+mn-ea"/>
                    <a:cs typeface="+mn-cs"/>
                  </a:rPr>
                  <a:t> : 8h-18h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40" normalizeH="0" baseline="0" noProof="0">
                    <a:ln>
                      <a:noFill/>
                    </a:ln>
                    <a:solidFill>
                      <a:srgbClr val="FFFFFF">
                        <a:lumMod val="50000"/>
                      </a:srgbClr>
                    </a:solidFill>
                    <a:effectLst/>
                    <a:uLnTx/>
                    <a:uFillTx/>
                    <a:latin typeface="Avenir LT Std 35 Light" panose="020B0402020203020204" pitchFamily="34" charset="0"/>
                    <a:ea typeface="+mn-ea"/>
                    <a:cs typeface="+mn-cs"/>
                  </a:rPr>
                  <a:t>Nuit et </a:t>
                </a:r>
                <a:r>
                  <a:rPr kumimoji="0" lang="fr-FR" sz="800" b="0" i="1" u="none" strike="noStrike" kern="1200" cap="none" spc="-40" normalizeH="0" baseline="0" noProof="0" err="1">
                    <a:ln>
                      <a:noFill/>
                    </a:ln>
                    <a:solidFill>
                      <a:srgbClr val="FFFFFF">
                        <a:lumMod val="50000"/>
                      </a:srgbClr>
                    </a:solidFill>
                    <a:effectLst/>
                    <a:uLnTx/>
                    <a:uFillTx/>
                    <a:latin typeface="Avenir LT Std 35 Light" panose="020B0402020203020204" pitchFamily="34" charset="0"/>
                    <a:ea typeface="+mn-ea"/>
                    <a:cs typeface="+mn-cs"/>
                  </a:rPr>
                  <a:t>we</a:t>
                </a:r>
                <a:r>
                  <a:rPr kumimoji="0" lang="fr-FR" sz="800" b="0" i="1" u="none" strike="noStrike" kern="1200" cap="none" spc="-40" normalizeH="0" baseline="0" noProof="0">
                    <a:ln>
                      <a:noFill/>
                    </a:ln>
                    <a:solidFill>
                      <a:srgbClr val="FFFFFF">
                        <a:lumMod val="50000"/>
                      </a:srgbClr>
                    </a:solidFill>
                    <a:effectLst/>
                    <a:uLnTx/>
                    <a:uFillTx/>
                    <a:latin typeface="Avenir LT Std 35 Light" panose="020B0402020203020204" pitchFamily="34" charset="0"/>
                    <a:ea typeface="+mn-ea"/>
                    <a:cs typeface="+mn-cs"/>
                  </a:rPr>
                  <a:t> si  événement grave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000" b="1" i="0"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endParaRPr>
              </a:p>
            </p:txBody>
          </p:sp>
          <p:pic>
            <p:nvPicPr>
              <p:cNvPr id="48" name="Graphique 47" descr="Combiné avec un remplissage uni">
                <a:extLst>
                  <a:ext uri="{FF2B5EF4-FFF2-40B4-BE49-F238E27FC236}">
                    <a16:creationId xmlns:a16="http://schemas.microsoft.com/office/drawing/2014/main" id="{4F8264B8-05EB-A4C6-68DC-3D564A1889F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1540132">
                <a:off x="4032519" y="3483947"/>
                <a:ext cx="252000" cy="252000"/>
              </a:xfrm>
              <a:prstGeom prst="rect">
                <a:avLst/>
              </a:prstGeom>
            </p:spPr>
          </p:pic>
          <p:sp>
            <p:nvSpPr>
              <p:cNvPr id="4" name="Rectangle : coins arrondis 3">
                <a:extLst>
                  <a:ext uri="{FF2B5EF4-FFF2-40B4-BE49-F238E27FC236}">
                    <a16:creationId xmlns:a16="http://schemas.microsoft.com/office/drawing/2014/main" id="{66BECE13-DBFE-2A47-A84E-E0C920AFC40D}"/>
                  </a:ext>
                </a:extLst>
              </p:cNvPr>
              <p:cNvSpPr/>
              <p:nvPr/>
            </p:nvSpPr>
            <p:spPr>
              <a:xfrm>
                <a:off x="6067590" y="2964190"/>
                <a:ext cx="2628000" cy="1097444"/>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Offre un soutien psychologique </a:t>
                </a:r>
                <a:r>
                  <a:rPr kumimoji="0" lang="fr-FR" sz="1000" b="0"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aux salariés et aux collectifs de travail exposés à un stress professionnel ou à un évènement impactant, et </a:t>
                </a:r>
                <a:r>
                  <a:rPr kumimoji="0" lang="fr-FR" sz="1000" b="1"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m'accompagne</a:t>
                </a:r>
                <a:r>
                  <a:rPr kumimoji="0" lang="fr-FR" sz="1000" b="0"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 en tant que manager, dans la gestion des situations préoccupantes et l'accompagnement des agents en difficulté</a:t>
                </a:r>
              </a:p>
            </p:txBody>
          </p:sp>
        </p:grpSp>
      </p:grpSp>
      <p:sp>
        <p:nvSpPr>
          <p:cNvPr id="54" name="Forme libre : forme 53">
            <a:extLst>
              <a:ext uri="{FF2B5EF4-FFF2-40B4-BE49-F238E27FC236}">
                <a16:creationId xmlns:a16="http://schemas.microsoft.com/office/drawing/2014/main" id="{01CC19C4-E1E8-4B5E-2B54-B85094DE0116}"/>
              </a:ext>
            </a:extLst>
          </p:cNvPr>
          <p:cNvSpPr>
            <a:spLocks noChangeAspect="1"/>
          </p:cNvSpPr>
          <p:nvPr/>
        </p:nvSpPr>
        <p:spPr>
          <a:xfrm>
            <a:off x="119545" y="6513610"/>
            <a:ext cx="252000" cy="264140"/>
          </a:xfrm>
          <a:custGeom>
            <a:avLst/>
            <a:gdLst>
              <a:gd name="csX0" fmla="*/ 259662 w 850473"/>
              <a:gd name="csY0" fmla="*/ 1269 h 891445"/>
              <a:gd name="csX1" fmla="*/ 267029 w 850473"/>
              <a:gd name="csY1" fmla="*/ 4320 h 891445"/>
              <a:gd name="csX2" fmla="*/ 267029 w 850473"/>
              <a:gd name="csY2" fmla="*/ 156568 h 891445"/>
              <a:gd name="csX3" fmla="*/ 480713 w 850473"/>
              <a:gd name="csY3" fmla="*/ 156568 h 891445"/>
              <a:gd name="csX4" fmla="*/ 850474 w 850473"/>
              <a:gd name="csY4" fmla="*/ 526328 h 891445"/>
              <a:gd name="csX5" fmla="*/ 518699 w 850473"/>
              <a:gd name="csY5" fmla="*/ 891364 h 891445"/>
              <a:gd name="csX6" fmla="*/ 516429 w 850473"/>
              <a:gd name="csY6" fmla="*/ 883104 h 891445"/>
              <a:gd name="csX7" fmla="*/ 633853 w 850473"/>
              <a:gd name="csY7" fmla="*/ 445030 h 891445"/>
              <a:gd name="csX8" fmla="*/ 450716 w 850473"/>
              <a:gd name="csY8" fmla="*/ 368868 h 891445"/>
              <a:gd name="csX9" fmla="*/ 266988 w 850473"/>
              <a:gd name="csY9" fmla="*/ 368868 h 891445"/>
              <a:gd name="csX10" fmla="*/ 266988 w 850473"/>
              <a:gd name="csY10" fmla="*/ 521115 h 891445"/>
              <a:gd name="csX11" fmla="*/ 259621 w 850473"/>
              <a:gd name="csY11" fmla="*/ 524166 h 891445"/>
              <a:gd name="csX12" fmla="*/ 1256 w 850473"/>
              <a:gd name="csY12" fmla="*/ 265762 h 891445"/>
              <a:gd name="csX13" fmla="*/ 1256 w 850473"/>
              <a:gd name="csY13" fmla="*/ 259660 h 8914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850473" h="891445">
                <a:moveTo>
                  <a:pt x="259662" y="1269"/>
                </a:moveTo>
                <a:cubicBezTo>
                  <a:pt x="262378" y="-1447"/>
                  <a:pt x="267029" y="488"/>
                  <a:pt x="267029" y="4320"/>
                </a:cubicBezTo>
                <a:lnTo>
                  <a:pt x="267029" y="156568"/>
                </a:lnTo>
                <a:lnTo>
                  <a:pt x="480713" y="156568"/>
                </a:lnTo>
                <a:cubicBezTo>
                  <a:pt x="684091" y="156568"/>
                  <a:pt x="850474" y="322960"/>
                  <a:pt x="850474" y="526328"/>
                </a:cubicBezTo>
                <a:cubicBezTo>
                  <a:pt x="850474" y="726201"/>
                  <a:pt x="713552" y="862456"/>
                  <a:pt x="518699" y="891364"/>
                </a:cubicBezTo>
                <a:cubicBezTo>
                  <a:pt x="512299" y="892332"/>
                  <a:pt x="511555" y="884369"/>
                  <a:pt x="516429" y="883104"/>
                </a:cubicBezTo>
                <a:cubicBezTo>
                  <a:pt x="702614" y="834066"/>
                  <a:pt x="779672" y="590839"/>
                  <a:pt x="633853" y="445030"/>
                </a:cubicBezTo>
                <a:cubicBezTo>
                  <a:pt x="585149" y="396326"/>
                  <a:pt x="519668" y="368868"/>
                  <a:pt x="450716" y="368868"/>
                </a:cubicBezTo>
                <a:lnTo>
                  <a:pt x="266988" y="368868"/>
                </a:lnTo>
                <a:lnTo>
                  <a:pt x="266988" y="521115"/>
                </a:lnTo>
                <a:cubicBezTo>
                  <a:pt x="266988" y="524948"/>
                  <a:pt x="262338" y="526882"/>
                  <a:pt x="259621" y="524166"/>
                </a:cubicBezTo>
                <a:lnTo>
                  <a:pt x="1256" y="265762"/>
                </a:lnTo>
                <a:cubicBezTo>
                  <a:pt x="-419" y="264088"/>
                  <a:pt x="-419" y="261335"/>
                  <a:pt x="1256" y="259660"/>
                </a:cubicBezTo>
                <a:close/>
              </a:path>
            </a:pathLst>
          </a:custGeom>
          <a:solidFill>
            <a:schemeClr val="bg1"/>
          </a:solidFill>
          <a:ln w="9525"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pic>
        <p:nvPicPr>
          <p:cNvPr id="82" name="Graphique 81" descr="Utilisateur avec un remplissage uni">
            <a:extLst>
              <a:ext uri="{FF2B5EF4-FFF2-40B4-BE49-F238E27FC236}">
                <a16:creationId xmlns:a16="http://schemas.microsoft.com/office/drawing/2014/main" id="{9CCC6BEA-3340-2B7C-F1E7-8A1CDD63C8AB}"/>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rot="16200000">
            <a:off x="161167" y="5148850"/>
            <a:ext cx="360000" cy="360000"/>
          </a:xfrm>
          <a:prstGeom prst="rect">
            <a:avLst/>
          </a:prstGeom>
        </p:spPr>
      </p:pic>
      <p:pic>
        <p:nvPicPr>
          <p:cNvPr id="87" name="Graphique 86" descr="Ampoule et engrenage contour">
            <a:extLst>
              <a:ext uri="{FF2B5EF4-FFF2-40B4-BE49-F238E27FC236}">
                <a16:creationId xmlns:a16="http://schemas.microsoft.com/office/drawing/2014/main" id="{5D8A1E2A-A95B-EC4E-699A-3DDE824D3F54}"/>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4182" y="478130"/>
            <a:ext cx="432000" cy="432000"/>
          </a:xfrm>
          <a:prstGeom prst="rect">
            <a:avLst/>
          </a:prstGeom>
        </p:spPr>
      </p:pic>
      <p:sp>
        <p:nvSpPr>
          <p:cNvPr id="16" name="Rectangle 15">
            <a:extLst>
              <a:ext uri="{FF2B5EF4-FFF2-40B4-BE49-F238E27FC236}">
                <a16:creationId xmlns:a16="http://schemas.microsoft.com/office/drawing/2014/main" id="{0B598F80-D420-7859-A2E9-3BEF218DAA05}"/>
              </a:ext>
            </a:extLst>
          </p:cNvPr>
          <p:cNvSpPr/>
          <p:nvPr/>
        </p:nvSpPr>
        <p:spPr>
          <a:xfrm>
            <a:off x="10667999" y="49334"/>
            <a:ext cx="1475065" cy="28990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0000"/>
                </a:solidFill>
                <a:effectLst/>
                <a:uLnTx/>
                <a:uFillTx/>
                <a:latin typeface="Arial"/>
                <a:ea typeface="+mn-ea"/>
                <a:cs typeface="+mn-cs"/>
              </a:rPr>
              <a:t>En cours de relecture par les experts spécialisés</a:t>
            </a:r>
          </a:p>
        </p:txBody>
      </p:sp>
      <p:grpSp>
        <p:nvGrpSpPr>
          <p:cNvPr id="26" name="Groupe 25">
            <a:extLst>
              <a:ext uri="{FF2B5EF4-FFF2-40B4-BE49-F238E27FC236}">
                <a16:creationId xmlns:a16="http://schemas.microsoft.com/office/drawing/2014/main" id="{937EC714-1DDD-B1A2-A5B6-F4637099B440}"/>
              </a:ext>
            </a:extLst>
          </p:cNvPr>
          <p:cNvGrpSpPr>
            <a:grpSpLocks noChangeAspect="1"/>
          </p:cNvGrpSpPr>
          <p:nvPr/>
        </p:nvGrpSpPr>
        <p:grpSpPr>
          <a:xfrm>
            <a:off x="11001871" y="6336764"/>
            <a:ext cx="1082632" cy="444130"/>
            <a:chOff x="5810" y="1578917"/>
            <a:chExt cx="559801" cy="229645"/>
          </a:xfrm>
        </p:grpSpPr>
        <p:sp>
          <p:nvSpPr>
            <p:cNvPr id="27" name="Rectangle : coins arrondis 26">
              <a:hlinkClick r:id="rId14" action="ppaction://hlinksldjump"/>
              <a:extLst>
                <a:ext uri="{FF2B5EF4-FFF2-40B4-BE49-F238E27FC236}">
                  <a16:creationId xmlns:a16="http://schemas.microsoft.com/office/drawing/2014/main" id="{7FBFE8D5-319B-5239-C5B9-75D22AE515F7}"/>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indent="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hlinkClick r:id="rId14"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endParaRPr>
            </a:p>
          </p:txBody>
        </p:sp>
        <p:pic>
          <p:nvPicPr>
            <p:cNvPr id="28" name="Graphique 27" descr="Retour avec un remplissage uni">
              <a:hlinkClick r:id="rId14" action="ppaction://hlinksldjump"/>
              <a:extLst>
                <a:ext uri="{FF2B5EF4-FFF2-40B4-BE49-F238E27FC236}">
                  <a16:creationId xmlns:a16="http://schemas.microsoft.com/office/drawing/2014/main" id="{15F3F116-278B-43A1-CA71-7EB8521EE746}"/>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19060" y="1578917"/>
              <a:ext cx="229645" cy="229645"/>
            </a:xfrm>
            <a:prstGeom prst="rect">
              <a:avLst/>
            </a:prstGeom>
          </p:spPr>
        </p:pic>
      </p:grpSp>
    </p:spTree>
    <p:extLst>
      <p:ext uri="{BB962C8B-B14F-4D97-AF65-F5344CB8AC3E}">
        <p14:creationId xmlns:p14="http://schemas.microsoft.com/office/powerpoint/2010/main" val="2214703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9667B7-A3F5-51F0-DCD4-4B96372E3A8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756DD71-2B0F-EC94-C8C9-34F39AB7588A}"/>
              </a:ext>
            </a:extLst>
          </p:cNvPr>
          <p:cNvSpPr>
            <a:spLocks noGrp="1" noRot="1" noMove="1" noResize="1" noEditPoints="1" noAdjustHandles="1" noChangeArrowheads="1" noChangeShapeType="1"/>
          </p:cNvSpPr>
          <p:nvPr/>
        </p:nvSpPr>
        <p:spPr>
          <a:xfrm>
            <a:off x="13840" y="-1274"/>
            <a:ext cx="12160800" cy="6840000"/>
          </a:xfrm>
          <a:prstGeom prst="rect">
            <a:avLst/>
          </a:prstGeom>
          <a:solidFill>
            <a:schemeClr val="bg1"/>
          </a:solidFill>
          <a:ln w="28575">
            <a:gradFill>
              <a:gsLst>
                <a:gs pos="0">
                  <a:srgbClr val="00205B"/>
                </a:gs>
                <a:gs pos="100000">
                  <a:srgbClr val="0084D4"/>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venir LT Std 45 Book" panose="020B0502020203020204" pitchFamily="34" charset="0"/>
              <a:ea typeface="+mn-ea"/>
              <a:cs typeface="+mn-cs"/>
            </a:endParaRPr>
          </a:p>
        </p:txBody>
      </p:sp>
      <p:grpSp>
        <p:nvGrpSpPr>
          <p:cNvPr id="143" name="Groupe 142">
            <a:extLst>
              <a:ext uri="{FF2B5EF4-FFF2-40B4-BE49-F238E27FC236}">
                <a16:creationId xmlns:a16="http://schemas.microsoft.com/office/drawing/2014/main" id="{17B5A5B4-AAC5-8EBA-CBBF-25EF69EC2435}"/>
              </a:ext>
            </a:extLst>
          </p:cNvPr>
          <p:cNvGrpSpPr/>
          <p:nvPr/>
        </p:nvGrpSpPr>
        <p:grpSpPr>
          <a:xfrm>
            <a:off x="2798375" y="996293"/>
            <a:ext cx="8555760" cy="4923222"/>
            <a:chOff x="2578000" y="972786"/>
            <a:chExt cx="8555760" cy="4923222"/>
          </a:xfrm>
        </p:grpSpPr>
        <p:sp>
          <p:nvSpPr>
            <p:cNvPr id="140" name="Forme libre : forme 139">
              <a:extLst>
                <a:ext uri="{FF2B5EF4-FFF2-40B4-BE49-F238E27FC236}">
                  <a16:creationId xmlns:a16="http://schemas.microsoft.com/office/drawing/2014/main" id="{949AF66C-BBA9-FD77-81A2-8E9F0E199F4C}"/>
                </a:ext>
              </a:extLst>
            </p:cNvPr>
            <p:cNvSpPr/>
            <p:nvPr/>
          </p:nvSpPr>
          <p:spPr>
            <a:xfrm>
              <a:off x="2657227" y="984331"/>
              <a:ext cx="8370144" cy="4911677"/>
            </a:xfrm>
            <a:custGeom>
              <a:avLst/>
              <a:gdLst>
                <a:gd name="csX0" fmla="*/ 299671 w 8405309"/>
                <a:gd name="csY0" fmla="*/ 0 h 4643527"/>
                <a:gd name="csX1" fmla="*/ 3835 w 8405309"/>
                <a:gd name="csY1" fmla="*/ 842682 h 4643527"/>
                <a:gd name="csX2" fmla="*/ 174165 w 8405309"/>
                <a:gd name="csY2" fmla="*/ 1210235 h 4643527"/>
                <a:gd name="csX3" fmla="*/ 756871 w 8405309"/>
                <a:gd name="csY3" fmla="*/ 1739153 h 4643527"/>
                <a:gd name="csX4" fmla="*/ 1232000 w 8405309"/>
                <a:gd name="csY4" fmla="*/ 2097741 h 4643527"/>
                <a:gd name="csX5" fmla="*/ 1931247 w 8405309"/>
                <a:gd name="csY5" fmla="*/ 2590800 h 4643527"/>
                <a:gd name="csX6" fmla="*/ 2540847 w 8405309"/>
                <a:gd name="csY6" fmla="*/ 2823882 h 4643527"/>
                <a:gd name="csX7" fmla="*/ 3150447 w 8405309"/>
                <a:gd name="csY7" fmla="*/ 2868706 h 4643527"/>
                <a:gd name="csX8" fmla="*/ 3786941 w 8405309"/>
                <a:gd name="csY8" fmla="*/ 1425388 h 4643527"/>
                <a:gd name="csX9" fmla="*/ 6395671 w 8405309"/>
                <a:gd name="csY9" fmla="*/ 1667435 h 4643527"/>
                <a:gd name="csX10" fmla="*/ 8385835 w 8405309"/>
                <a:gd name="csY10" fmla="*/ 2814918 h 4643527"/>
                <a:gd name="csX11" fmla="*/ 7399718 w 8405309"/>
                <a:gd name="csY11" fmla="*/ 4428565 h 4643527"/>
                <a:gd name="csX12" fmla="*/ 7229388 w 8405309"/>
                <a:gd name="csY12" fmla="*/ 4580965 h 46435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8405309" h="4643527">
                  <a:moveTo>
                    <a:pt x="299671" y="0"/>
                  </a:moveTo>
                  <a:cubicBezTo>
                    <a:pt x="162212" y="320488"/>
                    <a:pt x="24753" y="640976"/>
                    <a:pt x="3835" y="842682"/>
                  </a:cubicBezTo>
                  <a:cubicBezTo>
                    <a:pt x="-17083" y="1044388"/>
                    <a:pt x="48659" y="1060823"/>
                    <a:pt x="174165" y="1210235"/>
                  </a:cubicBezTo>
                  <a:cubicBezTo>
                    <a:pt x="299671" y="1359647"/>
                    <a:pt x="580565" y="1591235"/>
                    <a:pt x="756871" y="1739153"/>
                  </a:cubicBezTo>
                  <a:cubicBezTo>
                    <a:pt x="933177" y="1887071"/>
                    <a:pt x="1036271" y="1955800"/>
                    <a:pt x="1232000" y="2097741"/>
                  </a:cubicBezTo>
                  <a:cubicBezTo>
                    <a:pt x="1427729" y="2239682"/>
                    <a:pt x="1713106" y="2469777"/>
                    <a:pt x="1931247" y="2590800"/>
                  </a:cubicBezTo>
                  <a:cubicBezTo>
                    <a:pt x="2149388" y="2711824"/>
                    <a:pt x="2337647" y="2777564"/>
                    <a:pt x="2540847" y="2823882"/>
                  </a:cubicBezTo>
                  <a:cubicBezTo>
                    <a:pt x="2744047" y="2870200"/>
                    <a:pt x="2942765" y="3101788"/>
                    <a:pt x="3150447" y="2868706"/>
                  </a:cubicBezTo>
                  <a:cubicBezTo>
                    <a:pt x="3358129" y="2635624"/>
                    <a:pt x="3246070" y="1625600"/>
                    <a:pt x="3786941" y="1425388"/>
                  </a:cubicBezTo>
                  <a:cubicBezTo>
                    <a:pt x="4327812" y="1225176"/>
                    <a:pt x="5629189" y="1435847"/>
                    <a:pt x="6395671" y="1667435"/>
                  </a:cubicBezTo>
                  <a:cubicBezTo>
                    <a:pt x="7162153" y="1899023"/>
                    <a:pt x="8218494" y="2354730"/>
                    <a:pt x="8385835" y="2814918"/>
                  </a:cubicBezTo>
                  <a:cubicBezTo>
                    <a:pt x="8553176" y="3275106"/>
                    <a:pt x="7592459" y="4134224"/>
                    <a:pt x="7399718" y="4428565"/>
                  </a:cubicBezTo>
                  <a:cubicBezTo>
                    <a:pt x="7206977" y="4722906"/>
                    <a:pt x="7218182" y="4651935"/>
                    <a:pt x="7229388" y="4580965"/>
                  </a:cubicBezTo>
                </a:path>
              </a:pathLst>
            </a:custGeom>
            <a:noFill/>
            <a:ln w="381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FFFFFF"/>
                </a:solidFill>
                <a:effectLst/>
                <a:uLnTx/>
                <a:uFillTx/>
                <a:latin typeface="Arial"/>
                <a:ea typeface="+mn-ea"/>
                <a:cs typeface="+mn-cs"/>
              </a:endParaRPr>
            </a:p>
          </p:txBody>
        </p:sp>
        <p:sp>
          <p:nvSpPr>
            <p:cNvPr id="139" name="Forme libre : forme 138">
              <a:extLst>
                <a:ext uri="{FF2B5EF4-FFF2-40B4-BE49-F238E27FC236}">
                  <a16:creationId xmlns:a16="http://schemas.microsoft.com/office/drawing/2014/main" id="{CB134570-81F0-6689-447D-46A63D1DF299}"/>
                </a:ext>
              </a:extLst>
            </p:cNvPr>
            <p:cNvSpPr/>
            <p:nvPr/>
          </p:nvSpPr>
          <p:spPr>
            <a:xfrm>
              <a:off x="2728451" y="1026576"/>
              <a:ext cx="8405309" cy="4863047"/>
            </a:xfrm>
            <a:custGeom>
              <a:avLst/>
              <a:gdLst>
                <a:gd name="csX0" fmla="*/ 299671 w 8405309"/>
                <a:gd name="csY0" fmla="*/ 0 h 4643527"/>
                <a:gd name="csX1" fmla="*/ 3835 w 8405309"/>
                <a:gd name="csY1" fmla="*/ 842682 h 4643527"/>
                <a:gd name="csX2" fmla="*/ 174165 w 8405309"/>
                <a:gd name="csY2" fmla="*/ 1210235 h 4643527"/>
                <a:gd name="csX3" fmla="*/ 756871 w 8405309"/>
                <a:gd name="csY3" fmla="*/ 1739153 h 4643527"/>
                <a:gd name="csX4" fmla="*/ 1232000 w 8405309"/>
                <a:gd name="csY4" fmla="*/ 2097741 h 4643527"/>
                <a:gd name="csX5" fmla="*/ 1931247 w 8405309"/>
                <a:gd name="csY5" fmla="*/ 2590800 h 4643527"/>
                <a:gd name="csX6" fmla="*/ 2540847 w 8405309"/>
                <a:gd name="csY6" fmla="*/ 2823882 h 4643527"/>
                <a:gd name="csX7" fmla="*/ 3150447 w 8405309"/>
                <a:gd name="csY7" fmla="*/ 2868706 h 4643527"/>
                <a:gd name="csX8" fmla="*/ 3786941 w 8405309"/>
                <a:gd name="csY8" fmla="*/ 1425388 h 4643527"/>
                <a:gd name="csX9" fmla="*/ 6395671 w 8405309"/>
                <a:gd name="csY9" fmla="*/ 1667435 h 4643527"/>
                <a:gd name="csX10" fmla="*/ 8385835 w 8405309"/>
                <a:gd name="csY10" fmla="*/ 2814918 h 4643527"/>
                <a:gd name="csX11" fmla="*/ 7399718 w 8405309"/>
                <a:gd name="csY11" fmla="*/ 4428565 h 4643527"/>
                <a:gd name="csX12" fmla="*/ 7229388 w 8405309"/>
                <a:gd name="csY12" fmla="*/ 4580965 h 46435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8405309" h="4643527">
                  <a:moveTo>
                    <a:pt x="299671" y="0"/>
                  </a:moveTo>
                  <a:cubicBezTo>
                    <a:pt x="162212" y="320488"/>
                    <a:pt x="24753" y="640976"/>
                    <a:pt x="3835" y="842682"/>
                  </a:cubicBezTo>
                  <a:cubicBezTo>
                    <a:pt x="-17083" y="1044388"/>
                    <a:pt x="48659" y="1060823"/>
                    <a:pt x="174165" y="1210235"/>
                  </a:cubicBezTo>
                  <a:cubicBezTo>
                    <a:pt x="299671" y="1359647"/>
                    <a:pt x="580565" y="1591235"/>
                    <a:pt x="756871" y="1739153"/>
                  </a:cubicBezTo>
                  <a:cubicBezTo>
                    <a:pt x="933177" y="1887071"/>
                    <a:pt x="1036271" y="1955800"/>
                    <a:pt x="1232000" y="2097741"/>
                  </a:cubicBezTo>
                  <a:cubicBezTo>
                    <a:pt x="1427729" y="2239682"/>
                    <a:pt x="1713106" y="2469777"/>
                    <a:pt x="1931247" y="2590800"/>
                  </a:cubicBezTo>
                  <a:cubicBezTo>
                    <a:pt x="2149388" y="2711824"/>
                    <a:pt x="2337647" y="2777564"/>
                    <a:pt x="2540847" y="2823882"/>
                  </a:cubicBezTo>
                  <a:cubicBezTo>
                    <a:pt x="2744047" y="2870200"/>
                    <a:pt x="2942765" y="3101788"/>
                    <a:pt x="3150447" y="2868706"/>
                  </a:cubicBezTo>
                  <a:cubicBezTo>
                    <a:pt x="3358129" y="2635624"/>
                    <a:pt x="3246070" y="1625600"/>
                    <a:pt x="3786941" y="1425388"/>
                  </a:cubicBezTo>
                  <a:cubicBezTo>
                    <a:pt x="4327812" y="1225176"/>
                    <a:pt x="5629189" y="1435847"/>
                    <a:pt x="6395671" y="1667435"/>
                  </a:cubicBezTo>
                  <a:cubicBezTo>
                    <a:pt x="7162153" y="1899023"/>
                    <a:pt x="8218494" y="2354730"/>
                    <a:pt x="8385835" y="2814918"/>
                  </a:cubicBezTo>
                  <a:cubicBezTo>
                    <a:pt x="8553176" y="3275106"/>
                    <a:pt x="7592459" y="4134224"/>
                    <a:pt x="7399718" y="4428565"/>
                  </a:cubicBezTo>
                  <a:cubicBezTo>
                    <a:pt x="7206977" y="4722906"/>
                    <a:pt x="7218182" y="4651935"/>
                    <a:pt x="7229388" y="4580965"/>
                  </a:cubicBezTo>
                </a:path>
              </a:pathLst>
            </a:custGeom>
            <a:noFill/>
            <a:ln w="381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FFFFFF"/>
                </a:solidFill>
                <a:effectLst/>
                <a:uLnTx/>
                <a:uFillTx/>
                <a:latin typeface="Arial"/>
                <a:ea typeface="+mn-ea"/>
                <a:cs typeface="+mn-cs"/>
              </a:endParaRPr>
            </a:p>
          </p:txBody>
        </p:sp>
        <p:sp>
          <p:nvSpPr>
            <p:cNvPr id="138" name="Forme libre : forme 137">
              <a:extLst>
                <a:ext uri="{FF2B5EF4-FFF2-40B4-BE49-F238E27FC236}">
                  <a16:creationId xmlns:a16="http://schemas.microsoft.com/office/drawing/2014/main" id="{FBB6C313-A13C-8E41-C2F2-782EE297000C}"/>
                </a:ext>
              </a:extLst>
            </p:cNvPr>
            <p:cNvSpPr/>
            <p:nvPr/>
          </p:nvSpPr>
          <p:spPr>
            <a:xfrm>
              <a:off x="2578000" y="972786"/>
              <a:ext cx="8405309" cy="4863047"/>
            </a:xfrm>
            <a:custGeom>
              <a:avLst/>
              <a:gdLst>
                <a:gd name="csX0" fmla="*/ 299671 w 8405309"/>
                <a:gd name="csY0" fmla="*/ 0 h 4643527"/>
                <a:gd name="csX1" fmla="*/ 3835 w 8405309"/>
                <a:gd name="csY1" fmla="*/ 842682 h 4643527"/>
                <a:gd name="csX2" fmla="*/ 174165 w 8405309"/>
                <a:gd name="csY2" fmla="*/ 1210235 h 4643527"/>
                <a:gd name="csX3" fmla="*/ 756871 w 8405309"/>
                <a:gd name="csY3" fmla="*/ 1739153 h 4643527"/>
                <a:gd name="csX4" fmla="*/ 1232000 w 8405309"/>
                <a:gd name="csY4" fmla="*/ 2097741 h 4643527"/>
                <a:gd name="csX5" fmla="*/ 1931247 w 8405309"/>
                <a:gd name="csY5" fmla="*/ 2590800 h 4643527"/>
                <a:gd name="csX6" fmla="*/ 2540847 w 8405309"/>
                <a:gd name="csY6" fmla="*/ 2823882 h 4643527"/>
                <a:gd name="csX7" fmla="*/ 3150447 w 8405309"/>
                <a:gd name="csY7" fmla="*/ 2868706 h 4643527"/>
                <a:gd name="csX8" fmla="*/ 3786941 w 8405309"/>
                <a:gd name="csY8" fmla="*/ 1425388 h 4643527"/>
                <a:gd name="csX9" fmla="*/ 6395671 w 8405309"/>
                <a:gd name="csY9" fmla="*/ 1667435 h 4643527"/>
                <a:gd name="csX10" fmla="*/ 8385835 w 8405309"/>
                <a:gd name="csY10" fmla="*/ 2814918 h 4643527"/>
                <a:gd name="csX11" fmla="*/ 7399718 w 8405309"/>
                <a:gd name="csY11" fmla="*/ 4428565 h 4643527"/>
                <a:gd name="csX12" fmla="*/ 7229388 w 8405309"/>
                <a:gd name="csY12" fmla="*/ 4580965 h 46435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8405309" h="4643527">
                  <a:moveTo>
                    <a:pt x="299671" y="0"/>
                  </a:moveTo>
                  <a:cubicBezTo>
                    <a:pt x="162212" y="320488"/>
                    <a:pt x="24753" y="640976"/>
                    <a:pt x="3835" y="842682"/>
                  </a:cubicBezTo>
                  <a:cubicBezTo>
                    <a:pt x="-17083" y="1044388"/>
                    <a:pt x="48659" y="1060823"/>
                    <a:pt x="174165" y="1210235"/>
                  </a:cubicBezTo>
                  <a:cubicBezTo>
                    <a:pt x="299671" y="1359647"/>
                    <a:pt x="580565" y="1591235"/>
                    <a:pt x="756871" y="1739153"/>
                  </a:cubicBezTo>
                  <a:cubicBezTo>
                    <a:pt x="933177" y="1887071"/>
                    <a:pt x="1036271" y="1955800"/>
                    <a:pt x="1232000" y="2097741"/>
                  </a:cubicBezTo>
                  <a:cubicBezTo>
                    <a:pt x="1427729" y="2239682"/>
                    <a:pt x="1713106" y="2469777"/>
                    <a:pt x="1931247" y="2590800"/>
                  </a:cubicBezTo>
                  <a:cubicBezTo>
                    <a:pt x="2149388" y="2711824"/>
                    <a:pt x="2337647" y="2777564"/>
                    <a:pt x="2540847" y="2823882"/>
                  </a:cubicBezTo>
                  <a:cubicBezTo>
                    <a:pt x="2744047" y="2870200"/>
                    <a:pt x="2942765" y="3101788"/>
                    <a:pt x="3150447" y="2868706"/>
                  </a:cubicBezTo>
                  <a:cubicBezTo>
                    <a:pt x="3358129" y="2635624"/>
                    <a:pt x="3246070" y="1625600"/>
                    <a:pt x="3786941" y="1425388"/>
                  </a:cubicBezTo>
                  <a:cubicBezTo>
                    <a:pt x="4327812" y="1225176"/>
                    <a:pt x="5629189" y="1435847"/>
                    <a:pt x="6395671" y="1667435"/>
                  </a:cubicBezTo>
                  <a:cubicBezTo>
                    <a:pt x="7162153" y="1899023"/>
                    <a:pt x="8218494" y="2354730"/>
                    <a:pt x="8385835" y="2814918"/>
                  </a:cubicBezTo>
                  <a:cubicBezTo>
                    <a:pt x="8553176" y="3275106"/>
                    <a:pt x="7592459" y="4134224"/>
                    <a:pt x="7399718" y="4428565"/>
                  </a:cubicBezTo>
                  <a:cubicBezTo>
                    <a:pt x="7206977" y="4722906"/>
                    <a:pt x="7218182" y="4651935"/>
                    <a:pt x="7229388" y="4580965"/>
                  </a:cubicBezTo>
                </a:path>
              </a:pathLst>
            </a:custGeom>
            <a:noFill/>
            <a:ln w="381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FFFFFF"/>
                </a:solidFill>
                <a:effectLst/>
                <a:uLnTx/>
                <a:uFillTx/>
                <a:latin typeface="Arial"/>
                <a:ea typeface="+mn-ea"/>
                <a:cs typeface="+mn-cs"/>
              </a:endParaRPr>
            </a:p>
          </p:txBody>
        </p:sp>
      </p:grpSp>
      <p:sp>
        <p:nvSpPr>
          <p:cNvPr id="5" name="Rectangle : coins arrondis 4">
            <a:extLst>
              <a:ext uri="{FF2B5EF4-FFF2-40B4-BE49-F238E27FC236}">
                <a16:creationId xmlns:a16="http://schemas.microsoft.com/office/drawing/2014/main" id="{21584156-D606-5E4A-2745-CDE0811C8C5E}"/>
              </a:ext>
            </a:extLst>
          </p:cNvPr>
          <p:cNvSpPr/>
          <p:nvPr/>
        </p:nvSpPr>
        <p:spPr>
          <a:xfrm>
            <a:off x="57901" y="473937"/>
            <a:ext cx="12074378" cy="603584"/>
          </a:xfrm>
          <a:prstGeom prst="roundRect">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42913" marR="0" lvl="1" indent="0" algn="l" defTabSz="228600" rtl="0" eaLnBrk="1" fontAlgn="auto" latinLnBrk="0" hangingPunct="1">
              <a:lnSpc>
                <a:spcPct val="100000"/>
              </a:lnSpc>
              <a:spcBef>
                <a:spcPts val="400"/>
              </a:spcBef>
              <a:spcAft>
                <a:spcPts val="0"/>
              </a:spcAft>
              <a:buClrTx/>
              <a:buSzTx/>
              <a:buFontTx/>
              <a:buNone/>
              <a:tabLst/>
              <a:defRPr/>
            </a:pPr>
            <a:r>
              <a:rPr kumimoji="0" lang="fr-FR" sz="115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La charge de travail se situe au carrefour des objectifs de chacun et des ressources dont ils disposent. Son déséquilibre (surcharge, sous-charge)  peut générer des risques psychosociaux. Son analyse régulière permet de repérer les situations en écart et d'y répondre avec le collectif. </a:t>
            </a:r>
            <a:r>
              <a:rPr kumimoji="0" lang="fr-FR" sz="115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Le manager joue un rôle central : en parler sans tabou pour mieux l’organiser.</a:t>
            </a:r>
          </a:p>
        </p:txBody>
      </p:sp>
      <p:sp>
        <p:nvSpPr>
          <p:cNvPr id="25" name="Titre 7">
            <a:extLst>
              <a:ext uri="{FF2B5EF4-FFF2-40B4-BE49-F238E27FC236}">
                <a16:creationId xmlns:a16="http://schemas.microsoft.com/office/drawing/2014/main" id="{F004E8A8-5C97-5673-59D1-C587FB015CA6}"/>
              </a:ext>
            </a:extLst>
          </p:cNvPr>
          <p:cNvSpPr>
            <a:spLocks noGrp="1"/>
          </p:cNvSpPr>
          <p:nvPr>
            <p:ph type="title"/>
          </p:nvPr>
        </p:nvSpPr>
        <p:spPr>
          <a:xfrm>
            <a:off x="477881" y="104074"/>
            <a:ext cx="11308752" cy="281103"/>
          </a:xfrm>
        </p:spPr>
        <p:txBody>
          <a:bodyPr/>
          <a:lstStyle/>
          <a:p>
            <a:pPr algn="ctr"/>
            <a:r>
              <a:rPr lang="fr-FR" sz="2000">
                <a:solidFill>
                  <a:schemeClr val="accent1"/>
                </a:solidFill>
                <a:latin typeface="Avenir LT Std 45 Book" panose="020B0502020203020204" pitchFamily="34" charset="0"/>
              </a:rPr>
              <a:t>ABORDER LA CHARGE DE TRAVAIL AVEC LES ÉQUIPES</a:t>
            </a:r>
          </a:p>
        </p:txBody>
      </p:sp>
      <p:pic>
        <p:nvPicPr>
          <p:cNvPr id="8" name="Graphique 7" descr="Ampoule et engrenage contour">
            <a:extLst>
              <a:ext uri="{FF2B5EF4-FFF2-40B4-BE49-F238E27FC236}">
                <a16:creationId xmlns:a16="http://schemas.microsoft.com/office/drawing/2014/main" id="{6A12F9CF-2F80-48E1-F81B-89F9F78A7A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722" y="540786"/>
            <a:ext cx="432000" cy="432000"/>
          </a:xfrm>
          <a:prstGeom prst="rect">
            <a:avLst/>
          </a:prstGeom>
        </p:spPr>
      </p:pic>
      <p:sp>
        <p:nvSpPr>
          <p:cNvPr id="2" name="Rectangle : coins arrondis 1">
            <a:extLst>
              <a:ext uri="{FF2B5EF4-FFF2-40B4-BE49-F238E27FC236}">
                <a16:creationId xmlns:a16="http://schemas.microsoft.com/office/drawing/2014/main" id="{96598BED-A39C-4AE1-69CD-FAF76B79CD3C}"/>
              </a:ext>
            </a:extLst>
          </p:cNvPr>
          <p:cNvSpPr/>
          <p:nvPr/>
        </p:nvSpPr>
        <p:spPr>
          <a:xfrm>
            <a:off x="746121" y="1438897"/>
            <a:ext cx="5371184" cy="548469"/>
          </a:xfrm>
          <a:prstGeom prst="roundRect">
            <a:avLst>
              <a:gd name="adj" fmla="val 18703"/>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Ne pas attendre </a:t>
            </a:r>
            <a:r>
              <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une situation dégradée pour l’évoquer</a:t>
            </a:r>
          </a:p>
          <a:p>
            <a:pPr marL="0" marR="0" lvl="0" indent="0" algn="l" defTabSz="228600" rtl="0" eaLnBrk="1" fontAlgn="auto" latinLnBrk="0" hangingPunct="1">
              <a:lnSpc>
                <a:spcPct val="100000"/>
              </a:lnSpc>
              <a:spcBef>
                <a:spcPts val="300"/>
              </a:spcBef>
              <a:spcAft>
                <a:spcPts val="0"/>
              </a:spcAft>
              <a:buClrTx/>
              <a:buSzTx/>
              <a:buFontTx/>
              <a:buNone/>
              <a:tabLst/>
              <a:defRPr/>
            </a:pPr>
            <a:r>
              <a:rPr kumimoji="0" lang="fr-FR" sz="1050" b="1"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La réévaluer régulièrement </a:t>
            </a:r>
            <a:r>
              <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pour mieux piloter l’activité et prévenir les RPS</a:t>
            </a:r>
          </a:p>
        </p:txBody>
      </p:sp>
      <p:sp>
        <p:nvSpPr>
          <p:cNvPr id="6" name="Rectangle : coins arrondis 5">
            <a:extLst>
              <a:ext uri="{FF2B5EF4-FFF2-40B4-BE49-F238E27FC236}">
                <a16:creationId xmlns:a16="http://schemas.microsoft.com/office/drawing/2014/main" id="{FCEAE595-A495-3E84-1F4F-88ED60224C0C}"/>
              </a:ext>
            </a:extLst>
          </p:cNvPr>
          <p:cNvSpPr/>
          <p:nvPr/>
        </p:nvSpPr>
        <p:spPr>
          <a:xfrm>
            <a:off x="100181" y="2359926"/>
            <a:ext cx="5235139" cy="3945275"/>
          </a:xfrm>
          <a:prstGeom prst="roundRect">
            <a:avLst>
              <a:gd name="adj" fmla="val 3297"/>
            </a:avLst>
          </a:prstGeom>
          <a:solidFill>
            <a:srgbClr val="FBDE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endParaRPr>
          </a:p>
        </p:txBody>
      </p:sp>
      <p:sp>
        <p:nvSpPr>
          <p:cNvPr id="12" name="Rectangle : coins arrondis 11">
            <a:extLst>
              <a:ext uri="{FF2B5EF4-FFF2-40B4-BE49-F238E27FC236}">
                <a16:creationId xmlns:a16="http://schemas.microsoft.com/office/drawing/2014/main" id="{139314A8-68DA-DE50-325C-5A66520B8C4B}"/>
              </a:ext>
            </a:extLst>
          </p:cNvPr>
          <p:cNvSpPr/>
          <p:nvPr/>
        </p:nvSpPr>
        <p:spPr>
          <a:xfrm>
            <a:off x="6330336" y="1405296"/>
            <a:ext cx="5791267" cy="3733477"/>
          </a:xfrm>
          <a:prstGeom prst="roundRect">
            <a:avLst>
              <a:gd name="adj" fmla="val 4269"/>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endParaRPr>
          </a:p>
        </p:txBody>
      </p:sp>
      <p:sp>
        <p:nvSpPr>
          <p:cNvPr id="20" name="Rectangle : coins arrondis 19">
            <a:extLst>
              <a:ext uri="{FF2B5EF4-FFF2-40B4-BE49-F238E27FC236}">
                <a16:creationId xmlns:a16="http://schemas.microsoft.com/office/drawing/2014/main" id="{CD7B2DC7-8AE0-8E85-137F-BED147E30278}"/>
              </a:ext>
            </a:extLst>
          </p:cNvPr>
          <p:cNvSpPr/>
          <p:nvPr/>
        </p:nvSpPr>
        <p:spPr>
          <a:xfrm>
            <a:off x="5417350" y="5533218"/>
            <a:ext cx="5580000" cy="1224000"/>
          </a:xfrm>
          <a:prstGeom prst="roundRect">
            <a:avLst>
              <a:gd name="adj" fmla="val 11814"/>
            </a:avLst>
          </a:prstGeom>
          <a:solidFill>
            <a:srgbClr val="F0EA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endParaRPr>
          </a:p>
        </p:txBody>
      </p:sp>
      <p:sp>
        <p:nvSpPr>
          <p:cNvPr id="36" name="Titre 7">
            <a:extLst>
              <a:ext uri="{FF2B5EF4-FFF2-40B4-BE49-F238E27FC236}">
                <a16:creationId xmlns:a16="http://schemas.microsoft.com/office/drawing/2014/main" id="{AC6851AD-238D-5FB1-6ABC-C20A2042CD7D}"/>
              </a:ext>
            </a:extLst>
          </p:cNvPr>
          <p:cNvSpPr txBox="1">
            <a:spLocks/>
          </p:cNvSpPr>
          <p:nvPr/>
        </p:nvSpPr>
        <p:spPr>
          <a:xfrm>
            <a:off x="1183010" y="1256222"/>
            <a:ext cx="1265194" cy="193899"/>
          </a:xfrm>
          <a:prstGeom prst="rect">
            <a:avLst/>
          </a:prstGeom>
        </p:spPr>
        <p:txBody>
          <a:bodyPr vert="horz" wrap="square" lIns="0" tIns="0" rIns="72000" bIns="0" rtlCol="0" anchor="ctr">
            <a:spAutoFit/>
          </a:bodyPr>
          <a:lstStyle>
            <a:lvl1pPr algn="l" defTabSz="914355" rtl="0" eaLnBrk="1" latinLnBrk="0" hangingPunct="1">
              <a:lnSpc>
                <a:spcPct val="90000"/>
              </a:lnSpc>
              <a:spcBef>
                <a:spcPct val="0"/>
              </a:spcBef>
              <a:buNone/>
              <a:defRPr sz="2400" b="1" kern="1200">
                <a:solidFill>
                  <a:srgbClr val="0084D4"/>
                </a:solidFill>
                <a:latin typeface="Arial" panose="020B0604020202020204" pitchFamily="34" charset="0"/>
                <a:ea typeface="+mj-ea"/>
                <a:cs typeface="Arial" panose="020B0604020202020204" pitchFamily="34" charset="0"/>
              </a:defRPr>
            </a:lvl1pPr>
          </a:lstStyle>
          <a:p>
            <a:pPr marL="0" marR="0" lvl="0" indent="0" algn="l" defTabSz="914355" rtl="0" eaLnBrk="1" fontAlgn="auto" latinLnBrk="0" hangingPunct="1">
              <a:lnSpc>
                <a:spcPct val="90000"/>
              </a:lnSpc>
              <a:spcBef>
                <a:spcPct val="0"/>
              </a:spcBef>
              <a:spcAft>
                <a:spcPts val="0"/>
              </a:spcAft>
              <a:buClrTx/>
              <a:buSzTx/>
              <a:buFontTx/>
              <a:buNone/>
              <a:tabLst/>
              <a:defRPr/>
            </a:pPr>
            <a:r>
              <a:rPr kumimoji="0" lang="fr-FR" sz="1400" b="1" i="0" u="none" strike="noStrike" kern="1200" cap="none" spc="0" normalizeH="0" baseline="0" noProof="0">
                <a:ln>
                  <a:noFill/>
                </a:ln>
                <a:solidFill>
                  <a:srgbClr val="DAAA00"/>
                </a:solidFill>
                <a:effectLst/>
                <a:uLnTx/>
                <a:uFillTx/>
                <a:latin typeface="Avenir LT Std 65 Medium" panose="020B0803020203020204" pitchFamily="34" charset="0"/>
                <a:ea typeface="+mj-ea"/>
                <a:cs typeface="Arial" panose="020B0604020202020204" pitchFamily="34" charset="0"/>
              </a:rPr>
              <a:t>QUAND</a:t>
            </a:r>
          </a:p>
        </p:txBody>
      </p:sp>
      <p:pic>
        <p:nvPicPr>
          <p:cNvPr id="38" name="Graphique 37" descr="Horloge contour">
            <a:extLst>
              <a:ext uri="{FF2B5EF4-FFF2-40B4-BE49-F238E27FC236}">
                <a16:creationId xmlns:a16="http://schemas.microsoft.com/office/drawing/2014/main" id="{CDF7A539-118D-55EE-0C67-786122A8F48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3160" y="1158076"/>
            <a:ext cx="361950" cy="361950"/>
          </a:xfrm>
          <a:prstGeom prst="rect">
            <a:avLst/>
          </a:prstGeom>
        </p:spPr>
      </p:pic>
      <p:sp>
        <p:nvSpPr>
          <p:cNvPr id="39" name="Titre 7">
            <a:extLst>
              <a:ext uri="{FF2B5EF4-FFF2-40B4-BE49-F238E27FC236}">
                <a16:creationId xmlns:a16="http://schemas.microsoft.com/office/drawing/2014/main" id="{443ABB20-672A-7344-B1AE-1A08EC02FFE3}"/>
              </a:ext>
            </a:extLst>
          </p:cNvPr>
          <p:cNvSpPr txBox="1">
            <a:spLocks/>
          </p:cNvSpPr>
          <p:nvPr/>
        </p:nvSpPr>
        <p:spPr>
          <a:xfrm>
            <a:off x="537069" y="2166027"/>
            <a:ext cx="1497530" cy="193899"/>
          </a:xfrm>
          <a:prstGeom prst="rect">
            <a:avLst/>
          </a:prstGeom>
        </p:spPr>
        <p:txBody>
          <a:bodyPr vert="horz" wrap="square" lIns="0" tIns="0" rIns="72000" bIns="0" rtlCol="0" anchor="ctr">
            <a:spAutoFit/>
          </a:bodyPr>
          <a:lstStyle>
            <a:lvl1pPr algn="l" defTabSz="914355" rtl="0" eaLnBrk="1" latinLnBrk="0" hangingPunct="1">
              <a:lnSpc>
                <a:spcPct val="90000"/>
              </a:lnSpc>
              <a:spcBef>
                <a:spcPct val="0"/>
              </a:spcBef>
              <a:buNone/>
              <a:defRPr sz="2400" b="1" kern="1200">
                <a:solidFill>
                  <a:srgbClr val="0084D4"/>
                </a:solidFill>
                <a:latin typeface="Arial" panose="020B0604020202020204" pitchFamily="34" charset="0"/>
                <a:ea typeface="+mj-ea"/>
                <a:cs typeface="Arial" panose="020B0604020202020204" pitchFamily="34" charset="0"/>
              </a:defRPr>
            </a:lvl1pPr>
          </a:lstStyle>
          <a:p>
            <a:pPr marL="0" marR="0" lvl="0" indent="0" algn="l" defTabSz="914355" rtl="0" eaLnBrk="1" fontAlgn="auto" latinLnBrk="0" hangingPunct="1">
              <a:lnSpc>
                <a:spcPct val="90000"/>
              </a:lnSpc>
              <a:spcBef>
                <a:spcPct val="0"/>
              </a:spcBef>
              <a:spcAft>
                <a:spcPts val="0"/>
              </a:spcAft>
              <a:buClrTx/>
              <a:buSzTx/>
              <a:buFontTx/>
              <a:buNone/>
              <a:tabLst/>
              <a:defRPr/>
            </a:pPr>
            <a:r>
              <a:rPr kumimoji="0" lang="fr-FR" sz="1400" b="1" i="0" u="none" strike="noStrike" kern="1200" cap="none" spc="0" normalizeH="0" baseline="0" noProof="0">
                <a:ln>
                  <a:noFill/>
                </a:ln>
                <a:solidFill>
                  <a:srgbClr val="DC582A"/>
                </a:solidFill>
                <a:effectLst/>
                <a:uLnTx/>
                <a:uFillTx/>
                <a:latin typeface="Avenir LT Std 65 Medium" panose="020B0803020203020204" pitchFamily="34" charset="0"/>
                <a:ea typeface="+mj-ea"/>
                <a:cs typeface="Arial" panose="020B0604020202020204" pitchFamily="34" charset="0"/>
              </a:rPr>
              <a:t>COMMENT</a:t>
            </a:r>
          </a:p>
        </p:txBody>
      </p:sp>
      <p:pic>
        <p:nvPicPr>
          <p:cNvPr id="43" name="Graphique 42" descr="Loupe contour">
            <a:extLst>
              <a:ext uri="{FF2B5EF4-FFF2-40B4-BE49-F238E27FC236}">
                <a16:creationId xmlns:a16="http://schemas.microsoft.com/office/drawing/2014/main" id="{CCE42872-3947-4D9D-797B-172EE4F24B6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5400000">
            <a:off x="101957" y="2105814"/>
            <a:ext cx="333375" cy="333375"/>
          </a:xfrm>
          <a:prstGeom prst="rect">
            <a:avLst/>
          </a:prstGeom>
        </p:spPr>
      </p:pic>
      <p:sp>
        <p:nvSpPr>
          <p:cNvPr id="46" name="Google Shape;5120;p20">
            <a:extLst>
              <a:ext uri="{FF2B5EF4-FFF2-40B4-BE49-F238E27FC236}">
                <a16:creationId xmlns:a16="http://schemas.microsoft.com/office/drawing/2014/main" id="{0CCB2A26-C457-43AB-61ED-B2F31141CA9E}"/>
              </a:ext>
            </a:extLst>
          </p:cNvPr>
          <p:cNvSpPr/>
          <p:nvPr/>
        </p:nvSpPr>
        <p:spPr>
          <a:xfrm rot="7192736">
            <a:off x="225538" y="2525397"/>
            <a:ext cx="254924" cy="310630"/>
          </a:xfrm>
          <a:custGeom>
            <a:avLst/>
            <a:gdLst/>
            <a:ahLst/>
            <a:cxnLst/>
            <a:rect l="l" t="t" r="r" b="b"/>
            <a:pathLst>
              <a:path w="114" h="139" extrusionOk="0">
                <a:moveTo>
                  <a:pt x="74" y="114"/>
                </a:moveTo>
                <a:cubicBezTo>
                  <a:pt x="74" y="112"/>
                  <a:pt x="71" y="112"/>
                  <a:pt x="70" y="110"/>
                </a:cubicBezTo>
                <a:cubicBezTo>
                  <a:pt x="71" y="112"/>
                  <a:pt x="71" y="114"/>
                  <a:pt x="74" y="114"/>
                </a:cubicBezTo>
                <a:close/>
                <a:moveTo>
                  <a:pt x="95" y="127"/>
                </a:moveTo>
                <a:cubicBezTo>
                  <a:pt x="95" y="122"/>
                  <a:pt x="95" y="120"/>
                  <a:pt x="93" y="116"/>
                </a:cubicBezTo>
                <a:cubicBezTo>
                  <a:pt x="91" y="115"/>
                  <a:pt x="85" y="104"/>
                  <a:pt x="81" y="98"/>
                </a:cubicBezTo>
                <a:cubicBezTo>
                  <a:pt x="68" y="79"/>
                  <a:pt x="51" y="54"/>
                  <a:pt x="39" y="37"/>
                </a:cubicBezTo>
                <a:cubicBezTo>
                  <a:pt x="55" y="70"/>
                  <a:pt x="72" y="101"/>
                  <a:pt x="95" y="127"/>
                </a:cubicBezTo>
                <a:close/>
                <a:moveTo>
                  <a:pt x="113" y="48"/>
                </a:moveTo>
                <a:cubicBezTo>
                  <a:pt x="114" y="59"/>
                  <a:pt x="102" y="55"/>
                  <a:pt x="92" y="53"/>
                </a:cubicBezTo>
                <a:cubicBezTo>
                  <a:pt x="81" y="50"/>
                  <a:pt x="63" y="46"/>
                  <a:pt x="54" y="39"/>
                </a:cubicBezTo>
                <a:cubicBezTo>
                  <a:pt x="64" y="60"/>
                  <a:pt x="80" y="79"/>
                  <a:pt x="92" y="99"/>
                </a:cubicBezTo>
                <a:cubicBezTo>
                  <a:pt x="97" y="108"/>
                  <a:pt x="104" y="119"/>
                  <a:pt x="112" y="126"/>
                </a:cubicBezTo>
                <a:cubicBezTo>
                  <a:pt x="112" y="129"/>
                  <a:pt x="109" y="129"/>
                  <a:pt x="108" y="131"/>
                </a:cubicBezTo>
                <a:cubicBezTo>
                  <a:pt x="105" y="131"/>
                  <a:pt x="104" y="130"/>
                  <a:pt x="102" y="129"/>
                </a:cubicBezTo>
                <a:cubicBezTo>
                  <a:pt x="98" y="139"/>
                  <a:pt x="86" y="133"/>
                  <a:pt x="82" y="126"/>
                </a:cubicBezTo>
                <a:cubicBezTo>
                  <a:pt x="81" y="128"/>
                  <a:pt x="80" y="129"/>
                  <a:pt x="78" y="130"/>
                </a:cubicBezTo>
                <a:cubicBezTo>
                  <a:pt x="63" y="124"/>
                  <a:pt x="59" y="106"/>
                  <a:pt x="51" y="96"/>
                </a:cubicBezTo>
                <a:cubicBezTo>
                  <a:pt x="50" y="95"/>
                  <a:pt x="51" y="96"/>
                  <a:pt x="51" y="95"/>
                </a:cubicBezTo>
                <a:cubicBezTo>
                  <a:pt x="43" y="84"/>
                  <a:pt x="36" y="68"/>
                  <a:pt x="28" y="53"/>
                </a:cubicBezTo>
                <a:cubicBezTo>
                  <a:pt x="24" y="46"/>
                  <a:pt x="19" y="39"/>
                  <a:pt x="29" y="38"/>
                </a:cubicBezTo>
                <a:cubicBezTo>
                  <a:pt x="27" y="33"/>
                  <a:pt x="24" y="29"/>
                  <a:pt x="23" y="25"/>
                </a:cubicBezTo>
                <a:cubicBezTo>
                  <a:pt x="18" y="41"/>
                  <a:pt x="24" y="65"/>
                  <a:pt x="26" y="82"/>
                </a:cubicBezTo>
                <a:cubicBezTo>
                  <a:pt x="27" y="93"/>
                  <a:pt x="27" y="108"/>
                  <a:pt x="15" y="102"/>
                </a:cubicBezTo>
                <a:cubicBezTo>
                  <a:pt x="16" y="100"/>
                  <a:pt x="15" y="100"/>
                  <a:pt x="15" y="97"/>
                </a:cubicBezTo>
                <a:cubicBezTo>
                  <a:pt x="16" y="95"/>
                  <a:pt x="13" y="98"/>
                  <a:pt x="13" y="96"/>
                </a:cubicBezTo>
                <a:cubicBezTo>
                  <a:pt x="11" y="72"/>
                  <a:pt x="8" y="40"/>
                  <a:pt x="5" y="13"/>
                </a:cubicBezTo>
                <a:cubicBezTo>
                  <a:pt x="5" y="11"/>
                  <a:pt x="0" y="10"/>
                  <a:pt x="2" y="8"/>
                </a:cubicBezTo>
                <a:cubicBezTo>
                  <a:pt x="5" y="4"/>
                  <a:pt x="8" y="0"/>
                  <a:pt x="14" y="1"/>
                </a:cubicBezTo>
                <a:cubicBezTo>
                  <a:pt x="19" y="1"/>
                  <a:pt x="26" y="9"/>
                  <a:pt x="32" y="12"/>
                </a:cubicBezTo>
                <a:cubicBezTo>
                  <a:pt x="39" y="15"/>
                  <a:pt x="46" y="17"/>
                  <a:pt x="52" y="20"/>
                </a:cubicBezTo>
                <a:cubicBezTo>
                  <a:pt x="58" y="23"/>
                  <a:pt x="65" y="26"/>
                  <a:pt x="71" y="29"/>
                </a:cubicBezTo>
                <a:cubicBezTo>
                  <a:pt x="82" y="34"/>
                  <a:pt x="88" y="38"/>
                  <a:pt x="99" y="39"/>
                </a:cubicBezTo>
                <a:cubicBezTo>
                  <a:pt x="102" y="40"/>
                  <a:pt x="105" y="38"/>
                  <a:pt x="108" y="41"/>
                </a:cubicBezTo>
                <a:cubicBezTo>
                  <a:pt x="108" y="43"/>
                  <a:pt x="108" y="44"/>
                  <a:pt x="107" y="45"/>
                </a:cubicBezTo>
                <a:cubicBezTo>
                  <a:pt x="109" y="47"/>
                  <a:pt x="111" y="47"/>
                  <a:pt x="113" y="48"/>
                </a:cubicBezTo>
                <a:close/>
              </a:path>
            </a:pathLst>
          </a:custGeom>
          <a:solidFill>
            <a:srgbClr val="DC582A"/>
          </a:solidFill>
          <a:ln>
            <a:noFill/>
          </a:ln>
        </p:spPr>
        <p:txBody>
          <a:bodyPr spcFirstLastPara="1" wrap="square" lIns="91425" tIns="45700" rIns="91425" bIns="45700" anchor="t" anchorCtr="0">
            <a:no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venir LT Std 45 Book" panose="020B0502020203020204" pitchFamily="34" charset="0"/>
              <a:ea typeface="Arial"/>
              <a:cs typeface="Arial"/>
              <a:sym typeface="Arial"/>
            </a:endParaRPr>
          </a:p>
        </p:txBody>
      </p:sp>
      <p:sp>
        <p:nvSpPr>
          <p:cNvPr id="47" name="Google Shape;5120;p20">
            <a:extLst>
              <a:ext uri="{FF2B5EF4-FFF2-40B4-BE49-F238E27FC236}">
                <a16:creationId xmlns:a16="http://schemas.microsoft.com/office/drawing/2014/main" id="{529D0041-A17B-D7FF-D82C-51003342B3D1}"/>
              </a:ext>
            </a:extLst>
          </p:cNvPr>
          <p:cNvSpPr/>
          <p:nvPr/>
        </p:nvSpPr>
        <p:spPr>
          <a:xfrm rot="7192736">
            <a:off x="225538" y="5758179"/>
            <a:ext cx="254924" cy="310630"/>
          </a:xfrm>
          <a:custGeom>
            <a:avLst/>
            <a:gdLst/>
            <a:ahLst/>
            <a:cxnLst/>
            <a:rect l="l" t="t" r="r" b="b"/>
            <a:pathLst>
              <a:path w="114" h="139" extrusionOk="0">
                <a:moveTo>
                  <a:pt x="74" y="114"/>
                </a:moveTo>
                <a:cubicBezTo>
                  <a:pt x="74" y="112"/>
                  <a:pt x="71" y="112"/>
                  <a:pt x="70" y="110"/>
                </a:cubicBezTo>
                <a:cubicBezTo>
                  <a:pt x="71" y="112"/>
                  <a:pt x="71" y="114"/>
                  <a:pt x="74" y="114"/>
                </a:cubicBezTo>
                <a:close/>
                <a:moveTo>
                  <a:pt x="95" y="127"/>
                </a:moveTo>
                <a:cubicBezTo>
                  <a:pt x="95" y="122"/>
                  <a:pt x="95" y="120"/>
                  <a:pt x="93" y="116"/>
                </a:cubicBezTo>
                <a:cubicBezTo>
                  <a:pt x="91" y="115"/>
                  <a:pt x="85" y="104"/>
                  <a:pt x="81" y="98"/>
                </a:cubicBezTo>
                <a:cubicBezTo>
                  <a:pt x="68" y="79"/>
                  <a:pt x="51" y="54"/>
                  <a:pt x="39" y="37"/>
                </a:cubicBezTo>
                <a:cubicBezTo>
                  <a:pt x="55" y="70"/>
                  <a:pt x="72" y="101"/>
                  <a:pt x="95" y="127"/>
                </a:cubicBezTo>
                <a:close/>
                <a:moveTo>
                  <a:pt x="113" y="48"/>
                </a:moveTo>
                <a:cubicBezTo>
                  <a:pt x="114" y="59"/>
                  <a:pt x="102" y="55"/>
                  <a:pt x="92" y="53"/>
                </a:cubicBezTo>
                <a:cubicBezTo>
                  <a:pt x="81" y="50"/>
                  <a:pt x="63" y="46"/>
                  <a:pt x="54" y="39"/>
                </a:cubicBezTo>
                <a:cubicBezTo>
                  <a:pt x="64" y="60"/>
                  <a:pt x="80" y="79"/>
                  <a:pt x="92" y="99"/>
                </a:cubicBezTo>
                <a:cubicBezTo>
                  <a:pt x="97" y="108"/>
                  <a:pt x="104" y="119"/>
                  <a:pt x="112" y="126"/>
                </a:cubicBezTo>
                <a:cubicBezTo>
                  <a:pt x="112" y="129"/>
                  <a:pt x="109" y="129"/>
                  <a:pt x="108" y="131"/>
                </a:cubicBezTo>
                <a:cubicBezTo>
                  <a:pt x="105" y="131"/>
                  <a:pt x="104" y="130"/>
                  <a:pt x="102" y="129"/>
                </a:cubicBezTo>
                <a:cubicBezTo>
                  <a:pt x="98" y="139"/>
                  <a:pt x="86" y="133"/>
                  <a:pt x="82" y="126"/>
                </a:cubicBezTo>
                <a:cubicBezTo>
                  <a:pt x="81" y="128"/>
                  <a:pt x="80" y="129"/>
                  <a:pt x="78" y="130"/>
                </a:cubicBezTo>
                <a:cubicBezTo>
                  <a:pt x="63" y="124"/>
                  <a:pt x="59" y="106"/>
                  <a:pt x="51" y="96"/>
                </a:cubicBezTo>
                <a:cubicBezTo>
                  <a:pt x="50" y="95"/>
                  <a:pt x="51" y="96"/>
                  <a:pt x="51" y="95"/>
                </a:cubicBezTo>
                <a:cubicBezTo>
                  <a:pt x="43" y="84"/>
                  <a:pt x="36" y="68"/>
                  <a:pt x="28" y="53"/>
                </a:cubicBezTo>
                <a:cubicBezTo>
                  <a:pt x="24" y="46"/>
                  <a:pt x="19" y="39"/>
                  <a:pt x="29" y="38"/>
                </a:cubicBezTo>
                <a:cubicBezTo>
                  <a:pt x="27" y="33"/>
                  <a:pt x="24" y="29"/>
                  <a:pt x="23" y="25"/>
                </a:cubicBezTo>
                <a:cubicBezTo>
                  <a:pt x="18" y="41"/>
                  <a:pt x="24" y="65"/>
                  <a:pt x="26" y="82"/>
                </a:cubicBezTo>
                <a:cubicBezTo>
                  <a:pt x="27" y="93"/>
                  <a:pt x="27" y="108"/>
                  <a:pt x="15" y="102"/>
                </a:cubicBezTo>
                <a:cubicBezTo>
                  <a:pt x="16" y="100"/>
                  <a:pt x="15" y="100"/>
                  <a:pt x="15" y="97"/>
                </a:cubicBezTo>
                <a:cubicBezTo>
                  <a:pt x="16" y="95"/>
                  <a:pt x="13" y="98"/>
                  <a:pt x="13" y="96"/>
                </a:cubicBezTo>
                <a:cubicBezTo>
                  <a:pt x="11" y="72"/>
                  <a:pt x="8" y="40"/>
                  <a:pt x="5" y="13"/>
                </a:cubicBezTo>
                <a:cubicBezTo>
                  <a:pt x="5" y="11"/>
                  <a:pt x="0" y="10"/>
                  <a:pt x="2" y="8"/>
                </a:cubicBezTo>
                <a:cubicBezTo>
                  <a:pt x="5" y="4"/>
                  <a:pt x="8" y="0"/>
                  <a:pt x="14" y="1"/>
                </a:cubicBezTo>
                <a:cubicBezTo>
                  <a:pt x="19" y="1"/>
                  <a:pt x="26" y="9"/>
                  <a:pt x="32" y="12"/>
                </a:cubicBezTo>
                <a:cubicBezTo>
                  <a:pt x="39" y="15"/>
                  <a:pt x="46" y="17"/>
                  <a:pt x="52" y="20"/>
                </a:cubicBezTo>
                <a:cubicBezTo>
                  <a:pt x="58" y="23"/>
                  <a:pt x="65" y="26"/>
                  <a:pt x="71" y="29"/>
                </a:cubicBezTo>
                <a:cubicBezTo>
                  <a:pt x="82" y="34"/>
                  <a:pt x="88" y="38"/>
                  <a:pt x="99" y="39"/>
                </a:cubicBezTo>
                <a:cubicBezTo>
                  <a:pt x="102" y="40"/>
                  <a:pt x="105" y="38"/>
                  <a:pt x="108" y="41"/>
                </a:cubicBezTo>
                <a:cubicBezTo>
                  <a:pt x="108" y="43"/>
                  <a:pt x="108" y="44"/>
                  <a:pt x="107" y="45"/>
                </a:cubicBezTo>
                <a:cubicBezTo>
                  <a:pt x="109" y="47"/>
                  <a:pt x="111" y="47"/>
                  <a:pt x="113" y="48"/>
                </a:cubicBezTo>
                <a:close/>
              </a:path>
            </a:pathLst>
          </a:custGeom>
          <a:solidFill>
            <a:srgbClr val="DC582A"/>
          </a:solidFill>
          <a:ln>
            <a:noFill/>
          </a:ln>
        </p:spPr>
        <p:txBody>
          <a:bodyPr spcFirstLastPara="1" wrap="square" lIns="91425" tIns="45700" rIns="91425" bIns="45700" anchor="t" anchorCtr="0">
            <a:no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venir LT Std 45 Book" panose="020B0502020203020204" pitchFamily="34" charset="0"/>
              <a:ea typeface="Arial"/>
              <a:cs typeface="Arial"/>
              <a:sym typeface="Arial"/>
            </a:endParaRPr>
          </a:p>
        </p:txBody>
      </p:sp>
      <p:sp>
        <p:nvSpPr>
          <p:cNvPr id="53" name="ZoneTexte 52">
            <a:extLst>
              <a:ext uri="{FF2B5EF4-FFF2-40B4-BE49-F238E27FC236}">
                <a16:creationId xmlns:a16="http://schemas.microsoft.com/office/drawing/2014/main" id="{99C997C2-8B7B-DD01-E429-4F93B8DD3515}"/>
              </a:ext>
            </a:extLst>
          </p:cNvPr>
          <p:cNvSpPr txBox="1"/>
          <p:nvPr/>
        </p:nvSpPr>
        <p:spPr>
          <a:xfrm>
            <a:off x="497379" y="2490232"/>
            <a:ext cx="4835798" cy="415498"/>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DC582A"/>
                </a:solidFill>
                <a:effectLst/>
                <a:uLnTx/>
                <a:uFillTx/>
                <a:latin typeface="Avenir LT Std 35 Light" panose="020B0402020203020204" pitchFamily="34" charset="0"/>
                <a:ea typeface="+mn-ea"/>
                <a:cs typeface="+mn-cs"/>
              </a:rPr>
              <a:t>Mettre en évidence une charge au plus proche de la réalité en prenant en compte les 3 dimensions de la charge de travail :</a:t>
            </a:r>
          </a:p>
        </p:txBody>
      </p:sp>
      <p:sp>
        <p:nvSpPr>
          <p:cNvPr id="56" name="Rectangle : coins arrondis 55">
            <a:extLst>
              <a:ext uri="{FF2B5EF4-FFF2-40B4-BE49-F238E27FC236}">
                <a16:creationId xmlns:a16="http://schemas.microsoft.com/office/drawing/2014/main" id="{1416D531-5C92-D2C7-7F25-ABA76506C90A}"/>
              </a:ext>
            </a:extLst>
          </p:cNvPr>
          <p:cNvSpPr/>
          <p:nvPr/>
        </p:nvSpPr>
        <p:spPr>
          <a:xfrm>
            <a:off x="448873" y="3009070"/>
            <a:ext cx="4824000" cy="504000"/>
          </a:xfrm>
          <a:prstGeom prst="roundRect">
            <a:avLst/>
          </a:prstGeom>
          <a:solidFill>
            <a:srgbClr val="F0BD9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Objectiver la </a:t>
            </a:r>
            <a:r>
              <a:rPr kumimoji="0" lang="fr-FR" sz="1050" b="1" i="0"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rPr>
              <a:t>charge de travail </a:t>
            </a:r>
            <a:r>
              <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nécessaire </a:t>
            </a:r>
            <a:r>
              <a:rPr kumimoji="0" lang="fr-FR" sz="1050" b="1" i="0"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rPr>
              <a:t>pour réaliser les missions du poste et les activités complémentaires</a:t>
            </a:r>
            <a:r>
              <a:rPr kumimoji="0" lang="fr-FR" sz="1050" b="0" i="0"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rPr>
              <a:t> </a:t>
            </a:r>
            <a:r>
              <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(lettre de mission, projet…)</a:t>
            </a:r>
            <a:r>
              <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 en tenant compte de la récurrence des tâches</a:t>
            </a:r>
          </a:p>
        </p:txBody>
      </p:sp>
      <p:sp>
        <p:nvSpPr>
          <p:cNvPr id="59" name="ZoneTexte 58">
            <a:extLst>
              <a:ext uri="{FF2B5EF4-FFF2-40B4-BE49-F238E27FC236}">
                <a16:creationId xmlns:a16="http://schemas.microsoft.com/office/drawing/2014/main" id="{311011BE-C884-78DD-32B2-5D022DEA7986}"/>
              </a:ext>
            </a:extLst>
          </p:cNvPr>
          <p:cNvSpPr txBox="1"/>
          <p:nvPr/>
        </p:nvSpPr>
        <p:spPr>
          <a:xfrm>
            <a:off x="497379" y="5698231"/>
            <a:ext cx="4835798" cy="577081"/>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DC582A"/>
                </a:solidFill>
                <a:effectLst/>
                <a:uLnTx/>
                <a:uFillTx/>
                <a:latin typeface="Avenir LT Std 35 Light" panose="020B0402020203020204" pitchFamily="34" charset="0"/>
                <a:ea typeface="+mn-ea"/>
                <a:cs typeface="+mn-cs"/>
              </a:rPr>
              <a:t>Identifier les autres impacts indirects sur la charge de travail des équipes </a:t>
            </a:r>
            <a:r>
              <a:rPr kumimoji="0" lang="fr-FR" sz="1050" b="0" i="0" u="none" strike="noStrike" kern="1200" cap="none" spc="0" normalizeH="0" baseline="0" noProof="0">
                <a:ln>
                  <a:noFill/>
                </a:ln>
                <a:solidFill>
                  <a:srgbClr val="DC582A"/>
                </a:solidFill>
                <a:effectLst/>
                <a:uLnTx/>
                <a:uFillTx/>
                <a:latin typeface="Avenir LT Std 35 Light" panose="020B0402020203020204" pitchFamily="34" charset="0"/>
                <a:ea typeface="+mn-ea"/>
                <a:cs typeface="+mn-cs"/>
              </a:rPr>
              <a:t>(projet de transformation, évolution de fonctionnement, absences imprévues dans l’équipe…)</a:t>
            </a:r>
          </a:p>
        </p:txBody>
      </p:sp>
      <p:sp>
        <p:nvSpPr>
          <p:cNvPr id="60" name="Rectangle : coins arrondis 59">
            <a:extLst>
              <a:ext uri="{FF2B5EF4-FFF2-40B4-BE49-F238E27FC236}">
                <a16:creationId xmlns:a16="http://schemas.microsoft.com/office/drawing/2014/main" id="{46EF13E4-902B-8BCE-0135-6016F7FE5528}"/>
              </a:ext>
            </a:extLst>
          </p:cNvPr>
          <p:cNvSpPr/>
          <p:nvPr/>
        </p:nvSpPr>
        <p:spPr>
          <a:xfrm>
            <a:off x="448873" y="4907923"/>
            <a:ext cx="4824000" cy="576000"/>
          </a:xfrm>
          <a:prstGeom prst="roundRect">
            <a:avLst/>
          </a:prstGeom>
          <a:solidFill>
            <a:srgbClr val="F0BD9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Tenir compte de la </a:t>
            </a:r>
            <a:r>
              <a:rPr kumimoji="0" lang="fr-FR" sz="1050" b="1" i="0"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rPr>
              <a:t>charge de travail ressentie par le collaborateur </a:t>
            </a:r>
            <a:r>
              <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(impact des contraintes externes (temps de trajet, contraintes familiales…), caractéristiques personnelles (expérience, santé…), engagement, difficultés perçues…)</a:t>
            </a:r>
            <a:endParaRPr kumimoji="0" lang="fr-FR" sz="105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endParaRPr>
          </a:p>
        </p:txBody>
      </p:sp>
      <p:sp>
        <p:nvSpPr>
          <p:cNvPr id="58" name="Rectangle : coins arrondis 57">
            <a:extLst>
              <a:ext uri="{FF2B5EF4-FFF2-40B4-BE49-F238E27FC236}">
                <a16:creationId xmlns:a16="http://schemas.microsoft.com/office/drawing/2014/main" id="{5B645F34-5569-D4FF-1708-1E654F8DFDBB}"/>
              </a:ext>
            </a:extLst>
          </p:cNvPr>
          <p:cNvSpPr/>
          <p:nvPr/>
        </p:nvSpPr>
        <p:spPr>
          <a:xfrm>
            <a:off x="448873" y="3579208"/>
            <a:ext cx="4824000" cy="1260000"/>
          </a:xfrm>
          <a:prstGeom prst="roundRect">
            <a:avLst/>
          </a:prstGeom>
          <a:solidFill>
            <a:srgbClr val="F0BD9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Intégrer les </a:t>
            </a:r>
            <a:r>
              <a:rPr kumimoji="0" lang="fr-FR" sz="1050" b="1" i="0"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rPr>
              <a:t>conditions réelles qui influent sur la charge</a:t>
            </a:r>
            <a:r>
              <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 de travail :</a:t>
            </a:r>
          </a:p>
          <a:p>
            <a:pPr marL="88900" marR="0" lvl="1" indent="-88900" algn="l" defTabSz="2286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fr-FR" sz="1000" b="1"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Aléa</a:t>
            </a:r>
            <a:r>
              <a:rPr kumimoji="0" lang="fr-FR" sz="100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 </a:t>
            </a:r>
            <a:r>
              <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(imprévu, dysfonctionnement…)</a:t>
            </a:r>
          </a:p>
          <a:p>
            <a:pPr marL="88900" marR="0" lvl="1" indent="-88900" algn="l" defTabSz="2286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fr-FR" sz="1000" b="1"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Coordination</a:t>
            </a:r>
            <a:r>
              <a:rPr kumimoji="0" lang="fr-FR" sz="100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 </a:t>
            </a:r>
            <a:r>
              <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(échanges entre collègues, entraide, rituels...)</a:t>
            </a:r>
          </a:p>
          <a:p>
            <a:pPr marL="88900" marR="0" lvl="1" indent="-88900" algn="l" defTabSz="2286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fr-FR" sz="1000" b="1"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Compétences</a:t>
            </a:r>
            <a:r>
              <a:rPr kumimoji="0" lang="fr-FR" sz="100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 </a:t>
            </a:r>
            <a:r>
              <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(apprentissage d’un nouvel outil, évolution des compétences…)</a:t>
            </a:r>
          </a:p>
          <a:p>
            <a:pPr marL="88900" marR="0" lvl="1" indent="-88900" algn="l" defTabSz="2286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fr-FR" sz="1000" b="1"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Conditions de travail </a:t>
            </a:r>
            <a:r>
              <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(ressources / outils insuffisants ou facilitants, interruption fréquente, environnement physique, impact du télétravail…)</a:t>
            </a:r>
          </a:p>
          <a:p>
            <a:pPr marL="88900" marR="0" lvl="1" indent="-88900" algn="l" defTabSz="2286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fr-FR" sz="1000" b="1"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Temps « improductif » </a:t>
            </a:r>
            <a:r>
              <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(pauses, prise de recul, délais de route…)</a:t>
            </a:r>
          </a:p>
        </p:txBody>
      </p:sp>
      <p:pic>
        <p:nvPicPr>
          <p:cNvPr id="94" name="Graphique 93" descr="Flèche : pivoter à gauche avec un remplissage uni">
            <a:extLst>
              <a:ext uri="{FF2B5EF4-FFF2-40B4-BE49-F238E27FC236}">
                <a16:creationId xmlns:a16="http://schemas.microsoft.com/office/drawing/2014/main" id="{E980111D-E4A9-FBF8-039B-05F3638BE82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17536442">
            <a:off x="89891" y="3440258"/>
            <a:ext cx="440048" cy="440048"/>
          </a:xfrm>
          <a:prstGeom prst="rect">
            <a:avLst/>
          </a:prstGeom>
        </p:spPr>
      </p:pic>
      <p:pic>
        <p:nvPicPr>
          <p:cNvPr id="105" name="Graphique 104" descr="Flèche : pivoter à gauche avec un remplissage uni">
            <a:extLst>
              <a:ext uri="{FF2B5EF4-FFF2-40B4-BE49-F238E27FC236}">
                <a16:creationId xmlns:a16="http://schemas.microsoft.com/office/drawing/2014/main" id="{23C85AD6-8FD6-A577-81AA-2CA65A22218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17536442">
            <a:off x="89892" y="4752826"/>
            <a:ext cx="440048" cy="440048"/>
          </a:xfrm>
          <a:prstGeom prst="rect">
            <a:avLst/>
          </a:prstGeom>
        </p:spPr>
      </p:pic>
      <p:sp>
        <p:nvSpPr>
          <p:cNvPr id="106" name="Titre 7">
            <a:extLst>
              <a:ext uri="{FF2B5EF4-FFF2-40B4-BE49-F238E27FC236}">
                <a16:creationId xmlns:a16="http://schemas.microsoft.com/office/drawing/2014/main" id="{345CE15A-ECCD-A5C6-EC8E-9D28777B9428}"/>
              </a:ext>
            </a:extLst>
          </p:cNvPr>
          <p:cNvSpPr txBox="1">
            <a:spLocks/>
          </p:cNvSpPr>
          <p:nvPr/>
        </p:nvSpPr>
        <p:spPr>
          <a:xfrm>
            <a:off x="6916021" y="1198522"/>
            <a:ext cx="3389966" cy="193899"/>
          </a:xfrm>
          <a:prstGeom prst="rect">
            <a:avLst/>
          </a:prstGeom>
        </p:spPr>
        <p:txBody>
          <a:bodyPr vert="horz" wrap="square" lIns="0" tIns="0" rIns="72000" bIns="0" rtlCol="0" anchor="ctr">
            <a:spAutoFit/>
          </a:bodyPr>
          <a:lstStyle>
            <a:lvl1pPr algn="l" defTabSz="914355" rtl="0" eaLnBrk="1" latinLnBrk="0" hangingPunct="1">
              <a:lnSpc>
                <a:spcPct val="90000"/>
              </a:lnSpc>
              <a:spcBef>
                <a:spcPct val="0"/>
              </a:spcBef>
              <a:buNone/>
              <a:defRPr sz="2400" b="1" kern="1200">
                <a:solidFill>
                  <a:srgbClr val="0084D4"/>
                </a:solidFill>
                <a:latin typeface="Arial" panose="020B0604020202020204" pitchFamily="34" charset="0"/>
                <a:ea typeface="+mj-ea"/>
                <a:cs typeface="Arial" panose="020B0604020202020204" pitchFamily="34" charset="0"/>
              </a:defRPr>
            </a:lvl1pPr>
          </a:lstStyle>
          <a:p>
            <a:pPr marL="0" marR="0" lvl="0" indent="0" algn="l" defTabSz="914355" rtl="0" eaLnBrk="1" fontAlgn="auto" latinLnBrk="0" hangingPunct="1">
              <a:lnSpc>
                <a:spcPct val="90000"/>
              </a:lnSpc>
              <a:spcBef>
                <a:spcPct val="0"/>
              </a:spcBef>
              <a:spcAft>
                <a:spcPts val="0"/>
              </a:spcAft>
              <a:buClrTx/>
              <a:buSzTx/>
              <a:buFontTx/>
              <a:buNone/>
              <a:tabLst/>
              <a:defRPr/>
            </a:pPr>
            <a:r>
              <a:rPr kumimoji="0" lang="fr-FR" sz="1400" b="1" i="0" u="none" strike="noStrike" kern="1200" cap="none" spc="0" normalizeH="0" baseline="0" noProof="0">
                <a:ln>
                  <a:noFill/>
                </a:ln>
                <a:solidFill>
                  <a:srgbClr val="1990D8"/>
                </a:solidFill>
                <a:effectLst/>
                <a:uLnTx/>
                <a:uFillTx/>
                <a:latin typeface="Avenir LT Std 65 Medium" panose="020B0803020203020204" pitchFamily="34" charset="0"/>
                <a:ea typeface="+mj-ea"/>
                <a:cs typeface="Arial" panose="020B0604020202020204" pitchFamily="34" charset="0"/>
              </a:rPr>
              <a:t>LES OCCASIONS POUR LE FAIRE</a:t>
            </a:r>
          </a:p>
        </p:txBody>
      </p:sp>
      <p:pic>
        <p:nvPicPr>
          <p:cNvPr id="110" name="Graphique 109" descr="Chat contour">
            <a:extLst>
              <a:ext uri="{FF2B5EF4-FFF2-40B4-BE49-F238E27FC236}">
                <a16:creationId xmlns:a16="http://schemas.microsoft.com/office/drawing/2014/main" id="{4E703558-4294-900C-A065-BC13F23BD2C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406675" y="1113251"/>
            <a:ext cx="432000" cy="448190"/>
          </a:xfrm>
          <a:prstGeom prst="rect">
            <a:avLst/>
          </a:prstGeom>
        </p:spPr>
      </p:pic>
      <p:sp>
        <p:nvSpPr>
          <p:cNvPr id="111" name="Google Shape;5120;p20">
            <a:extLst>
              <a:ext uri="{FF2B5EF4-FFF2-40B4-BE49-F238E27FC236}">
                <a16:creationId xmlns:a16="http://schemas.microsoft.com/office/drawing/2014/main" id="{7AF9F89B-E2F2-52E6-AE85-450A230EE67E}"/>
              </a:ext>
            </a:extLst>
          </p:cNvPr>
          <p:cNvSpPr/>
          <p:nvPr/>
        </p:nvSpPr>
        <p:spPr>
          <a:xfrm rot="7192736">
            <a:off x="6513183" y="1509614"/>
            <a:ext cx="254924" cy="310630"/>
          </a:xfrm>
          <a:custGeom>
            <a:avLst/>
            <a:gdLst/>
            <a:ahLst/>
            <a:cxnLst/>
            <a:rect l="l" t="t" r="r" b="b"/>
            <a:pathLst>
              <a:path w="114" h="139" extrusionOk="0">
                <a:moveTo>
                  <a:pt x="74" y="114"/>
                </a:moveTo>
                <a:cubicBezTo>
                  <a:pt x="74" y="112"/>
                  <a:pt x="71" y="112"/>
                  <a:pt x="70" y="110"/>
                </a:cubicBezTo>
                <a:cubicBezTo>
                  <a:pt x="71" y="112"/>
                  <a:pt x="71" y="114"/>
                  <a:pt x="74" y="114"/>
                </a:cubicBezTo>
                <a:close/>
                <a:moveTo>
                  <a:pt x="95" y="127"/>
                </a:moveTo>
                <a:cubicBezTo>
                  <a:pt x="95" y="122"/>
                  <a:pt x="95" y="120"/>
                  <a:pt x="93" y="116"/>
                </a:cubicBezTo>
                <a:cubicBezTo>
                  <a:pt x="91" y="115"/>
                  <a:pt x="85" y="104"/>
                  <a:pt x="81" y="98"/>
                </a:cubicBezTo>
                <a:cubicBezTo>
                  <a:pt x="68" y="79"/>
                  <a:pt x="51" y="54"/>
                  <a:pt x="39" y="37"/>
                </a:cubicBezTo>
                <a:cubicBezTo>
                  <a:pt x="55" y="70"/>
                  <a:pt x="72" y="101"/>
                  <a:pt x="95" y="127"/>
                </a:cubicBezTo>
                <a:close/>
                <a:moveTo>
                  <a:pt x="113" y="48"/>
                </a:moveTo>
                <a:cubicBezTo>
                  <a:pt x="114" y="59"/>
                  <a:pt x="102" y="55"/>
                  <a:pt x="92" y="53"/>
                </a:cubicBezTo>
                <a:cubicBezTo>
                  <a:pt x="81" y="50"/>
                  <a:pt x="63" y="46"/>
                  <a:pt x="54" y="39"/>
                </a:cubicBezTo>
                <a:cubicBezTo>
                  <a:pt x="64" y="60"/>
                  <a:pt x="80" y="79"/>
                  <a:pt x="92" y="99"/>
                </a:cubicBezTo>
                <a:cubicBezTo>
                  <a:pt x="97" y="108"/>
                  <a:pt x="104" y="119"/>
                  <a:pt x="112" y="126"/>
                </a:cubicBezTo>
                <a:cubicBezTo>
                  <a:pt x="112" y="129"/>
                  <a:pt x="109" y="129"/>
                  <a:pt x="108" y="131"/>
                </a:cubicBezTo>
                <a:cubicBezTo>
                  <a:pt x="105" y="131"/>
                  <a:pt x="104" y="130"/>
                  <a:pt x="102" y="129"/>
                </a:cubicBezTo>
                <a:cubicBezTo>
                  <a:pt x="98" y="139"/>
                  <a:pt x="86" y="133"/>
                  <a:pt x="82" y="126"/>
                </a:cubicBezTo>
                <a:cubicBezTo>
                  <a:pt x="81" y="128"/>
                  <a:pt x="80" y="129"/>
                  <a:pt x="78" y="130"/>
                </a:cubicBezTo>
                <a:cubicBezTo>
                  <a:pt x="63" y="124"/>
                  <a:pt x="59" y="106"/>
                  <a:pt x="51" y="96"/>
                </a:cubicBezTo>
                <a:cubicBezTo>
                  <a:pt x="50" y="95"/>
                  <a:pt x="51" y="96"/>
                  <a:pt x="51" y="95"/>
                </a:cubicBezTo>
                <a:cubicBezTo>
                  <a:pt x="43" y="84"/>
                  <a:pt x="36" y="68"/>
                  <a:pt x="28" y="53"/>
                </a:cubicBezTo>
                <a:cubicBezTo>
                  <a:pt x="24" y="46"/>
                  <a:pt x="19" y="39"/>
                  <a:pt x="29" y="38"/>
                </a:cubicBezTo>
                <a:cubicBezTo>
                  <a:pt x="27" y="33"/>
                  <a:pt x="24" y="29"/>
                  <a:pt x="23" y="25"/>
                </a:cubicBezTo>
                <a:cubicBezTo>
                  <a:pt x="18" y="41"/>
                  <a:pt x="24" y="65"/>
                  <a:pt x="26" y="82"/>
                </a:cubicBezTo>
                <a:cubicBezTo>
                  <a:pt x="27" y="93"/>
                  <a:pt x="27" y="108"/>
                  <a:pt x="15" y="102"/>
                </a:cubicBezTo>
                <a:cubicBezTo>
                  <a:pt x="16" y="100"/>
                  <a:pt x="15" y="100"/>
                  <a:pt x="15" y="97"/>
                </a:cubicBezTo>
                <a:cubicBezTo>
                  <a:pt x="16" y="95"/>
                  <a:pt x="13" y="98"/>
                  <a:pt x="13" y="96"/>
                </a:cubicBezTo>
                <a:cubicBezTo>
                  <a:pt x="11" y="72"/>
                  <a:pt x="8" y="40"/>
                  <a:pt x="5" y="13"/>
                </a:cubicBezTo>
                <a:cubicBezTo>
                  <a:pt x="5" y="11"/>
                  <a:pt x="0" y="10"/>
                  <a:pt x="2" y="8"/>
                </a:cubicBezTo>
                <a:cubicBezTo>
                  <a:pt x="5" y="4"/>
                  <a:pt x="8" y="0"/>
                  <a:pt x="14" y="1"/>
                </a:cubicBezTo>
                <a:cubicBezTo>
                  <a:pt x="19" y="1"/>
                  <a:pt x="26" y="9"/>
                  <a:pt x="32" y="12"/>
                </a:cubicBezTo>
                <a:cubicBezTo>
                  <a:pt x="39" y="15"/>
                  <a:pt x="46" y="17"/>
                  <a:pt x="52" y="20"/>
                </a:cubicBezTo>
                <a:cubicBezTo>
                  <a:pt x="58" y="23"/>
                  <a:pt x="65" y="26"/>
                  <a:pt x="71" y="29"/>
                </a:cubicBezTo>
                <a:cubicBezTo>
                  <a:pt x="82" y="34"/>
                  <a:pt x="88" y="38"/>
                  <a:pt x="99" y="39"/>
                </a:cubicBezTo>
                <a:cubicBezTo>
                  <a:pt x="102" y="40"/>
                  <a:pt x="105" y="38"/>
                  <a:pt x="108" y="41"/>
                </a:cubicBezTo>
                <a:cubicBezTo>
                  <a:pt x="108" y="43"/>
                  <a:pt x="108" y="44"/>
                  <a:pt x="107" y="45"/>
                </a:cubicBezTo>
                <a:cubicBezTo>
                  <a:pt x="109" y="47"/>
                  <a:pt x="111" y="47"/>
                  <a:pt x="113" y="4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venir LT Std 45 Book" panose="020B0502020203020204" pitchFamily="34" charset="0"/>
              <a:ea typeface="Arial"/>
              <a:cs typeface="Arial"/>
              <a:sym typeface="Arial"/>
            </a:endParaRPr>
          </a:p>
        </p:txBody>
      </p:sp>
      <p:sp>
        <p:nvSpPr>
          <p:cNvPr id="112" name="ZoneTexte 111">
            <a:extLst>
              <a:ext uri="{FF2B5EF4-FFF2-40B4-BE49-F238E27FC236}">
                <a16:creationId xmlns:a16="http://schemas.microsoft.com/office/drawing/2014/main" id="{4990EDED-4F1A-D7F1-42DE-3B9FFC36FD05}"/>
              </a:ext>
            </a:extLst>
          </p:cNvPr>
          <p:cNvSpPr txBox="1"/>
          <p:nvPr/>
        </p:nvSpPr>
        <p:spPr>
          <a:xfrm>
            <a:off x="6838813" y="1438988"/>
            <a:ext cx="5203225" cy="415498"/>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0084D4"/>
                </a:solidFill>
                <a:effectLst/>
                <a:uLnTx/>
                <a:uFillTx/>
                <a:latin typeface="Avenir LT Std 65 Medium" panose="020B0803020203020204" pitchFamily="34" charset="0"/>
                <a:ea typeface="+mn-ea"/>
                <a:cs typeface="+mn-cs"/>
              </a:rPr>
              <a:t>En entretien individuel </a:t>
            </a:r>
            <a:r>
              <a:rPr kumimoji="0" lang="fr-FR" sz="1050" b="1" i="0" u="none" strike="noStrike" kern="1200" cap="none" spc="0" normalizeH="0" baseline="0" noProof="0">
                <a:ln>
                  <a:noFill/>
                </a:ln>
                <a:solidFill>
                  <a:srgbClr val="0084D4"/>
                </a:solidFill>
                <a:effectLst/>
                <a:uLnTx/>
                <a:uFillTx/>
                <a:latin typeface="Avenir LT Std 35 Light" panose="020B0402020203020204" pitchFamily="34" charset="0"/>
                <a:ea typeface="+mn-ea"/>
                <a:cs typeface="+mn-cs"/>
              </a:rPr>
              <a:t>(entretien annuel, entretien forfait jour, entretien à la demande…)</a:t>
            </a:r>
          </a:p>
        </p:txBody>
      </p:sp>
      <p:sp>
        <p:nvSpPr>
          <p:cNvPr id="113" name="Google Shape;5120;p20">
            <a:extLst>
              <a:ext uri="{FF2B5EF4-FFF2-40B4-BE49-F238E27FC236}">
                <a16:creationId xmlns:a16="http://schemas.microsoft.com/office/drawing/2014/main" id="{AEE0D4CE-9B15-9AB4-6A8A-CB16B3E69D72}"/>
              </a:ext>
            </a:extLst>
          </p:cNvPr>
          <p:cNvSpPr/>
          <p:nvPr/>
        </p:nvSpPr>
        <p:spPr>
          <a:xfrm rot="7192736">
            <a:off x="6513183" y="3361932"/>
            <a:ext cx="254924" cy="310630"/>
          </a:xfrm>
          <a:custGeom>
            <a:avLst/>
            <a:gdLst/>
            <a:ahLst/>
            <a:cxnLst/>
            <a:rect l="l" t="t" r="r" b="b"/>
            <a:pathLst>
              <a:path w="114" h="139" extrusionOk="0">
                <a:moveTo>
                  <a:pt x="74" y="114"/>
                </a:moveTo>
                <a:cubicBezTo>
                  <a:pt x="74" y="112"/>
                  <a:pt x="71" y="112"/>
                  <a:pt x="70" y="110"/>
                </a:cubicBezTo>
                <a:cubicBezTo>
                  <a:pt x="71" y="112"/>
                  <a:pt x="71" y="114"/>
                  <a:pt x="74" y="114"/>
                </a:cubicBezTo>
                <a:close/>
                <a:moveTo>
                  <a:pt x="95" y="127"/>
                </a:moveTo>
                <a:cubicBezTo>
                  <a:pt x="95" y="122"/>
                  <a:pt x="95" y="120"/>
                  <a:pt x="93" y="116"/>
                </a:cubicBezTo>
                <a:cubicBezTo>
                  <a:pt x="91" y="115"/>
                  <a:pt x="85" y="104"/>
                  <a:pt x="81" y="98"/>
                </a:cubicBezTo>
                <a:cubicBezTo>
                  <a:pt x="68" y="79"/>
                  <a:pt x="51" y="54"/>
                  <a:pt x="39" y="37"/>
                </a:cubicBezTo>
                <a:cubicBezTo>
                  <a:pt x="55" y="70"/>
                  <a:pt x="72" y="101"/>
                  <a:pt x="95" y="127"/>
                </a:cubicBezTo>
                <a:close/>
                <a:moveTo>
                  <a:pt x="113" y="48"/>
                </a:moveTo>
                <a:cubicBezTo>
                  <a:pt x="114" y="59"/>
                  <a:pt x="102" y="55"/>
                  <a:pt x="92" y="53"/>
                </a:cubicBezTo>
                <a:cubicBezTo>
                  <a:pt x="81" y="50"/>
                  <a:pt x="63" y="46"/>
                  <a:pt x="54" y="39"/>
                </a:cubicBezTo>
                <a:cubicBezTo>
                  <a:pt x="64" y="60"/>
                  <a:pt x="80" y="79"/>
                  <a:pt x="92" y="99"/>
                </a:cubicBezTo>
                <a:cubicBezTo>
                  <a:pt x="97" y="108"/>
                  <a:pt x="104" y="119"/>
                  <a:pt x="112" y="126"/>
                </a:cubicBezTo>
                <a:cubicBezTo>
                  <a:pt x="112" y="129"/>
                  <a:pt x="109" y="129"/>
                  <a:pt x="108" y="131"/>
                </a:cubicBezTo>
                <a:cubicBezTo>
                  <a:pt x="105" y="131"/>
                  <a:pt x="104" y="130"/>
                  <a:pt x="102" y="129"/>
                </a:cubicBezTo>
                <a:cubicBezTo>
                  <a:pt x="98" y="139"/>
                  <a:pt x="86" y="133"/>
                  <a:pt x="82" y="126"/>
                </a:cubicBezTo>
                <a:cubicBezTo>
                  <a:pt x="81" y="128"/>
                  <a:pt x="80" y="129"/>
                  <a:pt x="78" y="130"/>
                </a:cubicBezTo>
                <a:cubicBezTo>
                  <a:pt x="63" y="124"/>
                  <a:pt x="59" y="106"/>
                  <a:pt x="51" y="96"/>
                </a:cubicBezTo>
                <a:cubicBezTo>
                  <a:pt x="50" y="95"/>
                  <a:pt x="51" y="96"/>
                  <a:pt x="51" y="95"/>
                </a:cubicBezTo>
                <a:cubicBezTo>
                  <a:pt x="43" y="84"/>
                  <a:pt x="36" y="68"/>
                  <a:pt x="28" y="53"/>
                </a:cubicBezTo>
                <a:cubicBezTo>
                  <a:pt x="24" y="46"/>
                  <a:pt x="19" y="39"/>
                  <a:pt x="29" y="38"/>
                </a:cubicBezTo>
                <a:cubicBezTo>
                  <a:pt x="27" y="33"/>
                  <a:pt x="24" y="29"/>
                  <a:pt x="23" y="25"/>
                </a:cubicBezTo>
                <a:cubicBezTo>
                  <a:pt x="18" y="41"/>
                  <a:pt x="24" y="65"/>
                  <a:pt x="26" y="82"/>
                </a:cubicBezTo>
                <a:cubicBezTo>
                  <a:pt x="27" y="93"/>
                  <a:pt x="27" y="108"/>
                  <a:pt x="15" y="102"/>
                </a:cubicBezTo>
                <a:cubicBezTo>
                  <a:pt x="16" y="100"/>
                  <a:pt x="15" y="100"/>
                  <a:pt x="15" y="97"/>
                </a:cubicBezTo>
                <a:cubicBezTo>
                  <a:pt x="16" y="95"/>
                  <a:pt x="13" y="98"/>
                  <a:pt x="13" y="96"/>
                </a:cubicBezTo>
                <a:cubicBezTo>
                  <a:pt x="11" y="72"/>
                  <a:pt x="8" y="40"/>
                  <a:pt x="5" y="13"/>
                </a:cubicBezTo>
                <a:cubicBezTo>
                  <a:pt x="5" y="11"/>
                  <a:pt x="0" y="10"/>
                  <a:pt x="2" y="8"/>
                </a:cubicBezTo>
                <a:cubicBezTo>
                  <a:pt x="5" y="4"/>
                  <a:pt x="8" y="0"/>
                  <a:pt x="14" y="1"/>
                </a:cubicBezTo>
                <a:cubicBezTo>
                  <a:pt x="19" y="1"/>
                  <a:pt x="26" y="9"/>
                  <a:pt x="32" y="12"/>
                </a:cubicBezTo>
                <a:cubicBezTo>
                  <a:pt x="39" y="15"/>
                  <a:pt x="46" y="17"/>
                  <a:pt x="52" y="20"/>
                </a:cubicBezTo>
                <a:cubicBezTo>
                  <a:pt x="58" y="23"/>
                  <a:pt x="65" y="26"/>
                  <a:pt x="71" y="29"/>
                </a:cubicBezTo>
                <a:cubicBezTo>
                  <a:pt x="82" y="34"/>
                  <a:pt x="88" y="38"/>
                  <a:pt x="99" y="39"/>
                </a:cubicBezTo>
                <a:cubicBezTo>
                  <a:pt x="102" y="40"/>
                  <a:pt x="105" y="38"/>
                  <a:pt x="108" y="41"/>
                </a:cubicBezTo>
                <a:cubicBezTo>
                  <a:pt x="108" y="43"/>
                  <a:pt x="108" y="44"/>
                  <a:pt x="107" y="45"/>
                </a:cubicBezTo>
                <a:cubicBezTo>
                  <a:pt x="109" y="47"/>
                  <a:pt x="111" y="47"/>
                  <a:pt x="113" y="4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venir LT Std 45 Book" panose="020B0502020203020204" pitchFamily="34" charset="0"/>
              <a:ea typeface="Arial"/>
              <a:cs typeface="Arial"/>
              <a:sym typeface="Arial"/>
            </a:endParaRPr>
          </a:p>
        </p:txBody>
      </p:sp>
      <p:sp>
        <p:nvSpPr>
          <p:cNvPr id="114" name="ZoneTexte 113">
            <a:extLst>
              <a:ext uri="{FF2B5EF4-FFF2-40B4-BE49-F238E27FC236}">
                <a16:creationId xmlns:a16="http://schemas.microsoft.com/office/drawing/2014/main" id="{F5CDEC09-8BCD-9495-0C25-B2CA480D2D08}"/>
              </a:ext>
            </a:extLst>
          </p:cNvPr>
          <p:cNvSpPr txBox="1"/>
          <p:nvPr/>
        </p:nvSpPr>
        <p:spPr>
          <a:xfrm>
            <a:off x="6838813" y="3287011"/>
            <a:ext cx="5394930" cy="415498"/>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0084D4"/>
                </a:solidFill>
                <a:effectLst/>
                <a:uLnTx/>
                <a:uFillTx/>
                <a:latin typeface="Avenir LT Std 65 Medium" panose="020B0803020203020204" pitchFamily="34" charset="0"/>
                <a:ea typeface="+mn-ea"/>
                <a:cs typeface="+mn-cs"/>
              </a:rPr>
              <a:t>En collectif pour aborder la répartition de la charge collective </a:t>
            </a:r>
            <a:r>
              <a:rPr kumimoji="0" lang="fr-FR" sz="1050" b="1" i="0" u="none" strike="noStrike" kern="1200" cap="none" spc="0" normalizeH="0" baseline="0" noProof="0">
                <a:ln>
                  <a:noFill/>
                </a:ln>
                <a:solidFill>
                  <a:srgbClr val="0084D4"/>
                </a:solidFill>
                <a:effectLst/>
                <a:uLnTx/>
                <a:uFillTx/>
                <a:latin typeface="Avenir LT Std 35 Light" panose="020B0402020203020204" pitchFamily="34" charset="0"/>
                <a:ea typeface="+mn-ea"/>
                <a:cs typeface="+mn-cs"/>
              </a:rPr>
              <a:t>(réunion d’équipe, point d’activité, réunion dédiée…)</a:t>
            </a:r>
          </a:p>
        </p:txBody>
      </p:sp>
      <p:sp>
        <p:nvSpPr>
          <p:cNvPr id="115" name="Rectangle : coins arrondis 114">
            <a:extLst>
              <a:ext uri="{FF2B5EF4-FFF2-40B4-BE49-F238E27FC236}">
                <a16:creationId xmlns:a16="http://schemas.microsoft.com/office/drawing/2014/main" id="{0CE6E56C-D021-8024-50BF-C4097D06B7BD}"/>
              </a:ext>
            </a:extLst>
          </p:cNvPr>
          <p:cNvSpPr/>
          <p:nvPr/>
        </p:nvSpPr>
        <p:spPr>
          <a:xfrm>
            <a:off x="6790781" y="1858547"/>
            <a:ext cx="1213158" cy="1368000"/>
          </a:xfrm>
          <a:prstGeom prst="roundRect">
            <a:avLst/>
          </a:prstGeom>
          <a:solidFill>
            <a:schemeClr val="accent1">
              <a:lumMod val="10000"/>
              <a:lumOff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Avant </a:t>
            </a:r>
            <a:r>
              <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 </a:t>
            </a:r>
            <a:r>
              <a:rPr kumimoji="0" lang="fr-FR" sz="105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proposer au collaborateur de préparer son analyse, préparer la votre, planifier un temps dédié distinct de tout autre sujet</a:t>
            </a:r>
            <a:endPar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endParaRPr>
          </a:p>
        </p:txBody>
      </p:sp>
      <p:sp>
        <p:nvSpPr>
          <p:cNvPr id="116" name="Rectangle : coins arrondis 115">
            <a:extLst>
              <a:ext uri="{FF2B5EF4-FFF2-40B4-BE49-F238E27FC236}">
                <a16:creationId xmlns:a16="http://schemas.microsoft.com/office/drawing/2014/main" id="{EB8086CF-2401-B6D6-A5EB-6F36B3B92F3A}"/>
              </a:ext>
            </a:extLst>
          </p:cNvPr>
          <p:cNvSpPr/>
          <p:nvPr/>
        </p:nvSpPr>
        <p:spPr>
          <a:xfrm>
            <a:off x="8083791" y="1858547"/>
            <a:ext cx="2441899" cy="1368000"/>
          </a:xfrm>
          <a:prstGeom prst="roundRect">
            <a:avLst/>
          </a:prstGeom>
          <a:solidFill>
            <a:schemeClr val="accent1">
              <a:lumMod val="10000"/>
              <a:lumOff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En entretien : </a:t>
            </a:r>
            <a:r>
              <a:rPr kumimoji="0" lang="fr-FR" sz="105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y accorder de l’importance, questionner les conditions réelles, explorer le ressenti, discuter des priorités, échanger sur les ajustements utiles, demander à être alerté sur les besoins de renoncement, s’engager à accompagner les difficultés</a:t>
            </a:r>
          </a:p>
        </p:txBody>
      </p:sp>
      <p:sp>
        <p:nvSpPr>
          <p:cNvPr id="117" name="Rectangle : coins arrondis 116">
            <a:extLst>
              <a:ext uri="{FF2B5EF4-FFF2-40B4-BE49-F238E27FC236}">
                <a16:creationId xmlns:a16="http://schemas.microsoft.com/office/drawing/2014/main" id="{D9995736-6DEA-C71A-A6E6-992145A14E54}"/>
              </a:ext>
            </a:extLst>
          </p:cNvPr>
          <p:cNvSpPr/>
          <p:nvPr/>
        </p:nvSpPr>
        <p:spPr>
          <a:xfrm>
            <a:off x="10605543" y="1858547"/>
            <a:ext cx="1441488" cy="1368000"/>
          </a:xfrm>
          <a:prstGeom prst="roundRect">
            <a:avLst/>
          </a:prstGeom>
          <a:solidFill>
            <a:schemeClr val="accent1">
              <a:lumMod val="10000"/>
              <a:lumOff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Après : </a:t>
            </a:r>
            <a:r>
              <a:rPr kumimoji="0" lang="fr-FR" sz="105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escalader si nécessaire </a:t>
            </a:r>
            <a:r>
              <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(hiérarchie, RH, médecine du travail, préventeur)</a:t>
            </a:r>
            <a:r>
              <a:rPr kumimoji="0" lang="fr-FR" sz="105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 identifier les solutions d’aménagement, assurer un suivi </a:t>
            </a:r>
            <a:endPar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endParaRPr>
          </a:p>
        </p:txBody>
      </p:sp>
      <p:sp>
        <p:nvSpPr>
          <p:cNvPr id="118" name="Google Shape;5120;p20">
            <a:extLst>
              <a:ext uri="{FF2B5EF4-FFF2-40B4-BE49-F238E27FC236}">
                <a16:creationId xmlns:a16="http://schemas.microsoft.com/office/drawing/2014/main" id="{18B99827-E1C4-9365-2C09-3459CA41F52B}"/>
              </a:ext>
            </a:extLst>
          </p:cNvPr>
          <p:cNvSpPr/>
          <p:nvPr/>
        </p:nvSpPr>
        <p:spPr>
          <a:xfrm rot="7192736">
            <a:off x="6513183" y="4777609"/>
            <a:ext cx="254924" cy="310630"/>
          </a:xfrm>
          <a:custGeom>
            <a:avLst/>
            <a:gdLst/>
            <a:ahLst/>
            <a:cxnLst/>
            <a:rect l="l" t="t" r="r" b="b"/>
            <a:pathLst>
              <a:path w="114" h="139" extrusionOk="0">
                <a:moveTo>
                  <a:pt x="74" y="114"/>
                </a:moveTo>
                <a:cubicBezTo>
                  <a:pt x="74" y="112"/>
                  <a:pt x="71" y="112"/>
                  <a:pt x="70" y="110"/>
                </a:cubicBezTo>
                <a:cubicBezTo>
                  <a:pt x="71" y="112"/>
                  <a:pt x="71" y="114"/>
                  <a:pt x="74" y="114"/>
                </a:cubicBezTo>
                <a:close/>
                <a:moveTo>
                  <a:pt x="95" y="127"/>
                </a:moveTo>
                <a:cubicBezTo>
                  <a:pt x="95" y="122"/>
                  <a:pt x="95" y="120"/>
                  <a:pt x="93" y="116"/>
                </a:cubicBezTo>
                <a:cubicBezTo>
                  <a:pt x="91" y="115"/>
                  <a:pt x="85" y="104"/>
                  <a:pt x="81" y="98"/>
                </a:cubicBezTo>
                <a:cubicBezTo>
                  <a:pt x="68" y="79"/>
                  <a:pt x="51" y="54"/>
                  <a:pt x="39" y="37"/>
                </a:cubicBezTo>
                <a:cubicBezTo>
                  <a:pt x="55" y="70"/>
                  <a:pt x="72" y="101"/>
                  <a:pt x="95" y="127"/>
                </a:cubicBezTo>
                <a:close/>
                <a:moveTo>
                  <a:pt x="113" y="48"/>
                </a:moveTo>
                <a:cubicBezTo>
                  <a:pt x="114" y="59"/>
                  <a:pt x="102" y="55"/>
                  <a:pt x="92" y="53"/>
                </a:cubicBezTo>
                <a:cubicBezTo>
                  <a:pt x="81" y="50"/>
                  <a:pt x="63" y="46"/>
                  <a:pt x="54" y="39"/>
                </a:cubicBezTo>
                <a:cubicBezTo>
                  <a:pt x="64" y="60"/>
                  <a:pt x="80" y="79"/>
                  <a:pt x="92" y="99"/>
                </a:cubicBezTo>
                <a:cubicBezTo>
                  <a:pt x="97" y="108"/>
                  <a:pt x="104" y="119"/>
                  <a:pt x="112" y="126"/>
                </a:cubicBezTo>
                <a:cubicBezTo>
                  <a:pt x="112" y="129"/>
                  <a:pt x="109" y="129"/>
                  <a:pt x="108" y="131"/>
                </a:cubicBezTo>
                <a:cubicBezTo>
                  <a:pt x="105" y="131"/>
                  <a:pt x="104" y="130"/>
                  <a:pt x="102" y="129"/>
                </a:cubicBezTo>
                <a:cubicBezTo>
                  <a:pt x="98" y="139"/>
                  <a:pt x="86" y="133"/>
                  <a:pt x="82" y="126"/>
                </a:cubicBezTo>
                <a:cubicBezTo>
                  <a:pt x="81" y="128"/>
                  <a:pt x="80" y="129"/>
                  <a:pt x="78" y="130"/>
                </a:cubicBezTo>
                <a:cubicBezTo>
                  <a:pt x="63" y="124"/>
                  <a:pt x="59" y="106"/>
                  <a:pt x="51" y="96"/>
                </a:cubicBezTo>
                <a:cubicBezTo>
                  <a:pt x="50" y="95"/>
                  <a:pt x="51" y="96"/>
                  <a:pt x="51" y="95"/>
                </a:cubicBezTo>
                <a:cubicBezTo>
                  <a:pt x="43" y="84"/>
                  <a:pt x="36" y="68"/>
                  <a:pt x="28" y="53"/>
                </a:cubicBezTo>
                <a:cubicBezTo>
                  <a:pt x="24" y="46"/>
                  <a:pt x="19" y="39"/>
                  <a:pt x="29" y="38"/>
                </a:cubicBezTo>
                <a:cubicBezTo>
                  <a:pt x="27" y="33"/>
                  <a:pt x="24" y="29"/>
                  <a:pt x="23" y="25"/>
                </a:cubicBezTo>
                <a:cubicBezTo>
                  <a:pt x="18" y="41"/>
                  <a:pt x="24" y="65"/>
                  <a:pt x="26" y="82"/>
                </a:cubicBezTo>
                <a:cubicBezTo>
                  <a:pt x="27" y="93"/>
                  <a:pt x="27" y="108"/>
                  <a:pt x="15" y="102"/>
                </a:cubicBezTo>
                <a:cubicBezTo>
                  <a:pt x="16" y="100"/>
                  <a:pt x="15" y="100"/>
                  <a:pt x="15" y="97"/>
                </a:cubicBezTo>
                <a:cubicBezTo>
                  <a:pt x="16" y="95"/>
                  <a:pt x="13" y="98"/>
                  <a:pt x="13" y="96"/>
                </a:cubicBezTo>
                <a:cubicBezTo>
                  <a:pt x="11" y="72"/>
                  <a:pt x="8" y="40"/>
                  <a:pt x="5" y="13"/>
                </a:cubicBezTo>
                <a:cubicBezTo>
                  <a:pt x="5" y="11"/>
                  <a:pt x="0" y="10"/>
                  <a:pt x="2" y="8"/>
                </a:cubicBezTo>
                <a:cubicBezTo>
                  <a:pt x="5" y="4"/>
                  <a:pt x="8" y="0"/>
                  <a:pt x="14" y="1"/>
                </a:cubicBezTo>
                <a:cubicBezTo>
                  <a:pt x="19" y="1"/>
                  <a:pt x="26" y="9"/>
                  <a:pt x="32" y="12"/>
                </a:cubicBezTo>
                <a:cubicBezTo>
                  <a:pt x="39" y="15"/>
                  <a:pt x="46" y="17"/>
                  <a:pt x="52" y="20"/>
                </a:cubicBezTo>
                <a:cubicBezTo>
                  <a:pt x="58" y="23"/>
                  <a:pt x="65" y="26"/>
                  <a:pt x="71" y="29"/>
                </a:cubicBezTo>
                <a:cubicBezTo>
                  <a:pt x="82" y="34"/>
                  <a:pt x="88" y="38"/>
                  <a:pt x="99" y="39"/>
                </a:cubicBezTo>
                <a:cubicBezTo>
                  <a:pt x="102" y="40"/>
                  <a:pt x="105" y="38"/>
                  <a:pt x="108" y="41"/>
                </a:cubicBezTo>
                <a:cubicBezTo>
                  <a:pt x="108" y="43"/>
                  <a:pt x="108" y="44"/>
                  <a:pt x="107" y="45"/>
                </a:cubicBezTo>
                <a:cubicBezTo>
                  <a:pt x="109" y="47"/>
                  <a:pt x="111" y="47"/>
                  <a:pt x="113" y="4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venir LT Std 45 Book" panose="020B0502020203020204" pitchFamily="34" charset="0"/>
              <a:ea typeface="Arial"/>
              <a:cs typeface="Arial"/>
              <a:sym typeface="Arial"/>
            </a:endParaRPr>
          </a:p>
        </p:txBody>
      </p:sp>
      <p:sp>
        <p:nvSpPr>
          <p:cNvPr id="119" name="ZoneTexte 118">
            <a:extLst>
              <a:ext uri="{FF2B5EF4-FFF2-40B4-BE49-F238E27FC236}">
                <a16:creationId xmlns:a16="http://schemas.microsoft.com/office/drawing/2014/main" id="{8D72312D-6BB4-2027-A126-648E583CF5BA}"/>
              </a:ext>
            </a:extLst>
          </p:cNvPr>
          <p:cNvSpPr txBox="1"/>
          <p:nvPr/>
        </p:nvSpPr>
        <p:spPr>
          <a:xfrm>
            <a:off x="6838813" y="4802078"/>
            <a:ext cx="5203225" cy="253916"/>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0084D4"/>
                </a:solidFill>
                <a:effectLst/>
                <a:uLnTx/>
                <a:uFillTx/>
                <a:latin typeface="Avenir LT Std 35 Light" panose="020B0402020203020204" pitchFamily="34" charset="0"/>
                <a:ea typeface="+mn-ea"/>
                <a:cs typeface="+mn-cs"/>
              </a:rPr>
              <a:t>Au besoin, </a:t>
            </a:r>
            <a:r>
              <a:rPr kumimoji="0" lang="fr-FR" sz="1050" b="1" i="0" u="none" strike="noStrike" kern="1200" cap="none" spc="0" normalizeH="0" baseline="0" noProof="0">
                <a:ln>
                  <a:noFill/>
                </a:ln>
                <a:solidFill>
                  <a:srgbClr val="0084D4"/>
                </a:solidFill>
                <a:effectLst/>
                <a:uLnTx/>
                <a:uFillTx/>
                <a:latin typeface="Avenir LT Std 65 Medium" panose="020B0803020203020204" pitchFamily="34" charset="0"/>
                <a:ea typeface="+mn-ea"/>
                <a:cs typeface="+mn-cs"/>
              </a:rPr>
              <a:t>déployer une démarche d’écoute du collectif</a:t>
            </a:r>
            <a:endParaRPr kumimoji="0" lang="fr-FR" sz="1050" b="1" i="0" u="none" strike="noStrike" kern="1200" cap="none" spc="0" normalizeH="0" baseline="0" noProof="0">
              <a:ln>
                <a:noFill/>
              </a:ln>
              <a:solidFill>
                <a:srgbClr val="0084D4"/>
              </a:solidFill>
              <a:effectLst/>
              <a:uLnTx/>
              <a:uFillTx/>
              <a:latin typeface="Avenir LT Std 35 Light" panose="020B0402020203020204" pitchFamily="34" charset="0"/>
              <a:ea typeface="+mn-ea"/>
              <a:cs typeface="+mn-cs"/>
            </a:endParaRPr>
          </a:p>
        </p:txBody>
      </p:sp>
      <p:sp>
        <p:nvSpPr>
          <p:cNvPr id="120" name="Rectangle : coins arrondis 119">
            <a:extLst>
              <a:ext uri="{FF2B5EF4-FFF2-40B4-BE49-F238E27FC236}">
                <a16:creationId xmlns:a16="http://schemas.microsoft.com/office/drawing/2014/main" id="{07366B0F-AA86-EEA8-1D5A-328BD23044A2}"/>
              </a:ext>
            </a:extLst>
          </p:cNvPr>
          <p:cNvSpPr/>
          <p:nvPr/>
        </p:nvSpPr>
        <p:spPr>
          <a:xfrm>
            <a:off x="6790780" y="3724356"/>
            <a:ext cx="5256251" cy="1020546"/>
          </a:xfrm>
          <a:prstGeom prst="roundRect">
            <a:avLst/>
          </a:prstGeom>
          <a:solidFill>
            <a:schemeClr val="accent1">
              <a:lumMod val="10000"/>
              <a:lumOff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05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Valoriser les succès </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05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Partager des repères collectifs </a:t>
            </a:r>
            <a:r>
              <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(niveau de qualité, priorités, fonctionnement)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05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Laisser au collectif la marge de manœuvre de proposer des ajustements </a:t>
            </a:r>
            <a:r>
              <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(entraide, binôme…) </a:t>
            </a:r>
            <a:r>
              <a:rPr kumimoji="0" lang="fr-FR" sz="105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et les arbitrer en tenant compte des souhaits et compétences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05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Prévenir l’éventuelle mauvaise répartition de la charge en toute transparence avec le collectif</a:t>
            </a:r>
          </a:p>
        </p:txBody>
      </p:sp>
      <p:sp>
        <p:nvSpPr>
          <p:cNvPr id="121" name="Titre 7">
            <a:extLst>
              <a:ext uri="{FF2B5EF4-FFF2-40B4-BE49-F238E27FC236}">
                <a16:creationId xmlns:a16="http://schemas.microsoft.com/office/drawing/2014/main" id="{F8054165-C4B2-B383-AC3B-A44B48A513B4}"/>
              </a:ext>
            </a:extLst>
          </p:cNvPr>
          <p:cNvSpPr txBox="1">
            <a:spLocks/>
          </p:cNvSpPr>
          <p:nvPr/>
        </p:nvSpPr>
        <p:spPr>
          <a:xfrm>
            <a:off x="6003036" y="5347645"/>
            <a:ext cx="3389966" cy="193899"/>
          </a:xfrm>
          <a:prstGeom prst="rect">
            <a:avLst/>
          </a:prstGeom>
        </p:spPr>
        <p:txBody>
          <a:bodyPr vert="horz" wrap="square" lIns="0" tIns="0" rIns="72000" bIns="0" rtlCol="0" anchor="ctr">
            <a:spAutoFit/>
          </a:bodyPr>
          <a:lstStyle>
            <a:lvl1pPr algn="l" defTabSz="914355" rtl="0" eaLnBrk="1" latinLnBrk="0" hangingPunct="1">
              <a:lnSpc>
                <a:spcPct val="90000"/>
              </a:lnSpc>
              <a:spcBef>
                <a:spcPct val="0"/>
              </a:spcBef>
              <a:buNone/>
              <a:defRPr sz="2400" b="1" kern="1200">
                <a:solidFill>
                  <a:srgbClr val="0084D4"/>
                </a:solidFill>
                <a:latin typeface="Arial" panose="020B0604020202020204" pitchFamily="34" charset="0"/>
                <a:ea typeface="+mj-ea"/>
                <a:cs typeface="Arial" panose="020B0604020202020204" pitchFamily="34" charset="0"/>
              </a:defRPr>
            </a:lvl1pPr>
          </a:lstStyle>
          <a:p>
            <a:pPr marL="0" marR="0" lvl="0" indent="0" algn="l" defTabSz="914355" rtl="0" eaLnBrk="1" fontAlgn="auto" latinLnBrk="0" hangingPunct="1">
              <a:lnSpc>
                <a:spcPct val="90000"/>
              </a:lnSpc>
              <a:spcBef>
                <a:spcPct val="0"/>
              </a:spcBef>
              <a:spcAft>
                <a:spcPts val="0"/>
              </a:spcAft>
              <a:buClrTx/>
              <a:buSzTx/>
              <a:buFontTx/>
              <a:buNone/>
              <a:tabLst/>
              <a:defRPr/>
            </a:pPr>
            <a:r>
              <a:rPr kumimoji="0" lang="fr-FR" sz="1400" b="1" i="0" u="none" strike="noStrike" kern="1200" cap="none" spc="0" normalizeH="0" baseline="0" noProof="0">
                <a:ln>
                  <a:noFill/>
                </a:ln>
                <a:solidFill>
                  <a:srgbClr val="8374D1"/>
                </a:solidFill>
                <a:effectLst/>
                <a:uLnTx/>
                <a:uFillTx/>
                <a:latin typeface="Avenir LT Std 65 Medium" panose="020B0803020203020204" pitchFamily="34" charset="0"/>
                <a:ea typeface="+mj-ea"/>
                <a:cs typeface="Arial" panose="020B0604020202020204" pitchFamily="34" charset="0"/>
              </a:rPr>
              <a:t>AVEC QUELLE POSTURE </a:t>
            </a:r>
          </a:p>
        </p:txBody>
      </p:sp>
      <p:pic>
        <p:nvPicPr>
          <p:cNvPr id="123" name="Graphique 122" descr="Commande vocale contour">
            <a:extLst>
              <a:ext uri="{FF2B5EF4-FFF2-40B4-BE49-F238E27FC236}">
                <a16:creationId xmlns:a16="http://schemas.microsoft.com/office/drawing/2014/main" id="{116312EB-95E7-271B-945C-ACEAD567ADA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529690" y="5265106"/>
            <a:ext cx="396000" cy="396000"/>
          </a:xfrm>
          <a:prstGeom prst="rect">
            <a:avLst/>
          </a:prstGeom>
        </p:spPr>
      </p:pic>
      <p:sp>
        <p:nvSpPr>
          <p:cNvPr id="125" name="ZoneTexte 124">
            <a:extLst>
              <a:ext uri="{FF2B5EF4-FFF2-40B4-BE49-F238E27FC236}">
                <a16:creationId xmlns:a16="http://schemas.microsoft.com/office/drawing/2014/main" id="{C4C76305-4D88-560B-CDFE-1887BBF78755}"/>
              </a:ext>
            </a:extLst>
          </p:cNvPr>
          <p:cNvSpPr txBox="1"/>
          <p:nvPr/>
        </p:nvSpPr>
        <p:spPr>
          <a:xfrm>
            <a:off x="5540691" y="5607791"/>
            <a:ext cx="1340202" cy="253916"/>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8374D1"/>
                </a:solidFill>
                <a:effectLst/>
                <a:uLnTx/>
                <a:uFillTx/>
                <a:latin typeface="Avenir LT Std 65 Medium" panose="020B0803020203020204" pitchFamily="34" charset="0"/>
                <a:ea typeface="+mn-ea"/>
                <a:cs typeface="+mn-cs"/>
              </a:rPr>
              <a:t>Libérer la parole </a:t>
            </a:r>
            <a:endParaRPr kumimoji="0" lang="fr-FR" sz="1050" b="1" i="0" u="none" strike="noStrike" kern="1200" cap="none" spc="0" normalizeH="0" baseline="0" noProof="0">
              <a:ln>
                <a:noFill/>
              </a:ln>
              <a:solidFill>
                <a:srgbClr val="8374D1"/>
              </a:solidFill>
              <a:effectLst/>
              <a:uLnTx/>
              <a:uFillTx/>
              <a:latin typeface="Avenir LT Std 35 Light" panose="020B0402020203020204" pitchFamily="34" charset="0"/>
              <a:ea typeface="+mn-ea"/>
              <a:cs typeface="+mn-cs"/>
            </a:endParaRPr>
          </a:p>
        </p:txBody>
      </p:sp>
      <p:sp>
        <p:nvSpPr>
          <p:cNvPr id="126" name="ZoneTexte 125">
            <a:extLst>
              <a:ext uri="{FF2B5EF4-FFF2-40B4-BE49-F238E27FC236}">
                <a16:creationId xmlns:a16="http://schemas.microsoft.com/office/drawing/2014/main" id="{474CB3AA-0533-0423-B95C-0A6E438BF4A2}"/>
              </a:ext>
            </a:extLst>
          </p:cNvPr>
          <p:cNvSpPr txBox="1"/>
          <p:nvPr/>
        </p:nvSpPr>
        <p:spPr>
          <a:xfrm>
            <a:off x="7280995" y="5607791"/>
            <a:ext cx="1551826" cy="253916"/>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8374D1"/>
                </a:solidFill>
                <a:effectLst/>
                <a:uLnTx/>
                <a:uFillTx/>
                <a:latin typeface="Avenir LT Std 65 Medium" panose="020B0803020203020204" pitchFamily="34" charset="0"/>
                <a:ea typeface="+mn-ea"/>
                <a:cs typeface="+mn-cs"/>
              </a:rPr>
              <a:t>Écouter activement </a:t>
            </a:r>
            <a:endParaRPr kumimoji="0" lang="fr-FR" sz="1050" b="1" i="0" u="none" strike="noStrike" kern="1200" cap="none" spc="0" normalizeH="0" baseline="0" noProof="0">
              <a:ln>
                <a:noFill/>
              </a:ln>
              <a:solidFill>
                <a:srgbClr val="8374D1"/>
              </a:solidFill>
              <a:effectLst/>
              <a:uLnTx/>
              <a:uFillTx/>
              <a:latin typeface="Avenir LT Std 35 Light" panose="020B0402020203020204" pitchFamily="34" charset="0"/>
              <a:ea typeface="+mn-ea"/>
              <a:cs typeface="+mn-cs"/>
            </a:endParaRPr>
          </a:p>
        </p:txBody>
      </p:sp>
      <p:sp>
        <p:nvSpPr>
          <p:cNvPr id="127" name="ZoneTexte 126">
            <a:extLst>
              <a:ext uri="{FF2B5EF4-FFF2-40B4-BE49-F238E27FC236}">
                <a16:creationId xmlns:a16="http://schemas.microsoft.com/office/drawing/2014/main" id="{905A57B9-9CF1-FBA4-FA72-C5BBC2FCDCD6}"/>
              </a:ext>
            </a:extLst>
          </p:cNvPr>
          <p:cNvSpPr txBox="1"/>
          <p:nvPr/>
        </p:nvSpPr>
        <p:spPr>
          <a:xfrm>
            <a:off x="5441516" y="5803478"/>
            <a:ext cx="1802412" cy="861774"/>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srgbClr val="8374D1"/>
                </a:solidFill>
                <a:effectLst/>
                <a:uLnTx/>
                <a:uFillTx/>
                <a:latin typeface="Avenir LT Std 35 Light" panose="020B0402020203020204" pitchFamily="34" charset="0"/>
                <a:ea typeface="+mn-ea"/>
                <a:cs typeface="+mn-cs"/>
              </a:rPr>
              <a:t>prendre l’initiative, ouvrir un espace bienveillant, être exemplaire, prendre le temps d’en parler à tous les niveaux</a:t>
            </a:r>
            <a:endParaRPr kumimoji="0" lang="fr-FR" sz="1000" b="1" i="0" u="none" strike="noStrike" kern="1200" cap="none" spc="0" normalizeH="0" baseline="0" noProof="0">
              <a:ln>
                <a:noFill/>
              </a:ln>
              <a:solidFill>
                <a:srgbClr val="8374D1"/>
              </a:solidFill>
              <a:effectLst/>
              <a:uLnTx/>
              <a:uFillTx/>
              <a:latin typeface="Avenir LT Std 35 Light" panose="020B0402020203020204" pitchFamily="34" charset="0"/>
              <a:ea typeface="+mn-ea"/>
              <a:cs typeface="+mn-cs"/>
            </a:endParaRPr>
          </a:p>
        </p:txBody>
      </p:sp>
      <p:sp>
        <p:nvSpPr>
          <p:cNvPr id="128" name="ZoneTexte 127">
            <a:extLst>
              <a:ext uri="{FF2B5EF4-FFF2-40B4-BE49-F238E27FC236}">
                <a16:creationId xmlns:a16="http://schemas.microsoft.com/office/drawing/2014/main" id="{21E04166-30CE-AFA2-FC1C-E6EEF84D062A}"/>
              </a:ext>
            </a:extLst>
          </p:cNvPr>
          <p:cNvSpPr txBox="1"/>
          <p:nvPr/>
        </p:nvSpPr>
        <p:spPr>
          <a:xfrm>
            <a:off x="7280995" y="5803478"/>
            <a:ext cx="1924363" cy="1015663"/>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srgbClr val="8374D1"/>
                </a:solidFill>
                <a:effectLst/>
                <a:uLnTx/>
                <a:uFillTx/>
                <a:latin typeface="Avenir LT Std 35 Light" panose="020B0402020203020204" pitchFamily="34" charset="0"/>
                <a:ea typeface="+mn-ea"/>
                <a:cs typeface="+mn-cs"/>
              </a:rPr>
              <a:t>ne pas interrompre, reformuler pour vérifier la compréhension, poser des questions ouvertes, rester attentif aux signaux non verbaux contradictoires </a:t>
            </a:r>
            <a:endParaRPr kumimoji="0" lang="fr-FR" sz="1000" b="1" i="0" u="none" strike="noStrike" kern="1200" cap="none" spc="0" normalizeH="0" baseline="0" noProof="0">
              <a:ln>
                <a:noFill/>
              </a:ln>
              <a:solidFill>
                <a:srgbClr val="8374D1"/>
              </a:solidFill>
              <a:effectLst/>
              <a:uLnTx/>
              <a:uFillTx/>
              <a:latin typeface="Avenir LT Std 35 Light" panose="020B0402020203020204" pitchFamily="34" charset="0"/>
              <a:ea typeface="+mn-ea"/>
              <a:cs typeface="+mn-cs"/>
            </a:endParaRPr>
          </a:p>
        </p:txBody>
      </p:sp>
      <p:sp>
        <p:nvSpPr>
          <p:cNvPr id="129" name="ZoneTexte 128">
            <a:extLst>
              <a:ext uri="{FF2B5EF4-FFF2-40B4-BE49-F238E27FC236}">
                <a16:creationId xmlns:a16="http://schemas.microsoft.com/office/drawing/2014/main" id="{75E6A539-1078-5955-3AC6-3ACAFB9B1FDE}"/>
              </a:ext>
            </a:extLst>
          </p:cNvPr>
          <p:cNvSpPr txBox="1"/>
          <p:nvPr/>
        </p:nvSpPr>
        <p:spPr>
          <a:xfrm>
            <a:off x="9224428" y="5607791"/>
            <a:ext cx="1551826" cy="253916"/>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8374D1"/>
                </a:solidFill>
                <a:effectLst/>
                <a:uLnTx/>
                <a:uFillTx/>
                <a:latin typeface="Avenir LT Std 65 Medium" panose="020B0803020203020204" pitchFamily="34" charset="0"/>
                <a:ea typeface="+mn-ea"/>
                <a:cs typeface="+mn-cs"/>
              </a:rPr>
              <a:t>Favoriser le dialogue </a:t>
            </a:r>
            <a:endParaRPr kumimoji="0" lang="fr-FR" sz="1050" b="1" i="0" u="none" strike="noStrike" kern="1200" cap="none" spc="0" normalizeH="0" baseline="0" noProof="0">
              <a:ln>
                <a:noFill/>
              </a:ln>
              <a:solidFill>
                <a:srgbClr val="8374D1"/>
              </a:solidFill>
              <a:effectLst/>
              <a:uLnTx/>
              <a:uFillTx/>
              <a:latin typeface="Avenir LT Std 35 Light" panose="020B0402020203020204" pitchFamily="34" charset="0"/>
              <a:ea typeface="+mn-ea"/>
              <a:cs typeface="+mn-cs"/>
            </a:endParaRPr>
          </a:p>
        </p:txBody>
      </p:sp>
      <p:sp>
        <p:nvSpPr>
          <p:cNvPr id="130" name="ZoneTexte 129">
            <a:extLst>
              <a:ext uri="{FF2B5EF4-FFF2-40B4-BE49-F238E27FC236}">
                <a16:creationId xmlns:a16="http://schemas.microsoft.com/office/drawing/2014/main" id="{B05C42E9-C2A4-AC48-4093-485F42C7B4B0}"/>
              </a:ext>
            </a:extLst>
          </p:cNvPr>
          <p:cNvSpPr txBox="1"/>
          <p:nvPr/>
        </p:nvSpPr>
        <p:spPr>
          <a:xfrm>
            <a:off x="9224428" y="5803478"/>
            <a:ext cx="1860334" cy="1015663"/>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srgbClr val="8374D1"/>
                </a:solidFill>
                <a:effectLst/>
                <a:uLnTx/>
                <a:uFillTx/>
                <a:latin typeface="Avenir LT Std 35 Light" panose="020B0402020203020204" pitchFamily="34" charset="0"/>
                <a:ea typeface="+mn-ea"/>
                <a:cs typeface="+mn-cs"/>
              </a:rPr>
              <a:t>accueillir les émotions sans les minimiser, ne pas se justifier ni être sur la défensive, prendre le temps de réfléchir et coconstruire les solutions</a:t>
            </a:r>
            <a:endParaRPr kumimoji="0" lang="fr-FR" sz="1000" b="1" i="0" u="none" strike="noStrike" kern="1200" cap="none" spc="0" normalizeH="0" baseline="0" noProof="0">
              <a:ln>
                <a:noFill/>
              </a:ln>
              <a:solidFill>
                <a:srgbClr val="8374D1"/>
              </a:solidFill>
              <a:effectLst/>
              <a:uLnTx/>
              <a:uFillTx/>
              <a:latin typeface="Avenir LT Std 35 Light" panose="020B0402020203020204" pitchFamily="34" charset="0"/>
              <a:ea typeface="+mn-ea"/>
              <a:cs typeface="+mn-cs"/>
            </a:endParaRPr>
          </a:p>
        </p:txBody>
      </p:sp>
      <p:sp>
        <p:nvSpPr>
          <p:cNvPr id="132" name="Forme libre : forme 131">
            <a:extLst>
              <a:ext uri="{FF2B5EF4-FFF2-40B4-BE49-F238E27FC236}">
                <a16:creationId xmlns:a16="http://schemas.microsoft.com/office/drawing/2014/main" id="{F01FC7C9-D5BF-E7CD-D6B0-E5883608005A}"/>
              </a:ext>
            </a:extLst>
          </p:cNvPr>
          <p:cNvSpPr>
            <a:spLocks noChangeAspect="1"/>
          </p:cNvSpPr>
          <p:nvPr/>
        </p:nvSpPr>
        <p:spPr>
          <a:xfrm>
            <a:off x="6390482" y="2362741"/>
            <a:ext cx="360000" cy="359613"/>
          </a:xfrm>
          <a:custGeom>
            <a:avLst/>
            <a:gdLst>
              <a:gd name="csX0" fmla="*/ 572468 w 857246"/>
              <a:gd name="csY0" fmla="*/ 558184 h 856323"/>
              <a:gd name="csX1" fmla="*/ 581025 w 857246"/>
              <a:gd name="csY1" fmla="*/ 555319 h 856323"/>
              <a:gd name="csX2" fmla="*/ 628650 w 857246"/>
              <a:gd name="csY2" fmla="*/ 520084 h 856323"/>
              <a:gd name="csX3" fmla="*/ 634380 w 857246"/>
              <a:gd name="csY3" fmla="*/ 461037 h 856323"/>
              <a:gd name="csX4" fmla="*/ 640110 w 857246"/>
              <a:gd name="csY4" fmla="*/ 416277 h 856323"/>
              <a:gd name="csX5" fmla="*/ 637245 w 857246"/>
              <a:gd name="csY5" fmla="*/ 401990 h 856323"/>
              <a:gd name="csX6" fmla="*/ 622958 w 857246"/>
              <a:gd name="csY6" fmla="*/ 404854 h 856323"/>
              <a:gd name="csX7" fmla="*/ 614400 w 857246"/>
              <a:gd name="csY7" fmla="*/ 466767 h 856323"/>
              <a:gd name="csX8" fmla="*/ 609638 w 857246"/>
              <a:gd name="csY8" fmla="*/ 509629 h 856323"/>
              <a:gd name="csX9" fmla="*/ 575332 w 857246"/>
              <a:gd name="csY9" fmla="*/ 534410 h 856323"/>
              <a:gd name="csX10" fmla="*/ 519150 w 857246"/>
              <a:gd name="csY10" fmla="*/ 590592 h 856323"/>
              <a:gd name="csX11" fmla="*/ 494370 w 857246"/>
              <a:gd name="csY11" fmla="*/ 624897 h 856323"/>
              <a:gd name="csX12" fmla="*/ 451507 w 857246"/>
              <a:gd name="csY12" fmla="*/ 629660 h 856323"/>
              <a:gd name="csX13" fmla="*/ 374340 w 857246"/>
              <a:gd name="csY13" fmla="*/ 650607 h 856323"/>
              <a:gd name="csX14" fmla="*/ 335272 w 857246"/>
              <a:gd name="csY14" fmla="*/ 667760 h 856323"/>
              <a:gd name="csX15" fmla="*/ 296204 w 857246"/>
              <a:gd name="csY15" fmla="*/ 650607 h 856323"/>
              <a:gd name="csX16" fmla="*/ 219036 w 857246"/>
              <a:gd name="csY16" fmla="*/ 629660 h 856323"/>
              <a:gd name="csX17" fmla="*/ 176174 w 857246"/>
              <a:gd name="csY17" fmla="*/ 624897 h 856323"/>
              <a:gd name="csX18" fmla="*/ 151394 w 857246"/>
              <a:gd name="csY18" fmla="*/ 590592 h 856323"/>
              <a:gd name="csX19" fmla="*/ 95211 w 857246"/>
              <a:gd name="csY19" fmla="*/ 534410 h 856323"/>
              <a:gd name="csX20" fmla="*/ 60906 w 857246"/>
              <a:gd name="csY20" fmla="*/ 509629 h 856323"/>
              <a:gd name="csX21" fmla="*/ 56144 w 857246"/>
              <a:gd name="csY21" fmla="*/ 466767 h 856323"/>
              <a:gd name="csX22" fmla="*/ 35196 w 857246"/>
              <a:gd name="csY22" fmla="*/ 389599 h 856323"/>
              <a:gd name="csX23" fmla="*/ 18044 w 857246"/>
              <a:gd name="csY23" fmla="*/ 350531 h 856323"/>
              <a:gd name="csX24" fmla="*/ 35196 w 857246"/>
              <a:gd name="csY24" fmla="*/ 311464 h 856323"/>
              <a:gd name="csX25" fmla="*/ 56144 w 857246"/>
              <a:gd name="csY25" fmla="*/ 234296 h 856323"/>
              <a:gd name="csX26" fmla="*/ 60906 w 857246"/>
              <a:gd name="csY26" fmla="*/ 191433 h 856323"/>
              <a:gd name="csX27" fmla="*/ 95211 w 857246"/>
              <a:gd name="csY27" fmla="*/ 166653 h 856323"/>
              <a:gd name="csX28" fmla="*/ 151394 w 857246"/>
              <a:gd name="csY28" fmla="*/ 110471 h 856323"/>
              <a:gd name="csX29" fmla="*/ 176174 w 857246"/>
              <a:gd name="csY29" fmla="*/ 76166 h 856323"/>
              <a:gd name="csX30" fmla="*/ 219036 w 857246"/>
              <a:gd name="csY30" fmla="*/ 71403 h 856323"/>
              <a:gd name="csX31" fmla="*/ 296204 w 857246"/>
              <a:gd name="csY31" fmla="*/ 50456 h 856323"/>
              <a:gd name="csX32" fmla="*/ 335272 w 857246"/>
              <a:gd name="csY32" fmla="*/ 33303 h 856323"/>
              <a:gd name="csX33" fmla="*/ 374340 w 857246"/>
              <a:gd name="csY33" fmla="*/ 50456 h 856323"/>
              <a:gd name="csX34" fmla="*/ 451507 w 857246"/>
              <a:gd name="csY34" fmla="*/ 71403 h 856323"/>
              <a:gd name="csX35" fmla="*/ 481050 w 857246"/>
              <a:gd name="csY35" fmla="*/ 70436 h 856323"/>
              <a:gd name="csX36" fmla="*/ 493440 w 857246"/>
              <a:gd name="csY36" fmla="*/ 62808 h 856323"/>
              <a:gd name="csX37" fmla="*/ 485813 w 857246"/>
              <a:gd name="csY37" fmla="*/ 50418 h 856323"/>
              <a:gd name="csX38" fmla="*/ 444848 w 857246"/>
              <a:gd name="csY38" fmla="*/ 51386 h 856323"/>
              <a:gd name="csX39" fmla="*/ 389595 w 857246"/>
              <a:gd name="csY39" fmla="*/ 36130 h 856323"/>
              <a:gd name="csX40" fmla="*/ 335310 w 857246"/>
              <a:gd name="csY40" fmla="*/ 12318 h 856323"/>
              <a:gd name="csX41" fmla="*/ 281025 w 857246"/>
              <a:gd name="csY41" fmla="*/ 36130 h 856323"/>
              <a:gd name="csX42" fmla="*/ 225773 w 857246"/>
              <a:gd name="csY42" fmla="*/ 51386 h 856323"/>
              <a:gd name="csX43" fmla="*/ 166725 w 857246"/>
              <a:gd name="csY43" fmla="*/ 57116 h 856323"/>
              <a:gd name="csX44" fmla="*/ 131490 w 857246"/>
              <a:gd name="csY44" fmla="*/ 104741 h 856323"/>
              <a:gd name="csX45" fmla="*/ 90525 w 857246"/>
              <a:gd name="csY45" fmla="*/ 145706 h 856323"/>
              <a:gd name="csX46" fmla="*/ 42900 w 857246"/>
              <a:gd name="csY46" fmla="*/ 180941 h 856323"/>
              <a:gd name="csX47" fmla="*/ 37170 w 857246"/>
              <a:gd name="csY47" fmla="*/ 239988 h 856323"/>
              <a:gd name="csX48" fmla="*/ 21915 w 857246"/>
              <a:gd name="csY48" fmla="*/ 295241 h 856323"/>
              <a:gd name="csX49" fmla="*/ 0 w 857246"/>
              <a:gd name="csY49" fmla="*/ 352428 h 856323"/>
              <a:gd name="csX50" fmla="*/ 23813 w 857246"/>
              <a:gd name="csY50" fmla="*/ 406713 h 856323"/>
              <a:gd name="csX51" fmla="*/ 39068 w 857246"/>
              <a:gd name="csY51" fmla="*/ 461965 h 856323"/>
              <a:gd name="csX52" fmla="*/ 44798 w 857246"/>
              <a:gd name="csY52" fmla="*/ 521013 h 856323"/>
              <a:gd name="csX53" fmla="*/ 92423 w 857246"/>
              <a:gd name="csY53" fmla="*/ 556247 h 856323"/>
              <a:gd name="csX54" fmla="*/ 100980 w 857246"/>
              <a:gd name="csY54" fmla="*/ 559112 h 856323"/>
              <a:gd name="csX55" fmla="*/ 4759 w 857246"/>
              <a:gd name="csY55" fmla="*/ 778187 h 856323"/>
              <a:gd name="csX56" fmla="*/ 5726 w 857246"/>
              <a:gd name="csY56" fmla="*/ 788680 h 856323"/>
              <a:gd name="csX57" fmla="*/ 16219 w 857246"/>
              <a:gd name="csY57" fmla="*/ 792475 h 856323"/>
              <a:gd name="csX58" fmla="*/ 127652 w 857246"/>
              <a:gd name="csY58" fmla="*/ 769631 h 856323"/>
              <a:gd name="csX59" fmla="*/ 175277 w 857246"/>
              <a:gd name="csY59" fmla="*/ 851561 h 856323"/>
              <a:gd name="csX60" fmla="*/ 183834 w 857246"/>
              <a:gd name="csY60" fmla="*/ 856323 h 856323"/>
              <a:gd name="csX61" fmla="*/ 184802 w 857246"/>
              <a:gd name="csY61" fmla="*/ 856323 h 856323"/>
              <a:gd name="csX62" fmla="*/ 193359 w 857246"/>
              <a:gd name="csY62" fmla="*/ 850593 h 856323"/>
              <a:gd name="csX63" fmla="*/ 278117 w 857246"/>
              <a:gd name="csY63" fmla="*/ 660093 h 856323"/>
              <a:gd name="csX64" fmla="*/ 283847 w 857246"/>
              <a:gd name="csY64" fmla="*/ 664856 h 856323"/>
              <a:gd name="csX65" fmla="*/ 338131 w 857246"/>
              <a:gd name="csY65" fmla="*/ 688668 h 856323"/>
              <a:gd name="csX66" fmla="*/ 392416 w 857246"/>
              <a:gd name="csY66" fmla="*/ 664856 h 856323"/>
              <a:gd name="csX67" fmla="*/ 398146 w 857246"/>
              <a:gd name="csY67" fmla="*/ 660093 h 856323"/>
              <a:gd name="csX68" fmla="*/ 482903 w 857246"/>
              <a:gd name="csY68" fmla="*/ 850593 h 856323"/>
              <a:gd name="csX69" fmla="*/ 491461 w 857246"/>
              <a:gd name="csY69" fmla="*/ 856323 h 856323"/>
              <a:gd name="csX70" fmla="*/ 492428 w 857246"/>
              <a:gd name="csY70" fmla="*/ 856323 h 856323"/>
              <a:gd name="csX71" fmla="*/ 500986 w 857246"/>
              <a:gd name="csY71" fmla="*/ 851561 h 856323"/>
              <a:gd name="csX72" fmla="*/ 548611 w 857246"/>
              <a:gd name="csY72" fmla="*/ 769631 h 856323"/>
              <a:gd name="csX73" fmla="*/ 660044 w 857246"/>
              <a:gd name="csY73" fmla="*/ 792475 h 856323"/>
              <a:gd name="csX74" fmla="*/ 670537 w 857246"/>
              <a:gd name="csY74" fmla="*/ 788680 h 856323"/>
              <a:gd name="csX75" fmla="*/ 671504 w 857246"/>
              <a:gd name="csY75" fmla="*/ 778187 h 856323"/>
              <a:gd name="csX76" fmla="*/ 182876 w 857246"/>
              <a:gd name="csY76" fmla="*/ 824884 h 856323"/>
              <a:gd name="csX77" fmla="*/ 141911 w 857246"/>
              <a:gd name="csY77" fmla="*/ 753447 h 856323"/>
              <a:gd name="csX78" fmla="*/ 131418 w 857246"/>
              <a:gd name="csY78" fmla="*/ 748684 h 856323"/>
              <a:gd name="csX79" fmla="*/ 31444 w 857246"/>
              <a:gd name="csY79" fmla="*/ 768665 h 856323"/>
              <a:gd name="csX80" fmla="*/ 119066 w 857246"/>
              <a:gd name="csY80" fmla="*/ 570535 h 856323"/>
              <a:gd name="csX81" fmla="*/ 133354 w 857246"/>
              <a:gd name="csY81" fmla="*/ 597213 h 856323"/>
              <a:gd name="csX82" fmla="*/ 168589 w 857246"/>
              <a:gd name="csY82" fmla="*/ 644838 h 856323"/>
              <a:gd name="csX83" fmla="*/ 227636 w 857246"/>
              <a:gd name="csY83" fmla="*/ 650568 h 856323"/>
              <a:gd name="csX84" fmla="*/ 260006 w 857246"/>
              <a:gd name="csY84" fmla="*/ 650568 h 856323"/>
              <a:gd name="csX85" fmla="*/ 543893 w 857246"/>
              <a:gd name="csY85" fmla="*/ 748684 h 856323"/>
              <a:gd name="csX86" fmla="*/ 533400 w 857246"/>
              <a:gd name="csY86" fmla="*/ 753447 h 856323"/>
              <a:gd name="csX87" fmla="*/ 492435 w 857246"/>
              <a:gd name="csY87" fmla="*/ 824884 h 856323"/>
              <a:gd name="csX88" fmla="*/ 415267 w 857246"/>
              <a:gd name="csY88" fmla="*/ 650567 h 856323"/>
              <a:gd name="csX89" fmla="*/ 447637 w 857246"/>
              <a:gd name="csY89" fmla="*/ 650567 h 856323"/>
              <a:gd name="csX90" fmla="*/ 506684 w 857246"/>
              <a:gd name="csY90" fmla="*/ 644837 h 856323"/>
              <a:gd name="csX91" fmla="*/ 541919 w 857246"/>
              <a:gd name="csY91" fmla="*/ 597212 h 856323"/>
              <a:gd name="csX92" fmla="*/ 556207 w 857246"/>
              <a:gd name="csY92" fmla="*/ 570535 h 856323"/>
              <a:gd name="csX93" fmla="*/ 643829 w 857246"/>
              <a:gd name="csY93" fmla="*/ 768664 h 856323"/>
              <a:gd name="csX94" fmla="*/ 664851 w 857246"/>
              <a:gd name="csY94" fmla="*/ 0 h 856323"/>
              <a:gd name="csX95" fmla="*/ 472455 w 857246"/>
              <a:gd name="csY95" fmla="*/ 192395 h 856323"/>
              <a:gd name="csX96" fmla="*/ 664851 w 857246"/>
              <a:gd name="csY96" fmla="*/ 384791 h 856323"/>
              <a:gd name="csX97" fmla="*/ 857246 w 857246"/>
              <a:gd name="csY97" fmla="*/ 192395 h 856323"/>
              <a:gd name="csX98" fmla="*/ 664851 w 857246"/>
              <a:gd name="csY98" fmla="*/ 0 h 856323"/>
              <a:gd name="csX99" fmla="*/ 664851 w 857246"/>
              <a:gd name="csY99" fmla="*/ 364817 h 856323"/>
              <a:gd name="csX100" fmla="*/ 492429 w 857246"/>
              <a:gd name="csY100" fmla="*/ 192395 h 856323"/>
              <a:gd name="csX101" fmla="*/ 664851 w 857246"/>
              <a:gd name="csY101" fmla="*/ 20945 h 856323"/>
              <a:gd name="csX102" fmla="*/ 837272 w 857246"/>
              <a:gd name="csY102" fmla="*/ 193367 h 856323"/>
              <a:gd name="csX103" fmla="*/ 664851 w 857246"/>
              <a:gd name="csY103" fmla="*/ 364817 h 856323"/>
              <a:gd name="csX104" fmla="*/ 724866 w 857246"/>
              <a:gd name="csY104" fmla="*/ 109538 h 856323"/>
              <a:gd name="csX105" fmla="*/ 627682 w 857246"/>
              <a:gd name="csY105" fmla="*/ 206683 h 856323"/>
              <a:gd name="csX106" fmla="*/ 596242 w 857246"/>
              <a:gd name="csY106" fmla="*/ 164788 h 856323"/>
              <a:gd name="csX107" fmla="*/ 573397 w 857246"/>
              <a:gd name="csY107" fmla="*/ 151468 h 856323"/>
              <a:gd name="csX108" fmla="*/ 547688 w 857246"/>
              <a:gd name="csY108" fmla="*/ 158129 h 856323"/>
              <a:gd name="csX109" fmla="*/ 534368 w 857246"/>
              <a:gd name="csY109" fmla="*/ 180973 h 856323"/>
              <a:gd name="csX110" fmla="*/ 541028 w 857246"/>
              <a:gd name="csY110" fmla="*/ 206683 h 856323"/>
              <a:gd name="csX111" fmla="*/ 597210 w 857246"/>
              <a:gd name="csY111" fmla="*/ 281915 h 856323"/>
              <a:gd name="csX112" fmla="*/ 621023 w 857246"/>
              <a:gd name="csY112" fmla="*/ 294306 h 856323"/>
              <a:gd name="csX113" fmla="*/ 623887 w 857246"/>
              <a:gd name="csY113" fmla="*/ 294306 h 856323"/>
              <a:gd name="csX114" fmla="*/ 646732 w 857246"/>
              <a:gd name="csY114" fmla="*/ 284781 h 856323"/>
              <a:gd name="csX115" fmla="*/ 773424 w 857246"/>
              <a:gd name="csY115" fmla="*/ 158089 h 856323"/>
              <a:gd name="csX116" fmla="*/ 783917 w 857246"/>
              <a:gd name="csY116" fmla="*/ 133308 h 856323"/>
              <a:gd name="csX117" fmla="*/ 773424 w 857246"/>
              <a:gd name="csY117" fmla="*/ 108528 h 856323"/>
              <a:gd name="csX118" fmla="*/ 724869 w 857246"/>
              <a:gd name="csY118" fmla="*/ 109533 h 856323"/>
              <a:gd name="csX119" fmla="*/ 759134 w 857246"/>
              <a:gd name="csY119" fmla="*/ 143843 h 856323"/>
              <a:gd name="csX120" fmla="*/ 632442 w 857246"/>
              <a:gd name="csY120" fmla="*/ 270497 h 856323"/>
              <a:gd name="csX121" fmla="*/ 622917 w 857246"/>
              <a:gd name="csY121" fmla="*/ 274292 h 856323"/>
              <a:gd name="csX122" fmla="*/ 614359 w 857246"/>
              <a:gd name="csY122" fmla="*/ 269529 h 856323"/>
              <a:gd name="csX123" fmla="*/ 558177 w 857246"/>
              <a:gd name="csY123" fmla="*/ 194297 h 856323"/>
              <a:gd name="csX124" fmla="*/ 555312 w 857246"/>
              <a:gd name="csY124" fmla="*/ 183804 h 856323"/>
              <a:gd name="csX125" fmla="*/ 561042 w 857246"/>
              <a:gd name="csY125" fmla="*/ 174279 h 856323"/>
              <a:gd name="csX126" fmla="*/ 569600 w 857246"/>
              <a:gd name="csY126" fmla="*/ 171414 h 856323"/>
              <a:gd name="csX127" fmla="*/ 571497 w 857246"/>
              <a:gd name="csY127" fmla="*/ 171414 h 856323"/>
              <a:gd name="csX128" fmla="*/ 581022 w 857246"/>
              <a:gd name="csY128" fmla="*/ 177144 h 856323"/>
              <a:gd name="csX129" fmla="*/ 619122 w 857246"/>
              <a:gd name="csY129" fmla="*/ 227634 h 856323"/>
              <a:gd name="csX130" fmla="*/ 626750 w 857246"/>
              <a:gd name="csY130" fmla="*/ 231430 h 856323"/>
              <a:gd name="csX131" fmla="*/ 634377 w 857246"/>
              <a:gd name="csY131" fmla="*/ 228565 h 856323"/>
              <a:gd name="csX132" fmla="*/ 739152 w 857246"/>
              <a:gd name="csY132" fmla="*/ 123828 h 856323"/>
              <a:gd name="csX133" fmla="*/ 759170 w 857246"/>
              <a:gd name="csY133" fmla="*/ 123828 h 856323"/>
              <a:gd name="csX134" fmla="*/ 762965 w 857246"/>
              <a:gd name="csY134" fmla="*/ 133353 h 856323"/>
              <a:gd name="csX135" fmla="*/ 759133 w 857246"/>
              <a:gd name="csY135" fmla="*/ 143845 h 856323"/>
              <a:gd name="csX136" fmla="*/ 524838 w 857246"/>
              <a:gd name="csY136" fmla="*/ 370509 h 856323"/>
              <a:gd name="csX137" fmla="*/ 536260 w 857246"/>
              <a:gd name="csY137" fmla="*/ 360984 h 856323"/>
              <a:gd name="csX138" fmla="*/ 545785 w 857246"/>
              <a:gd name="csY138" fmla="*/ 372407 h 856323"/>
              <a:gd name="csX139" fmla="*/ 479110 w 857246"/>
              <a:gd name="csY139" fmla="*/ 505757 h 856323"/>
              <a:gd name="csX140" fmla="*/ 339102 w 857246"/>
              <a:gd name="csY140" fmla="*/ 560041 h 856323"/>
              <a:gd name="csX141" fmla="*/ 128581 w 857246"/>
              <a:gd name="csY141" fmla="*/ 352425 h 856323"/>
              <a:gd name="csX142" fmla="*/ 337159 w 857246"/>
              <a:gd name="csY142" fmla="*/ 143847 h 856323"/>
              <a:gd name="csX143" fmla="*/ 448592 w 857246"/>
              <a:gd name="csY143" fmla="*/ 176216 h 856323"/>
              <a:gd name="csX144" fmla="*/ 451457 w 857246"/>
              <a:gd name="csY144" fmla="*/ 190504 h 856323"/>
              <a:gd name="csX145" fmla="*/ 437170 w 857246"/>
              <a:gd name="csY145" fmla="*/ 193369 h 856323"/>
              <a:gd name="csX146" fmla="*/ 336186 w 857246"/>
              <a:gd name="csY146" fmla="*/ 163826 h 856323"/>
              <a:gd name="csX147" fmla="*/ 148553 w 857246"/>
              <a:gd name="csY147" fmla="*/ 351459 h 856323"/>
              <a:gd name="csX148" fmla="*/ 336186 w 857246"/>
              <a:gd name="csY148" fmla="*/ 539092 h 856323"/>
              <a:gd name="csX149" fmla="*/ 524828 w 857246"/>
              <a:gd name="csY149" fmla="*/ 370509 h 856323"/>
              <a:gd name="csX150" fmla="*/ 469585 w 857246"/>
              <a:gd name="csY150" fmla="*/ 288616 h 856323"/>
              <a:gd name="csX151" fmla="*/ 382893 w 857246"/>
              <a:gd name="csY151" fmla="*/ 287649 h 856323"/>
              <a:gd name="csX152" fmla="*/ 355285 w 857246"/>
              <a:gd name="csY152" fmla="*/ 204789 h 856323"/>
              <a:gd name="csX153" fmla="*/ 338133 w 857246"/>
              <a:gd name="csY153" fmla="*/ 192399 h 856323"/>
              <a:gd name="csX154" fmla="*/ 320980 w 857246"/>
              <a:gd name="csY154" fmla="*/ 204789 h 856323"/>
              <a:gd name="csX155" fmla="*/ 293373 w 857246"/>
              <a:gd name="csY155" fmla="*/ 287649 h 856323"/>
              <a:gd name="csX156" fmla="*/ 206680 w 857246"/>
              <a:gd name="csY156" fmla="*/ 288616 h 856323"/>
              <a:gd name="csX157" fmla="*/ 189528 w 857246"/>
              <a:gd name="csY157" fmla="*/ 301006 h 856323"/>
              <a:gd name="csX158" fmla="*/ 196188 w 857246"/>
              <a:gd name="csY158" fmla="*/ 321024 h 856323"/>
              <a:gd name="csX159" fmla="*/ 265728 w 857246"/>
              <a:gd name="csY159" fmla="*/ 372444 h 856323"/>
              <a:gd name="csX160" fmla="*/ 239050 w 857246"/>
              <a:gd name="csY160" fmla="*/ 455304 h 856323"/>
              <a:gd name="csX161" fmla="*/ 245710 w 857246"/>
              <a:gd name="csY161" fmla="*/ 475321 h 856323"/>
              <a:gd name="csX162" fmla="*/ 256203 w 857246"/>
              <a:gd name="csY162" fmla="*/ 479116 h 856323"/>
              <a:gd name="csX163" fmla="*/ 266696 w 857246"/>
              <a:gd name="csY163" fmla="*/ 475321 h 856323"/>
              <a:gd name="csX164" fmla="*/ 337165 w 857246"/>
              <a:gd name="csY164" fmla="*/ 424831 h 856323"/>
              <a:gd name="csX165" fmla="*/ 407635 w 857246"/>
              <a:gd name="csY165" fmla="*/ 475321 h 856323"/>
              <a:gd name="csX166" fmla="*/ 429550 w 857246"/>
              <a:gd name="csY166" fmla="*/ 475321 h 856323"/>
              <a:gd name="csX167" fmla="*/ 436210 w 857246"/>
              <a:gd name="csY167" fmla="*/ 455304 h 856323"/>
              <a:gd name="csX168" fmla="*/ 409570 w 857246"/>
              <a:gd name="csY168" fmla="*/ 373373 h 856323"/>
              <a:gd name="csX169" fmla="*/ 479110 w 857246"/>
              <a:gd name="csY169" fmla="*/ 321954 h 856323"/>
              <a:gd name="csX170" fmla="*/ 485770 w 857246"/>
              <a:gd name="csY170" fmla="*/ 301936 h 856323"/>
              <a:gd name="csX171" fmla="*/ 469585 w 857246"/>
              <a:gd name="csY171" fmla="*/ 288616 h 856323"/>
              <a:gd name="csX172" fmla="*/ 391488 w 857246"/>
              <a:gd name="csY172" fmla="*/ 361951 h 856323"/>
              <a:gd name="csX173" fmla="*/ 387693 w 857246"/>
              <a:gd name="csY173" fmla="*/ 373373 h 856323"/>
              <a:gd name="csX174" fmla="*/ 414370 w 857246"/>
              <a:gd name="csY174" fmla="*/ 457201 h 856323"/>
              <a:gd name="csX175" fmla="*/ 342933 w 857246"/>
              <a:gd name="csY175" fmla="*/ 405781 h 856323"/>
              <a:gd name="csX176" fmla="*/ 330543 w 857246"/>
              <a:gd name="csY176" fmla="*/ 405781 h 856323"/>
              <a:gd name="csX177" fmla="*/ 259105 w 857246"/>
              <a:gd name="csY177" fmla="*/ 457201 h 856323"/>
              <a:gd name="csX178" fmla="*/ 285783 w 857246"/>
              <a:gd name="csY178" fmla="*/ 373373 h 856323"/>
              <a:gd name="csX179" fmla="*/ 281988 w 857246"/>
              <a:gd name="csY179" fmla="*/ 361951 h 856323"/>
              <a:gd name="csX180" fmla="*/ 211518 w 857246"/>
              <a:gd name="csY180" fmla="*/ 309563 h 856323"/>
              <a:gd name="csX181" fmla="*/ 299140 w 857246"/>
              <a:gd name="csY181" fmla="*/ 308596 h 856323"/>
              <a:gd name="csX182" fmla="*/ 308665 w 857246"/>
              <a:gd name="csY182" fmla="*/ 301936 h 856323"/>
              <a:gd name="csX183" fmla="*/ 336273 w 857246"/>
              <a:gd name="csY183" fmla="*/ 219076 h 856323"/>
              <a:gd name="csX184" fmla="*/ 363880 w 857246"/>
              <a:gd name="csY184" fmla="*/ 301936 h 856323"/>
              <a:gd name="csX185" fmla="*/ 373405 w 857246"/>
              <a:gd name="csY185" fmla="*/ 308596 h 856323"/>
              <a:gd name="csX186" fmla="*/ 461027 w 857246"/>
              <a:gd name="csY186" fmla="*/ 309563 h 8563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Lst>
            <a:rect l="l" t="t" r="r" b="b"/>
            <a:pathLst>
              <a:path w="857246" h="856323">
                <a:moveTo>
                  <a:pt x="572468" y="558184"/>
                </a:moveTo>
                <a:cubicBezTo>
                  <a:pt x="575333" y="557217"/>
                  <a:pt x="578198" y="556286"/>
                  <a:pt x="581025" y="555319"/>
                </a:cubicBezTo>
                <a:cubicBezTo>
                  <a:pt x="601973" y="550557"/>
                  <a:pt x="619125" y="538167"/>
                  <a:pt x="628650" y="520084"/>
                </a:cubicBezTo>
                <a:cubicBezTo>
                  <a:pt x="639143" y="502002"/>
                  <a:pt x="641041" y="481017"/>
                  <a:pt x="634380" y="461037"/>
                </a:cubicBezTo>
                <a:cubicBezTo>
                  <a:pt x="629618" y="445782"/>
                  <a:pt x="631515" y="429597"/>
                  <a:pt x="640110" y="416277"/>
                </a:cubicBezTo>
                <a:cubicBezTo>
                  <a:pt x="642975" y="411515"/>
                  <a:pt x="642008" y="404855"/>
                  <a:pt x="637245" y="401990"/>
                </a:cubicBezTo>
                <a:cubicBezTo>
                  <a:pt x="632483" y="399124"/>
                  <a:pt x="625823" y="400092"/>
                  <a:pt x="622958" y="404854"/>
                </a:cubicBezTo>
                <a:cubicBezTo>
                  <a:pt x="611535" y="422937"/>
                  <a:pt x="608670" y="445820"/>
                  <a:pt x="614400" y="466767"/>
                </a:cubicBezTo>
                <a:cubicBezTo>
                  <a:pt x="619163" y="482022"/>
                  <a:pt x="617265" y="496310"/>
                  <a:pt x="609638" y="509629"/>
                </a:cubicBezTo>
                <a:cubicBezTo>
                  <a:pt x="602010" y="522949"/>
                  <a:pt x="590588" y="531545"/>
                  <a:pt x="575332" y="534410"/>
                </a:cubicBezTo>
                <a:cubicBezTo>
                  <a:pt x="547725" y="541070"/>
                  <a:pt x="525810" y="562985"/>
                  <a:pt x="519150" y="590592"/>
                </a:cubicBezTo>
                <a:cubicBezTo>
                  <a:pt x="515355" y="605847"/>
                  <a:pt x="506760" y="618199"/>
                  <a:pt x="494370" y="624897"/>
                </a:cubicBezTo>
                <a:cubicBezTo>
                  <a:pt x="481050" y="632525"/>
                  <a:pt x="466763" y="633455"/>
                  <a:pt x="451507" y="629660"/>
                </a:cubicBezTo>
                <a:cubicBezTo>
                  <a:pt x="423900" y="621102"/>
                  <a:pt x="394357" y="629660"/>
                  <a:pt x="374340" y="650607"/>
                </a:cubicBezTo>
                <a:cubicBezTo>
                  <a:pt x="363847" y="662029"/>
                  <a:pt x="350527" y="667760"/>
                  <a:pt x="335272" y="667760"/>
                </a:cubicBezTo>
                <a:cubicBezTo>
                  <a:pt x="320017" y="667760"/>
                  <a:pt x="306697" y="662030"/>
                  <a:pt x="296204" y="650607"/>
                </a:cubicBezTo>
                <a:cubicBezTo>
                  <a:pt x="277154" y="629660"/>
                  <a:pt x="246682" y="621064"/>
                  <a:pt x="219036" y="629660"/>
                </a:cubicBezTo>
                <a:cubicBezTo>
                  <a:pt x="203781" y="634422"/>
                  <a:pt x="189494" y="632525"/>
                  <a:pt x="176174" y="624897"/>
                </a:cubicBezTo>
                <a:cubicBezTo>
                  <a:pt x="162854" y="617270"/>
                  <a:pt x="154259" y="605847"/>
                  <a:pt x="151394" y="590592"/>
                </a:cubicBezTo>
                <a:cubicBezTo>
                  <a:pt x="144734" y="562985"/>
                  <a:pt x="122819" y="541070"/>
                  <a:pt x="95211" y="534410"/>
                </a:cubicBezTo>
                <a:cubicBezTo>
                  <a:pt x="79956" y="530615"/>
                  <a:pt x="67604" y="522020"/>
                  <a:pt x="60906" y="509629"/>
                </a:cubicBezTo>
                <a:cubicBezTo>
                  <a:pt x="53279" y="496310"/>
                  <a:pt x="52348" y="482022"/>
                  <a:pt x="56144" y="466767"/>
                </a:cubicBezTo>
                <a:cubicBezTo>
                  <a:pt x="64701" y="439160"/>
                  <a:pt x="56144" y="409617"/>
                  <a:pt x="35196" y="389599"/>
                </a:cubicBezTo>
                <a:cubicBezTo>
                  <a:pt x="23774" y="379106"/>
                  <a:pt x="18044" y="365787"/>
                  <a:pt x="18044" y="350531"/>
                </a:cubicBezTo>
                <a:cubicBezTo>
                  <a:pt x="18044" y="335276"/>
                  <a:pt x="23773" y="321956"/>
                  <a:pt x="35196" y="311464"/>
                </a:cubicBezTo>
                <a:cubicBezTo>
                  <a:pt x="56144" y="292414"/>
                  <a:pt x="64739" y="261941"/>
                  <a:pt x="56144" y="234296"/>
                </a:cubicBezTo>
                <a:cubicBezTo>
                  <a:pt x="51381" y="219041"/>
                  <a:pt x="53279" y="204753"/>
                  <a:pt x="60906" y="191433"/>
                </a:cubicBezTo>
                <a:cubicBezTo>
                  <a:pt x="68534" y="178114"/>
                  <a:pt x="79956" y="169518"/>
                  <a:pt x="95211" y="166653"/>
                </a:cubicBezTo>
                <a:cubicBezTo>
                  <a:pt x="122819" y="159993"/>
                  <a:pt x="144734" y="138078"/>
                  <a:pt x="151394" y="110471"/>
                </a:cubicBezTo>
                <a:cubicBezTo>
                  <a:pt x="155189" y="95216"/>
                  <a:pt x="163784" y="82864"/>
                  <a:pt x="176174" y="76166"/>
                </a:cubicBezTo>
                <a:cubicBezTo>
                  <a:pt x="189494" y="68538"/>
                  <a:pt x="203781" y="67608"/>
                  <a:pt x="219036" y="71403"/>
                </a:cubicBezTo>
                <a:cubicBezTo>
                  <a:pt x="246644" y="79961"/>
                  <a:pt x="276186" y="71403"/>
                  <a:pt x="296204" y="50456"/>
                </a:cubicBezTo>
                <a:cubicBezTo>
                  <a:pt x="306697" y="39033"/>
                  <a:pt x="320017" y="33303"/>
                  <a:pt x="335272" y="33303"/>
                </a:cubicBezTo>
                <a:cubicBezTo>
                  <a:pt x="350527" y="33303"/>
                  <a:pt x="363847" y="39033"/>
                  <a:pt x="374340" y="50456"/>
                </a:cubicBezTo>
                <a:cubicBezTo>
                  <a:pt x="393390" y="71403"/>
                  <a:pt x="423862" y="79999"/>
                  <a:pt x="451507" y="71403"/>
                </a:cubicBezTo>
                <a:cubicBezTo>
                  <a:pt x="462000" y="68538"/>
                  <a:pt x="471525" y="67608"/>
                  <a:pt x="481050" y="70436"/>
                </a:cubicBezTo>
                <a:cubicBezTo>
                  <a:pt x="486780" y="72333"/>
                  <a:pt x="492472" y="68538"/>
                  <a:pt x="493440" y="62808"/>
                </a:cubicBezTo>
                <a:cubicBezTo>
                  <a:pt x="495338" y="57079"/>
                  <a:pt x="491543" y="51386"/>
                  <a:pt x="485813" y="50418"/>
                </a:cubicBezTo>
                <a:cubicBezTo>
                  <a:pt x="472493" y="46623"/>
                  <a:pt x="458205" y="47553"/>
                  <a:pt x="444848" y="51386"/>
                </a:cubicBezTo>
                <a:cubicBezTo>
                  <a:pt x="424830" y="58046"/>
                  <a:pt x="402953" y="51386"/>
                  <a:pt x="389595" y="36130"/>
                </a:cubicBezTo>
                <a:cubicBezTo>
                  <a:pt x="375307" y="20875"/>
                  <a:pt x="356257" y="12318"/>
                  <a:pt x="335310" y="12318"/>
                </a:cubicBezTo>
                <a:cubicBezTo>
                  <a:pt x="314363" y="12318"/>
                  <a:pt x="295313" y="20876"/>
                  <a:pt x="281025" y="36130"/>
                </a:cubicBezTo>
                <a:cubicBezTo>
                  <a:pt x="266738" y="51386"/>
                  <a:pt x="244823" y="57078"/>
                  <a:pt x="225773" y="51386"/>
                </a:cubicBezTo>
                <a:cubicBezTo>
                  <a:pt x="205755" y="44726"/>
                  <a:pt x="184807" y="47591"/>
                  <a:pt x="166725" y="57116"/>
                </a:cubicBezTo>
                <a:cubicBezTo>
                  <a:pt x="148643" y="67608"/>
                  <a:pt x="136253" y="84723"/>
                  <a:pt x="131490" y="104741"/>
                </a:cubicBezTo>
                <a:cubicBezTo>
                  <a:pt x="126728" y="124758"/>
                  <a:pt x="110543" y="140943"/>
                  <a:pt x="90525" y="145706"/>
                </a:cubicBezTo>
                <a:cubicBezTo>
                  <a:pt x="69578" y="150468"/>
                  <a:pt x="52425" y="162858"/>
                  <a:pt x="42900" y="180941"/>
                </a:cubicBezTo>
                <a:cubicBezTo>
                  <a:pt x="32407" y="199023"/>
                  <a:pt x="30510" y="220008"/>
                  <a:pt x="37170" y="239988"/>
                </a:cubicBezTo>
                <a:cubicBezTo>
                  <a:pt x="42900" y="260006"/>
                  <a:pt x="37170" y="281883"/>
                  <a:pt x="21915" y="295241"/>
                </a:cubicBezTo>
                <a:cubicBezTo>
                  <a:pt x="8558" y="312430"/>
                  <a:pt x="0" y="331480"/>
                  <a:pt x="0" y="352428"/>
                </a:cubicBezTo>
                <a:cubicBezTo>
                  <a:pt x="0" y="373375"/>
                  <a:pt x="8558" y="392425"/>
                  <a:pt x="23813" y="406713"/>
                </a:cubicBezTo>
                <a:cubicBezTo>
                  <a:pt x="39067" y="421000"/>
                  <a:pt x="44760" y="442915"/>
                  <a:pt x="39068" y="461965"/>
                </a:cubicBezTo>
                <a:cubicBezTo>
                  <a:pt x="32408" y="481983"/>
                  <a:pt x="35273" y="502930"/>
                  <a:pt x="44798" y="521013"/>
                </a:cubicBezTo>
                <a:cubicBezTo>
                  <a:pt x="55290" y="539095"/>
                  <a:pt x="72405" y="551485"/>
                  <a:pt x="92423" y="556247"/>
                </a:cubicBezTo>
                <a:cubicBezTo>
                  <a:pt x="95288" y="557215"/>
                  <a:pt x="98152" y="558145"/>
                  <a:pt x="100980" y="559112"/>
                </a:cubicBezTo>
                <a:lnTo>
                  <a:pt x="4759" y="778187"/>
                </a:lnTo>
                <a:cubicBezTo>
                  <a:pt x="2861" y="781983"/>
                  <a:pt x="3791" y="785815"/>
                  <a:pt x="5726" y="788680"/>
                </a:cubicBezTo>
                <a:cubicBezTo>
                  <a:pt x="8591" y="791545"/>
                  <a:pt x="12386" y="793443"/>
                  <a:pt x="16219" y="792475"/>
                </a:cubicBezTo>
                <a:lnTo>
                  <a:pt x="127652" y="769631"/>
                </a:lnTo>
                <a:lnTo>
                  <a:pt x="175277" y="851561"/>
                </a:lnTo>
                <a:cubicBezTo>
                  <a:pt x="177174" y="854426"/>
                  <a:pt x="180039" y="856323"/>
                  <a:pt x="183834" y="856323"/>
                </a:cubicBezTo>
                <a:lnTo>
                  <a:pt x="184802" y="856323"/>
                </a:lnTo>
                <a:cubicBezTo>
                  <a:pt x="188597" y="856323"/>
                  <a:pt x="192429" y="853458"/>
                  <a:pt x="193359" y="850593"/>
                </a:cubicBezTo>
                <a:lnTo>
                  <a:pt x="278117" y="660093"/>
                </a:lnTo>
                <a:cubicBezTo>
                  <a:pt x="280014" y="661991"/>
                  <a:pt x="281912" y="662958"/>
                  <a:pt x="283847" y="664856"/>
                </a:cubicBezTo>
                <a:cubicBezTo>
                  <a:pt x="298134" y="680111"/>
                  <a:pt x="317184" y="688668"/>
                  <a:pt x="338131" y="688668"/>
                </a:cubicBezTo>
                <a:cubicBezTo>
                  <a:pt x="359079" y="688668"/>
                  <a:pt x="378129" y="680111"/>
                  <a:pt x="392416" y="664856"/>
                </a:cubicBezTo>
                <a:cubicBezTo>
                  <a:pt x="394314" y="662958"/>
                  <a:pt x="396211" y="661061"/>
                  <a:pt x="398146" y="660093"/>
                </a:cubicBezTo>
                <a:lnTo>
                  <a:pt x="482903" y="850593"/>
                </a:lnTo>
                <a:cubicBezTo>
                  <a:pt x="484801" y="854389"/>
                  <a:pt x="487666" y="856323"/>
                  <a:pt x="491461" y="856323"/>
                </a:cubicBezTo>
                <a:lnTo>
                  <a:pt x="492428" y="856323"/>
                </a:lnTo>
                <a:cubicBezTo>
                  <a:pt x="496224" y="856323"/>
                  <a:pt x="499088" y="854426"/>
                  <a:pt x="500986" y="851561"/>
                </a:cubicBezTo>
                <a:lnTo>
                  <a:pt x="548611" y="769631"/>
                </a:lnTo>
                <a:lnTo>
                  <a:pt x="660044" y="792475"/>
                </a:lnTo>
                <a:cubicBezTo>
                  <a:pt x="663839" y="793443"/>
                  <a:pt x="667671" y="791508"/>
                  <a:pt x="670537" y="788680"/>
                </a:cubicBezTo>
                <a:cubicBezTo>
                  <a:pt x="673402" y="785815"/>
                  <a:pt x="673402" y="782020"/>
                  <a:pt x="671504" y="778187"/>
                </a:cubicBezTo>
                <a:close/>
                <a:moveTo>
                  <a:pt x="182876" y="824884"/>
                </a:moveTo>
                <a:lnTo>
                  <a:pt x="141911" y="753447"/>
                </a:lnTo>
                <a:cubicBezTo>
                  <a:pt x="140014" y="749651"/>
                  <a:pt x="135251" y="747717"/>
                  <a:pt x="131418" y="748684"/>
                </a:cubicBezTo>
                <a:lnTo>
                  <a:pt x="31444" y="768665"/>
                </a:lnTo>
                <a:lnTo>
                  <a:pt x="119066" y="570535"/>
                </a:lnTo>
                <a:cubicBezTo>
                  <a:pt x="125726" y="577195"/>
                  <a:pt x="131456" y="586720"/>
                  <a:pt x="133354" y="597213"/>
                </a:cubicBezTo>
                <a:cubicBezTo>
                  <a:pt x="138116" y="618160"/>
                  <a:pt x="150506" y="635313"/>
                  <a:pt x="168589" y="644838"/>
                </a:cubicBezTo>
                <a:cubicBezTo>
                  <a:pt x="186671" y="655331"/>
                  <a:pt x="207656" y="657228"/>
                  <a:pt x="227636" y="650568"/>
                </a:cubicBezTo>
                <a:cubicBezTo>
                  <a:pt x="238129" y="646772"/>
                  <a:pt x="249551" y="647703"/>
                  <a:pt x="260006" y="650568"/>
                </a:cubicBezTo>
                <a:close/>
                <a:moveTo>
                  <a:pt x="543893" y="748684"/>
                </a:moveTo>
                <a:cubicBezTo>
                  <a:pt x="539130" y="747717"/>
                  <a:pt x="535335" y="749651"/>
                  <a:pt x="533400" y="753447"/>
                </a:cubicBezTo>
                <a:lnTo>
                  <a:pt x="492435" y="824884"/>
                </a:lnTo>
                <a:lnTo>
                  <a:pt x="415267" y="650567"/>
                </a:lnTo>
                <a:cubicBezTo>
                  <a:pt x="425760" y="647702"/>
                  <a:pt x="437182" y="646772"/>
                  <a:pt x="447637" y="650567"/>
                </a:cubicBezTo>
                <a:cubicBezTo>
                  <a:pt x="467655" y="657227"/>
                  <a:pt x="488602" y="654362"/>
                  <a:pt x="506684" y="644837"/>
                </a:cubicBezTo>
                <a:cubicBezTo>
                  <a:pt x="524767" y="634344"/>
                  <a:pt x="537157" y="617230"/>
                  <a:pt x="541919" y="597212"/>
                </a:cubicBezTo>
                <a:cubicBezTo>
                  <a:pt x="543817" y="586719"/>
                  <a:pt x="549547" y="578162"/>
                  <a:pt x="556207" y="570535"/>
                </a:cubicBezTo>
                <a:lnTo>
                  <a:pt x="643829" y="768664"/>
                </a:lnTo>
                <a:close/>
                <a:moveTo>
                  <a:pt x="664851" y="0"/>
                </a:moveTo>
                <a:cubicBezTo>
                  <a:pt x="558180" y="0"/>
                  <a:pt x="472455" y="86693"/>
                  <a:pt x="472455" y="192395"/>
                </a:cubicBezTo>
                <a:cubicBezTo>
                  <a:pt x="472455" y="298142"/>
                  <a:pt x="559148" y="384791"/>
                  <a:pt x="664851" y="384791"/>
                </a:cubicBezTo>
                <a:cubicBezTo>
                  <a:pt x="770559" y="384791"/>
                  <a:pt x="857246" y="299066"/>
                  <a:pt x="857246" y="192395"/>
                </a:cubicBezTo>
                <a:cubicBezTo>
                  <a:pt x="857246" y="85725"/>
                  <a:pt x="770553" y="0"/>
                  <a:pt x="664851" y="0"/>
                </a:cubicBezTo>
                <a:close/>
                <a:moveTo>
                  <a:pt x="664851" y="364817"/>
                </a:moveTo>
                <a:cubicBezTo>
                  <a:pt x="569601" y="364817"/>
                  <a:pt x="492429" y="287649"/>
                  <a:pt x="492429" y="192395"/>
                </a:cubicBezTo>
                <a:cubicBezTo>
                  <a:pt x="492429" y="97142"/>
                  <a:pt x="569597" y="20945"/>
                  <a:pt x="664851" y="20945"/>
                </a:cubicBezTo>
                <a:cubicBezTo>
                  <a:pt x="760105" y="20945"/>
                  <a:pt x="837272" y="98113"/>
                  <a:pt x="837272" y="193367"/>
                </a:cubicBezTo>
                <a:cubicBezTo>
                  <a:pt x="837235" y="288617"/>
                  <a:pt x="759138" y="364817"/>
                  <a:pt x="664851" y="364817"/>
                </a:cubicBezTo>
                <a:close/>
                <a:moveTo>
                  <a:pt x="724866" y="109538"/>
                </a:moveTo>
                <a:lnTo>
                  <a:pt x="627682" y="206683"/>
                </a:lnTo>
                <a:lnTo>
                  <a:pt x="596242" y="164788"/>
                </a:lnTo>
                <a:cubicBezTo>
                  <a:pt x="590512" y="157161"/>
                  <a:pt x="582922" y="152398"/>
                  <a:pt x="573397" y="151468"/>
                </a:cubicBezTo>
                <a:cubicBezTo>
                  <a:pt x="563872" y="150501"/>
                  <a:pt x="555315" y="152436"/>
                  <a:pt x="547688" y="158129"/>
                </a:cubicBezTo>
                <a:cubicBezTo>
                  <a:pt x="540060" y="163858"/>
                  <a:pt x="535297" y="171448"/>
                  <a:pt x="534368" y="180973"/>
                </a:cubicBezTo>
                <a:cubicBezTo>
                  <a:pt x="533400" y="190498"/>
                  <a:pt x="535335" y="199056"/>
                  <a:pt x="541028" y="206683"/>
                </a:cubicBezTo>
                <a:lnTo>
                  <a:pt x="597210" y="281915"/>
                </a:lnTo>
                <a:cubicBezTo>
                  <a:pt x="602940" y="289543"/>
                  <a:pt x="611498" y="294306"/>
                  <a:pt x="621023" y="294306"/>
                </a:cubicBezTo>
                <a:lnTo>
                  <a:pt x="623887" y="294306"/>
                </a:lnTo>
                <a:cubicBezTo>
                  <a:pt x="632445" y="294306"/>
                  <a:pt x="640072" y="291441"/>
                  <a:pt x="646732" y="284781"/>
                </a:cubicBezTo>
                <a:lnTo>
                  <a:pt x="773424" y="158089"/>
                </a:lnTo>
                <a:cubicBezTo>
                  <a:pt x="780084" y="151428"/>
                  <a:pt x="783917" y="142833"/>
                  <a:pt x="783917" y="133308"/>
                </a:cubicBezTo>
                <a:cubicBezTo>
                  <a:pt x="783917" y="123783"/>
                  <a:pt x="780122" y="115226"/>
                  <a:pt x="773424" y="108528"/>
                </a:cubicBezTo>
                <a:cubicBezTo>
                  <a:pt x="760105" y="96212"/>
                  <a:pt x="738189" y="96212"/>
                  <a:pt x="724869" y="109533"/>
                </a:cubicBezTo>
                <a:close/>
                <a:moveTo>
                  <a:pt x="759134" y="143843"/>
                </a:moveTo>
                <a:lnTo>
                  <a:pt x="632442" y="270497"/>
                </a:lnTo>
                <a:cubicBezTo>
                  <a:pt x="629577" y="273362"/>
                  <a:pt x="626712" y="274292"/>
                  <a:pt x="622917" y="274292"/>
                </a:cubicBezTo>
                <a:cubicBezTo>
                  <a:pt x="619122" y="274292"/>
                  <a:pt x="616257" y="272394"/>
                  <a:pt x="614359" y="269529"/>
                </a:cubicBezTo>
                <a:lnTo>
                  <a:pt x="558177" y="194297"/>
                </a:lnTo>
                <a:cubicBezTo>
                  <a:pt x="556279" y="191432"/>
                  <a:pt x="555312" y="187637"/>
                  <a:pt x="555312" y="183804"/>
                </a:cubicBezTo>
                <a:cubicBezTo>
                  <a:pt x="556279" y="180009"/>
                  <a:pt x="558177" y="177144"/>
                  <a:pt x="561042" y="174279"/>
                </a:cubicBezTo>
                <a:cubicBezTo>
                  <a:pt x="563907" y="172382"/>
                  <a:pt x="566772" y="171414"/>
                  <a:pt x="569600" y="171414"/>
                </a:cubicBezTo>
                <a:lnTo>
                  <a:pt x="571497" y="171414"/>
                </a:lnTo>
                <a:cubicBezTo>
                  <a:pt x="575292" y="172382"/>
                  <a:pt x="578157" y="174279"/>
                  <a:pt x="581022" y="177144"/>
                </a:cubicBezTo>
                <a:lnTo>
                  <a:pt x="619122" y="227634"/>
                </a:lnTo>
                <a:cubicBezTo>
                  <a:pt x="621020" y="229532"/>
                  <a:pt x="623885" y="231430"/>
                  <a:pt x="626750" y="231430"/>
                </a:cubicBezTo>
                <a:cubicBezTo>
                  <a:pt x="629615" y="231430"/>
                  <a:pt x="632479" y="230462"/>
                  <a:pt x="634377" y="228565"/>
                </a:cubicBezTo>
                <a:lnTo>
                  <a:pt x="739152" y="123828"/>
                </a:lnTo>
                <a:cubicBezTo>
                  <a:pt x="744882" y="118098"/>
                  <a:pt x="753440" y="118098"/>
                  <a:pt x="759170" y="123828"/>
                </a:cubicBezTo>
                <a:cubicBezTo>
                  <a:pt x="762035" y="126693"/>
                  <a:pt x="762965" y="129558"/>
                  <a:pt x="762965" y="133353"/>
                </a:cubicBezTo>
                <a:cubicBezTo>
                  <a:pt x="762965" y="137148"/>
                  <a:pt x="761998" y="140980"/>
                  <a:pt x="759133" y="143845"/>
                </a:cubicBezTo>
                <a:close/>
                <a:moveTo>
                  <a:pt x="524838" y="370509"/>
                </a:moveTo>
                <a:cubicBezTo>
                  <a:pt x="525805" y="364779"/>
                  <a:pt x="530568" y="360984"/>
                  <a:pt x="536260" y="360984"/>
                </a:cubicBezTo>
                <a:cubicBezTo>
                  <a:pt x="541990" y="361952"/>
                  <a:pt x="545785" y="366714"/>
                  <a:pt x="545785" y="372407"/>
                </a:cubicBezTo>
                <a:cubicBezTo>
                  <a:pt x="541023" y="423826"/>
                  <a:pt x="517210" y="471448"/>
                  <a:pt x="479110" y="505757"/>
                </a:cubicBezTo>
                <a:cubicBezTo>
                  <a:pt x="441010" y="540991"/>
                  <a:pt x="390520" y="560041"/>
                  <a:pt x="339102" y="560041"/>
                </a:cubicBezTo>
                <a:cubicBezTo>
                  <a:pt x="222869" y="561009"/>
                  <a:pt x="128581" y="466726"/>
                  <a:pt x="128581" y="352425"/>
                </a:cubicBezTo>
                <a:cubicBezTo>
                  <a:pt x="128581" y="238124"/>
                  <a:pt x="221933" y="143847"/>
                  <a:pt x="337159" y="143847"/>
                </a:cubicBezTo>
                <a:cubicBezTo>
                  <a:pt x="377157" y="143847"/>
                  <a:pt x="415257" y="155269"/>
                  <a:pt x="448592" y="176216"/>
                </a:cubicBezTo>
                <a:cubicBezTo>
                  <a:pt x="453355" y="179081"/>
                  <a:pt x="454322" y="185741"/>
                  <a:pt x="451457" y="190504"/>
                </a:cubicBezTo>
                <a:cubicBezTo>
                  <a:pt x="448592" y="195266"/>
                  <a:pt x="441932" y="197164"/>
                  <a:pt x="437170" y="193369"/>
                </a:cubicBezTo>
                <a:cubicBezTo>
                  <a:pt x="406697" y="174319"/>
                  <a:pt x="372392" y="163826"/>
                  <a:pt x="336186" y="163826"/>
                </a:cubicBezTo>
                <a:cubicBezTo>
                  <a:pt x="232382" y="163826"/>
                  <a:pt x="148553" y="248583"/>
                  <a:pt x="148553" y="351459"/>
                </a:cubicBezTo>
                <a:cubicBezTo>
                  <a:pt x="148553" y="454339"/>
                  <a:pt x="233310" y="539092"/>
                  <a:pt x="336186" y="539092"/>
                </a:cubicBezTo>
                <a:cubicBezTo>
                  <a:pt x="434341" y="540059"/>
                  <a:pt x="515303" y="467692"/>
                  <a:pt x="524828" y="370509"/>
                </a:cubicBezTo>
                <a:close/>
                <a:moveTo>
                  <a:pt x="469585" y="288616"/>
                </a:moveTo>
                <a:lnTo>
                  <a:pt x="382893" y="287649"/>
                </a:lnTo>
                <a:lnTo>
                  <a:pt x="355285" y="204789"/>
                </a:lnTo>
                <a:cubicBezTo>
                  <a:pt x="352420" y="197161"/>
                  <a:pt x="345760" y="192399"/>
                  <a:pt x="338133" y="192399"/>
                </a:cubicBezTo>
                <a:cubicBezTo>
                  <a:pt x="330505" y="192399"/>
                  <a:pt x="322878" y="197161"/>
                  <a:pt x="320980" y="204789"/>
                </a:cubicBezTo>
                <a:lnTo>
                  <a:pt x="293373" y="287649"/>
                </a:lnTo>
                <a:lnTo>
                  <a:pt x="206680" y="288616"/>
                </a:lnTo>
                <a:cubicBezTo>
                  <a:pt x="199053" y="288616"/>
                  <a:pt x="191425" y="293379"/>
                  <a:pt x="189528" y="301006"/>
                </a:cubicBezTo>
                <a:cubicBezTo>
                  <a:pt x="186663" y="308634"/>
                  <a:pt x="189528" y="317191"/>
                  <a:pt x="196188" y="321024"/>
                </a:cubicBezTo>
                <a:lnTo>
                  <a:pt x="265728" y="372444"/>
                </a:lnTo>
                <a:lnTo>
                  <a:pt x="239050" y="455304"/>
                </a:lnTo>
                <a:cubicBezTo>
                  <a:pt x="236185" y="462931"/>
                  <a:pt x="239050" y="471488"/>
                  <a:pt x="245710" y="475321"/>
                </a:cubicBezTo>
                <a:cubicBezTo>
                  <a:pt x="248575" y="477219"/>
                  <a:pt x="252370" y="479116"/>
                  <a:pt x="256203" y="479116"/>
                </a:cubicBezTo>
                <a:cubicBezTo>
                  <a:pt x="259998" y="479116"/>
                  <a:pt x="263830" y="478149"/>
                  <a:pt x="266696" y="475321"/>
                </a:cubicBezTo>
                <a:lnTo>
                  <a:pt x="337165" y="424831"/>
                </a:lnTo>
                <a:lnTo>
                  <a:pt x="407635" y="475321"/>
                </a:lnTo>
                <a:cubicBezTo>
                  <a:pt x="414295" y="480084"/>
                  <a:pt x="422890" y="480084"/>
                  <a:pt x="429550" y="475321"/>
                </a:cubicBezTo>
                <a:cubicBezTo>
                  <a:pt x="436210" y="470559"/>
                  <a:pt x="439075" y="462002"/>
                  <a:pt x="436210" y="455304"/>
                </a:cubicBezTo>
                <a:lnTo>
                  <a:pt x="409570" y="373373"/>
                </a:lnTo>
                <a:lnTo>
                  <a:pt x="479110" y="321954"/>
                </a:lnTo>
                <a:cubicBezTo>
                  <a:pt x="485770" y="317191"/>
                  <a:pt x="487668" y="308634"/>
                  <a:pt x="485770" y="301936"/>
                </a:cubicBezTo>
                <a:cubicBezTo>
                  <a:pt x="483872" y="294308"/>
                  <a:pt x="477212" y="288616"/>
                  <a:pt x="469585" y="288616"/>
                </a:cubicBezTo>
                <a:close/>
                <a:moveTo>
                  <a:pt x="391488" y="361951"/>
                </a:moveTo>
                <a:cubicBezTo>
                  <a:pt x="387693" y="364816"/>
                  <a:pt x="386726" y="369578"/>
                  <a:pt x="387693" y="373373"/>
                </a:cubicBezTo>
                <a:lnTo>
                  <a:pt x="414370" y="457201"/>
                </a:lnTo>
                <a:lnTo>
                  <a:pt x="342933" y="405781"/>
                </a:lnTo>
                <a:cubicBezTo>
                  <a:pt x="339138" y="402916"/>
                  <a:pt x="334375" y="402916"/>
                  <a:pt x="330543" y="405781"/>
                </a:cubicBezTo>
                <a:lnTo>
                  <a:pt x="259105" y="457201"/>
                </a:lnTo>
                <a:lnTo>
                  <a:pt x="285783" y="373373"/>
                </a:lnTo>
                <a:cubicBezTo>
                  <a:pt x="286750" y="369578"/>
                  <a:pt x="285783" y="364816"/>
                  <a:pt x="281988" y="361951"/>
                </a:cubicBezTo>
                <a:lnTo>
                  <a:pt x="211518" y="309563"/>
                </a:lnTo>
                <a:lnTo>
                  <a:pt x="299140" y="308596"/>
                </a:lnTo>
                <a:cubicBezTo>
                  <a:pt x="303903" y="308596"/>
                  <a:pt x="307698" y="305731"/>
                  <a:pt x="308665" y="301936"/>
                </a:cubicBezTo>
                <a:lnTo>
                  <a:pt x="336273" y="219076"/>
                </a:lnTo>
                <a:lnTo>
                  <a:pt x="363880" y="301936"/>
                </a:lnTo>
                <a:cubicBezTo>
                  <a:pt x="364847" y="305731"/>
                  <a:pt x="369610" y="308596"/>
                  <a:pt x="373405" y="308596"/>
                </a:cubicBezTo>
                <a:lnTo>
                  <a:pt x="461027" y="309563"/>
                </a:lnTo>
                <a:close/>
              </a:path>
            </a:pathLst>
          </a:custGeom>
          <a:solidFill>
            <a:schemeClr val="accent2"/>
          </a:solid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134" name="Forme libre : forme 133">
            <a:extLst>
              <a:ext uri="{FF2B5EF4-FFF2-40B4-BE49-F238E27FC236}">
                <a16:creationId xmlns:a16="http://schemas.microsoft.com/office/drawing/2014/main" id="{E7381948-7DB2-B47F-72F3-0F105E0BE4EF}"/>
              </a:ext>
            </a:extLst>
          </p:cNvPr>
          <p:cNvSpPr>
            <a:spLocks noChangeAspect="1"/>
          </p:cNvSpPr>
          <p:nvPr/>
        </p:nvSpPr>
        <p:spPr>
          <a:xfrm>
            <a:off x="6390482" y="4023810"/>
            <a:ext cx="360000" cy="359613"/>
          </a:xfrm>
          <a:custGeom>
            <a:avLst/>
            <a:gdLst>
              <a:gd name="csX0" fmla="*/ 572468 w 857246"/>
              <a:gd name="csY0" fmla="*/ 558184 h 856323"/>
              <a:gd name="csX1" fmla="*/ 581025 w 857246"/>
              <a:gd name="csY1" fmla="*/ 555319 h 856323"/>
              <a:gd name="csX2" fmla="*/ 628650 w 857246"/>
              <a:gd name="csY2" fmla="*/ 520084 h 856323"/>
              <a:gd name="csX3" fmla="*/ 634380 w 857246"/>
              <a:gd name="csY3" fmla="*/ 461037 h 856323"/>
              <a:gd name="csX4" fmla="*/ 640110 w 857246"/>
              <a:gd name="csY4" fmla="*/ 416277 h 856323"/>
              <a:gd name="csX5" fmla="*/ 637245 w 857246"/>
              <a:gd name="csY5" fmla="*/ 401990 h 856323"/>
              <a:gd name="csX6" fmla="*/ 622958 w 857246"/>
              <a:gd name="csY6" fmla="*/ 404854 h 856323"/>
              <a:gd name="csX7" fmla="*/ 614400 w 857246"/>
              <a:gd name="csY7" fmla="*/ 466767 h 856323"/>
              <a:gd name="csX8" fmla="*/ 609638 w 857246"/>
              <a:gd name="csY8" fmla="*/ 509629 h 856323"/>
              <a:gd name="csX9" fmla="*/ 575332 w 857246"/>
              <a:gd name="csY9" fmla="*/ 534410 h 856323"/>
              <a:gd name="csX10" fmla="*/ 519150 w 857246"/>
              <a:gd name="csY10" fmla="*/ 590592 h 856323"/>
              <a:gd name="csX11" fmla="*/ 494370 w 857246"/>
              <a:gd name="csY11" fmla="*/ 624897 h 856323"/>
              <a:gd name="csX12" fmla="*/ 451507 w 857246"/>
              <a:gd name="csY12" fmla="*/ 629660 h 856323"/>
              <a:gd name="csX13" fmla="*/ 374340 w 857246"/>
              <a:gd name="csY13" fmla="*/ 650607 h 856323"/>
              <a:gd name="csX14" fmla="*/ 335272 w 857246"/>
              <a:gd name="csY14" fmla="*/ 667760 h 856323"/>
              <a:gd name="csX15" fmla="*/ 296204 w 857246"/>
              <a:gd name="csY15" fmla="*/ 650607 h 856323"/>
              <a:gd name="csX16" fmla="*/ 219036 w 857246"/>
              <a:gd name="csY16" fmla="*/ 629660 h 856323"/>
              <a:gd name="csX17" fmla="*/ 176174 w 857246"/>
              <a:gd name="csY17" fmla="*/ 624897 h 856323"/>
              <a:gd name="csX18" fmla="*/ 151394 w 857246"/>
              <a:gd name="csY18" fmla="*/ 590592 h 856323"/>
              <a:gd name="csX19" fmla="*/ 95211 w 857246"/>
              <a:gd name="csY19" fmla="*/ 534410 h 856323"/>
              <a:gd name="csX20" fmla="*/ 60906 w 857246"/>
              <a:gd name="csY20" fmla="*/ 509629 h 856323"/>
              <a:gd name="csX21" fmla="*/ 56144 w 857246"/>
              <a:gd name="csY21" fmla="*/ 466767 h 856323"/>
              <a:gd name="csX22" fmla="*/ 35196 w 857246"/>
              <a:gd name="csY22" fmla="*/ 389599 h 856323"/>
              <a:gd name="csX23" fmla="*/ 18044 w 857246"/>
              <a:gd name="csY23" fmla="*/ 350531 h 856323"/>
              <a:gd name="csX24" fmla="*/ 35196 w 857246"/>
              <a:gd name="csY24" fmla="*/ 311464 h 856323"/>
              <a:gd name="csX25" fmla="*/ 56144 w 857246"/>
              <a:gd name="csY25" fmla="*/ 234296 h 856323"/>
              <a:gd name="csX26" fmla="*/ 60906 w 857246"/>
              <a:gd name="csY26" fmla="*/ 191433 h 856323"/>
              <a:gd name="csX27" fmla="*/ 95211 w 857246"/>
              <a:gd name="csY27" fmla="*/ 166653 h 856323"/>
              <a:gd name="csX28" fmla="*/ 151394 w 857246"/>
              <a:gd name="csY28" fmla="*/ 110471 h 856323"/>
              <a:gd name="csX29" fmla="*/ 176174 w 857246"/>
              <a:gd name="csY29" fmla="*/ 76166 h 856323"/>
              <a:gd name="csX30" fmla="*/ 219036 w 857246"/>
              <a:gd name="csY30" fmla="*/ 71403 h 856323"/>
              <a:gd name="csX31" fmla="*/ 296204 w 857246"/>
              <a:gd name="csY31" fmla="*/ 50456 h 856323"/>
              <a:gd name="csX32" fmla="*/ 335272 w 857246"/>
              <a:gd name="csY32" fmla="*/ 33303 h 856323"/>
              <a:gd name="csX33" fmla="*/ 374340 w 857246"/>
              <a:gd name="csY33" fmla="*/ 50456 h 856323"/>
              <a:gd name="csX34" fmla="*/ 451507 w 857246"/>
              <a:gd name="csY34" fmla="*/ 71403 h 856323"/>
              <a:gd name="csX35" fmla="*/ 481050 w 857246"/>
              <a:gd name="csY35" fmla="*/ 70436 h 856323"/>
              <a:gd name="csX36" fmla="*/ 493440 w 857246"/>
              <a:gd name="csY36" fmla="*/ 62808 h 856323"/>
              <a:gd name="csX37" fmla="*/ 485813 w 857246"/>
              <a:gd name="csY37" fmla="*/ 50418 h 856323"/>
              <a:gd name="csX38" fmla="*/ 444848 w 857246"/>
              <a:gd name="csY38" fmla="*/ 51386 h 856323"/>
              <a:gd name="csX39" fmla="*/ 389595 w 857246"/>
              <a:gd name="csY39" fmla="*/ 36130 h 856323"/>
              <a:gd name="csX40" fmla="*/ 335310 w 857246"/>
              <a:gd name="csY40" fmla="*/ 12318 h 856323"/>
              <a:gd name="csX41" fmla="*/ 281025 w 857246"/>
              <a:gd name="csY41" fmla="*/ 36130 h 856323"/>
              <a:gd name="csX42" fmla="*/ 225773 w 857246"/>
              <a:gd name="csY42" fmla="*/ 51386 h 856323"/>
              <a:gd name="csX43" fmla="*/ 166725 w 857246"/>
              <a:gd name="csY43" fmla="*/ 57116 h 856323"/>
              <a:gd name="csX44" fmla="*/ 131490 w 857246"/>
              <a:gd name="csY44" fmla="*/ 104741 h 856323"/>
              <a:gd name="csX45" fmla="*/ 90525 w 857246"/>
              <a:gd name="csY45" fmla="*/ 145706 h 856323"/>
              <a:gd name="csX46" fmla="*/ 42900 w 857246"/>
              <a:gd name="csY46" fmla="*/ 180941 h 856323"/>
              <a:gd name="csX47" fmla="*/ 37170 w 857246"/>
              <a:gd name="csY47" fmla="*/ 239988 h 856323"/>
              <a:gd name="csX48" fmla="*/ 21915 w 857246"/>
              <a:gd name="csY48" fmla="*/ 295241 h 856323"/>
              <a:gd name="csX49" fmla="*/ 0 w 857246"/>
              <a:gd name="csY49" fmla="*/ 352428 h 856323"/>
              <a:gd name="csX50" fmla="*/ 23813 w 857246"/>
              <a:gd name="csY50" fmla="*/ 406713 h 856323"/>
              <a:gd name="csX51" fmla="*/ 39068 w 857246"/>
              <a:gd name="csY51" fmla="*/ 461965 h 856323"/>
              <a:gd name="csX52" fmla="*/ 44798 w 857246"/>
              <a:gd name="csY52" fmla="*/ 521013 h 856323"/>
              <a:gd name="csX53" fmla="*/ 92423 w 857246"/>
              <a:gd name="csY53" fmla="*/ 556247 h 856323"/>
              <a:gd name="csX54" fmla="*/ 100980 w 857246"/>
              <a:gd name="csY54" fmla="*/ 559112 h 856323"/>
              <a:gd name="csX55" fmla="*/ 4759 w 857246"/>
              <a:gd name="csY55" fmla="*/ 778187 h 856323"/>
              <a:gd name="csX56" fmla="*/ 5726 w 857246"/>
              <a:gd name="csY56" fmla="*/ 788680 h 856323"/>
              <a:gd name="csX57" fmla="*/ 16219 w 857246"/>
              <a:gd name="csY57" fmla="*/ 792475 h 856323"/>
              <a:gd name="csX58" fmla="*/ 127652 w 857246"/>
              <a:gd name="csY58" fmla="*/ 769631 h 856323"/>
              <a:gd name="csX59" fmla="*/ 175277 w 857246"/>
              <a:gd name="csY59" fmla="*/ 851561 h 856323"/>
              <a:gd name="csX60" fmla="*/ 183834 w 857246"/>
              <a:gd name="csY60" fmla="*/ 856323 h 856323"/>
              <a:gd name="csX61" fmla="*/ 184802 w 857246"/>
              <a:gd name="csY61" fmla="*/ 856323 h 856323"/>
              <a:gd name="csX62" fmla="*/ 193359 w 857246"/>
              <a:gd name="csY62" fmla="*/ 850593 h 856323"/>
              <a:gd name="csX63" fmla="*/ 278117 w 857246"/>
              <a:gd name="csY63" fmla="*/ 660093 h 856323"/>
              <a:gd name="csX64" fmla="*/ 283847 w 857246"/>
              <a:gd name="csY64" fmla="*/ 664856 h 856323"/>
              <a:gd name="csX65" fmla="*/ 338131 w 857246"/>
              <a:gd name="csY65" fmla="*/ 688668 h 856323"/>
              <a:gd name="csX66" fmla="*/ 392416 w 857246"/>
              <a:gd name="csY66" fmla="*/ 664856 h 856323"/>
              <a:gd name="csX67" fmla="*/ 398146 w 857246"/>
              <a:gd name="csY67" fmla="*/ 660093 h 856323"/>
              <a:gd name="csX68" fmla="*/ 482903 w 857246"/>
              <a:gd name="csY68" fmla="*/ 850593 h 856323"/>
              <a:gd name="csX69" fmla="*/ 491461 w 857246"/>
              <a:gd name="csY69" fmla="*/ 856323 h 856323"/>
              <a:gd name="csX70" fmla="*/ 492428 w 857246"/>
              <a:gd name="csY70" fmla="*/ 856323 h 856323"/>
              <a:gd name="csX71" fmla="*/ 500986 w 857246"/>
              <a:gd name="csY71" fmla="*/ 851561 h 856323"/>
              <a:gd name="csX72" fmla="*/ 548611 w 857246"/>
              <a:gd name="csY72" fmla="*/ 769631 h 856323"/>
              <a:gd name="csX73" fmla="*/ 660044 w 857246"/>
              <a:gd name="csY73" fmla="*/ 792475 h 856323"/>
              <a:gd name="csX74" fmla="*/ 670537 w 857246"/>
              <a:gd name="csY74" fmla="*/ 788680 h 856323"/>
              <a:gd name="csX75" fmla="*/ 671504 w 857246"/>
              <a:gd name="csY75" fmla="*/ 778187 h 856323"/>
              <a:gd name="csX76" fmla="*/ 182876 w 857246"/>
              <a:gd name="csY76" fmla="*/ 824884 h 856323"/>
              <a:gd name="csX77" fmla="*/ 141911 w 857246"/>
              <a:gd name="csY77" fmla="*/ 753447 h 856323"/>
              <a:gd name="csX78" fmla="*/ 131418 w 857246"/>
              <a:gd name="csY78" fmla="*/ 748684 h 856323"/>
              <a:gd name="csX79" fmla="*/ 31444 w 857246"/>
              <a:gd name="csY79" fmla="*/ 768665 h 856323"/>
              <a:gd name="csX80" fmla="*/ 119066 w 857246"/>
              <a:gd name="csY80" fmla="*/ 570535 h 856323"/>
              <a:gd name="csX81" fmla="*/ 133354 w 857246"/>
              <a:gd name="csY81" fmla="*/ 597213 h 856323"/>
              <a:gd name="csX82" fmla="*/ 168589 w 857246"/>
              <a:gd name="csY82" fmla="*/ 644838 h 856323"/>
              <a:gd name="csX83" fmla="*/ 227636 w 857246"/>
              <a:gd name="csY83" fmla="*/ 650568 h 856323"/>
              <a:gd name="csX84" fmla="*/ 260006 w 857246"/>
              <a:gd name="csY84" fmla="*/ 650568 h 856323"/>
              <a:gd name="csX85" fmla="*/ 543893 w 857246"/>
              <a:gd name="csY85" fmla="*/ 748684 h 856323"/>
              <a:gd name="csX86" fmla="*/ 533400 w 857246"/>
              <a:gd name="csY86" fmla="*/ 753447 h 856323"/>
              <a:gd name="csX87" fmla="*/ 492435 w 857246"/>
              <a:gd name="csY87" fmla="*/ 824884 h 856323"/>
              <a:gd name="csX88" fmla="*/ 415267 w 857246"/>
              <a:gd name="csY88" fmla="*/ 650567 h 856323"/>
              <a:gd name="csX89" fmla="*/ 447637 w 857246"/>
              <a:gd name="csY89" fmla="*/ 650567 h 856323"/>
              <a:gd name="csX90" fmla="*/ 506684 w 857246"/>
              <a:gd name="csY90" fmla="*/ 644837 h 856323"/>
              <a:gd name="csX91" fmla="*/ 541919 w 857246"/>
              <a:gd name="csY91" fmla="*/ 597212 h 856323"/>
              <a:gd name="csX92" fmla="*/ 556207 w 857246"/>
              <a:gd name="csY92" fmla="*/ 570535 h 856323"/>
              <a:gd name="csX93" fmla="*/ 643829 w 857246"/>
              <a:gd name="csY93" fmla="*/ 768664 h 856323"/>
              <a:gd name="csX94" fmla="*/ 664851 w 857246"/>
              <a:gd name="csY94" fmla="*/ 0 h 856323"/>
              <a:gd name="csX95" fmla="*/ 472455 w 857246"/>
              <a:gd name="csY95" fmla="*/ 192395 h 856323"/>
              <a:gd name="csX96" fmla="*/ 664851 w 857246"/>
              <a:gd name="csY96" fmla="*/ 384791 h 856323"/>
              <a:gd name="csX97" fmla="*/ 857246 w 857246"/>
              <a:gd name="csY97" fmla="*/ 192395 h 856323"/>
              <a:gd name="csX98" fmla="*/ 664851 w 857246"/>
              <a:gd name="csY98" fmla="*/ 0 h 856323"/>
              <a:gd name="csX99" fmla="*/ 664851 w 857246"/>
              <a:gd name="csY99" fmla="*/ 364817 h 856323"/>
              <a:gd name="csX100" fmla="*/ 492429 w 857246"/>
              <a:gd name="csY100" fmla="*/ 192395 h 856323"/>
              <a:gd name="csX101" fmla="*/ 664851 w 857246"/>
              <a:gd name="csY101" fmla="*/ 20945 h 856323"/>
              <a:gd name="csX102" fmla="*/ 837272 w 857246"/>
              <a:gd name="csY102" fmla="*/ 193367 h 856323"/>
              <a:gd name="csX103" fmla="*/ 664851 w 857246"/>
              <a:gd name="csY103" fmla="*/ 364817 h 856323"/>
              <a:gd name="csX104" fmla="*/ 724866 w 857246"/>
              <a:gd name="csY104" fmla="*/ 109538 h 856323"/>
              <a:gd name="csX105" fmla="*/ 627682 w 857246"/>
              <a:gd name="csY105" fmla="*/ 206683 h 856323"/>
              <a:gd name="csX106" fmla="*/ 596242 w 857246"/>
              <a:gd name="csY106" fmla="*/ 164788 h 856323"/>
              <a:gd name="csX107" fmla="*/ 573397 w 857246"/>
              <a:gd name="csY107" fmla="*/ 151468 h 856323"/>
              <a:gd name="csX108" fmla="*/ 547688 w 857246"/>
              <a:gd name="csY108" fmla="*/ 158129 h 856323"/>
              <a:gd name="csX109" fmla="*/ 534368 w 857246"/>
              <a:gd name="csY109" fmla="*/ 180973 h 856323"/>
              <a:gd name="csX110" fmla="*/ 541028 w 857246"/>
              <a:gd name="csY110" fmla="*/ 206683 h 856323"/>
              <a:gd name="csX111" fmla="*/ 597210 w 857246"/>
              <a:gd name="csY111" fmla="*/ 281915 h 856323"/>
              <a:gd name="csX112" fmla="*/ 621023 w 857246"/>
              <a:gd name="csY112" fmla="*/ 294306 h 856323"/>
              <a:gd name="csX113" fmla="*/ 623887 w 857246"/>
              <a:gd name="csY113" fmla="*/ 294306 h 856323"/>
              <a:gd name="csX114" fmla="*/ 646732 w 857246"/>
              <a:gd name="csY114" fmla="*/ 284781 h 856323"/>
              <a:gd name="csX115" fmla="*/ 773424 w 857246"/>
              <a:gd name="csY115" fmla="*/ 158089 h 856323"/>
              <a:gd name="csX116" fmla="*/ 783917 w 857246"/>
              <a:gd name="csY116" fmla="*/ 133308 h 856323"/>
              <a:gd name="csX117" fmla="*/ 773424 w 857246"/>
              <a:gd name="csY117" fmla="*/ 108528 h 856323"/>
              <a:gd name="csX118" fmla="*/ 724869 w 857246"/>
              <a:gd name="csY118" fmla="*/ 109533 h 856323"/>
              <a:gd name="csX119" fmla="*/ 759134 w 857246"/>
              <a:gd name="csY119" fmla="*/ 143843 h 856323"/>
              <a:gd name="csX120" fmla="*/ 632442 w 857246"/>
              <a:gd name="csY120" fmla="*/ 270497 h 856323"/>
              <a:gd name="csX121" fmla="*/ 622917 w 857246"/>
              <a:gd name="csY121" fmla="*/ 274292 h 856323"/>
              <a:gd name="csX122" fmla="*/ 614359 w 857246"/>
              <a:gd name="csY122" fmla="*/ 269529 h 856323"/>
              <a:gd name="csX123" fmla="*/ 558177 w 857246"/>
              <a:gd name="csY123" fmla="*/ 194297 h 856323"/>
              <a:gd name="csX124" fmla="*/ 555312 w 857246"/>
              <a:gd name="csY124" fmla="*/ 183804 h 856323"/>
              <a:gd name="csX125" fmla="*/ 561042 w 857246"/>
              <a:gd name="csY125" fmla="*/ 174279 h 856323"/>
              <a:gd name="csX126" fmla="*/ 569600 w 857246"/>
              <a:gd name="csY126" fmla="*/ 171414 h 856323"/>
              <a:gd name="csX127" fmla="*/ 571497 w 857246"/>
              <a:gd name="csY127" fmla="*/ 171414 h 856323"/>
              <a:gd name="csX128" fmla="*/ 581022 w 857246"/>
              <a:gd name="csY128" fmla="*/ 177144 h 856323"/>
              <a:gd name="csX129" fmla="*/ 619122 w 857246"/>
              <a:gd name="csY129" fmla="*/ 227634 h 856323"/>
              <a:gd name="csX130" fmla="*/ 626750 w 857246"/>
              <a:gd name="csY130" fmla="*/ 231430 h 856323"/>
              <a:gd name="csX131" fmla="*/ 634377 w 857246"/>
              <a:gd name="csY131" fmla="*/ 228565 h 856323"/>
              <a:gd name="csX132" fmla="*/ 739152 w 857246"/>
              <a:gd name="csY132" fmla="*/ 123828 h 856323"/>
              <a:gd name="csX133" fmla="*/ 759170 w 857246"/>
              <a:gd name="csY133" fmla="*/ 123828 h 856323"/>
              <a:gd name="csX134" fmla="*/ 762965 w 857246"/>
              <a:gd name="csY134" fmla="*/ 133353 h 856323"/>
              <a:gd name="csX135" fmla="*/ 759133 w 857246"/>
              <a:gd name="csY135" fmla="*/ 143845 h 856323"/>
              <a:gd name="csX136" fmla="*/ 524838 w 857246"/>
              <a:gd name="csY136" fmla="*/ 370509 h 856323"/>
              <a:gd name="csX137" fmla="*/ 536260 w 857246"/>
              <a:gd name="csY137" fmla="*/ 360984 h 856323"/>
              <a:gd name="csX138" fmla="*/ 545785 w 857246"/>
              <a:gd name="csY138" fmla="*/ 372407 h 856323"/>
              <a:gd name="csX139" fmla="*/ 479110 w 857246"/>
              <a:gd name="csY139" fmla="*/ 505757 h 856323"/>
              <a:gd name="csX140" fmla="*/ 339102 w 857246"/>
              <a:gd name="csY140" fmla="*/ 560041 h 856323"/>
              <a:gd name="csX141" fmla="*/ 128581 w 857246"/>
              <a:gd name="csY141" fmla="*/ 352425 h 856323"/>
              <a:gd name="csX142" fmla="*/ 337159 w 857246"/>
              <a:gd name="csY142" fmla="*/ 143847 h 856323"/>
              <a:gd name="csX143" fmla="*/ 448592 w 857246"/>
              <a:gd name="csY143" fmla="*/ 176216 h 856323"/>
              <a:gd name="csX144" fmla="*/ 451457 w 857246"/>
              <a:gd name="csY144" fmla="*/ 190504 h 856323"/>
              <a:gd name="csX145" fmla="*/ 437170 w 857246"/>
              <a:gd name="csY145" fmla="*/ 193369 h 856323"/>
              <a:gd name="csX146" fmla="*/ 336186 w 857246"/>
              <a:gd name="csY146" fmla="*/ 163826 h 856323"/>
              <a:gd name="csX147" fmla="*/ 148553 w 857246"/>
              <a:gd name="csY147" fmla="*/ 351459 h 856323"/>
              <a:gd name="csX148" fmla="*/ 336186 w 857246"/>
              <a:gd name="csY148" fmla="*/ 539092 h 856323"/>
              <a:gd name="csX149" fmla="*/ 524828 w 857246"/>
              <a:gd name="csY149" fmla="*/ 370509 h 856323"/>
              <a:gd name="csX150" fmla="*/ 469585 w 857246"/>
              <a:gd name="csY150" fmla="*/ 288616 h 856323"/>
              <a:gd name="csX151" fmla="*/ 382893 w 857246"/>
              <a:gd name="csY151" fmla="*/ 287649 h 856323"/>
              <a:gd name="csX152" fmla="*/ 355285 w 857246"/>
              <a:gd name="csY152" fmla="*/ 204789 h 856323"/>
              <a:gd name="csX153" fmla="*/ 338133 w 857246"/>
              <a:gd name="csY153" fmla="*/ 192399 h 856323"/>
              <a:gd name="csX154" fmla="*/ 320980 w 857246"/>
              <a:gd name="csY154" fmla="*/ 204789 h 856323"/>
              <a:gd name="csX155" fmla="*/ 293373 w 857246"/>
              <a:gd name="csY155" fmla="*/ 287649 h 856323"/>
              <a:gd name="csX156" fmla="*/ 206680 w 857246"/>
              <a:gd name="csY156" fmla="*/ 288616 h 856323"/>
              <a:gd name="csX157" fmla="*/ 189528 w 857246"/>
              <a:gd name="csY157" fmla="*/ 301006 h 856323"/>
              <a:gd name="csX158" fmla="*/ 196188 w 857246"/>
              <a:gd name="csY158" fmla="*/ 321024 h 856323"/>
              <a:gd name="csX159" fmla="*/ 265728 w 857246"/>
              <a:gd name="csY159" fmla="*/ 372444 h 856323"/>
              <a:gd name="csX160" fmla="*/ 239050 w 857246"/>
              <a:gd name="csY160" fmla="*/ 455304 h 856323"/>
              <a:gd name="csX161" fmla="*/ 245710 w 857246"/>
              <a:gd name="csY161" fmla="*/ 475321 h 856323"/>
              <a:gd name="csX162" fmla="*/ 256203 w 857246"/>
              <a:gd name="csY162" fmla="*/ 479116 h 856323"/>
              <a:gd name="csX163" fmla="*/ 266696 w 857246"/>
              <a:gd name="csY163" fmla="*/ 475321 h 856323"/>
              <a:gd name="csX164" fmla="*/ 337165 w 857246"/>
              <a:gd name="csY164" fmla="*/ 424831 h 856323"/>
              <a:gd name="csX165" fmla="*/ 407635 w 857246"/>
              <a:gd name="csY165" fmla="*/ 475321 h 856323"/>
              <a:gd name="csX166" fmla="*/ 429550 w 857246"/>
              <a:gd name="csY166" fmla="*/ 475321 h 856323"/>
              <a:gd name="csX167" fmla="*/ 436210 w 857246"/>
              <a:gd name="csY167" fmla="*/ 455304 h 856323"/>
              <a:gd name="csX168" fmla="*/ 409570 w 857246"/>
              <a:gd name="csY168" fmla="*/ 373373 h 856323"/>
              <a:gd name="csX169" fmla="*/ 479110 w 857246"/>
              <a:gd name="csY169" fmla="*/ 321954 h 856323"/>
              <a:gd name="csX170" fmla="*/ 485770 w 857246"/>
              <a:gd name="csY170" fmla="*/ 301936 h 856323"/>
              <a:gd name="csX171" fmla="*/ 469585 w 857246"/>
              <a:gd name="csY171" fmla="*/ 288616 h 856323"/>
              <a:gd name="csX172" fmla="*/ 391488 w 857246"/>
              <a:gd name="csY172" fmla="*/ 361951 h 856323"/>
              <a:gd name="csX173" fmla="*/ 387693 w 857246"/>
              <a:gd name="csY173" fmla="*/ 373373 h 856323"/>
              <a:gd name="csX174" fmla="*/ 414370 w 857246"/>
              <a:gd name="csY174" fmla="*/ 457201 h 856323"/>
              <a:gd name="csX175" fmla="*/ 342933 w 857246"/>
              <a:gd name="csY175" fmla="*/ 405781 h 856323"/>
              <a:gd name="csX176" fmla="*/ 330543 w 857246"/>
              <a:gd name="csY176" fmla="*/ 405781 h 856323"/>
              <a:gd name="csX177" fmla="*/ 259105 w 857246"/>
              <a:gd name="csY177" fmla="*/ 457201 h 856323"/>
              <a:gd name="csX178" fmla="*/ 285783 w 857246"/>
              <a:gd name="csY178" fmla="*/ 373373 h 856323"/>
              <a:gd name="csX179" fmla="*/ 281988 w 857246"/>
              <a:gd name="csY179" fmla="*/ 361951 h 856323"/>
              <a:gd name="csX180" fmla="*/ 211518 w 857246"/>
              <a:gd name="csY180" fmla="*/ 309563 h 856323"/>
              <a:gd name="csX181" fmla="*/ 299140 w 857246"/>
              <a:gd name="csY181" fmla="*/ 308596 h 856323"/>
              <a:gd name="csX182" fmla="*/ 308665 w 857246"/>
              <a:gd name="csY182" fmla="*/ 301936 h 856323"/>
              <a:gd name="csX183" fmla="*/ 336273 w 857246"/>
              <a:gd name="csY183" fmla="*/ 219076 h 856323"/>
              <a:gd name="csX184" fmla="*/ 363880 w 857246"/>
              <a:gd name="csY184" fmla="*/ 301936 h 856323"/>
              <a:gd name="csX185" fmla="*/ 373405 w 857246"/>
              <a:gd name="csY185" fmla="*/ 308596 h 856323"/>
              <a:gd name="csX186" fmla="*/ 461027 w 857246"/>
              <a:gd name="csY186" fmla="*/ 309563 h 8563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Lst>
            <a:rect l="l" t="t" r="r" b="b"/>
            <a:pathLst>
              <a:path w="857246" h="856323">
                <a:moveTo>
                  <a:pt x="572468" y="558184"/>
                </a:moveTo>
                <a:cubicBezTo>
                  <a:pt x="575333" y="557217"/>
                  <a:pt x="578198" y="556286"/>
                  <a:pt x="581025" y="555319"/>
                </a:cubicBezTo>
                <a:cubicBezTo>
                  <a:pt x="601973" y="550557"/>
                  <a:pt x="619125" y="538167"/>
                  <a:pt x="628650" y="520084"/>
                </a:cubicBezTo>
                <a:cubicBezTo>
                  <a:pt x="639143" y="502002"/>
                  <a:pt x="641041" y="481017"/>
                  <a:pt x="634380" y="461037"/>
                </a:cubicBezTo>
                <a:cubicBezTo>
                  <a:pt x="629618" y="445782"/>
                  <a:pt x="631515" y="429597"/>
                  <a:pt x="640110" y="416277"/>
                </a:cubicBezTo>
                <a:cubicBezTo>
                  <a:pt x="642975" y="411515"/>
                  <a:pt x="642008" y="404855"/>
                  <a:pt x="637245" y="401990"/>
                </a:cubicBezTo>
                <a:cubicBezTo>
                  <a:pt x="632483" y="399124"/>
                  <a:pt x="625823" y="400092"/>
                  <a:pt x="622958" y="404854"/>
                </a:cubicBezTo>
                <a:cubicBezTo>
                  <a:pt x="611535" y="422937"/>
                  <a:pt x="608670" y="445820"/>
                  <a:pt x="614400" y="466767"/>
                </a:cubicBezTo>
                <a:cubicBezTo>
                  <a:pt x="619163" y="482022"/>
                  <a:pt x="617265" y="496310"/>
                  <a:pt x="609638" y="509629"/>
                </a:cubicBezTo>
                <a:cubicBezTo>
                  <a:pt x="602010" y="522949"/>
                  <a:pt x="590588" y="531545"/>
                  <a:pt x="575332" y="534410"/>
                </a:cubicBezTo>
                <a:cubicBezTo>
                  <a:pt x="547725" y="541070"/>
                  <a:pt x="525810" y="562985"/>
                  <a:pt x="519150" y="590592"/>
                </a:cubicBezTo>
                <a:cubicBezTo>
                  <a:pt x="515355" y="605847"/>
                  <a:pt x="506760" y="618199"/>
                  <a:pt x="494370" y="624897"/>
                </a:cubicBezTo>
                <a:cubicBezTo>
                  <a:pt x="481050" y="632525"/>
                  <a:pt x="466763" y="633455"/>
                  <a:pt x="451507" y="629660"/>
                </a:cubicBezTo>
                <a:cubicBezTo>
                  <a:pt x="423900" y="621102"/>
                  <a:pt x="394357" y="629660"/>
                  <a:pt x="374340" y="650607"/>
                </a:cubicBezTo>
                <a:cubicBezTo>
                  <a:pt x="363847" y="662029"/>
                  <a:pt x="350527" y="667760"/>
                  <a:pt x="335272" y="667760"/>
                </a:cubicBezTo>
                <a:cubicBezTo>
                  <a:pt x="320017" y="667760"/>
                  <a:pt x="306697" y="662030"/>
                  <a:pt x="296204" y="650607"/>
                </a:cubicBezTo>
                <a:cubicBezTo>
                  <a:pt x="277154" y="629660"/>
                  <a:pt x="246682" y="621064"/>
                  <a:pt x="219036" y="629660"/>
                </a:cubicBezTo>
                <a:cubicBezTo>
                  <a:pt x="203781" y="634422"/>
                  <a:pt x="189494" y="632525"/>
                  <a:pt x="176174" y="624897"/>
                </a:cubicBezTo>
                <a:cubicBezTo>
                  <a:pt x="162854" y="617270"/>
                  <a:pt x="154259" y="605847"/>
                  <a:pt x="151394" y="590592"/>
                </a:cubicBezTo>
                <a:cubicBezTo>
                  <a:pt x="144734" y="562985"/>
                  <a:pt x="122819" y="541070"/>
                  <a:pt x="95211" y="534410"/>
                </a:cubicBezTo>
                <a:cubicBezTo>
                  <a:pt x="79956" y="530615"/>
                  <a:pt x="67604" y="522020"/>
                  <a:pt x="60906" y="509629"/>
                </a:cubicBezTo>
                <a:cubicBezTo>
                  <a:pt x="53279" y="496310"/>
                  <a:pt x="52348" y="482022"/>
                  <a:pt x="56144" y="466767"/>
                </a:cubicBezTo>
                <a:cubicBezTo>
                  <a:pt x="64701" y="439160"/>
                  <a:pt x="56144" y="409617"/>
                  <a:pt x="35196" y="389599"/>
                </a:cubicBezTo>
                <a:cubicBezTo>
                  <a:pt x="23774" y="379106"/>
                  <a:pt x="18044" y="365787"/>
                  <a:pt x="18044" y="350531"/>
                </a:cubicBezTo>
                <a:cubicBezTo>
                  <a:pt x="18044" y="335276"/>
                  <a:pt x="23773" y="321956"/>
                  <a:pt x="35196" y="311464"/>
                </a:cubicBezTo>
                <a:cubicBezTo>
                  <a:pt x="56144" y="292414"/>
                  <a:pt x="64739" y="261941"/>
                  <a:pt x="56144" y="234296"/>
                </a:cubicBezTo>
                <a:cubicBezTo>
                  <a:pt x="51381" y="219041"/>
                  <a:pt x="53279" y="204753"/>
                  <a:pt x="60906" y="191433"/>
                </a:cubicBezTo>
                <a:cubicBezTo>
                  <a:pt x="68534" y="178114"/>
                  <a:pt x="79956" y="169518"/>
                  <a:pt x="95211" y="166653"/>
                </a:cubicBezTo>
                <a:cubicBezTo>
                  <a:pt x="122819" y="159993"/>
                  <a:pt x="144734" y="138078"/>
                  <a:pt x="151394" y="110471"/>
                </a:cubicBezTo>
                <a:cubicBezTo>
                  <a:pt x="155189" y="95216"/>
                  <a:pt x="163784" y="82864"/>
                  <a:pt x="176174" y="76166"/>
                </a:cubicBezTo>
                <a:cubicBezTo>
                  <a:pt x="189494" y="68538"/>
                  <a:pt x="203781" y="67608"/>
                  <a:pt x="219036" y="71403"/>
                </a:cubicBezTo>
                <a:cubicBezTo>
                  <a:pt x="246644" y="79961"/>
                  <a:pt x="276186" y="71403"/>
                  <a:pt x="296204" y="50456"/>
                </a:cubicBezTo>
                <a:cubicBezTo>
                  <a:pt x="306697" y="39033"/>
                  <a:pt x="320017" y="33303"/>
                  <a:pt x="335272" y="33303"/>
                </a:cubicBezTo>
                <a:cubicBezTo>
                  <a:pt x="350527" y="33303"/>
                  <a:pt x="363847" y="39033"/>
                  <a:pt x="374340" y="50456"/>
                </a:cubicBezTo>
                <a:cubicBezTo>
                  <a:pt x="393390" y="71403"/>
                  <a:pt x="423862" y="79999"/>
                  <a:pt x="451507" y="71403"/>
                </a:cubicBezTo>
                <a:cubicBezTo>
                  <a:pt x="462000" y="68538"/>
                  <a:pt x="471525" y="67608"/>
                  <a:pt x="481050" y="70436"/>
                </a:cubicBezTo>
                <a:cubicBezTo>
                  <a:pt x="486780" y="72333"/>
                  <a:pt x="492472" y="68538"/>
                  <a:pt x="493440" y="62808"/>
                </a:cubicBezTo>
                <a:cubicBezTo>
                  <a:pt x="495338" y="57079"/>
                  <a:pt x="491543" y="51386"/>
                  <a:pt x="485813" y="50418"/>
                </a:cubicBezTo>
                <a:cubicBezTo>
                  <a:pt x="472493" y="46623"/>
                  <a:pt x="458205" y="47553"/>
                  <a:pt x="444848" y="51386"/>
                </a:cubicBezTo>
                <a:cubicBezTo>
                  <a:pt x="424830" y="58046"/>
                  <a:pt x="402953" y="51386"/>
                  <a:pt x="389595" y="36130"/>
                </a:cubicBezTo>
                <a:cubicBezTo>
                  <a:pt x="375307" y="20875"/>
                  <a:pt x="356257" y="12318"/>
                  <a:pt x="335310" y="12318"/>
                </a:cubicBezTo>
                <a:cubicBezTo>
                  <a:pt x="314363" y="12318"/>
                  <a:pt x="295313" y="20876"/>
                  <a:pt x="281025" y="36130"/>
                </a:cubicBezTo>
                <a:cubicBezTo>
                  <a:pt x="266738" y="51386"/>
                  <a:pt x="244823" y="57078"/>
                  <a:pt x="225773" y="51386"/>
                </a:cubicBezTo>
                <a:cubicBezTo>
                  <a:pt x="205755" y="44726"/>
                  <a:pt x="184807" y="47591"/>
                  <a:pt x="166725" y="57116"/>
                </a:cubicBezTo>
                <a:cubicBezTo>
                  <a:pt x="148643" y="67608"/>
                  <a:pt x="136253" y="84723"/>
                  <a:pt x="131490" y="104741"/>
                </a:cubicBezTo>
                <a:cubicBezTo>
                  <a:pt x="126728" y="124758"/>
                  <a:pt x="110543" y="140943"/>
                  <a:pt x="90525" y="145706"/>
                </a:cubicBezTo>
                <a:cubicBezTo>
                  <a:pt x="69578" y="150468"/>
                  <a:pt x="52425" y="162858"/>
                  <a:pt x="42900" y="180941"/>
                </a:cubicBezTo>
                <a:cubicBezTo>
                  <a:pt x="32407" y="199023"/>
                  <a:pt x="30510" y="220008"/>
                  <a:pt x="37170" y="239988"/>
                </a:cubicBezTo>
                <a:cubicBezTo>
                  <a:pt x="42900" y="260006"/>
                  <a:pt x="37170" y="281883"/>
                  <a:pt x="21915" y="295241"/>
                </a:cubicBezTo>
                <a:cubicBezTo>
                  <a:pt x="8558" y="312430"/>
                  <a:pt x="0" y="331480"/>
                  <a:pt x="0" y="352428"/>
                </a:cubicBezTo>
                <a:cubicBezTo>
                  <a:pt x="0" y="373375"/>
                  <a:pt x="8558" y="392425"/>
                  <a:pt x="23813" y="406713"/>
                </a:cubicBezTo>
                <a:cubicBezTo>
                  <a:pt x="39067" y="421000"/>
                  <a:pt x="44760" y="442915"/>
                  <a:pt x="39068" y="461965"/>
                </a:cubicBezTo>
                <a:cubicBezTo>
                  <a:pt x="32408" y="481983"/>
                  <a:pt x="35273" y="502930"/>
                  <a:pt x="44798" y="521013"/>
                </a:cubicBezTo>
                <a:cubicBezTo>
                  <a:pt x="55290" y="539095"/>
                  <a:pt x="72405" y="551485"/>
                  <a:pt x="92423" y="556247"/>
                </a:cubicBezTo>
                <a:cubicBezTo>
                  <a:pt x="95288" y="557215"/>
                  <a:pt x="98152" y="558145"/>
                  <a:pt x="100980" y="559112"/>
                </a:cubicBezTo>
                <a:lnTo>
                  <a:pt x="4759" y="778187"/>
                </a:lnTo>
                <a:cubicBezTo>
                  <a:pt x="2861" y="781983"/>
                  <a:pt x="3791" y="785815"/>
                  <a:pt x="5726" y="788680"/>
                </a:cubicBezTo>
                <a:cubicBezTo>
                  <a:pt x="8591" y="791545"/>
                  <a:pt x="12386" y="793443"/>
                  <a:pt x="16219" y="792475"/>
                </a:cubicBezTo>
                <a:lnTo>
                  <a:pt x="127652" y="769631"/>
                </a:lnTo>
                <a:lnTo>
                  <a:pt x="175277" y="851561"/>
                </a:lnTo>
                <a:cubicBezTo>
                  <a:pt x="177174" y="854426"/>
                  <a:pt x="180039" y="856323"/>
                  <a:pt x="183834" y="856323"/>
                </a:cubicBezTo>
                <a:lnTo>
                  <a:pt x="184802" y="856323"/>
                </a:lnTo>
                <a:cubicBezTo>
                  <a:pt x="188597" y="856323"/>
                  <a:pt x="192429" y="853458"/>
                  <a:pt x="193359" y="850593"/>
                </a:cubicBezTo>
                <a:lnTo>
                  <a:pt x="278117" y="660093"/>
                </a:lnTo>
                <a:cubicBezTo>
                  <a:pt x="280014" y="661991"/>
                  <a:pt x="281912" y="662958"/>
                  <a:pt x="283847" y="664856"/>
                </a:cubicBezTo>
                <a:cubicBezTo>
                  <a:pt x="298134" y="680111"/>
                  <a:pt x="317184" y="688668"/>
                  <a:pt x="338131" y="688668"/>
                </a:cubicBezTo>
                <a:cubicBezTo>
                  <a:pt x="359079" y="688668"/>
                  <a:pt x="378129" y="680111"/>
                  <a:pt x="392416" y="664856"/>
                </a:cubicBezTo>
                <a:cubicBezTo>
                  <a:pt x="394314" y="662958"/>
                  <a:pt x="396211" y="661061"/>
                  <a:pt x="398146" y="660093"/>
                </a:cubicBezTo>
                <a:lnTo>
                  <a:pt x="482903" y="850593"/>
                </a:lnTo>
                <a:cubicBezTo>
                  <a:pt x="484801" y="854389"/>
                  <a:pt x="487666" y="856323"/>
                  <a:pt x="491461" y="856323"/>
                </a:cubicBezTo>
                <a:lnTo>
                  <a:pt x="492428" y="856323"/>
                </a:lnTo>
                <a:cubicBezTo>
                  <a:pt x="496224" y="856323"/>
                  <a:pt x="499088" y="854426"/>
                  <a:pt x="500986" y="851561"/>
                </a:cubicBezTo>
                <a:lnTo>
                  <a:pt x="548611" y="769631"/>
                </a:lnTo>
                <a:lnTo>
                  <a:pt x="660044" y="792475"/>
                </a:lnTo>
                <a:cubicBezTo>
                  <a:pt x="663839" y="793443"/>
                  <a:pt x="667671" y="791508"/>
                  <a:pt x="670537" y="788680"/>
                </a:cubicBezTo>
                <a:cubicBezTo>
                  <a:pt x="673402" y="785815"/>
                  <a:pt x="673402" y="782020"/>
                  <a:pt x="671504" y="778187"/>
                </a:cubicBezTo>
                <a:close/>
                <a:moveTo>
                  <a:pt x="182876" y="824884"/>
                </a:moveTo>
                <a:lnTo>
                  <a:pt x="141911" y="753447"/>
                </a:lnTo>
                <a:cubicBezTo>
                  <a:pt x="140014" y="749651"/>
                  <a:pt x="135251" y="747717"/>
                  <a:pt x="131418" y="748684"/>
                </a:cubicBezTo>
                <a:lnTo>
                  <a:pt x="31444" y="768665"/>
                </a:lnTo>
                <a:lnTo>
                  <a:pt x="119066" y="570535"/>
                </a:lnTo>
                <a:cubicBezTo>
                  <a:pt x="125726" y="577195"/>
                  <a:pt x="131456" y="586720"/>
                  <a:pt x="133354" y="597213"/>
                </a:cubicBezTo>
                <a:cubicBezTo>
                  <a:pt x="138116" y="618160"/>
                  <a:pt x="150506" y="635313"/>
                  <a:pt x="168589" y="644838"/>
                </a:cubicBezTo>
                <a:cubicBezTo>
                  <a:pt x="186671" y="655331"/>
                  <a:pt x="207656" y="657228"/>
                  <a:pt x="227636" y="650568"/>
                </a:cubicBezTo>
                <a:cubicBezTo>
                  <a:pt x="238129" y="646772"/>
                  <a:pt x="249551" y="647703"/>
                  <a:pt x="260006" y="650568"/>
                </a:cubicBezTo>
                <a:close/>
                <a:moveTo>
                  <a:pt x="543893" y="748684"/>
                </a:moveTo>
                <a:cubicBezTo>
                  <a:pt x="539130" y="747717"/>
                  <a:pt x="535335" y="749651"/>
                  <a:pt x="533400" y="753447"/>
                </a:cubicBezTo>
                <a:lnTo>
                  <a:pt x="492435" y="824884"/>
                </a:lnTo>
                <a:lnTo>
                  <a:pt x="415267" y="650567"/>
                </a:lnTo>
                <a:cubicBezTo>
                  <a:pt x="425760" y="647702"/>
                  <a:pt x="437182" y="646772"/>
                  <a:pt x="447637" y="650567"/>
                </a:cubicBezTo>
                <a:cubicBezTo>
                  <a:pt x="467655" y="657227"/>
                  <a:pt x="488602" y="654362"/>
                  <a:pt x="506684" y="644837"/>
                </a:cubicBezTo>
                <a:cubicBezTo>
                  <a:pt x="524767" y="634344"/>
                  <a:pt x="537157" y="617230"/>
                  <a:pt x="541919" y="597212"/>
                </a:cubicBezTo>
                <a:cubicBezTo>
                  <a:pt x="543817" y="586719"/>
                  <a:pt x="549547" y="578162"/>
                  <a:pt x="556207" y="570535"/>
                </a:cubicBezTo>
                <a:lnTo>
                  <a:pt x="643829" y="768664"/>
                </a:lnTo>
                <a:close/>
                <a:moveTo>
                  <a:pt x="664851" y="0"/>
                </a:moveTo>
                <a:cubicBezTo>
                  <a:pt x="558180" y="0"/>
                  <a:pt x="472455" y="86693"/>
                  <a:pt x="472455" y="192395"/>
                </a:cubicBezTo>
                <a:cubicBezTo>
                  <a:pt x="472455" y="298142"/>
                  <a:pt x="559148" y="384791"/>
                  <a:pt x="664851" y="384791"/>
                </a:cubicBezTo>
                <a:cubicBezTo>
                  <a:pt x="770559" y="384791"/>
                  <a:pt x="857246" y="299066"/>
                  <a:pt x="857246" y="192395"/>
                </a:cubicBezTo>
                <a:cubicBezTo>
                  <a:pt x="857246" y="85725"/>
                  <a:pt x="770553" y="0"/>
                  <a:pt x="664851" y="0"/>
                </a:cubicBezTo>
                <a:close/>
                <a:moveTo>
                  <a:pt x="664851" y="364817"/>
                </a:moveTo>
                <a:cubicBezTo>
                  <a:pt x="569601" y="364817"/>
                  <a:pt x="492429" y="287649"/>
                  <a:pt x="492429" y="192395"/>
                </a:cubicBezTo>
                <a:cubicBezTo>
                  <a:pt x="492429" y="97142"/>
                  <a:pt x="569597" y="20945"/>
                  <a:pt x="664851" y="20945"/>
                </a:cubicBezTo>
                <a:cubicBezTo>
                  <a:pt x="760105" y="20945"/>
                  <a:pt x="837272" y="98113"/>
                  <a:pt x="837272" y="193367"/>
                </a:cubicBezTo>
                <a:cubicBezTo>
                  <a:pt x="837235" y="288617"/>
                  <a:pt x="759138" y="364817"/>
                  <a:pt x="664851" y="364817"/>
                </a:cubicBezTo>
                <a:close/>
                <a:moveTo>
                  <a:pt x="724866" y="109538"/>
                </a:moveTo>
                <a:lnTo>
                  <a:pt x="627682" y="206683"/>
                </a:lnTo>
                <a:lnTo>
                  <a:pt x="596242" y="164788"/>
                </a:lnTo>
                <a:cubicBezTo>
                  <a:pt x="590512" y="157161"/>
                  <a:pt x="582922" y="152398"/>
                  <a:pt x="573397" y="151468"/>
                </a:cubicBezTo>
                <a:cubicBezTo>
                  <a:pt x="563872" y="150501"/>
                  <a:pt x="555315" y="152436"/>
                  <a:pt x="547688" y="158129"/>
                </a:cubicBezTo>
                <a:cubicBezTo>
                  <a:pt x="540060" y="163858"/>
                  <a:pt x="535297" y="171448"/>
                  <a:pt x="534368" y="180973"/>
                </a:cubicBezTo>
                <a:cubicBezTo>
                  <a:pt x="533400" y="190498"/>
                  <a:pt x="535335" y="199056"/>
                  <a:pt x="541028" y="206683"/>
                </a:cubicBezTo>
                <a:lnTo>
                  <a:pt x="597210" y="281915"/>
                </a:lnTo>
                <a:cubicBezTo>
                  <a:pt x="602940" y="289543"/>
                  <a:pt x="611498" y="294306"/>
                  <a:pt x="621023" y="294306"/>
                </a:cubicBezTo>
                <a:lnTo>
                  <a:pt x="623887" y="294306"/>
                </a:lnTo>
                <a:cubicBezTo>
                  <a:pt x="632445" y="294306"/>
                  <a:pt x="640072" y="291441"/>
                  <a:pt x="646732" y="284781"/>
                </a:cubicBezTo>
                <a:lnTo>
                  <a:pt x="773424" y="158089"/>
                </a:lnTo>
                <a:cubicBezTo>
                  <a:pt x="780084" y="151428"/>
                  <a:pt x="783917" y="142833"/>
                  <a:pt x="783917" y="133308"/>
                </a:cubicBezTo>
                <a:cubicBezTo>
                  <a:pt x="783917" y="123783"/>
                  <a:pt x="780122" y="115226"/>
                  <a:pt x="773424" y="108528"/>
                </a:cubicBezTo>
                <a:cubicBezTo>
                  <a:pt x="760105" y="96212"/>
                  <a:pt x="738189" y="96212"/>
                  <a:pt x="724869" y="109533"/>
                </a:cubicBezTo>
                <a:close/>
                <a:moveTo>
                  <a:pt x="759134" y="143843"/>
                </a:moveTo>
                <a:lnTo>
                  <a:pt x="632442" y="270497"/>
                </a:lnTo>
                <a:cubicBezTo>
                  <a:pt x="629577" y="273362"/>
                  <a:pt x="626712" y="274292"/>
                  <a:pt x="622917" y="274292"/>
                </a:cubicBezTo>
                <a:cubicBezTo>
                  <a:pt x="619122" y="274292"/>
                  <a:pt x="616257" y="272394"/>
                  <a:pt x="614359" y="269529"/>
                </a:cubicBezTo>
                <a:lnTo>
                  <a:pt x="558177" y="194297"/>
                </a:lnTo>
                <a:cubicBezTo>
                  <a:pt x="556279" y="191432"/>
                  <a:pt x="555312" y="187637"/>
                  <a:pt x="555312" y="183804"/>
                </a:cubicBezTo>
                <a:cubicBezTo>
                  <a:pt x="556279" y="180009"/>
                  <a:pt x="558177" y="177144"/>
                  <a:pt x="561042" y="174279"/>
                </a:cubicBezTo>
                <a:cubicBezTo>
                  <a:pt x="563907" y="172382"/>
                  <a:pt x="566772" y="171414"/>
                  <a:pt x="569600" y="171414"/>
                </a:cubicBezTo>
                <a:lnTo>
                  <a:pt x="571497" y="171414"/>
                </a:lnTo>
                <a:cubicBezTo>
                  <a:pt x="575292" y="172382"/>
                  <a:pt x="578157" y="174279"/>
                  <a:pt x="581022" y="177144"/>
                </a:cubicBezTo>
                <a:lnTo>
                  <a:pt x="619122" y="227634"/>
                </a:lnTo>
                <a:cubicBezTo>
                  <a:pt x="621020" y="229532"/>
                  <a:pt x="623885" y="231430"/>
                  <a:pt x="626750" y="231430"/>
                </a:cubicBezTo>
                <a:cubicBezTo>
                  <a:pt x="629615" y="231430"/>
                  <a:pt x="632479" y="230462"/>
                  <a:pt x="634377" y="228565"/>
                </a:cubicBezTo>
                <a:lnTo>
                  <a:pt x="739152" y="123828"/>
                </a:lnTo>
                <a:cubicBezTo>
                  <a:pt x="744882" y="118098"/>
                  <a:pt x="753440" y="118098"/>
                  <a:pt x="759170" y="123828"/>
                </a:cubicBezTo>
                <a:cubicBezTo>
                  <a:pt x="762035" y="126693"/>
                  <a:pt x="762965" y="129558"/>
                  <a:pt x="762965" y="133353"/>
                </a:cubicBezTo>
                <a:cubicBezTo>
                  <a:pt x="762965" y="137148"/>
                  <a:pt x="761998" y="140980"/>
                  <a:pt x="759133" y="143845"/>
                </a:cubicBezTo>
                <a:close/>
                <a:moveTo>
                  <a:pt x="524838" y="370509"/>
                </a:moveTo>
                <a:cubicBezTo>
                  <a:pt x="525805" y="364779"/>
                  <a:pt x="530568" y="360984"/>
                  <a:pt x="536260" y="360984"/>
                </a:cubicBezTo>
                <a:cubicBezTo>
                  <a:pt x="541990" y="361952"/>
                  <a:pt x="545785" y="366714"/>
                  <a:pt x="545785" y="372407"/>
                </a:cubicBezTo>
                <a:cubicBezTo>
                  <a:pt x="541023" y="423826"/>
                  <a:pt x="517210" y="471448"/>
                  <a:pt x="479110" y="505757"/>
                </a:cubicBezTo>
                <a:cubicBezTo>
                  <a:pt x="441010" y="540991"/>
                  <a:pt x="390520" y="560041"/>
                  <a:pt x="339102" y="560041"/>
                </a:cubicBezTo>
                <a:cubicBezTo>
                  <a:pt x="222869" y="561009"/>
                  <a:pt x="128581" y="466726"/>
                  <a:pt x="128581" y="352425"/>
                </a:cubicBezTo>
                <a:cubicBezTo>
                  <a:pt x="128581" y="238124"/>
                  <a:pt x="221933" y="143847"/>
                  <a:pt x="337159" y="143847"/>
                </a:cubicBezTo>
                <a:cubicBezTo>
                  <a:pt x="377157" y="143847"/>
                  <a:pt x="415257" y="155269"/>
                  <a:pt x="448592" y="176216"/>
                </a:cubicBezTo>
                <a:cubicBezTo>
                  <a:pt x="453355" y="179081"/>
                  <a:pt x="454322" y="185741"/>
                  <a:pt x="451457" y="190504"/>
                </a:cubicBezTo>
                <a:cubicBezTo>
                  <a:pt x="448592" y="195266"/>
                  <a:pt x="441932" y="197164"/>
                  <a:pt x="437170" y="193369"/>
                </a:cubicBezTo>
                <a:cubicBezTo>
                  <a:pt x="406697" y="174319"/>
                  <a:pt x="372392" y="163826"/>
                  <a:pt x="336186" y="163826"/>
                </a:cubicBezTo>
                <a:cubicBezTo>
                  <a:pt x="232382" y="163826"/>
                  <a:pt x="148553" y="248583"/>
                  <a:pt x="148553" y="351459"/>
                </a:cubicBezTo>
                <a:cubicBezTo>
                  <a:pt x="148553" y="454339"/>
                  <a:pt x="233310" y="539092"/>
                  <a:pt x="336186" y="539092"/>
                </a:cubicBezTo>
                <a:cubicBezTo>
                  <a:pt x="434341" y="540059"/>
                  <a:pt x="515303" y="467692"/>
                  <a:pt x="524828" y="370509"/>
                </a:cubicBezTo>
                <a:close/>
                <a:moveTo>
                  <a:pt x="469585" y="288616"/>
                </a:moveTo>
                <a:lnTo>
                  <a:pt x="382893" y="287649"/>
                </a:lnTo>
                <a:lnTo>
                  <a:pt x="355285" y="204789"/>
                </a:lnTo>
                <a:cubicBezTo>
                  <a:pt x="352420" y="197161"/>
                  <a:pt x="345760" y="192399"/>
                  <a:pt x="338133" y="192399"/>
                </a:cubicBezTo>
                <a:cubicBezTo>
                  <a:pt x="330505" y="192399"/>
                  <a:pt x="322878" y="197161"/>
                  <a:pt x="320980" y="204789"/>
                </a:cubicBezTo>
                <a:lnTo>
                  <a:pt x="293373" y="287649"/>
                </a:lnTo>
                <a:lnTo>
                  <a:pt x="206680" y="288616"/>
                </a:lnTo>
                <a:cubicBezTo>
                  <a:pt x="199053" y="288616"/>
                  <a:pt x="191425" y="293379"/>
                  <a:pt x="189528" y="301006"/>
                </a:cubicBezTo>
                <a:cubicBezTo>
                  <a:pt x="186663" y="308634"/>
                  <a:pt x="189528" y="317191"/>
                  <a:pt x="196188" y="321024"/>
                </a:cubicBezTo>
                <a:lnTo>
                  <a:pt x="265728" y="372444"/>
                </a:lnTo>
                <a:lnTo>
                  <a:pt x="239050" y="455304"/>
                </a:lnTo>
                <a:cubicBezTo>
                  <a:pt x="236185" y="462931"/>
                  <a:pt x="239050" y="471488"/>
                  <a:pt x="245710" y="475321"/>
                </a:cubicBezTo>
                <a:cubicBezTo>
                  <a:pt x="248575" y="477219"/>
                  <a:pt x="252370" y="479116"/>
                  <a:pt x="256203" y="479116"/>
                </a:cubicBezTo>
                <a:cubicBezTo>
                  <a:pt x="259998" y="479116"/>
                  <a:pt x="263830" y="478149"/>
                  <a:pt x="266696" y="475321"/>
                </a:cubicBezTo>
                <a:lnTo>
                  <a:pt x="337165" y="424831"/>
                </a:lnTo>
                <a:lnTo>
                  <a:pt x="407635" y="475321"/>
                </a:lnTo>
                <a:cubicBezTo>
                  <a:pt x="414295" y="480084"/>
                  <a:pt x="422890" y="480084"/>
                  <a:pt x="429550" y="475321"/>
                </a:cubicBezTo>
                <a:cubicBezTo>
                  <a:pt x="436210" y="470559"/>
                  <a:pt x="439075" y="462002"/>
                  <a:pt x="436210" y="455304"/>
                </a:cubicBezTo>
                <a:lnTo>
                  <a:pt x="409570" y="373373"/>
                </a:lnTo>
                <a:lnTo>
                  <a:pt x="479110" y="321954"/>
                </a:lnTo>
                <a:cubicBezTo>
                  <a:pt x="485770" y="317191"/>
                  <a:pt x="487668" y="308634"/>
                  <a:pt x="485770" y="301936"/>
                </a:cubicBezTo>
                <a:cubicBezTo>
                  <a:pt x="483872" y="294308"/>
                  <a:pt x="477212" y="288616"/>
                  <a:pt x="469585" y="288616"/>
                </a:cubicBezTo>
                <a:close/>
                <a:moveTo>
                  <a:pt x="391488" y="361951"/>
                </a:moveTo>
                <a:cubicBezTo>
                  <a:pt x="387693" y="364816"/>
                  <a:pt x="386726" y="369578"/>
                  <a:pt x="387693" y="373373"/>
                </a:cubicBezTo>
                <a:lnTo>
                  <a:pt x="414370" y="457201"/>
                </a:lnTo>
                <a:lnTo>
                  <a:pt x="342933" y="405781"/>
                </a:lnTo>
                <a:cubicBezTo>
                  <a:pt x="339138" y="402916"/>
                  <a:pt x="334375" y="402916"/>
                  <a:pt x="330543" y="405781"/>
                </a:cubicBezTo>
                <a:lnTo>
                  <a:pt x="259105" y="457201"/>
                </a:lnTo>
                <a:lnTo>
                  <a:pt x="285783" y="373373"/>
                </a:lnTo>
                <a:cubicBezTo>
                  <a:pt x="286750" y="369578"/>
                  <a:pt x="285783" y="364816"/>
                  <a:pt x="281988" y="361951"/>
                </a:cubicBezTo>
                <a:lnTo>
                  <a:pt x="211518" y="309563"/>
                </a:lnTo>
                <a:lnTo>
                  <a:pt x="299140" y="308596"/>
                </a:lnTo>
                <a:cubicBezTo>
                  <a:pt x="303903" y="308596"/>
                  <a:pt x="307698" y="305731"/>
                  <a:pt x="308665" y="301936"/>
                </a:cubicBezTo>
                <a:lnTo>
                  <a:pt x="336273" y="219076"/>
                </a:lnTo>
                <a:lnTo>
                  <a:pt x="363880" y="301936"/>
                </a:lnTo>
                <a:cubicBezTo>
                  <a:pt x="364847" y="305731"/>
                  <a:pt x="369610" y="308596"/>
                  <a:pt x="373405" y="308596"/>
                </a:cubicBezTo>
                <a:lnTo>
                  <a:pt x="461027" y="309563"/>
                </a:lnTo>
                <a:close/>
              </a:path>
            </a:pathLst>
          </a:custGeom>
          <a:solidFill>
            <a:schemeClr val="accent2"/>
          </a:solid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grpSp>
        <p:nvGrpSpPr>
          <p:cNvPr id="7" name="Groupe 6">
            <a:extLst>
              <a:ext uri="{FF2B5EF4-FFF2-40B4-BE49-F238E27FC236}">
                <a16:creationId xmlns:a16="http://schemas.microsoft.com/office/drawing/2014/main" id="{81BE9B07-633C-21A0-984F-51E3CD7B115F}"/>
              </a:ext>
            </a:extLst>
          </p:cNvPr>
          <p:cNvGrpSpPr>
            <a:grpSpLocks noChangeAspect="1"/>
          </p:cNvGrpSpPr>
          <p:nvPr/>
        </p:nvGrpSpPr>
        <p:grpSpPr>
          <a:xfrm>
            <a:off x="11001871" y="6336764"/>
            <a:ext cx="1082632" cy="444130"/>
            <a:chOff x="5810" y="1578917"/>
            <a:chExt cx="559801" cy="229645"/>
          </a:xfrm>
        </p:grpSpPr>
        <p:sp>
          <p:nvSpPr>
            <p:cNvPr id="9" name="Rectangle : coins arrondis 8">
              <a:hlinkClick r:id="rId9" action="ppaction://hlinksldjump"/>
              <a:extLst>
                <a:ext uri="{FF2B5EF4-FFF2-40B4-BE49-F238E27FC236}">
                  <a16:creationId xmlns:a16="http://schemas.microsoft.com/office/drawing/2014/main" id="{D6822630-6CD2-3DE6-4DA2-73F9FAFA91D9}"/>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indent="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hlinkClick r:id="rId9"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endParaRPr>
            </a:p>
          </p:txBody>
        </p:sp>
        <p:pic>
          <p:nvPicPr>
            <p:cNvPr id="11" name="Graphique 10" descr="Retour avec un remplissage uni">
              <a:hlinkClick r:id="rId9" action="ppaction://hlinksldjump"/>
              <a:extLst>
                <a:ext uri="{FF2B5EF4-FFF2-40B4-BE49-F238E27FC236}">
                  <a16:creationId xmlns:a16="http://schemas.microsoft.com/office/drawing/2014/main" id="{DCAA2187-C1EF-D154-2090-72D27E62A369}"/>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9060" y="1578917"/>
              <a:ext cx="229645" cy="229645"/>
            </a:xfrm>
            <a:prstGeom prst="rect">
              <a:avLst/>
            </a:prstGeom>
          </p:spPr>
        </p:pic>
      </p:grpSp>
    </p:spTree>
    <p:extLst>
      <p:ext uri="{BB962C8B-B14F-4D97-AF65-F5344CB8AC3E}">
        <p14:creationId xmlns:p14="http://schemas.microsoft.com/office/powerpoint/2010/main" val="7199974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BD1D3-15D8-CEB5-0CFB-CC871E01258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2C32789-C0DB-FBBE-6352-FC6CEDA16444}"/>
              </a:ext>
            </a:extLst>
          </p:cNvPr>
          <p:cNvSpPr>
            <a:spLocks noGrp="1" noRot="1" noMove="1" noResize="1" noEditPoints="1" noAdjustHandles="1" noChangeArrowheads="1" noChangeShapeType="1"/>
          </p:cNvSpPr>
          <p:nvPr/>
        </p:nvSpPr>
        <p:spPr>
          <a:xfrm>
            <a:off x="13840" y="-1274"/>
            <a:ext cx="12160800" cy="6840000"/>
          </a:xfrm>
          <a:prstGeom prst="rect">
            <a:avLst/>
          </a:prstGeom>
          <a:solidFill>
            <a:schemeClr val="bg1"/>
          </a:solidFill>
          <a:ln w="28575">
            <a:gradFill>
              <a:gsLst>
                <a:gs pos="0">
                  <a:srgbClr val="00205B"/>
                </a:gs>
                <a:gs pos="100000">
                  <a:srgbClr val="0084D4"/>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venir LT Std 45 Book" panose="020B0502020203020204" pitchFamily="34" charset="0"/>
              <a:ea typeface="+mn-ea"/>
              <a:cs typeface="+mn-cs"/>
            </a:endParaRPr>
          </a:p>
        </p:txBody>
      </p:sp>
      <p:grpSp>
        <p:nvGrpSpPr>
          <p:cNvPr id="143" name="Groupe 142">
            <a:extLst>
              <a:ext uri="{FF2B5EF4-FFF2-40B4-BE49-F238E27FC236}">
                <a16:creationId xmlns:a16="http://schemas.microsoft.com/office/drawing/2014/main" id="{9E96E974-3C31-9BEA-E57F-C11AAAA951E9}"/>
              </a:ext>
            </a:extLst>
          </p:cNvPr>
          <p:cNvGrpSpPr/>
          <p:nvPr/>
        </p:nvGrpSpPr>
        <p:grpSpPr>
          <a:xfrm>
            <a:off x="2798375" y="996293"/>
            <a:ext cx="8555760" cy="4923222"/>
            <a:chOff x="2578000" y="972786"/>
            <a:chExt cx="8555760" cy="4923222"/>
          </a:xfrm>
        </p:grpSpPr>
        <p:sp>
          <p:nvSpPr>
            <p:cNvPr id="140" name="Forme libre : forme 139">
              <a:extLst>
                <a:ext uri="{FF2B5EF4-FFF2-40B4-BE49-F238E27FC236}">
                  <a16:creationId xmlns:a16="http://schemas.microsoft.com/office/drawing/2014/main" id="{DF1CAFC7-58D0-3381-EF79-F5851D45360D}"/>
                </a:ext>
              </a:extLst>
            </p:cNvPr>
            <p:cNvSpPr/>
            <p:nvPr/>
          </p:nvSpPr>
          <p:spPr>
            <a:xfrm>
              <a:off x="2657227" y="984331"/>
              <a:ext cx="8370144" cy="4911677"/>
            </a:xfrm>
            <a:custGeom>
              <a:avLst/>
              <a:gdLst>
                <a:gd name="csX0" fmla="*/ 299671 w 8405309"/>
                <a:gd name="csY0" fmla="*/ 0 h 4643527"/>
                <a:gd name="csX1" fmla="*/ 3835 w 8405309"/>
                <a:gd name="csY1" fmla="*/ 842682 h 4643527"/>
                <a:gd name="csX2" fmla="*/ 174165 w 8405309"/>
                <a:gd name="csY2" fmla="*/ 1210235 h 4643527"/>
                <a:gd name="csX3" fmla="*/ 756871 w 8405309"/>
                <a:gd name="csY3" fmla="*/ 1739153 h 4643527"/>
                <a:gd name="csX4" fmla="*/ 1232000 w 8405309"/>
                <a:gd name="csY4" fmla="*/ 2097741 h 4643527"/>
                <a:gd name="csX5" fmla="*/ 1931247 w 8405309"/>
                <a:gd name="csY5" fmla="*/ 2590800 h 4643527"/>
                <a:gd name="csX6" fmla="*/ 2540847 w 8405309"/>
                <a:gd name="csY6" fmla="*/ 2823882 h 4643527"/>
                <a:gd name="csX7" fmla="*/ 3150447 w 8405309"/>
                <a:gd name="csY7" fmla="*/ 2868706 h 4643527"/>
                <a:gd name="csX8" fmla="*/ 3786941 w 8405309"/>
                <a:gd name="csY8" fmla="*/ 1425388 h 4643527"/>
                <a:gd name="csX9" fmla="*/ 6395671 w 8405309"/>
                <a:gd name="csY9" fmla="*/ 1667435 h 4643527"/>
                <a:gd name="csX10" fmla="*/ 8385835 w 8405309"/>
                <a:gd name="csY10" fmla="*/ 2814918 h 4643527"/>
                <a:gd name="csX11" fmla="*/ 7399718 w 8405309"/>
                <a:gd name="csY11" fmla="*/ 4428565 h 4643527"/>
                <a:gd name="csX12" fmla="*/ 7229388 w 8405309"/>
                <a:gd name="csY12" fmla="*/ 4580965 h 46435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8405309" h="4643527">
                  <a:moveTo>
                    <a:pt x="299671" y="0"/>
                  </a:moveTo>
                  <a:cubicBezTo>
                    <a:pt x="162212" y="320488"/>
                    <a:pt x="24753" y="640976"/>
                    <a:pt x="3835" y="842682"/>
                  </a:cubicBezTo>
                  <a:cubicBezTo>
                    <a:pt x="-17083" y="1044388"/>
                    <a:pt x="48659" y="1060823"/>
                    <a:pt x="174165" y="1210235"/>
                  </a:cubicBezTo>
                  <a:cubicBezTo>
                    <a:pt x="299671" y="1359647"/>
                    <a:pt x="580565" y="1591235"/>
                    <a:pt x="756871" y="1739153"/>
                  </a:cubicBezTo>
                  <a:cubicBezTo>
                    <a:pt x="933177" y="1887071"/>
                    <a:pt x="1036271" y="1955800"/>
                    <a:pt x="1232000" y="2097741"/>
                  </a:cubicBezTo>
                  <a:cubicBezTo>
                    <a:pt x="1427729" y="2239682"/>
                    <a:pt x="1713106" y="2469777"/>
                    <a:pt x="1931247" y="2590800"/>
                  </a:cubicBezTo>
                  <a:cubicBezTo>
                    <a:pt x="2149388" y="2711824"/>
                    <a:pt x="2337647" y="2777564"/>
                    <a:pt x="2540847" y="2823882"/>
                  </a:cubicBezTo>
                  <a:cubicBezTo>
                    <a:pt x="2744047" y="2870200"/>
                    <a:pt x="2942765" y="3101788"/>
                    <a:pt x="3150447" y="2868706"/>
                  </a:cubicBezTo>
                  <a:cubicBezTo>
                    <a:pt x="3358129" y="2635624"/>
                    <a:pt x="3246070" y="1625600"/>
                    <a:pt x="3786941" y="1425388"/>
                  </a:cubicBezTo>
                  <a:cubicBezTo>
                    <a:pt x="4327812" y="1225176"/>
                    <a:pt x="5629189" y="1435847"/>
                    <a:pt x="6395671" y="1667435"/>
                  </a:cubicBezTo>
                  <a:cubicBezTo>
                    <a:pt x="7162153" y="1899023"/>
                    <a:pt x="8218494" y="2354730"/>
                    <a:pt x="8385835" y="2814918"/>
                  </a:cubicBezTo>
                  <a:cubicBezTo>
                    <a:pt x="8553176" y="3275106"/>
                    <a:pt x="7592459" y="4134224"/>
                    <a:pt x="7399718" y="4428565"/>
                  </a:cubicBezTo>
                  <a:cubicBezTo>
                    <a:pt x="7206977" y="4722906"/>
                    <a:pt x="7218182" y="4651935"/>
                    <a:pt x="7229388" y="4580965"/>
                  </a:cubicBezTo>
                </a:path>
              </a:pathLst>
            </a:custGeom>
            <a:noFill/>
            <a:ln w="381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FFFFFF"/>
                </a:solidFill>
                <a:effectLst/>
                <a:uLnTx/>
                <a:uFillTx/>
                <a:latin typeface="Arial"/>
                <a:ea typeface="+mn-ea"/>
                <a:cs typeface="+mn-cs"/>
              </a:endParaRPr>
            </a:p>
          </p:txBody>
        </p:sp>
        <p:sp>
          <p:nvSpPr>
            <p:cNvPr id="139" name="Forme libre : forme 138">
              <a:extLst>
                <a:ext uri="{FF2B5EF4-FFF2-40B4-BE49-F238E27FC236}">
                  <a16:creationId xmlns:a16="http://schemas.microsoft.com/office/drawing/2014/main" id="{4E81ABCD-5847-F021-58EB-0A00149D115A}"/>
                </a:ext>
              </a:extLst>
            </p:cNvPr>
            <p:cNvSpPr/>
            <p:nvPr/>
          </p:nvSpPr>
          <p:spPr>
            <a:xfrm>
              <a:off x="2728451" y="1026576"/>
              <a:ext cx="8405309" cy="4863047"/>
            </a:xfrm>
            <a:custGeom>
              <a:avLst/>
              <a:gdLst>
                <a:gd name="csX0" fmla="*/ 299671 w 8405309"/>
                <a:gd name="csY0" fmla="*/ 0 h 4643527"/>
                <a:gd name="csX1" fmla="*/ 3835 w 8405309"/>
                <a:gd name="csY1" fmla="*/ 842682 h 4643527"/>
                <a:gd name="csX2" fmla="*/ 174165 w 8405309"/>
                <a:gd name="csY2" fmla="*/ 1210235 h 4643527"/>
                <a:gd name="csX3" fmla="*/ 756871 w 8405309"/>
                <a:gd name="csY3" fmla="*/ 1739153 h 4643527"/>
                <a:gd name="csX4" fmla="*/ 1232000 w 8405309"/>
                <a:gd name="csY4" fmla="*/ 2097741 h 4643527"/>
                <a:gd name="csX5" fmla="*/ 1931247 w 8405309"/>
                <a:gd name="csY5" fmla="*/ 2590800 h 4643527"/>
                <a:gd name="csX6" fmla="*/ 2540847 w 8405309"/>
                <a:gd name="csY6" fmla="*/ 2823882 h 4643527"/>
                <a:gd name="csX7" fmla="*/ 3150447 w 8405309"/>
                <a:gd name="csY7" fmla="*/ 2868706 h 4643527"/>
                <a:gd name="csX8" fmla="*/ 3786941 w 8405309"/>
                <a:gd name="csY8" fmla="*/ 1425388 h 4643527"/>
                <a:gd name="csX9" fmla="*/ 6395671 w 8405309"/>
                <a:gd name="csY9" fmla="*/ 1667435 h 4643527"/>
                <a:gd name="csX10" fmla="*/ 8385835 w 8405309"/>
                <a:gd name="csY10" fmla="*/ 2814918 h 4643527"/>
                <a:gd name="csX11" fmla="*/ 7399718 w 8405309"/>
                <a:gd name="csY11" fmla="*/ 4428565 h 4643527"/>
                <a:gd name="csX12" fmla="*/ 7229388 w 8405309"/>
                <a:gd name="csY12" fmla="*/ 4580965 h 46435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8405309" h="4643527">
                  <a:moveTo>
                    <a:pt x="299671" y="0"/>
                  </a:moveTo>
                  <a:cubicBezTo>
                    <a:pt x="162212" y="320488"/>
                    <a:pt x="24753" y="640976"/>
                    <a:pt x="3835" y="842682"/>
                  </a:cubicBezTo>
                  <a:cubicBezTo>
                    <a:pt x="-17083" y="1044388"/>
                    <a:pt x="48659" y="1060823"/>
                    <a:pt x="174165" y="1210235"/>
                  </a:cubicBezTo>
                  <a:cubicBezTo>
                    <a:pt x="299671" y="1359647"/>
                    <a:pt x="580565" y="1591235"/>
                    <a:pt x="756871" y="1739153"/>
                  </a:cubicBezTo>
                  <a:cubicBezTo>
                    <a:pt x="933177" y="1887071"/>
                    <a:pt x="1036271" y="1955800"/>
                    <a:pt x="1232000" y="2097741"/>
                  </a:cubicBezTo>
                  <a:cubicBezTo>
                    <a:pt x="1427729" y="2239682"/>
                    <a:pt x="1713106" y="2469777"/>
                    <a:pt x="1931247" y="2590800"/>
                  </a:cubicBezTo>
                  <a:cubicBezTo>
                    <a:pt x="2149388" y="2711824"/>
                    <a:pt x="2337647" y="2777564"/>
                    <a:pt x="2540847" y="2823882"/>
                  </a:cubicBezTo>
                  <a:cubicBezTo>
                    <a:pt x="2744047" y="2870200"/>
                    <a:pt x="2942765" y="3101788"/>
                    <a:pt x="3150447" y="2868706"/>
                  </a:cubicBezTo>
                  <a:cubicBezTo>
                    <a:pt x="3358129" y="2635624"/>
                    <a:pt x="3246070" y="1625600"/>
                    <a:pt x="3786941" y="1425388"/>
                  </a:cubicBezTo>
                  <a:cubicBezTo>
                    <a:pt x="4327812" y="1225176"/>
                    <a:pt x="5629189" y="1435847"/>
                    <a:pt x="6395671" y="1667435"/>
                  </a:cubicBezTo>
                  <a:cubicBezTo>
                    <a:pt x="7162153" y="1899023"/>
                    <a:pt x="8218494" y="2354730"/>
                    <a:pt x="8385835" y="2814918"/>
                  </a:cubicBezTo>
                  <a:cubicBezTo>
                    <a:pt x="8553176" y="3275106"/>
                    <a:pt x="7592459" y="4134224"/>
                    <a:pt x="7399718" y="4428565"/>
                  </a:cubicBezTo>
                  <a:cubicBezTo>
                    <a:pt x="7206977" y="4722906"/>
                    <a:pt x="7218182" y="4651935"/>
                    <a:pt x="7229388" y="4580965"/>
                  </a:cubicBezTo>
                </a:path>
              </a:pathLst>
            </a:custGeom>
            <a:noFill/>
            <a:ln w="381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FFFFFF"/>
                </a:solidFill>
                <a:effectLst/>
                <a:uLnTx/>
                <a:uFillTx/>
                <a:latin typeface="Arial"/>
                <a:ea typeface="+mn-ea"/>
                <a:cs typeface="+mn-cs"/>
              </a:endParaRPr>
            </a:p>
          </p:txBody>
        </p:sp>
        <p:sp>
          <p:nvSpPr>
            <p:cNvPr id="138" name="Forme libre : forme 137">
              <a:extLst>
                <a:ext uri="{FF2B5EF4-FFF2-40B4-BE49-F238E27FC236}">
                  <a16:creationId xmlns:a16="http://schemas.microsoft.com/office/drawing/2014/main" id="{C6BF7ED4-809E-FF69-08AE-EBD199ED7776}"/>
                </a:ext>
              </a:extLst>
            </p:cNvPr>
            <p:cNvSpPr/>
            <p:nvPr/>
          </p:nvSpPr>
          <p:spPr>
            <a:xfrm>
              <a:off x="2578000" y="972786"/>
              <a:ext cx="8405309" cy="4863047"/>
            </a:xfrm>
            <a:custGeom>
              <a:avLst/>
              <a:gdLst>
                <a:gd name="csX0" fmla="*/ 299671 w 8405309"/>
                <a:gd name="csY0" fmla="*/ 0 h 4643527"/>
                <a:gd name="csX1" fmla="*/ 3835 w 8405309"/>
                <a:gd name="csY1" fmla="*/ 842682 h 4643527"/>
                <a:gd name="csX2" fmla="*/ 174165 w 8405309"/>
                <a:gd name="csY2" fmla="*/ 1210235 h 4643527"/>
                <a:gd name="csX3" fmla="*/ 756871 w 8405309"/>
                <a:gd name="csY3" fmla="*/ 1739153 h 4643527"/>
                <a:gd name="csX4" fmla="*/ 1232000 w 8405309"/>
                <a:gd name="csY4" fmla="*/ 2097741 h 4643527"/>
                <a:gd name="csX5" fmla="*/ 1931247 w 8405309"/>
                <a:gd name="csY5" fmla="*/ 2590800 h 4643527"/>
                <a:gd name="csX6" fmla="*/ 2540847 w 8405309"/>
                <a:gd name="csY6" fmla="*/ 2823882 h 4643527"/>
                <a:gd name="csX7" fmla="*/ 3150447 w 8405309"/>
                <a:gd name="csY7" fmla="*/ 2868706 h 4643527"/>
                <a:gd name="csX8" fmla="*/ 3786941 w 8405309"/>
                <a:gd name="csY8" fmla="*/ 1425388 h 4643527"/>
                <a:gd name="csX9" fmla="*/ 6395671 w 8405309"/>
                <a:gd name="csY9" fmla="*/ 1667435 h 4643527"/>
                <a:gd name="csX10" fmla="*/ 8385835 w 8405309"/>
                <a:gd name="csY10" fmla="*/ 2814918 h 4643527"/>
                <a:gd name="csX11" fmla="*/ 7399718 w 8405309"/>
                <a:gd name="csY11" fmla="*/ 4428565 h 4643527"/>
                <a:gd name="csX12" fmla="*/ 7229388 w 8405309"/>
                <a:gd name="csY12" fmla="*/ 4580965 h 46435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8405309" h="4643527">
                  <a:moveTo>
                    <a:pt x="299671" y="0"/>
                  </a:moveTo>
                  <a:cubicBezTo>
                    <a:pt x="162212" y="320488"/>
                    <a:pt x="24753" y="640976"/>
                    <a:pt x="3835" y="842682"/>
                  </a:cubicBezTo>
                  <a:cubicBezTo>
                    <a:pt x="-17083" y="1044388"/>
                    <a:pt x="48659" y="1060823"/>
                    <a:pt x="174165" y="1210235"/>
                  </a:cubicBezTo>
                  <a:cubicBezTo>
                    <a:pt x="299671" y="1359647"/>
                    <a:pt x="580565" y="1591235"/>
                    <a:pt x="756871" y="1739153"/>
                  </a:cubicBezTo>
                  <a:cubicBezTo>
                    <a:pt x="933177" y="1887071"/>
                    <a:pt x="1036271" y="1955800"/>
                    <a:pt x="1232000" y="2097741"/>
                  </a:cubicBezTo>
                  <a:cubicBezTo>
                    <a:pt x="1427729" y="2239682"/>
                    <a:pt x="1713106" y="2469777"/>
                    <a:pt x="1931247" y="2590800"/>
                  </a:cubicBezTo>
                  <a:cubicBezTo>
                    <a:pt x="2149388" y="2711824"/>
                    <a:pt x="2337647" y="2777564"/>
                    <a:pt x="2540847" y="2823882"/>
                  </a:cubicBezTo>
                  <a:cubicBezTo>
                    <a:pt x="2744047" y="2870200"/>
                    <a:pt x="2942765" y="3101788"/>
                    <a:pt x="3150447" y="2868706"/>
                  </a:cubicBezTo>
                  <a:cubicBezTo>
                    <a:pt x="3358129" y="2635624"/>
                    <a:pt x="3246070" y="1625600"/>
                    <a:pt x="3786941" y="1425388"/>
                  </a:cubicBezTo>
                  <a:cubicBezTo>
                    <a:pt x="4327812" y="1225176"/>
                    <a:pt x="5629189" y="1435847"/>
                    <a:pt x="6395671" y="1667435"/>
                  </a:cubicBezTo>
                  <a:cubicBezTo>
                    <a:pt x="7162153" y="1899023"/>
                    <a:pt x="8218494" y="2354730"/>
                    <a:pt x="8385835" y="2814918"/>
                  </a:cubicBezTo>
                  <a:cubicBezTo>
                    <a:pt x="8553176" y="3275106"/>
                    <a:pt x="7592459" y="4134224"/>
                    <a:pt x="7399718" y="4428565"/>
                  </a:cubicBezTo>
                  <a:cubicBezTo>
                    <a:pt x="7206977" y="4722906"/>
                    <a:pt x="7218182" y="4651935"/>
                    <a:pt x="7229388" y="4580965"/>
                  </a:cubicBezTo>
                </a:path>
              </a:pathLst>
            </a:custGeom>
            <a:noFill/>
            <a:ln w="381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FFFFFF"/>
                </a:solidFill>
                <a:effectLst/>
                <a:uLnTx/>
                <a:uFillTx/>
                <a:latin typeface="Arial"/>
                <a:ea typeface="+mn-ea"/>
                <a:cs typeface="+mn-cs"/>
              </a:endParaRPr>
            </a:p>
          </p:txBody>
        </p:sp>
      </p:grpSp>
      <p:sp>
        <p:nvSpPr>
          <p:cNvPr id="5" name="Rectangle : coins arrondis 4">
            <a:extLst>
              <a:ext uri="{FF2B5EF4-FFF2-40B4-BE49-F238E27FC236}">
                <a16:creationId xmlns:a16="http://schemas.microsoft.com/office/drawing/2014/main" id="{95A22399-3869-CC46-82D4-70E0E251E138}"/>
              </a:ext>
            </a:extLst>
          </p:cNvPr>
          <p:cNvSpPr/>
          <p:nvPr/>
        </p:nvSpPr>
        <p:spPr>
          <a:xfrm>
            <a:off x="57901" y="473937"/>
            <a:ext cx="12074378" cy="603584"/>
          </a:xfrm>
          <a:prstGeom prst="roundRect">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42913" marR="0" lvl="1" indent="0" algn="l" defTabSz="228600" rtl="0" eaLnBrk="1" fontAlgn="auto" latinLnBrk="0" hangingPunct="1">
              <a:lnSpc>
                <a:spcPct val="100000"/>
              </a:lnSpc>
              <a:spcBef>
                <a:spcPts val="400"/>
              </a:spcBef>
              <a:spcAft>
                <a:spcPts val="0"/>
              </a:spcAft>
              <a:buClrTx/>
              <a:buSzTx/>
              <a:buFontTx/>
              <a:buNone/>
              <a:tabLst/>
              <a:defRPr/>
            </a:pPr>
            <a:r>
              <a:rPr kumimoji="0" lang="fr-FR" sz="115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La charge de travail se situe au carrefour des objectifs de chacun et des ressources dont ils disposent. Son déséquilibre (surcharge, sous-charge)  peut générer des risques psychosociaux. Son analyse régulière permet de repérer les situations en écart et d'y répondre avec le collectif. </a:t>
            </a:r>
            <a:r>
              <a:rPr kumimoji="0" lang="fr-FR" sz="115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Le manager joue un rôle central : en parler sans tabou pour mieux l’organiser.</a:t>
            </a:r>
          </a:p>
        </p:txBody>
      </p:sp>
      <p:sp>
        <p:nvSpPr>
          <p:cNvPr id="25" name="Titre 7">
            <a:extLst>
              <a:ext uri="{FF2B5EF4-FFF2-40B4-BE49-F238E27FC236}">
                <a16:creationId xmlns:a16="http://schemas.microsoft.com/office/drawing/2014/main" id="{F07F1546-1A6C-EE74-AE37-19B1423BD68F}"/>
              </a:ext>
            </a:extLst>
          </p:cNvPr>
          <p:cNvSpPr>
            <a:spLocks noGrp="1"/>
          </p:cNvSpPr>
          <p:nvPr>
            <p:ph type="title"/>
          </p:nvPr>
        </p:nvSpPr>
        <p:spPr>
          <a:xfrm>
            <a:off x="477881" y="104074"/>
            <a:ext cx="11308752" cy="281103"/>
          </a:xfrm>
        </p:spPr>
        <p:txBody>
          <a:bodyPr/>
          <a:lstStyle/>
          <a:p>
            <a:pPr algn="ctr"/>
            <a:r>
              <a:rPr lang="fr-FR" sz="2000">
                <a:solidFill>
                  <a:schemeClr val="accent1"/>
                </a:solidFill>
                <a:latin typeface="Avenir LT Std 45 Book" panose="020B0502020203020204" pitchFamily="34" charset="0"/>
              </a:rPr>
              <a:t>ABORDER LA CHARGE DE TRAVAIL AVEC LES ÉQUIPES</a:t>
            </a:r>
          </a:p>
        </p:txBody>
      </p:sp>
      <p:pic>
        <p:nvPicPr>
          <p:cNvPr id="8" name="Graphique 7" descr="Ampoule et engrenage contour">
            <a:extLst>
              <a:ext uri="{FF2B5EF4-FFF2-40B4-BE49-F238E27FC236}">
                <a16:creationId xmlns:a16="http://schemas.microsoft.com/office/drawing/2014/main" id="{B25D06C8-0D91-4C5B-AB39-68E014D4E97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722" y="540786"/>
            <a:ext cx="432000" cy="432000"/>
          </a:xfrm>
          <a:prstGeom prst="rect">
            <a:avLst/>
          </a:prstGeom>
        </p:spPr>
      </p:pic>
      <p:sp>
        <p:nvSpPr>
          <p:cNvPr id="2" name="Rectangle : coins arrondis 1">
            <a:extLst>
              <a:ext uri="{FF2B5EF4-FFF2-40B4-BE49-F238E27FC236}">
                <a16:creationId xmlns:a16="http://schemas.microsoft.com/office/drawing/2014/main" id="{2FF9CF70-9EB3-321E-CF21-A1AFC0FB7EFA}"/>
              </a:ext>
            </a:extLst>
          </p:cNvPr>
          <p:cNvSpPr/>
          <p:nvPr/>
        </p:nvSpPr>
        <p:spPr>
          <a:xfrm>
            <a:off x="746121" y="1438897"/>
            <a:ext cx="5371184" cy="548469"/>
          </a:xfrm>
          <a:prstGeom prst="roundRect">
            <a:avLst>
              <a:gd name="adj" fmla="val 18703"/>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Ne pas attendre </a:t>
            </a:r>
            <a:r>
              <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une situation dégradée pour l’évoquer</a:t>
            </a:r>
          </a:p>
          <a:p>
            <a:pPr marL="0" marR="0" lvl="0" indent="0" algn="l" defTabSz="228600" rtl="0" eaLnBrk="1" fontAlgn="auto" latinLnBrk="0" hangingPunct="1">
              <a:lnSpc>
                <a:spcPct val="100000"/>
              </a:lnSpc>
              <a:spcBef>
                <a:spcPts val="300"/>
              </a:spcBef>
              <a:spcAft>
                <a:spcPts val="0"/>
              </a:spcAft>
              <a:buClrTx/>
              <a:buSzTx/>
              <a:buFontTx/>
              <a:buNone/>
              <a:tabLst/>
              <a:defRPr/>
            </a:pPr>
            <a:r>
              <a:rPr kumimoji="0" lang="fr-FR" sz="1050" b="1"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La réévaluer régulièrement </a:t>
            </a:r>
            <a:r>
              <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pour mieux piloter l’activité et prévenir les RPS</a:t>
            </a:r>
          </a:p>
        </p:txBody>
      </p:sp>
      <p:sp>
        <p:nvSpPr>
          <p:cNvPr id="6" name="Rectangle : coins arrondis 5">
            <a:extLst>
              <a:ext uri="{FF2B5EF4-FFF2-40B4-BE49-F238E27FC236}">
                <a16:creationId xmlns:a16="http://schemas.microsoft.com/office/drawing/2014/main" id="{FA8FF13D-F530-A4C8-E240-BAF87C0F0DBC}"/>
              </a:ext>
            </a:extLst>
          </p:cNvPr>
          <p:cNvSpPr/>
          <p:nvPr/>
        </p:nvSpPr>
        <p:spPr>
          <a:xfrm>
            <a:off x="100181" y="2359926"/>
            <a:ext cx="5235139" cy="3945275"/>
          </a:xfrm>
          <a:prstGeom prst="roundRect">
            <a:avLst>
              <a:gd name="adj" fmla="val 3297"/>
            </a:avLst>
          </a:prstGeom>
          <a:solidFill>
            <a:srgbClr val="FBDE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endParaRPr>
          </a:p>
        </p:txBody>
      </p:sp>
      <p:sp>
        <p:nvSpPr>
          <p:cNvPr id="12" name="Rectangle : coins arrondis 11">
            <a:extLst>
              <a:ext uri="{FF2B5EF4-FFF2-40B4-BE49-F238E27FC236}">
                <a16:creationId xmlns:a16="http://schemas.microsoft.com/office/drawing/2014/main" id="{C5E83816-1B41-6880-EF57-828225EC12B3}"/>
              </a:ext>
            </a:extLst>
          </p:cNvPr>
          <p:cNvSpPr/>
          <p:nvPr/>
        </p:nvSpPr>
        <p:spPr>
          <a:xfrm>
            <a:off x="6330336" y="1405296"/>
            <a:ext cx="5791267" cy="3733477"/>
          </a:xfrm>
          <a:prstGeom prst="roundRect">
            <a:avLst>
              <a:gd name="adj" fmla="val 4269"/>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endParaRPr>
          </a:p>
        </p:txBody>
      </p:sp>
      <p:sp>
        <p:nvSpPr>
          <p:cNvPr id="20" name="Rectangle : coins arrondis 19">
            <a:extLst>
              <a:ext uri="{FF2B5EF4-FFF2-40B4-BE49-F238E27FC236}">
                <a16:creationId xmlns:a16="http://schemas.microsoft.com/office/drawing/2014/main" id="{3F9D4D21-333C-877B-8982-86419033F5CA}"/>
              </a:ext>
            </a:extLst>
          </p:cNvPr>
          <p:cNvSpPr/>
          <p:nvPr/>
        </p:nvSpPr>
        <p:spPr>
          <a:xfrm>
            <a:off x="5417350" y="5533218"/>
            <a:ext cx="5580000" cy="1224000"/>
          </a:xfrm>
          <a:prstGeom prst="roundRect">
            <a:avLst>
              <a:gd name="adj" fmla="val 11814"/>
            </a:avLst>
          </a:prstGeom>
          <a:solidFill>
            <a:srgbClr val="F0EA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endParaRPr>
          </a:p>
        </p:txBody>
      </p:sp>
      <p:sp>
        <p:nvSpPr>
          <p:cNvPr id="36" name="Titre 7">
            <a:extLst>
              <a:ext uri="{FF2B5EF4-FFF2-40B4-BE49-F238E27FC236}">
                <a16:creationId xmlns:a16="http://schemas.microsoft.com/office/drawing/2014/main" id="{25E2839E-AFE8-613A-01B4-54359B908EF2}"/>
              </a:ext>
            </a:extLst>
          </p:cNvPr>
          <p:cNvSpPr txBox="1">
            <a:spLocks/>
          </p:cNvSpPr>
          <p:nvPr/>
        </p:nvSpPr>
        <p:spPr>
          <a:xfrm>
            <a:off x="1183010" y="1256222"/>
            <a:ext cx="1265194" cy="193899"/>
          </a:xfrm>
          <a:prstGeom prst="rect">
            <a:avLst/>
          </a:prstGeom>
        </p:spPr>
        <p:txBody>
          <a:bodyPr vert="horz" wrap="square" lIns="0" tIns="0" rIns="72000" bIns="0" rtlCol="0" anchor="ctr">
            <a:spAutoFit/>
          </a:bodyPr>
          <a:lstStyle>
            <a:lvl1pPr algn="l" defTabSz="914355" rtl="0" eaLnBrk="1" latinLnBrk="0" hangingPunct="1">
              <a:lnSpc>
                <a:spcPct val="90000"/>
              </a:lnSpc>
              <a:spcBef>
                <a:spcPct val="0"/>
              </a:spcBef>
              <a:buNone/>
              <a:defRPr sz="2400" b="1" kern="1200">
                <a:solidFill>
                  <a:srgbClr val="0084D4"/>
                </a:solidFill>
                <a:latin typeface="Arial" panose="020B0604020202020204" pitchFamily="34" charset="0"/>
                <a:ea typeface="+mj-ea"/>
                <a:cs typeface="Arial" panose="020B0604020202020204" pitchFamily="34" charset="0"/>
              </a:defRPr>
            </a:lvl1pPr>
          </a:lstStyle>
          <a:p>
            <a:pPr marL="0" marR="0" lvl="0" indent="0" algn="l" defTabSz="914355" rtl="0" eaLnBrk="1" fontAlgn="auto" latinLnBrk="0" hangingPunct="1">
              <a:lnSpc>
                <a:spcPct val="90000"/>
              </a:lnSpc>
              <a:spcBef>
                <a:spcPct val="0"/>
              </a:spcBef>
              <a:spcAft>
                <a:spcPts val="0"/>
              </a:spcAft>
              <a:buClrTx/>
              <a:buSzTx/>
              <a:buFontTx/>
              <a:buNone/>
              <a:tabLst/>
              <a:defRPr/>
            </a:pPr>
            <a:r>
              <a:rPr kumimoji="0" lang="fr-FR" sz="1400" b="1" i="0" u="none" strike="noStrike" kern="1200" cap="none" spc="0" normalizeH="0" baseline="0" noProof="0">
                <a:ln>
                  <a:noFill/>
                </a:ln>
                <a:solidFill>
                  <a:srgbClr val="DAAA00"/>
                </a:solidFill>
                <a:effectLst/>
                <a:uLnTx/>
                <a:uFillTx/>
                <a:latin typeface="Avenir LT Std 65 Medium" panose="020B0803020203020204" pitchFamily="34" charset="0"/>
                <a:ea typeface="+mj-ea"/>
                <a:cs typeface="Arial" panose="020B0604020202020204" pitchFamily="34" charset="0"/>
              </a:rPr>
              <a:t>QUAND</a:t>
            </a:r>
          </a:p>
        </p:txBody>
      </p:sp>
      <p:pic>
        <p:nvPicPr>
          <p:cNvPr id="38" name="Graphique 37" descr="Horloge contour">
            <a:extLst>
              <a:ext uri="{FF2B5EF4-FFF2-40B4-BE49-F238E27FC236}">
                <a16:creationId xmlns:a16="http://schemas.microsoft.com/office/drawing/2014/main" id="{9ECAD05C-9268-E25F-26BA-CC442B1100C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3160" y="1158076"/>
            <a:ext cx="361950" cy="361950"/>
          </a:xfrm>
          <a:prstGeom prst="rect">
            <a:avLst/>
          </a:prstGeom>
        </p:spPr>
      </p:pic>
      <p:sp>
        <p:nvSpPr>
          <p:cNvPr id="39" name="Titre 7">
            <a:extLst>
              <a:ext uri="{FF2B5EF4-FFF2-40B4-BE49-F238E27FC236}">
                <a16:creationId xmlns:a16="http://schemas.microsoft.com/office/drawing/2014/main" id="{6E16B1BF-23F0-0FFB-23A0-70015152AA7E}"/>
              </a:ext>
            </a:extLst>
          </p:cNvPr>
          <p:cNvSpPr txBox="1">
            <a:spLocks/>
          </p:cNvSpPr>
          <p:nvPr/>
        </p:nvSpPr>
        <p:spPr>
          <a:xfrm>
            <a:off x="537069" y="2166027"/>
            <a:ext cx="1497530" cy="193899"/>
          </a:xfrm>
          <a:prstGeom prst="rect">
            <a:avLst/>
          </a:prstGeom>
        </p:spPr>
        <p:txBody>
          <a:bodyPr vert="horz" wrap="square" lIns="0" tIns="0" rIns="72000" bIns="0" rtlCol="0" anchor="ctr">
            <a:spAutoFit/>
          </a:bodyPr>
          <a:lstStyle>
            <a:lvl1pPr algn="l" defTabSz="914355" rtl="0" eaLnBrk="1" latinLnBrk="0" hangingPunct="1">
              <a:lnSpc>
                <a:spcPct val="90000"/>
              </a:lnSpc>
              <a:spcBef>
                <a:spcPct val="0"/>
              </a:spcBef>
              <a:buNone/>
              <a:defRPr sz="2400" b="1" kern="1200">
                <a:solidFill>
                  <a:srgbClr val="0084D4"/>
                </a:solidFill>
                <a:latin typeface="Arial" panose="020B0604020202020204" pitchFamily="34" charset="0"/>
                <a:ea typeface="+mj-ea"/>
                <a:cs typeface="Arial" panose="020B0604020202020204" pitchFamily="34" charset="0"/>
              </a:defRPr>
            </a:lvl1pPr>
          </a:lstStyle>
          <a:p>
            <a:pPr marL="0" marR="0" lvl="0" indent="0" algn="l" defTabSz="914355" rtl="0" eaLnBrk="1" fontAlgn="auto" latinLnBrk="0" hangingPunct="1">
              <a:lnSpc>
                <a:spcPct val="90000"/>
              </a:lnSpc>
              <a:spcBef>
                <a:spcPct val="0"/>
              </a:spcBef>
              <a:spcAft>
                <a:spcPts val="0"/>
              </a:spcAft>
              <a:buClrTx/>
              <a:buSzTx/>
              <a:buFontTx/>
              <a:buNone/>
              <a:tabLst/>
              <a:defRPr/>
            </a:pPr>
            <a:r>
              <a:rPr kumimoji="0" lang="fr-FR" sz="1400" b="1" i="0" u="none" strike="noStrike" kern="1200" cap="none" spc="0" normalizeH="0" baseline="0" noProof="0">
                <a:ln>
                  <a:noFill/>
                </a:ln>
                <a:solidFill>
                  <a:srgbClr val="DC582A"/>
                </a:solidFill>
                <a:effectLst/>
                <a:uLnTx/>
                <a:uFillTx/>
                <a:latin typeface="Avenir LT Std 65 Medium" panose="020B0803020203020204" pitchFamily="34" charset="0"/>
                <a:ea typeface="+mj-ea"/>
                <a:cs typeface="Arial" panose="020B0604020202020204" pitchFamily="34" charset="0"/>
              </a:rPr>
              <a:t>COMMENT</a:t>
            </a:r>
          </a:p>
        </p:txBody>
      </p:sp>
      <p:pic>
        <p:nvPicPr>
          <p:cNvPr id="43" name="Graphique 42" descr="Loupe contour">
            <a:extLst>
              <a:ext uri="{FF2B5EF4-FFF2-40B4-BE49-F238E27FC236}">
                <a16:creationId xmlns:a16="http://schemas.microsoft.com/office/drawing/2014/main" id="{16F0E9F1-DD14-68CF-36A7-9F92E8612FC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5400000">
            <a:off x="101957" y="2105814"/>
            <a:ext cx="333375" cy="333375"/>
          </a:xfrm>
          <a:prstGeom prst="rect">
            <a:avLst/>
          </a:prstGeom>
        </p:spPr>
      </p:pic>
      <p:sp>
        <p:nvSpPr>
          <p:cNvPr id="46" name="Google Shape;5120;p20">
            <a:extLst>
              <a:ext uri="{FF2B5EF4-FFF2-40B4-BE49-F238E27FC236}">
                <a16:creationId xmlns:a16="http://schemas.microsoft.com/office/drawing/2014/main" id="{39703C77-1124-34FB-3988-31E1B4418FB1}"/>
              </a:ext>
            </a:extLst>
          </p:cNvPr>
          <p:cNvSpPr/>
          <p:nvPr/>
        </p:nvSpPr>
        <p:spPr>
          <a:xfrm rot="7192736">
            <a:off x="225538" y="2525397"/>
            <a:ext cx="254924" cy="310630"/>
          </a:xfrm>
          <a:custGeom>
            <a:avLst/>
            <a:gdLst/>
            <a:ahLst/>
            <a:cxnLst/>
            <a:rect l="l" t="t" r="r" b="b"/>
            <a:pathLst>
              <a:path w="114" h="139" extrusionOk="0">
                <a:moveTo>
                  <a:pt x="74" y="114"/>
                </a:moveTo>
                <a:cubicBezTo>
                  <a:pt x="74" y="112"/>
                  <a:pt x="71" y="112"/>
                  <a:pt x="70" y="110"/>
                </a:cubicBezTo>
                <a:cubicBezTo>
                  <a:pt x="71" y="112"/>
                  <a:pt x="71" y="114"/>
                  <a:pt x="74" y="114"/>
                </a:cubicBezTo>
                <a:close/>
                <a:moveTo>
                  <a:pt x="95" y="127"/>
                </a:moveTo>
                <a:cubicBezTo>
                  <a:pt x="95" y="122"/>
                  <a:pt x="95" y="120"/>
                  <a:pt x="93" y="116"/>
                </a:cubicBezTo>
                <a:cubicBezTo>
                  <a:pt x="91" y="115"/>
                  <a:pt x="85" y="104"/>
                  <a:pt x="81" y="98"/>
                </a:cubicBezTo>
                <a:cubicBezTo>
                  <a:pt x="68" y="79"/>
                  <a:pt x="51" y="54"/>
                  <a:pt x="39" y="37"/>
                </a:cubicBezTo>
                <a:cubicBezTo>
                  <a:pt x="55" y="70"/>
                  <a:pt x="72" y="101"/>
                  <a:pt x="95" y="127"/>
                </a:cubicBezTo>
                <a:close/>
                <a:moveTo>
                  <a:pt x="113" y="48"/>
                </a:moveTo>
                <a:cubicBezTo>
                  <a:pt x="114" y="59"/>
                  <a:pt x="102" y="55"/>
                  <a:pt x="92" y="53"/>
                </a:cubicBezTo>
                <a:cubicBezTo>
                  <a:pt x="81" y="50"/>
                  <a:pt x="63" y="46"/>
                  <a:pt x="54" y="39"/>
                </a:cubicBezTo>
                <a:cubicBezTo>
                  <a:pt x="64" y="60"/>
                  <a:pt x="80" y="79"/>
                  <a:pt x="92" y="99"/>
                </a:cubicBezTo>
                <a:cubicBezTo>
                  <a:pt x="97" y="108"/>
                  <a:pt x="104" y="119"/>
                  <a:pt x="112" y="126"/>
                </a:cubicBezTo>
                <a:cubicBezTo>
                  <a:pt x="112" y="129"/>
                  <a:pt x="109" y="129"/>
                  <a:pt x="108" y="131"/>
                </a:cubicBezTo>
                <a:cubicBezTo>
                  <a:pt x="105" y="131"/>
                  <a:pt x="104" y="130"/>
                  <a:pt x="102" y="129"/>
                </a:cubicBezTo>
                <a:cubicBezTo>
                  <a:pt x="98" y="139"/>
                  <a:pt x="86" y="133"/>
                  <a:pt x="82" y="126"/>
                </a:cubicBezTo>
                <a:cubicBezTo>
                  <a:pt x="81" y="128"/>
                  <a:pt x="80" y="129"/>
                  <a:pt x="78" y="130"/>
                </a:cubicBezTo>
                <a:cubicBezTo>
                  <a:pt x="63" y="124"/>
                  <a:pt x="59" y="106"/>
                  <a:pt x="51" y="96"/>
                </a:cubicBezTo>
                <a:cubicBezTo>
                  <a:pt x="50" y="95"/>
                  <a:pt x="51" y="96"/>
                  <a:pt x="51" y="95"/>
                </a:cubicBezTo>
                <a:cubicBezTo>
                  <a:pt x="43" y="84"/>
                  <a:pt x="36" y="68"/>
                  <a:pt x="28" y="53"/>
                </a:cubicBezTo>
                <a:cubicBezTo>
                  <a:pt x="24" y="46"/>
                  <a:pt x="19" y="39"/>
                  <a:pt x="29" y="38"/>
                </a:cubicBezTo>
                <a:cubicBezTo>
                  <a:pt x="27" y="33"/>
                  <a:pt x="24" y="29"/>
                  <a:pt x="23" y="25"/>
                </a:cubicBezTo>
                <a:cubicBezTo>
                  <a:pt x="18" y="41"/>
                  <a:pt x="24" y="65"/>
                  <a:pt x="26" y="82"/>
                </a:cubicBezTo>
                <a:cubicBezTo>
                  <a:pt x="27" y="93"/>
                  <a:pt x="27" y="108"/>
                  <a:pt x="15" y="102"/>
                </a:cubicBezTo>
                <a:cubicBezTo>
                  <a:pt x="16" y="100"/>
                  <a:pt x="15" y="100"/>
                  <a:pt x="15" y="97"/>
                </a:cubicBezTo>
                <a:cubicBezTo>
                  <a:pt x="16" y="95"/>
                  <a:pt x="13" y="98"/>
                  <a:pt x="13" y="96"/>
                </a:cubicBezTo>
                <a:cubicBezTo>
                  <a:pt x="11" y="72"/>
                  <a:pt x="8" y="40"/>
                  <a:pt x="5" y="13"/>
                </a:cubicBezTo>
                <a:cubicBezTo>
                  <a:pt x="5" y="11"/>
                  <a:pt x="0" y="10"/>
                  <a:pt x="2" y="8"/>
                </a:cubicBezTo>
                <a:cubicBezTo>
                  <a:pt x="5" y="4"/>
                  <a:pt x="8" y="0"/>
                  <a:pt x="14" y="1"/>
                </a:cubicBezTo>
                <a:cubicBezTo>
                  <a:pt x="19" y="1"/>
                  <a:pt x="26" y="9"/>
                  <a:pt x="32" y="12"/>
                </a:cubicBezTo>
                <a:cubicBezTo>
                  <a:pt x="39" y="15"/>
                  <a:pt x="46" y="17"/>
                  <a:pt x="52" y="20"/>
                </a:cubicBezTo>
                <a:cubicBezTo>
                  <a:pt x="58" y="23"/>
                  <a:pt x="65" y="26"/>
                  <a:pt x="71" y="29"/>
                </a:cubicBezTo>
                <a:cubicBezTo>
                  <a:pt x="82" y="34"/>
                  <a:pt x="88" y="38"/>
                  <a:pt x="99" y="39"/>
                </a:cubicBezTo>
                <a:cubicBezTo>
                  <a:pt x="102" y="40"/>
                  <a:pt x="105" y="38"/>
                  <a:pt x="108" y="41"/>
                </a:cubicBezTo>
                <a:cubicBezTo>
                  <a:pt x="108" y="43"/>
                  <a:pt x="108" y="44"/>
                  <a:pt x="107" y="45"/>
                </a:cubicBezTo>
                <a:cubicBezTo>
                  <a:pt x="109" y="47"/>
                  <a:pt x="111" y="47"/>
                  <a:pt x="113" y="48"/>
                </a:cubicBezTo>
                <a:close/>
              </a:path>
            </a:pathLst>
          </a:custGeom>
          <a:solidFill>
            <a:srgbClr val="DC582A"/>
          </a:solidFill>
          <a:ln>
            <a:noFill/>
          </a:ln>
        </p:spPr>
        <p:txBody>
          <a:bodyPr spcFirstLastPara="1" wrap="square" lIns="91425" tIns="45700" rIns="91425" bIns="45700" anchor="t" anchorCtr="0">
            <a:no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venir LT Std 45 Book" panose="020B0502020203020204" pitchFamily="34" charset="0"/>
              <a:ea typeface="Arial"/>
              <a:cs typeface="Arial"/>
              <a:sym typeface="Arial"/>
            </a:endParaRPr>
          </a:p>
        </p:txBody>
      </p:sp>
      <p:sp>
        <p:nvSpPr>
          <p:cNvPr id="47" name="Google Shape;5120;p20">
            <a:extLst>
              <a:ext uri="{FF2B5EF4-FFF2-40B4-BE49-F238E27FC236}">
                <a16:creationId xmlns:a16="http://schemas.microsoft.com/office/drawing/2014/main" id="{56AE523A-DC55-EAFB-FEF9-0606F854D56A}"/>
              </a:ext>
            </a:extLst>
          </p:cNvPr>
          <p:cNvSpPr/>
          <p:nvPr/>
        </p:nvSpPr>
        <p:spPr>
          <a:xfrm rot="7192736">
            <a:off x="225538" y="5758179"/>
            <a:ext cx="254924" cy="310630"/>
          </a:xfrm>
          <a:custGeom>
            <a:avLst/>
            <a:gdLst/>
            <a:ahLst/>
            <a:cxnLst/>
            <a:rect l="l" t="t" r="r" b="b"/>
            <a:pathLst>
              <a:path w="114" h="139" extrusionOk="0">
                <a:moveTo>
                  <a:pt x="74" y="114"/>
                </a:moveTo>
                <a:cubicBezTo>
                  <a:pt x="74" y="112"/>
                  <a:pt x="71" y="112"/>
                  <a:pt x="70" y="110"/>
                </a:cubicBezTo>
                <a:cubicBezTo>
                  <a:pt x="71" y="112"/>
                  <a:pt x="71" y="114"/>
                  <a:pt x="74" y="114"/>
                </a:cubicBezTo>
                <a:close/>
                <a:moveTo>
                  <a:pt x="95" y="127"/>
                </a:moveTo>
                <a:cubicBezTo>
                  <a:pt x="95" y="122"/>
                  <a:pt x="95" y="120"/>
                  <a:pt x="93" y="116"/>
                </a:cubicBezTo>
                <a:cubicBezTo>
                  <a:pt x="91" y="115"/>
                  <a:pt x="85" y="104"/>
                  <a:pt x="81" y="98"/>
                </a:cubicBezTo>
                <a:cubicBezTo>
                  <a:pt x="68" y="79"/>
                  <a:pt x="51" y="54"/>
                  <a:pt x="39" y="37"/>
                </a:cubicBezTo>
                <a:cubicBezTo>
                  <a:pt x="55" y="70"/>
                  <a:pt x="72" y="101"/>
                  <a:pt x="95" y="127"/>
                </a:cubicBezTo>
                <a:close/>
                <a:moveTo>
                  <a:pt x="113" y="48"/>
                </a:moveTo>
                <a:cubicBezTo>
                  <a:pt x="114" y="59"/>
                  <a:pt x="102" y="55"/>
                  <a:pt x="92" y="53"/>
                </a:cubicBezTo>
                <a:cubicBezTo>
                  <a:pt x="81" y="50"/>
                  <a:pt x="63" y="46"/>
                  <a:pt x="54" y="39"/>
                </a:cubicBezTo>
                <a:cubicBezTo>
                  <a:pt x="64" y="60"/>
                  <a:pt x="80" y="79"/>
                  <a:pt x="92" y="99"/>
                </a:cubicBezTo>
                <a:cubicBezTo>
                  <a:pt x="97" y="108"/>
                  <a:pt x="104" y="119"/>
                  <a:pt x="112" y="126"/>
                </a:cubicBezTo>
                <a:cubicBezTo>
                  <a:pt x="112" y="129"/>
                  <a:pt x="109" y="129"/>
                  <a:pt x="108" y="131"/>
                </a:cubicBezTo>
                <a:cubicBezTo>
                  <a:pt x="105" y="131"/>
                  <a:pt x="104" y="130"/>
                  <a:pt x="102" y="129"/>
                </a:cubicBezTo>
                <a:cubicBezTo>
                  <a:pt x="98" y="139"/>
                  <a:pt x="86" y="133"/>
                  <a:pt x="82" y="126"/>
                </a:cubicBezTo>
                <a:cubicBezTo>
                  <a:pt x="81" y="128"/>
                  <a:pt x="80" y="129"/>
                  <a:pt x="78" y="130"/>
                </a:cubicBezTo>
                <a:cubicBezTo>
                  <a:pt x="63" y="124"/>
                  <a:pt x="59" y="106"/>
                  <a:pt x="51" y="96"/>
                </a:cubicBezTo>
                <a:cubicBezTo>
                  <a:pt x="50" y="95"/>
                  <a:pt x="51" y="96"/>
                  <a:pt x="51" y="95"/>
                </a:cubicBezTo>
                <a:cubicBezTo>
                  <a:pt x="43" y="84"/>
                  <a:pt x="36" y="68"/>
                  <a:pt x="28" y="53"/>
                </a:cubicBezTo>
                <a:cubicBezTo>
                  <a:pt x="24" y="46"/>
                  <a:pt x="19" y="39"/>
                  <a:pt x="29" y="38"/>
                </a:cubicBezTo>
                <a:cubicBezTo>
                  <a:pt x="27" y="33"/>
                  <a:pt x="24" y="29"/>
                  <a:pt x="23" y="25"/>
                </a:cubicBezTo>
                <a:cubicBezTo>
                  <a:pt x="18" y="41"/>
                  <a:pt x="24" y="65"/>
                  <a:pt x="26" y="82"/>
                </a:cubicBezTo>
                <a:cubicBezTo>
                  <a:pt x="27" y="93"/>
                  <a:pt x="27" y="108"/>
                  <a:pt x="15" y="102"/>
                </a:cubicBezTo>
                <a:cubicBezTo>
                  <a:pt x="16" y="100"/>
                  <a:pt x="15" y="100"/>
                  <a:pt x="15" y="97"/>
                </a:cubicBezTo>
                <a:cubicBezTo>
                  <a:pt x="16" y="95"/>
                  <a:pt x="13" y="98"/>
                  <a:pt x="13" y="96"/>
                </a:cubicBezTo>
                <a:cubicBezTo>
                  <a:pt x="11" y="72"/>
                  <a:pt x="8" y="40"/>
                  <a:pt x="5" y="13"/>
                </a:cubicBezTo>
                <a:cubicBezTo>
                  <a:pt x="5" y="11"/>
                  <a:pt x="0" y="10"/>
                  <a:pt x="2" y="8"/>
                </a:cubicBezTo>
                <a:cubicBezTo>
                  <a:pt x="5" y="4"/>
                  <a:pt x="8" y="0"/>
                  <a:pt x="14" y="1"/>
                </a:cubicBezTo>
                <a:cubicBezTo>
                  <a:pt x="19" y="1"/>
                  <a:pt x="26" y="9"/>
                  <a:pt x="32" y="12"/>
                </a:cubicBezTo>
                <a:cubicBezTo>
                  <a:pt x="39" y="15"/>
                  <a:pt x="46" y="17"/>
                  <a:pt x="52" y="20"/>
                </a:cubicBezTo>
                <a:cubicBezTo>
                  <a:pt x="58" y="23"/>
                  <a:pt x="65" y="26"/>
                  <a:pt x="71" y="29"/>
                </a:cubicBezTo>
                <a:cubicBezTo>
                  <a:pt x="82" y="34"/>
                  <a:pt x="88" y="38"/>
                  <a:pt x="99" y="39"/>
                </a:cubicBezTo>
                <a:cubicBezTo>
                  <a:pt x="102" y="40"/>
                  <a:pt x="105" y="38"/>
                  <a:pt x="108" y="41"/>
                </a:cubicBezTo>
                <a:cubicBezTo>
                  <a:pt x="108" y="43"/>
                  <a:pt x="108" y="44"/>
                  <a:pt x="107" y="45"/>
                </a:cubicBezTo>
                <a:cubicBezTo>
                  <a:pt x="109" y="47"/>
                  <a:pt x="111" y="47"/>
                  <a:pt x="113" y="48"/>
                </a:cubicBezTo>
                <a:close/>
              </a:path>
            </a:pathLst>
          </a:custGeom>
          <a:solidFill>
            <a:srgbClr val="DC582A"/>
          </a:solidFill>
          <a:ln>
            <a:noFill/>
          </a:ln>
        </p:spPr>
        <p:txBody>
          <a:bodyPr spcFirstLastPara="1" wrap="square" lIns="91425" tIns="45700" rIns="91425" bIns="45700" anchor="t" anchorCtr="0">
            <a:no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venir LT Std 45 Book" panose="020B0502020203020204" pitchFamily="34" charset="0"/>
              <a:ea typeface="Arial"/>
              <a:cs typeface="Arial"/>
              <a:sym typeface="Arial"/>
            </a:endParaRPr>
          </a:p>
        </p:txBody>
      </p:sp>
      <p:sp>
        <p:nvSpPr>
          <p:cNvPr id="53" name="ZoneTexte 52">
            <a:extLst>
              <a:ext uri="{FF2B5EF4-FFF2-40B4-BE49-F238E27FC236}">
                <a16:creationId xmlns:a16="http://schemas.microsoft.com/office/drawing/2014/main" id="{9D114FCC-19B9-D9A7-EC24-34613EB51247}"/>
              </a:ext>
            </a:extLst>
          </p:cNvPr>
          <p:cNvSpPr txBox="1"/>
          <p:nvPr/>
        </p:nvSpPr>
        <p:spPr>
          <a:xfrm>
            <a:off x="497379" y="2490232"/>
            <a:ext cx="4835798" cy="415498"/>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DC582A"/>
                </a:solidFill>
                <a:effectLst/>
                <a:uLnTx/>
                <a:uFillTx/>
                <a:latin typeface="Avenir LT Std 35 Light" panose="020B0402020203020204" pitchFamily="34" charset="0"/>
                <a:ea typeface="+mn-ea"/>
                <a:cs typeface="+mn-cs"/>
              </a:rPr>
              <a:t>Mettre en évidence une charge au plus proche de la réalité en prenant en compte les 3 dimensions de la charge de travail :</a:t>
            </a:r>
          </a:p>
        </p:txBody>
      </p:sp>
      <p:sp>
        <p:nvSpPr>
          <p:cNvPr id="56" name="Rectangle : coins arrondis 55">
            <a:extLst>
              <a:ext uri="{FF2B5EF4-FFF2-40B4-BE49-F238E27FC236}">
                <a16:creationId xmlns:a16="http://schemas.microsoft.com/office/drawing/2014/main" id="{B9961738-3229-B24B-8186-8440592FF0F6}"/>
              </a:ext>
            </a:extLst>
          </p:cNvPr>
          <p:cNvSpPr/>
          <p:nvPr/>
        </p:nvSpPr>
        <p:spPr>
          <a:xfrm>
            <a:off x="448873" y="3009070"/>
            <a:ext cx="4824000" cy="504000"/>
          </a:xfrm>
          <a:prstGeom prst="roundRect">
            <a:avLst/>
          </a:prstGeom>
          <a:solidFill>
            <a:srgbClr val="F0BD9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Objectiver la </a:t>
            </a:r>
            <a:r>
              <a:rPr kumimoji="0" lang="fr-FR" sz="1050" b="1" i="0"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rPr>
              <a:t>charge de travail </a:t>
            </a:r>
            <a:r>
              <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nécessaire </a:t>
            </a:r>
            <a:r>
              <a:rPr kumimoji="0" lang="fr-FR" sz="1050" b="1" i="0"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rPr>
              <a:t>pour réaliser les missions du poste et les activités complémentaires</a:t>
            </a:r>
            <a:r>
              <a:rPr kumimoji="0" lang="fr-FR" sz="1050" b="0" i="0"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rPr>
              <a:t> </a:t>
            </a:r>
            <a:r>
              <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(lettre de mission, projet…)</a:t>
            </a:r>
            <a:r>
              <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 en tenant compte de la récurrence des tâches</a:t>
            </a:r>
          </a:p>
        </p:txBody>
      </p:sp>
      <p:sp>
        <p:nvSpPr>
          <p:cNvPr id="59" name="ZoneTexte 58">
            <a:extLst>
              <a:ext uri="{FF2B5EF4-FFF2-40B4-BE49-F238E27FC236}">
                <a16:creationId xmlns:a16="http://schemas.microsoft.com/office/drawing/2014/main" id="{36F96781-8178-1FFB-E359-AFDC92C9B749}"/>
              </a:ext>
            </a:extLst>
          </p:cNvPr>
          <p:cNvSpPr txBox="1"/>
          <p:nvPr/>
        </p:nvSpPr>
        <p:spPr>
          <a:xfrm>
            <a:off x="497379" y="5698231"/>
            <a:ext cx="4835798" cy="577081"/>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DC582A"/>
                </a:solidFill>
                <a:effectLst/>
                <a:uLnTx/>
                <a:uFillTx/>
                <a:latin typeface="Avenir LT Std 35 Light" panose="020B0402020203020204" pitchFamily="34" charset="0"/>
                <a:ea typeface="+mn-ea"/>
                <a:cs typeface="+mn-cs"/>
              </a:rPr>
              <a:t>Identifier les autres impacts indirects sur la charge de travail des équipes </a:t>
            </a:r>
            <a:r>
              <a:rPr kumimoji="0" lang="fr-FR" sz="1050" b="0" i="0" u="none" strike="noStrike" kern="1200" cap="none" spc="0" normalizeH="0" baseline="0" noProof="0">
                <a:ln>
                  <a:noFill/>
                </a:ln>
                <a:solidFill>
                  <a:srgbClr val="DC582A"/>
                </a:solidFill>
                <a:effectLst/>
                <a:uLnTx/>
                <a:uFillTx/>
                <a:latin typeface="Avenir LT Std 35 Light" panose="020B0402020203020204" pitchFamily="34" charset="0"/>
                <a:ea typeface="+mn-ea"/>
                <a:cs typeface="+mn-cs"/>
              </a:rPr>
              <a:t>(projet de transformation, évolution de fonctionnement, absences imprévues dans l’équipe…)</a:t>
            </a:r>
          </a:p>
        </p:txBody>
      </p:sp>
      <p:sp>
        <p:nvSpPr>
          <p:cNvPr id="60" name="Rectangle : coins arrondis 59">
            <a:extLst>
              <a:ext uri="{FF2B5EF4-FFF2-40B4-BE49-F238E27FC236}">
                <a16:creationId xmlns:a16="http://schemas.microsoft.com/office/drawing/2014/main" id="{4C66AA35-191D-CF9B-A67A-7A96E136DDF0}"/>
              </a:ext>
            </a:extLst>
          </p:cNvPr>
          <p:cNvSpPr/>
          <p:nvPr/>
        </p:nvSpPr>
        <p:spPr>
          <a:xfrm>
            <a:off x="448873" y="4907923"/>
            <a:ext cx="4824000" cy="576000"/>
          </a:xfrm>
          <a:prstGeom prst="roundRect">
            <a:avLst/>
          </a:prstGeom>
          <a:solidFill>
            <a:srgbClr val="F0BD9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Tenir compte de la </a:t>
            </a:r>
            <a:r>
              <a:rPr kumimoji="0" lang="fr-FR" sz="1050" b="1" i="0"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rPr>
              <a:t>charge de travail ressentie par le collaborateur </a:t>
            </a:r>
            <a:r>
              <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(impact des contraintes externes (temps de trajet, contraintes familiales…), caractéristiques personnelles (expérience, santé…), engagement, difficultés perçues…)</a:t>
            </a:r>
            <a:endParaRPr kumimoji="0" lang="fr-FR" sz="105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endParaRPr>
          </a:p>
        </p:txBody>
      </p:sp>
      <p:sp>
        <p:nvSpPr>
          <p:cNvPr id="58" name="Rectangle : coins arrondis 57">
            <a:extLst>
              <a:ext uri="{FF2B5EF4-FFF2-40B4-BE49-F238E27FC236}">
                <a16:creationId xmlns:a16="http://schemas.microsoft.com/office/drawing/2014/main" id="{2F19F275-D49E-E815-B454-9386017B3553}"/>
              </a:ext>
            </a:extLst>
          </p:cNvPr>
          <p:cNvSpPr/>
          <p:nvPr/>
        </p:nvSpPr>
        <p:spPr>
          <a:xfrm>
            <a:off x="448873" y="3579208"/>
            <a:ext cx="4824000" cy="1260000"/>
          </a:xfrm>
          <a:prstGeom prst="roundRect">
            <a:avLst/>
          </a:prstGeom>
          <a:solidFill>
            <a:srgbClr val="F0BD9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Intégrer les </a:t>
            </a:r>
            <a:r>
              <a:rPr kumimoji="0" lang="fr-FR" sz="1050" b="1" i="0"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rPr>
              <a:t>conditions réelles qui influent sur la charge</a:t>
            </a:r>
            <a:r>
              <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 de travail :</a:t>
            </a:r>
          </a:p>
          <a:p>
            <a:pPr marL="88900" marR="0" lvl="1" indent="-88900" algn="l" defTabSz="2286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fr-FR" sz="1000" b="1"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Aléa</a:t>
            </a:r>
            <a:r>
              <a:rPr kumimoji="0" lang="fr-FR" sz="100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 </a:t>
            </a:r>
            <a:r>
              <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(imprévu, dysfonctionnement…)</a:t>
            </a:r>
          </a:p>
          <a:p>
            <a:pPr marL="88900" marR="0" lvl="1" indent="-88900" algn="l" defTabSz="2286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fr-FR" sz="1000" b="1"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Coordination</a:t>
            </a:r>
            <a:r>
              <a:rPr kumimoji="0" lang="fr-FR" sz="100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 </a:t>
            </a:r>
            <a:r>
              <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(échanges entre collègues, entraide, rituels...)</a:t>
            </a:r>
          </a:p>
          <a:p>
            <a:pPr marL="88900" marR="0" lvl="1" indent="-88900" algn="l" defTabSz="2286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fr-FR" sz="1000" b="1"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Compétences</a:t>
            </a:r>
            <a:r>
              <a:rPr kumimoji="0" lang="fr-FR" sz="100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 </a:t>
            </a:r>
            <a:r>
              <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(apprentissage d’un nouvel outil, évolution des compétences…)</a:t>
            </a:r>
          </a:p>
          <a:p>
            <a:pPr marL="88900" marR="0" lvl="1" indent="-88900" algn="l" defTabSz="2286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fr-FR" sz="1000" b="1"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Conditions de travail </a:t>
            </a:r>
            <a:r>
              <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(ressources / outils insuffisants ou facilitants, interruption fréquente, environnement physique, impact du télétravail…)</a:t>
            </a:r>
          </a:p>
          <a:p>
            <a:pPr marL="88900" marR="0" lvl="1" indent="-88900" algn="l" defTabSz="2286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fr-FR" sz="1000" b="1"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Temps « improductif » </a:t>
            </a:r>
            <a:r>
              <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(pauses, prise de recul, délais de route…)</a:t>
            </a:r>
          </a:p>
        </p:txBody>
      </p:sp>
      <p:pic>
        <p:nvPicPr>
          <p:cNvPr id="94" name="Graphique 93" descr="Flèche : pivoter à gauche avec un remplissage uni">
            <a:extLst>
              <a:ext uri="{FF2B5EF4-FFF2-40B4-BE49-F238E27FC236}">
                <a16:creationId xmlns:a16="http://schemas.microsoft.com/office/drawing/2014/main" id="{17AEE5E8-A7F9-E1A8-F5C8-20A922FE585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17536442">
            <a:off x="89891" y="3440258"/>
            <a:ext cx="440048" cy="440048"/>
          </a:xfrm>
          <a:prstGeom prst="rect">
            <a:avLst/>
          </a:prstGeom>
        </p:spPr>
      </p:pic>
      <p:pic>
        <p:nvPicPr>
          <p:cNvPr id="105" name="Graphique 104" descr="Flèche : pivoter à gauche avec un remplissage uni">
            <a:extLst>
              <a:ext uri="{FF2B5EF4-FFF2-40B4-BE49-F238E27FC236}">
                <a16:creationId xmlns:a16="http://schemas.microsoft.com/office/drawing/2014/main" id="{9D96F83B-CD20-4C4F-3F8E-CCB42A8AE22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17536442">
            <a:off x="89892" y="4752826"/>
            <a:ext cx="440048" cy="440048"/>
          </a:xfrm>
          <a:prstGeom prst="rect">
            <a:avLst/>
          </a:prstGeom>
        </p:spPr>
      </p:pic>
      <p:sp>
        <p:nvSpPr>
          <p:cNvPr id="106" name="Titre 7">
            <a:extLst>
              <a:ext uri="{FF2B5EF4-FFF2-40B4-BE49-F238E27FC236}">
                <a16:creationId xmlns:a16="http://schemas.microsoft.com/office/drawing/2014/main" id="{9A95C63F-5B09-5B5D-7003-A83EF8C16F77}"/>
              </a:ext>
            </a:extLst>
          </p:cNvPr>
          <p:cNvSpPr txBox="1">
            <a:spLocks/>
          </p:cNvSpPr>
          <p:nvPr/>
        </p:nvSpPr>
        <p:spPr>
          <a:xfrm>
            <a:off x="6916021" y="1198522"/>
            <a:ext cx="3389966" cy="193899"/>
          </a:xfrm>
          <a:prstGeom prst="rect">
            <a:avLst/>
          </a:prstGeom>
        </p:spPr>
        <p:txBody>
          <a:bodyPr vert="horz" wrap="square" lIns="0" tIns="0" rIns="72000" bIns="0" rtlCol="0" anchor="ctr">
            <a:spAutoFit/>
          </a:bodyPr>
          <a:lstStyle>
            <a:lvl1pPr algn="l" defTabSz="914355" rtl="0" eaLnBrk="1" latinLnBrk="0" hangingPunct="1">
              <a:lnSpc>
                <a:spcPct val="90000"/>
              </a:lnSpc>
              <a:spcBef>
                <a:spcPct val="0"/>
              </a:spcBef>
              <a:buNone/>
              <a:defRPr sz="2400" b="1" kern="1200">
                <a:solidFill>
                  <a:srgbClr val="0084D4"/>
                </a:solidFill>
                <a:latin typeface="Arial" panose="020B0604020202020204" pitchFamily="34" charset="0"/>
                <a:ea typeface="+mj-ea"/>
                <a:cs typeface="Arial" panose="020B0604020202020204" pitchFamily="34" charset="0"/>
              </a:defRPr>
            </a:lvl1pPr>
          </a:lstStyle>
          <a:p>
            <a:pPr marL="0" marR="0" lvl="0" indent="0" algn="l" defTabSz="914355" rtl="0" eaLnBrk="1" fontAlgn="auto" latinLnBrk="0" hangingPunct="1">
              <a:lnSpc>
                <a:spcPct val="90000"/>
              </a:lnSpc>
              <a:spcBef>
                <a:spcPct val="0"/>
              </a:spcBef>
              <a:spcAft>
                <a:spcPts val="0"/>
              </a:spcAft>
              <a:buClrTx/>
              <a:buSzTx/>
              <a:buFontTx/>
              <a:buNone/>
              <a:tabLst/>
              <a:defRPr/>
            </a:pPr>
            <a:r>
              <a:rPr kumimoji="0" lang="fr-FR" sz="1400" b="1" i="0" u="none" strike="noStrike" kern="1200" cap="none" spc="0" normalizeH="0" baseline="0" noProof="0">
                <a:ln>
                  <a:noFill/>
                </a:ln>
                <a:solidFill>
                  <a:srgbClr val="1990D8"/>
                </a:solidFill>
                <a:effectLst/>
                <a:uLnTx/>
                <a:uFillTx/>
                <a:latin typeface="Avenir LT Std 65 Medium" panose="020B0803020203020204" pitchFamily="34" charset="0"/>
                <a:ea typeface="+mj-ea"/>
                <a:cs typeface="Arial" panose="020B0604020202020204" pitchFamily="34" charset="0"/>
              </a:rPr>
              <a:t>LES OCCASIONS POUR LE FAIRE</a:t>
            </a:r>
          </a:p>
        </p:txBody>
      </p:sp>
      <p:pic>
        <p:nvPicPr>
          <p:cNvPr id="110" name="Graphique 109" descr="Chat contour">
            <a:extLst>
              <a:ext uri="{FF2B5EF4-FFF2-40B4-BE49-F238E27FC236}">
                <a16:creationId xmlns:a16="http://schemas.microsoft.com/office/drawing/2014/main" id="{22E4B3F4-F955-8623-4C81-47DF549A0C1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406675" y="1113251"/>
            <a:ext cx="432000" cy="448190"/>
          </a:xfrm>
          <a:prstGeom prst="rect">
            <a:avLst/>
          </a:prstGeom>
        </p:spPr>
      </p:pic>
      <p:sp>
        <p:nvSpPr>
          <p:cNvPr id="111" name="Google Shape;5120;p20">
            <a:extLst>
              <a:ext uri="{FF2B5EF4-FFF2-40B4-BE49-F238E27FC236}">
                <a16:creationId xmlns:a16="http://schemas.microsoft.com/office/drawing/2014/main" id="{14FA821D-970E-84B2-BD87-B3B5AA085227}"/>
              </a:ext>
            </a:extLst>
          </p:cNvPr>
          <p:cNvSpPr/>
          <p:nvPr/>
        </p:nvSpPr>
        <p:spPr>
          <a:xfrm rot="7192736">
            <a:off x="6513183" y="1509614"/>
            <a:ext cx="254924" cy="310630"/>
          </a:xfrm>
          <a:custGeom>
            <a:avLst/>
            <a:gdLst/>
            <a:ahLst/>
            <a:cxnLst/>
            <a:rect l="l" t="t" r="r" b="b"/>
            <a:pathLst>
              <a:path w="114" h="139" extrusionOk="0">
                <a:moveTo>
                  <a:pt x="74" y="114"/>
                </a:moveTo>
                <a:cubicBezTo>
                  <a:pt x="74" y="112"/>
                  <a:pt x="71" y="112"/>
                  <a:pt x="70" y="110"/>
                </a:cubicBezTo>
                <a:cubicBezTo>
                  <a:pt x="71" y="112"/>
                  <a:pt x="71" y="114"/>
                  <a:pt x="74" y="114"/>
                </a:cubicBezTo>
                <a:close/>
                <a:moveTo>
                  <a:pt x="95" y="127"/>
                </a:moveTo>
                <a:cubicBezTo>
                  <a:pt x="95" y="122"/>
                  <a:pt x="95" y="120"/>
                  <a:pt x="93" y="116"/>
                </a:cubicBezTo>
                <a:cubicBezTo>
                  <a:pt x="91" y="115"/>
                  <a:pt x="85" y="104"/>
                  <a:pt x="81" y="98"/>
                </a:cubicBezTo>
                <a:cubicBezTo>
                  <a:pt x="68" y="79"/>
                  <a:pt x="51" y="54"/>
                  <a:pt x="39" y="37"/>
                </a:cubicBezTo>
                <a:cubicBezTo>
                  <a:pt x="55" y="70"/>
                  <a:pt x="72" y="101"/>
                  <a:pt x="95" y="127"/>
                </a:cubicBezTo>
                <a:close/>
                <a:moveTo>
                  <a:pt x="113" y="48"/>
                </a:moveTo>
                <a:cubicBezTo>
                  <a:pt x="114" y="59"/>
                  <a:pt x="102" y="55"/>
                  <a:pt x="92" y="53"/>
                </a:cubicBezTo>
                <a:cubicBezTo>
                  <a:pt x="81" y="50"/>
                  <a:pt x="63" y="46"/>
                  <a:pt x="54" y="39"/>
                </a:cubicBezTo>
                <a:cubicBezTo>
                  <a:pt x="64" y="60"/>
                  <a:pt x="80" y="79"/>
                  <a:pt x="92" y="99"/>
                </a:cubicBezTo>
                <a:cubicBezTo>
                  <a:pt x="97" y="108"/>
                  <a:pt x="104" y="119"/>
                  <a:pt x="112" y="126"/>
                </a:cubicBezTo>
                <a:cubicBezTo>
                  <a:pt x="112" y="129"/>
                  <a:pt x="109" y="129"/>
                  <a:pt x="108" y="131"/>
                </a:cubicBezTo>
                <a:cubicBezTo>
                  <a:pt x="105" y="131"/>
                  <a:pt x="104" y="130"/>
                  <a:pt x="102" y="129"/>
                </a:cubicBezTo>
                <a:cubicBezTo>
                  <a:pt x="98" y="139"/>
                  <a:pt x="86" y="133"/>
                  <a:pt x="82" y="126"/>
                </a:cubicBezTo>
                <a:cubicBezTo>
                  <a:pt x="81" y="128"/>
                  <a:pt x="80" y="129"/>
                  <a:pt x="78" y="130"/>
                </a:cubicBezTo>
                <a:cubicBezTo>
                  <a:pt x="63" y="124"/>
                  <a:pt x="59" y="106"/>
                  <a:pt x="51" y="96"/>
                </a:cubicBezTo>
                <a:cubicBezTo>
                  <a:pt x="50" y="95"/>
                  <a:pt x="51" y="96"/>
                  <a:pt x="51" y="95"/>
                </a:cubicBezTo>
                <a:cubicBezTo>
                  <a:pt x="43" y="84"/>
                  <a:pt x="36" y="68"/>
                  <a:pt x="28" y="53"/>
                </a:cubicBezTo>
                <a:cubicBezTo>
                  <a:pt x="24" y="46"/>
                  <a:pt x="19" y="39"/>
                  <a:pt x="29" y="38"/>
                </a:cubicBezTo>
                <a:cubicBezTo>
                  <a:pt x="27" y="33"/>
                  <a:pt x="24" y="29"/>
                  <a:pt x="23" y="25"/>
                </a:cubicBezTo>
                <a:cubicBezTo>
                  <a:pt x="18" y="41"/>
                  <a:pt x="24" y="65"/>
                  <a:pt x="26" y="82"/>
                </a:cubicBezTo>
                <a:cubicBezTo>
                  <a:pt x="27" y="93"/>
                  <a:pt x="27" y="108"/>
                  <a:pt x="15" y="102"/>
                </a:cubicBezTo>
                <a:cubicBezTo>
                  <a:pt x="16" y="100"/>
                  <a:pt x="15" y="100"/>
                  <a:pt x="15" y="97"/>
                </a:cubicBezTo>
                <a:cubicBezTo>
                  <a:pt x="16" y="95"/>
                  <a:pt x="13" y="98"/>
                  <a:pt x="13" y="96"/>
                </a:cubicBezTo>
                <a:cubicBezTo>
                  <a:pt x="11" y="72"/>
                  <a:pt x="8" y="40"/>
                  <a:pt x="5" y="13"/>
                </a:cubicBezTo>
                <a:cubicBezTo>
                  <a:pt x="5" y="11"/>
                  <a:pt x="0" y="10"/>
                  <a:pt x="2" y="8"/>
                </a:cubicBezTo>
                <a:cubicBezTo>
                  <a:pt x="5" y="4"/>
                  <a:pt x="8" y="0"/>
                  <a:pt x="14" y="1"/>
                </a:cubicBezTo>
                <a:cubicBezTo>
                  <a:pt x="19" y="1"/>
                  <a:pt x="26" y="9"/>
                  <a:pt x="32" y="12"/>
                </a:cubicBezTo>
                <a:cubicBezTo>
                  <a:pt x="39" y="15"/>
                  <a:pt x="46" y="17"/>
                  <a:pt x="52" y="20"/>
                </a:cubicBezTo>
                <a:cubicBezTo>
                  <a:pt x="58" y="23"/>
                  <a:pt x="65" y="26"/>
                  <a:pt x="71" y="29"/>
                </a:cubicBezTo>
                <a:cubicBezTo>
                  <a:pt x="82" y="34"/>
                  <a:pt x="88" y="38"/>
                  <a:pt x="99" y="39"/>
                </a:cubicBezTo>
                <a:cubicBezTo>
                  <a:pt x="102" y="40"/>
                  <a:pt x="105" y="38"/>
                  <a:pt x="108" y="41"/>
                </a:cubicBezTo>
                <a:cubicBezTo>
                  <a:pt x="108" y="43"/>
                  <a:pt x="108" y="44"/>
                  <a:pt x="107" y="45"/>
                </a:cubicBezTo>
                <a:cubicBezTo>
                  <a:pt x="109" y="47"/>
                  <a:pt x="111" y="47"/>
                  <a:pt x="113" y="4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venir LT Std 45 Book" panose="020B0502020203020204" pitchFamily="34" charset="0"/>
              <a:ea typeface="Arial"/>
              <a:cs typeface="Arial"/>
              <a:sym typeface="Arial"/>
            </a:endParaRPr>
          </a:p>
        </p:txBody>
      </p:sp>
      <p:sp>
        <p:nvSpPr>
          <p:cNvPr id="112" name="ZoneTexte 111">
            <a:extLst>
              <a:ext uri="{FF2B5EF4-FFF2-40B4-BE49-F238E27FC236}">
                <a16:creationId xmlns:a16="http://schemas.microsoft.com/office/drawing/2014/main" id="{75802C45-FEF9-72EC-5256-F1D551F160B0}"/>
              </a:ext>
            </a:extLst>
          </p:cNvPr>
          <p:cNvSpPr txBox="1"/>
          <p:nvPr/>
        </p:nvSpPr>
        <p:spPr>
          <a:xfrm>
            <a:off x="6838813" y="1438988"/>
            <a:ext cx="5203225" cy="415498"/>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0084D4"/>
                </a:solidFill>
                <a:effectLst/>
                <a:uLnTx/>
                <a:uFillTx/>
                <a:latin typeface="Avenir LT Std 65 Medium" panose="020B0803020203020204" pitchFamily="34" charset="0"/>
                <a:ea typeface="+mn-ea"/>
                <a:cs typeface="+mn-cs"/>
              </a:rPr>
              <a:t>En entretien individuel </a:t>
            </a:r>
            <a:r>
              <a:rPr kumimoji="0" lang="fr-FR" sz="1050" b="1" i="0" u="none" strike="noStrike" kern="1200" cap="none" spc="0" normalizeH="0" baseline="0" noProof="0">
                <a:ln>
                  <a:noFill/>
                </a:ln>
                <a:solidFill>
                  <a:srgbClr val="0084D4"/>
                </a:solidFill>
                <a:effectLst/>
                <a:uLnTx/>
                <a:uFillTx/>
                <a:latin typeface="Avenir LT Std 35 Light" panose="020B0402020203020204" pitchFamily="34" charset="0"/>
                <a:ea typeface="+mn-ea"/>
                <a:cs typeface="+mn-cs"/>
              </a:rPr>
              <a:t>(entretien annuel, entretien forfait jour, entretien à la demande…)</a:t>
            </a:r>
          </a:p>
        </p:txBody>
      </p:sp>
      <p:sp>
        <p:nvSpPr>
          <p:cNvPr id="113" name="Google Shape;5120;p20">
            <a:extLst>
              <a:ext uri="{FF2B5EF4-FFF2-40B4-BE49-F238E27FC236}">
                <a16:creationId xmlns:a16="http://schemas.microsoft.com/office/drawing/2014/main" id="{7D6EFA4D-70C4-4B76-4500-4F61F75174E8}"/>
              </a:ext>
            </a:extLst>
          </p:cNvPr>
          <p:cNvSpPr/>
          <p:nvPr/>
        </p:nvSpPr>
        <p:spPr>
          <a:xfrm rot="7192736">
            <a:off x="6513183" y="3361932"/>
            <a:ext cx="254924" cy="310630"/>
          </a:xfrm>
          <a:custGeom>
            <a:avLst/>
            <a:gdLst/>
            <a:ahLst/>
            <a:cxnLst/>
            <a:rect l="l" t="t" r="r" b="b"/>
            <a:pathLst>
              <a:path w="114" h="139" extrusionOk="0">
                <a:moveTo>
                  <a:pt x="74" y="114"/>
                </a:moveTo>
                <a:cubicBezTo>
                  <a:pt x="74" y="112"/>
                  <a:pt x="71" y="112"/>
                  <a:pt x="70" y="110"/>
                </a:cubicBezTo>
                <a:cubicBezTo>
                  <a:pt x="71" y="112"/>
                  <a:pt x="71" y="114"/>
                  <a:pt x="74" y="114"/>
                </a:cubicBezTo>
                <a:close/>
                <a:moveTo>
                  <a:pt x="95" y="127"/>
                </a:moveTo>
                <a:cubicBezTo>
                  <a:pt x="95" y="122"/>
                  <a:pt x="95" y="120"/>
                  <a:pt x="93" y="116"/>
                </a:cubicBezTo>
                <a:cubicBezTo>
                  <a:pt x="91" y="115"/>
                  <a:pt x="85" y="104"/>
                  <a:pt x="81" y="98"/>
                </a:cubicBezTo>
                <a:cubicBezTo>
                  <a:pt x="68" y="79"/>
                  <a:pt x="51" y="54"/>
                  <a:pt x="39" y="37"/>
                </a:cubicBezTo>
                <a:cubicBezTo>
                  <a:pt x="55" y="70"/>
                  <a:pt x="72" y="101"/>
                  <a:pt x="95" y="127"/>
                </a:cubicBezTo>
                <a:close/>
                <a:moveTo>
                  <a:pt x="113" y="48"/>
                </a:moveTo>
                <a:cubicBezTo>
                  <a:pt x="114" y="59"/>
                  <a:pt x="102" y="55"/>
                  <a:pt x="92" y="53"/>
                </a:cubicBezTo>
                <a:cubicBezTo>
                  <a:pt x="81" y="50"/>
                  <a:pt x="63" y="46"/>
                  <a:pt x="54" y="39"/>
                </a:cubicBezTo>
                <a:cubicBezTo>
                  <a:pt x="64" y="60"/>
                  <a:pt x="80" y="79"/>
                  <a:pt x="92" y="99"/>
                </a:cubicBezTo>
                <a:cubicBezTo>
                  <a:pt x="97" y="108"/>
                  <a:pt x="104" y="119"/>
                  <a:pt x="112" y="126"/>
                </a:cubicBezTo>
                <a:cubicBezTo>
                  <a:pt x="112" y="129"/>
                  <a:pt x="109" y="129"/>
                  <a:pt x="108" y="131"/>
                </a:cubicBezTo>
                <a:cubicBezTo>
                  <a:pt x="105" y="131"/>
                  <a:pt x="104" y="130"/>
                  <a:pt x="102" y="129"/>
                </a:cubicBezTo>
                <a:cubicBezTo>
                  <a:pt x="98" y="139"/>
                  <a:pt x="86" y="133"/>
                  <a:pt x="82" y="126"/>
                </a:cubicBezTo>
                <a:cubicBezTo>
                  <a:pt x="81" y="128"/>
                  <a:pt x="80" y="129"/>
                  <a:pt x="78" y="130"/>
                </a:cubicBezTo>
                <a:cubicBezTo>
                  <a:pt x="63" y="124"/>
                  <a:pt x="59" y="106"/>
                  <a:pt x="51" y="96"/>
                </a:cubicBezTo>
                <a:cubicBezTo>
                  <a:pt x="50" y="95"/>
                  <a:pt x="51" y="96"/>
                  <a:pt x="51" y="95"/>
                </a:cubicBezTo>
                <a:cubicBezTo>
                  <a:pt x="43" y="84"/>
                  <a:pt x="36" y="68"/>
                  <a:pt x="28" y="53"/>
                </a:cubicBezTo>
                <a:cubicBezTo>
                  <a:pt x="24" y="46"/>
                  <a:pt x="19" y="39"/>
                  <a:pt x="29" y="38"/>
                </a:cubicBezTo>
                <a:cubicBezTo>
                  <a:pt x="27" y="33"/>
                  <a:pt x="24" y="29"/>
                  <a:pt x="23" y="25"/>
                </a:cubicBezTo>
                <a:cubicBezTo>
                  <a:pt x="18" y="41"/>
                  <a:pt x="24" y="65"/>
                  <a:pt x="26" y="82"/>
                </a:cubicBezTo>
                <a:cubicBezTo>
                  <a:pt x="27" y="93"/>
                  <a:pt x="27" y="108"/>
                  <a:pt x="15" y="102"/>
                </a:cubicBezTo>
                <a:cubicBezTo>
                  <a:pt x="16" y="100"/>
                  <a:pt x="15" y="100"/>
                  <a:pt x="15" y="97"/>
                </a:cubicBezTo>
                <a:cubicBezTo>
                  <a:pt x="16" y="95"/>
                  <a:pt x="13" y="98"/>
                  <a:pt x="13" y="96"/>
                </a:cubicBezTo>
                <a:cubicBezTo>
                  <a:pt x="11" y="72"/>
                  <a:pt x="8" y="40"/>
                  <a:pt x="5" y="13"/>
                </a:cubicBezTo>
                <a:cubicBezTo>
                  <a:pt x="5" y="11"/>
                  <a:pt x="0" y="10"/>
                  <a:pt x="2" y="8"/>
                </a:cubicBezTo>
                <a:cubicBezTo>
                  <a:pt x="5" y="4"/>
                  <a:pt x="8" y="0"/>
                  <a:pt x="14" y="1"/>
                </a:cubicBezTo>
                <a:cubicBezTo>
                  <a:pt x="19" y="1"/>
                  <a:pt x="26" y="9"/>
                  <a:pt x="32" y="12"/>
                </a:cubicBezTo>
                <a:cubicBezTo>
                  <a:pt x="39" y="15"/>
                  <a:pt x="46" y="17"/>
                  <a:pt x="52" y="20"/>
                </a:cubicBezTo>
                <a:cubicBezTo>
                  <a:pt x="58" y="23"/>
                  <a:pt x="65" y="26"/>
                  <a:pt x="71" y="29"/>
                </a:cubicBezTo>
                <a:cubicBezTo>
                  <a:pt x="82" y="34"/>
                  <a:pt x="88" y="38"/>
                  <a:pt x="99" y="39"/>
                </a:cubicBezTo>
                <a:cubicBezTo>
                  <a:pt x="102" y="40"/>
                  <a:pt x="105" y="38"/>
                  <a:pt x="108" y="41"/>
                </a:cubicBezTo>
                <a:cubicBezTo>
                  <a:pt x="108" y="43"/>
                  <a:pt x="108" y="44"/>
                  <a:pt x="107" y="45"/>
                </a:cubicBezTo>
                <a:cubicBezTo>
                  <a:pt x="109" y="47"/>
                  <a:pt x="111" y="47"/>
                  <a:pt x="113" y="4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venir LT Std 45 Book" panose="020B0502020203020204" pitchFamily="34" charset="0"/>
              <a:ea typeface="Arial"/>
              <a:cs typeface="Arial"/>
              <a:sym typeface="Arial"/>
            </a:endParaRPr>
          </a:p>
        </p:txBody>
      </p:sp>
      <p:sp>
        <p:nvSpPr>
          <p:cNvPr id="114" name="ZoneTexte 113">
            <a:extLst>
              <a:ext uri="{FF2B5EF4-FFF2-40B4-BE49-F238E27FC236}">
                <a16:creationId xmlns:a16="http://schemas.microsoft.com/office/drawing/2014/main" id="{374D80D9-749C-1484-9B8F-0278BF6695EA}"/>
              </a:ext>
            </a:extLst>
          </p:cNvPr>
          <p:cNvSpPr txBox="1"/>
          <p:nvPr/>
        </p:nvSpPr>
        <p:spPr>
          <a:xfrm>
            <a:off x="6838813" y="3287011"/>
            <a:ext cx="5394930" cy="415498"/>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0084D4"/>
                </a:solidFill>
                <a:effectLst/>
                <a:uLnTx/>
                <a:uFillTx/>
                <a:latin typeface="Avenir LT Std 65 Medium" panose="020B0803020203020204" pitchFamily="34" charset="0"/>
                <a:ea typeface="+mn-ea"/>
                <a:cs typeface="+mn-cs"/>
              </a:rPr>
              <a:t>En collectif pour aborder la répartition de la charge collective </a:t>
            </a:r>
            <a:r>
              <a:rPr kumimoji="0" lang="fr-FR" sz="1050" b="1" i="0" u="none" strike="noStrike" kern="1200" cap="none" spc="0" normalizeH="0" baseline="0" noProof="0">
                <a:ln>
                  <a:noFill/>
                </a:ln>
                <a:solidFill>
                  <a:srgbClr val="0084D4"/>
                </a:solidFill>
                <a:effectLst/>
                <a:uLnTx/>
                <a:uFillTx/>
                <a:latin typeface="Avenir LT Std 35 Light" panose="020B0402020203020204" pitchFamily="34" charset="0"/>
                <a:ea typeface="+mn-ea"/>
                <a:cs typeface="+mn-cs"/>
              </a:rPr>
              <a:t>(réunion d’équipe, point d’activité, réunion dédiée…)</a:t>
            </a:r>
          </a:p>
        </p:txBody>
      </p:sp>
      <p:sp>
        <p:nvSpPr>
          <p:cNvPr id="115" name="Rectangle : coins arrondis 114">
            <a:extLst>
              <a:ext uri="{FF2B5EF4-FFF2-40B4-BE49-F238E27FC236}">
                <a16:creationId xmlns:a16="http://schemas.microsoft.com/office/drawing/2014/main" id="{29575E3B-11E7-D04A-5BF5-063ACB8B9495}"/>
              </a:ext>
            </a:extLst>
          </p:cNvPr>
          <p:cNvSpPr/>
          <p:nvPr/>
        </p:nvSpPr>
        <p:spPr>
          <a:xfrm>
            <a:off x="6790781" y="1858547"/>
            <a:ext cx="1213158" cy="1368000"/>
          </a:xfrm>
          <a:prstGeom prst="roundRect">
            <a:avLst/>
          </a:prstGeom>
          <a:solidFill>
            <a:schemeClr val="accent1">
              <a:lumMod val="10000"/>
              <a:lumOff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Avant </a:t>
            </a:r>
            <a:r>
              <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 </a:t>
            </a:r>
            <a:r>
              <a:rPr kumimoji="0" lang="fr-FR" sz="105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proposer au collaborateur de préparer son analyse, préparer la votre, planifier un temps dédié distinct de tout autre sujet</a:t>
            </a:r>
            <a:endPar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endParaRPr>
          </a:p>
        </p:txBody>
      </p:sp>
      <p:sp>
        <p:nvSpPr>
          <p:cNvPr id="116" name="Rectangle : coins arrondis 115">
            <a:extLst>
              <a:ext uri="{FF2B5EF4-FFF2-40B4-BE49-F238E27FC236}">
                <a16:creationId xmlns:a16="http://schemas.microsoft.com/office/drawing/2014/main" id="{F81E01BC-4D35-F499-2FB0-38994ADC375A}"/>
              </a:ext>
            </a:extLst>
          </p:cNvPr>
          <p:cNvSpPr/>
          <p:nvPr/>
        </p:nvSpPr>
        <p:spPr>
          <a:xfrm>
            <a:off x="8083791" y="1858547"/>
            <a:ext cx="2441899" cy="1368000"/>
          </a:xfrm>
          <a:prstGeom prst="roundRect">
            <a:avLst/>
          </a:prstGeom>
          <a:solidFill>
            <a:schemeClr val="accent1">
              <a:lumMod val="10000"/>
              <a:lumOff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En entretien : </a:t>
            </a:r>
            <a:r>
              <a:rPr kumimoji="0" lang="fr-FR" sz="105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y accorder de l’importance, questionner les conditions réelles, explorer le ressenti, discuter des priorités, échanger sur les ajustements utiles, demander à être alerté sur les besoins de renoncement, s’engager à accompagner les difficultés</a:t>
            </a:r>
          </a:p>
        </p:txBody>
      </p:sp>
      <p:sp>
        <p:nvSpPr>
          <p:cNvPr id="117" name="Rectangle : coins arrondis 116">
            <a:extLst>
              <a:ext uri="{FF2B5EF4-FFF2-40B4-BE49-F238E27FC236}">
                <a16:creationId xmlns:a16="http://schemas.microsoft.com/office/drawing/2014/main" id="{0E65CD92-3323-FD9F-4B50-8E0A142C8AFF}"/>
              </a:ext>
            </a:extLst>
          </p:cNvPr>
          <p:cNvSpPr/>
          <p:nvPr/>
        </p:nvSpPr>
        <p:spPr>
          <a:xfrm>
            <a:off x="10605543" y="1858547"/>
            <a:ext cx="1441488" cy="1368000"/>
          </a:xfrm>
          <a:prstGeom prst="roundRect">
            <a:avLst/>
          </a:prstGeom>
          <a:solidFill>
            <a:schemeClr val="accent1">
              <a:lumMod val="10000"/>
              <a:lumOff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Après : </a:t>
            </a:r>
            <a:r>
              <a:rPr kumimoji="0" lang="fr-FR" sz="105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escalader si nécessaire </a:t>
            </a:r>
            <a:r>
              <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(hiérarchie, RH, médecine du travail, préventeur)</a:t>
            </a:r>
            <a:r>
              <a:rPr kumimoji="0" lang="fr-FR" sz="105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 identifier les solutions d’aménagement, assurer un suivi </a:t>
            </a:r>
            <a:endPar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endParaRPr>
          </a:p>
        </p:txBody>
      </p:sp>
      <p:sp>
        <p:nvSpPr>
          <p:cNvPr id="118" name="Google Shape;5120;p20">
            <a:extLst>
              <a:ext uri="{FF2B5EF4-FFF2-40B4-BE49-F238E27FC236}">
                <a16:creationId xmlns:a16="http://schemas.microsoft.com/office/drawing/2014/main" id="{5B57E79B-BE12-864D-8507-38075F0980A9}"/>
              </a:ext>
            </a:extLst>
          </p:cNvPr>
          <p:cNvSpPr/>
          <p:nvPr/>
        </p:nvSpPr>
        <p:spPr>
          <a:xfrm rot="7192736">
            <a:off x="6513183" y="4777609"/>
            <a:ext cx="254924" cy="310630"/>
          </a:xfrm>
          <a:custGeom>
            <a:avLst/>
            <a:gdLst/>
            <a:ahLst/>
            <a:cxnLst/>
            <a:rect l="l" t="t" r="r" b="b"/>
            <a:pathLst>
              <a:path w="114" h="139" extrusionOk="0">
                <a:moveTo>
                  <a:pt x="74" y="114"/>
                </a:moveTo>
                <a:cubicBezTo>
                  <a:pt x="74" y="112"/>
                  <a:pt x="71" y="112"/>
                  <a:pt x="70" y="110"/>
                </a:cubicBezTo>
                <a:cubicBezTo>
                  <a:pt x="71" y="112"/>
                  <a:pt x="71" y="114"/>
                  <a:pt x="74" y="114"/>
                </a:cubicBezTo>
                <a:close/>
                <a:moveTo>
                  <a:pt x="95" y="127"/>
                </a:moveTo>
                <a:cubicBezTo>
                  <a:pt x="95" y="122"/>
                  <a:pt x="95" y="120"/>
                  <a:pt x="93" y="116"/>
                </a:cubicBezTo>
                <a:cubicBezTo>
                  <a:pt x="91" y="115"/>
                  <a:pt x="85" y="104"/>
                  <a:pt x="81" y="98"/>
                </a:cubicBezTo>
                <a:cubicBezTo>
                  <a:pt x="68" y="79"/>
                  <a:pt x="51" y="54"/>
                  <a:pt x="39" y="37"/>
                </a:cubicBezTo>
                <a:cubicBezTo>
                  <a:pt x="55" y="70"/>
                  <a:pt x="72" y="101"/>
                  <a:pt x="95" y="127"/>
                </a:cubicBezTo>
                <a:close/>
                <a:moveTo>
                  <a:pt x="113" y="48"/>
                </a:moveTo>
                <a:cubicBezTo>
                  <a:pt x="114" y="59"/>
                  <a:pt x="102" y="55"/>
                  <a:pt x="92" y="53"/>
                </a:cubicBezTo>
                <a:cubicBezTo>
                  <a:pt x="81" y="50"/>
                  <a:pt x="63" y="46"/>
                  <a:pt x="54" y="39"/>
                </a:cubicBezTo>
                <a:cubicBezTo>
                  <a:pt x="64" y="60"/>
                  <a:pt x="80" y="79"/>
                  <a:pt x="92" y="99"/>
                </a:cubicBezTo>
                <a:cubicBezTo>
                  <a:pt x="97" y="108"/>
                  <a:pt x="104" y="119"/>
                  <a:pt x="112" y="126"/>
                </a:cubicBezTo>
                <a:cubicBezTo>
                  <a:pt x="112" y="129"/>
                  <a:pt x="109" y="129"/>
                  <a:pt x="108" y="131"/>
                </a:cubicBezTo>
                <a:cubicBezTo>
                  <a:pt x="105" y="131"/>
                  <a:pt x="104" y="130"/>
                  <a:pt x="102" y="129"/>
                </a:cubicBezTo>
                <a:cubicBezTo>
                  <a:pt x="98" y="139"/>
                  <a:pt x="86" y="133"/>
                  <a:pt x="82" y="126"/>
                </a:cubicBezTo>
                <a:cubicBezTo>
                  <a:pt x="81" y="128"/>
                  <a:pt x="80" y="129"/>
                  <a:pt x="78" y="130"/>
                </a:cubicBezTo>
                <a:cubicBezTo>
                  <a:pt x="63" y="124"/>
                  <a:pt x="59" y="106"/>
                  <a:pt x="51" y="96"/>
                </a:cubicBezTo>
                <a:cubicBezTo>
                  <a:pt x="50" y="95"/>
                  <a:pt x="51" y="96"/>
                  <a:pt x="51" y="95"/>
                </a:cubicBezTo>
                <a:cubicBezTo>
                  <a:pt x="43" y="84"/>
                  <a:pt x="36" y="68"/>
                  <a:pt x="28" y="53"/>
                </a:cubicBezTo>
                <a:cubicBezTo>
                  <a:pt x="24" y="46"/>
                  <a:pt x="19" y="39"/>
                  <a:pt x="29" y="38"/>
                </a:cubicBezTo>
                <a:cubicBezTo>
                  <a:pt x="27" y="33"/>
                  <a:pt x="24" y="29"/>
                  <a:pt x="23" y="25"/>
                </a:cubicBezTo>
                <a:cubicBezTo>
                  <a:pt x="18" y="41"/>
                  <a:pt x="24" y="65"/>
                  <a:pt x="26" y="82"/>
                </a:cubicBezTo>
                <a:cubicBezTo>
                  <a:pt x="27" y="93"/>
                  <a:pt x="27" y="108"/>
                  <a:pt x="15" y="102"/>
                </a:cubicBezTo>
                <a:cubicBezTo>
                  <a:pt x="16" y="100"/>
                  <a:pt x="15" y="100"/>
                  <a:pt x="15" y="97"/>
                </a:cubicBezTo>
                <a:cubicBezTo>
                  <a:pt x="16" y="95"/>
                  <a:pt x="13" y="98"/>
                  <a:pt x="13" y="96"/>
                </a:cubicBezTo>
                <a:cubicBezTo>
                  <a:pt x="11" y="72"/>
                  <a:pt x="8" y="40"/>
                  <a:pt x="5" y="13"/>
                </a:cubicBezTo>
                <a:cubicBezTo>
                  <a:pt x="5" y="11"/>
                  <a:pt x="0" y="10"/>
                  <a:pt x="2" y="8"/>
                </a:cubicBezTo>
                <a:cubicBezTo>
                  <a:pt x="5" y="4"/>
                  <a:pt x="8" y="0"/>
                  <a:pt x="14" y="1"/>
                </a:cubicBezTo>
                <a:cubicBezTo>
                  <a:pt x="19" y="1"/>
                  <a:pt x="26" y="9"/>
                  <a:pt x="32" y="12"/>
                </a:cubicBezTo>
                <a:cubicBezTo>
                  <a:pt x="39" y="15"/>
                  <a:pt x="46" y="17"/>
                  <a:pt x="52" y="20"/>
                </a:cubicBezTo>
                <a:cubicBezTo>
                  <a:pt x="58" y="23"/>
                  <a:pt x="65" y="26"/>
                  <a:pt x="71" y="29"/>
                </a:cubicBezTo>
                <a:cubicBezTo>
                  <a:pt x="82" y="34"/>
                  <a:pt x="88" y="38"/>
                  <a:pt x="99" y="39"/>
                </a:cubicBezTo>
                <a:cubicBezTo>
                  <a:pt x="102" y="40"/>
                  <a:pt x="105" y="38"/>
                  <a:pt x="108" y="41"/>
                </a:cubicBezTo>
                <a:cubicBezTo>
                  <a:pt x="108" y="43"/>
                  <a:pt x="108" y="44"/>
                  <a:pt x="107" y="45"/>
                </a:cubicBezTo>
                <a:cubicBezTo>
                  <a:pt x="109" y="47"/>
                  <a:pt x="111" y="47"/>
                  <a:pt x="113" y="4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venir LT Std 45 Book" panose="020B0502020203020204" pitchFamily="34" charset="0"/>
              <a:ea typeface="Arial"/>
              <a:cs typeface="Arial"/>
              <a:sym typeface="Arial"/>
            </a:endParaRPr>
          </a:p>
        </p:txBody>
      </p:sp>
      <p:sp>
        <p:nvSpPr>
          <p:cNvPr id="119" name="ZoneTexte 118">
            <a:extLst>
              <a:ext uri="{FF2B5EF4-FFF2-40B4-BE49-F238E27FC236}">
                <a16:creationId xmlns:a16="http://schemas.microsoft.com/office/drawing/2014/main" id="{49DEF647-565F-D90D-AA78-60619972E10A}"/>
              </a:ext>
            </a:extLst>
          </p:cNvPr>
          <p:cNvSpPr txBox="1"/>
          <p:nvPr/>
        </p:nvSpPr>
        <p:spPr>
          <a:xfrm>
            <a:off x="6838813" y="4802078"/>
            <a:ext cx="5203225" cy="253916"/>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0084D4"/>
                </a:solidFill>
                <a:effectLst/>
                <a:uLnTx/>
                <a:uFillTx/>
                <a:latin typeface="Avenir LT Std 35 Light" panose="020B0402020203020204" pitchFamily="34" charset="0"/>
                <a:ea typeface="+mn-ea"/>
                <a:cs typeface="+mn-cs"/>
              </a:rPr>
              <a:t>Au besoin, </a:t>
            </a:r>
            <a:r>
              <a:rPr kumimoji="0" lang="fr-FR" sz="1050" b="1" i="0" u="none" strike="noStrike" kern="1200" cap="none" spc="0" normalizeH="0" baseline="0" noProof="0">
                <a:ln>
                  <a:noFill/>
                </a:ln>
                <a:solidFill>
                  <a:srgbClr val="0084D4"/>
                </a:solidFill>
                <a:effectLst/>
                <a:uLnTx/>
                <a:uFillTx/>
                <a:latin typeface="Avenir LT Std 65 Medium" panose="020B0803020203020204" pitchFamily="34" charset="0"/>
                <a:ea typeface="+mn-ea"/>
                <a:cs typeface="+mn-cs"/>
              </a:rPr>
              <a:t>déployer une démarche d’écoute du collectif</a:t>
            </a:r>
            <a:endParaRPr kumimoji="0" lang="fr-FR" sz="1050" b="1" i="0" u="none" strike="noStrike" kern="1200" cap="none" spc="0" normalizeH="0" baseline="0" noProof="0">
              <a:ln>
                <a:noFill/>
              </a:ln>
              <a:solidFill>
                <a:srgbClr val="0084D4"/>
              </a:solidFill>
              <a:effectLst/>
              <a:uLnTx/>
              <a:uFillTx/>
              <a:latin typeface="Avenir LT Std 35 Light" panose="020B0402020203020204" pitchFamily="34" charset="0"/>
              <a:ea typeface="+mn-ea"/>
              <a:cs typeface="+mn-cs"/>
            </a:endParaRPr>
          </a:p>
        </p:txBody>
      </p:sp>
      <p:sp>
        <p:nvSpPr>
          <p:cNvPr id="120" name="Rectangle : coins arrondis 119">
            <a:extLst>
              <a:ext uri="{FF2B5EF4-FFF2-40B4-BE49-F238E27FC236}">
                <a16:creationId xmlns:a16="http://schemas.microsoft.com/office/drawing/2014/main" id="{6902672A-BA4A-399B-9F18-94FBE3AF97FB}"/>
              </a:ext>
            </a:extLst>
          </p:cNvPr>
          <p:cNvSpPr/>
          <p:nvPr/>
        </p:nvSpPr>
        <p:spPr>
          <a:xfrm>
            <a:off x="6790780" y="3724356"/>
            <a:ext cx="5256251" cy="1020546"/>
          </a:xfrm>
          <a:prstGeom prst="roundRect">
            <a:avLst/>
          </a:prstGeom>
          <a:solidFill>
            <a:schemeClr val="accent1">
              <a:lumMod val="10000"/>
              <a:lumOff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05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Valoriser les succès </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05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Partager des repères collectifs </a:t>
            </a:r>
            <a:r>
              <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(niveau de qualité, priorités, fonctionnement)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05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Laisser au collectif la marge de manœuvre de proposer des ajustements </a:t>
            </a:r>
            <a:r>
              <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(entraide, binôme…) </a:t>
            </a:r>
            <a:r>
              <a:rPr kumimoji="0" lang="fr-FR" sz="105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et les arbitrer en tenant compte des souhaits et compétences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05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Prévenir l’éventuelle mauvaise répartition de la charge en toute transparence avec le collectif</a:t>
            </a:r>
          </a:p>
        </p:txBody>
      </p:sp>
      <p:sp>
        <p:nvSpPr>
          <p:cNvPr id="121" name="Titre 7">
            <a:extLst>
              <a:ext uri="{FF2B5EF4-FFF2-40B4-BE49-F238E27FC236}">
                <a16:creationId xmlns:a16="http://schemas.microsoft.com/office/drawing/2014/main" id="{A6ACBC63-7DCB-FDCA-11EA-EBECCE7B3029}"/>
              </a:ext>
            </a:extLst>
          </p:cNvPr>
          <p:cNvSpPr txBox="1">
            <a:spLocks/>
          </p:cNvSpPr>
          <p:nvPr/>
        </p:nvSpPr>
        <p:spPr>
          <a:xfrm>
            <a:off x="6003036" y="5347645"/>
            <a:ext cx="3389966" cy="193899"/>
          </a:xfrm>
          <a:prstGeom prst="rect">
            <a:avLst/>
          </a:prstGeom>
        </p:spPr>
        <p:txBody>
          <a:bodyPr vert="horz" wrap="square" lIns="0" tIns="0" rIns="72000" bIns="0" rtlCol="0" anchor="ctr">
            <a:spAutoFit/>
          </a:bodyPr>
          <a:lstStyle>
            <a:lvl1pPr algn="l" defTabSz="914355" rtl="0" eaLnBrk="1" latinLnBrk="0" hangingPunct="1">
              <a:lnSpc>
                <a:spcPct val="90000"/>
              </a:lnSpc>
              <a:spcBef>
                <a:spcPct val="0"/>
              </a:spcBef>
              <a:buNone/>
              <a:defRPr sz="2400" b="1" kern="1200">
                <a:solidFill>
                  <a:srgbClr val="0084D4"/>
                </a:solidFill>
                <a:latin typeface="Arial" panose="020B0604020202020204" pitchFamily="34" charset="0"/>
                <a:ea typeface="+mj-ea"/>
                <a:cs typeface="Arial" panose="020B0604020202020204" pitchFamily="34" charset="0"/>
              </a:defRPr>
            </a:lvl1pPr>
          </a:lstStyle>
          <a:p>
            <a:pPr marL="0" marR="0" lvl="0" indent="0" algn="l" defTabSz="914355" rtl="0" eaLnBrk="1" fontAlgn="auto" latinLnBrk="0" hangingPunct="1">
              <a:lnSpc>
                <a:spcPct val="90000"/>
              </a:lnSpc>
              <a:spcBef>
                <a:spcPct val="0"/>
              </a:spcBef>
              <a:spcAft>
                <a:spcPts val="0"/>
              </a:spcAft>
              <a:buClrTx/>
              <a:buSzTx/>
              <a:buFontTx/>
              <a:buNone/>
              <a:tabLst/>
              <a:defRPr/>
            </a:pPr>
            <a:r>
              <a:rPr kumimoji="0" lang="fr-FR" sz="1400" b="1" i="0" u="none" strike="noStrike" kern="1200" cap="none" spc="0" normalizeH="0" baseline="0" noProof="0">
                <a:ln>
                  <a:noFill/>
                </a:ln>
                <a:solidFill>
                  <a:srgbClr val="8374D1"/>
                </a:solidFill>
                <a:effectLst/>
                <a:uLnTx/>
                <a:uFillTx/>
                <a:latin typeface="Avenir LT Std 65 Medium" panose="020B0803020203020204" pitchFamily="34" charset="0"/>
                <a:ea typeface="+mj-ea"/>
                <a:cs typeface="Arial" panose="020B0604020202020204" pitchFamily="34" charset="0"/>
              </a:rPr>
              <a:t>AVEC QUELLE POSTURE </a:t>
            </a:r>
          </a:p>
        </p:txBody>
      </p:sp>
      <p:pic>
        <p:nvPicPr>
          <p:cNvPr id="123" name="Graphique 122" descr="Commande vocale contour">
            <a:extLst>
              <a:ext uri="{FF2B5EF4-FFF2-40B4-BE49-F238E27FC236}">
                <a16:creationId xmlns:a16="http://schemas.microsoft.com/office/drawing/2014/main" id="{EF438C55-7BA2-B052-B392-B1E50C0CAEA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529690" y="5265106"/>
            <a:ext cx="396000" cy="396000"/>
          </a:xfrm>
          <a:prstGeom prst="rect">
            <a:avLst/>
          </a:prstGeom>
        </p:spPr>
      </p:pic>
      <p:sp>
        <p:nvSpPr>
          <p:cNvPr id="125" name="ZoneTexte 124">
            <a:extLst>
              <a:ext uri="{FF2B5EF4-FFF2-40B4-BE49-F238E27FC236}">
                <a16:creationId xmlns:a16="http://schemas.microsoft.com/office/drawing/2014/main" id="{9E5E22FE-FA41-89A4-C5C6-2BB5B5770762}"/>
              </a:ext>
            </a:extLst>
          </p:cNvPr>
          <p:cNvSpPr txBox="1"/>
          <p:nvPr/>
        </p:nvSpPr>
        <p:spPr>
          <a:xfrm>
            <a:off x="5540691" y="5607791"/>
            <a:ext cx="1340202" cy="253916"/>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8374D1"/>
                </a:solidFill>
                <a:effectLst/>
                <a:uLnTx/>
                <a:uFillTx/>
                <a:latin typeface="Avenir LT Std 65 Medium" panose="020B0803020203020204" pitchFamily="34" charset="0"/>
                <a:ea typeface="+mn-ea"/>
                <a:cs typeface="+mn-cs"/>
              </a:rPr>
              <a:t>Libérer la parole </a:t>
            </a:r>
            <a:endParaRPr kumimoji="0" lang="fr-FR" sz="1050" b="1" i="0" u="none" strike="noStrike" kern="1200" cap="none" spc="0" normalizeH="0" baseline="0" noProof="0">
              <a:ln>
                <a:noFill/>
              </a:ln>
              <a:solidFill>
                <a:srgbClr val="8374D1"/>
              </a:solidFill>
              <a:effectLst/>
              <a:uLnTx/>
              <a:uFillTx/>
              <a:latin typeface="Avenir LT Std 35 Light" panose="020B0402020203020204" pitchFamily="34" charset="0"/>
              <a:ea typeface="+mn-ea"/>
              <a:cs typeface="+mn-cs"/>
            </a:endParaRPr>
          </a:p>
        </p:txBody>
      </p:sp>
      <p:sp>
        <p:nvSpPr>
          <p:cNvPr id="126" name="ZoneTexte 125">
            <a:extLst>
              <a:ext uri="{FF2B5EF4-FFF2-40B4-BE49-F238E27FC236}">
                <a16:creationId xmlns:a16="http://schemas.microsoft.com/office/drawing/2014/main" id="{645FA197-FF15-0766-9B2C-2C3557541FF3}"/>
              </a:ext>
            </a:extLst>
          </p:cNvPr>
          <p:cNvSpPr txBox="1"/>
          <p:nvPr/>
        </p:nvSpPr>
        <p:spPr>
          <a:xfrm>
            <a:off x="7280995" y="5607791"/>
            <a:ext cx="1551826" cy="253916"/>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8374D1"/>
                </a:solidFill>
                <a:effectLst/>
                <a:uLnTx/>
                <a:uFillTx/>
                <a:latin typeface="Avenir LT Std 65 Medium" panose="020B0803020203020204" pitchFamily="34" charset="0"/>
                <a:ea typeface="+mn-ea"/>
                <a:cs typeface="+mn-cs"/>
              </a:rPr>
              <a:t>Écouter activement </a:t>
            </a:r>
            <a:endParaRPr kumimoji="0" lang="fr-FR" sz="1050" b="1" i="0" u="none" strike="noStrike" kern="1200" cap="none" spc="0" normalizeH="0" baseline="0" noProof="0">
              <a:ln>
                <a:noFill/>
              </a:ln>
              <a:solidFill>
                <a:srgbClr val="8374D1"/>
              </a:solidFill>
              <a:effectLst/>
              <a:uLnTx/>
              <a:uFillTx/>
              <a:latin typeface="Avenir LT Std 35 Light" panose="020B0402020203020204" pitchFamily="34" charset="0"/>
              <a:ea typeface="+mn-ea"/>
              <a:cs typeface="+mn-cs"/>
            </a:endParaRPr>
          </a:p>
        </p:txBody>
      </p:sp>
      <p:sp>
        <p:nvSpPr>
          <p:cNvPr id="127" name="ZoneTexte 126">
            <a:extLst>
              <a:ext uri="{FF2B5EF4-FFF2-40B4-BE49-F238E27FC236}">
                <a16:creationId xmlns:a16="http://schemas.microsoft.com/office/drawing/2014/main" id="{356D0A73-6038-4C57-CB30-E75E5954A1DB}"/>
              </a:ext>
            </a:extLst>
          </p:cNvPr>
          <p:cNvSpPr txBox="1"/>
          <p:nvPr/>
        </p:nvSpPr>
        <p:spPr>
          <a:xfrm>
            <a:off x="5441516" y="5803478"/>
            <a:ext cx="1802412" cy="861774"/>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srgbClr val="8374D1"/>
                </a:solidFill>
                <a:effectLst/>
                <a:uLnTx/>
                <a:uFillTx/>
                <a:latin typeface="Avenir LT Std 35 Light" panose="020B0402020203020204" pitchFamily="34" charset="0"/>
                <a:ea typeface="+mn-ea"/>
                <a:cs typeface="+mn-cs"/>
              </a:rPr>
              <a:t>prendre l’initiative, ouvrir un espace bienveillant, être exemplaire, prendre le temps d’en parler à tous les niveaux</a:t>
            </a:r>
            <a:endParaRPr kumimoji="0" lang="fr-FR" sz="1000" b="1" i="0" u="none" strike="noStrike" kern="1200" cap="none" spc="0" normalizeH="0" baseline="0" noProof="0">
              <a:ln>
                <a:noFill/>
              </a:ln>
              <a:solidFill>
                <a:srgbClr val="8374D1"/>
              </a:solidFill>
              <a:effectLst/>
              <a:uLnTx/>
              <a:uFillTx/>
              <a:latin typeface="Avenir LT Std 35 Light" panose="020B0402020203020204" pitchFamily="34" charset="0"/>
              <a:ea typeface="+mn-ea"/>
              <a:cs typeface="+mn-cs"/>
            </a:endParaRPr>
          </a:p>
        </p:txBody>
      </p:sp>
      <p:sp>
        <p:nvSpPr>
          <p:cNvPr id="128" name="ZoneTexte 127">
            <a:extLst>
              <a:ext uri="{FF2B5EF4-FFF2-40B4-BE49-F238E27FC236}">
                <a16:creationId xmlns:a16="http://schemas.microsoft.com/office/drawing/2014/main" id="{6C92D563-7FA5-4D51-EC77-28973B92B841}"/>
              </a:ext>
            </a:extLst>
          </p:cNvPr>
          <p:cNvSpPr txBox="1"/>
          <p:nvPr/>
        </p:nvSpPr>
        <p:spPr>
          <a:xfrm>
            <a:off x="7280995" y="5803478"/>
            <a:ext cx="1924363" cy="1015663"/>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srgbClr val="8374D1"/>
                </a:solidFill>
                <a:effectLst/>
                <a:uLnTx/>
                <a:uFillTx/>
                <a:latin typeface="Avenir LT Std 35 Light" panose="020B0402020203020204" pitchFamily="34" charset="0"/>
                <a:ea typeface="+mn-ea"/>
                <a:cs typeface="+mn-cs"/>
              </a:rPr>
              <a:t>ne pas interrompre, reformuler pour vérifier la compréhension, poser des questions ouvertes, rester attentif aux signaux non verbaux contradictoires </a:t>
            </a:r>
            <a:endParaRPr kumimoji="0" lang="fr-FR" sz="1000" b="1" i="0" u="none" strike="noStrike" kern="1200" cap="none" spc="0" normalizeH="0" baseline="0" noProof="0">
              <a:ln>
                <a:noFill/>
              </a:ln>
              <a:solidFill>
                <a:srgbClr val="8374D1"/>
              </a:solidFill>
              <a:effectLst/>
              <a:uLnTx/>
              <a:uFillTx/>
              <a:latin typeface="Avenir LT Std 35 Light" panose="020B0402020203020204" pitchFamily="34" charset="0"/>
              <a:ea typeface="+mn-ea"/>
              <a:cs typeface="+mn-cs"/>
            </a:endParaRPr>
          </a:p>
        </p:txBody>
      </p:sp>
      <p:sp>
        <p:nvSpPr>
          <p:cNvPr id="129" name="ZoneTexte 128">
            <a:extLst>
              <a:ext uri="{FF2B5EF4-FFF2-40B4-BE49-F238E27FC236}">
                <a16:creationId xmlns:a16="http://schemas.microsoft.com/office/drawing/2014/main" id="{FF0DDFDA-4806-B1CC-06D8-64A75C3702A5}"/>
              </a:ext>
            </a:extLst>
          </p:cNvPr>
          <p:cNvSpPr txBox="1"/>
          <p:nvPr/>
        </p:nvSpPr>
        <p:spPr>
          <a:xfrm>
            <a:off x="9224428" y="5607791"/>
            <a:ext cx="1551826" cy="253916"/>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8374D1"/>
                </a:solidFill>
                <a:effectLst/>
                <a:uLnTx/>
                <a:uFillTx/>
                <a:latin typeface="Avenir LT Std 65 Medium" panose="020B0803020203020204" pitchFamily="34" charset="0"/>
                <a:ea typeface="+mn-ea"/>
                <a:cs typeface="+mn-cs"/>
              </a:rPr>
              <a:t>Favoriser le dialogue </a:t>
            </a:r>
            <a:endParaRPr kumimoji="0" lang="fr-FR" sz="1050" b="1" i="0" u="none" strike="noStrike" kern="1200" cap="none" spc="0" normalizeH="0" baseline="0" noProof="0">
              <a:ln>
                <a:noFill/>
              </a:ln>
              <a:solidFill>
                <a:srgbClr val="8374D1"/>
              </a:solidFill>
              <a:effectLst/>
              <a:uLnTx/>
              <a:uFillTx/>
              <a:latin typeface="Avenir LT Std 35 Light" panose="020B0402020203020204" pitchFamily="34" charset="0"/>
              <a:ea typeface="+mn-ea"/>
              <a:cs typeface="+mn-cs"/>
            </a:endParaRPr>
          </a:p>
        </p:txBody>
      </p:sp>
      <p:sp>
        <p:nvSpPr>
          <p:cNvPr id="130" name="ZoneTexte 129">
            <a:extLst>
              <a:ext uri="{FF2B5EF4-FFF2-40B4-BE49-F238E27FC236}">
                <a16:creationId xmlns:a16="http://schemas.microsoft.com/office/drawing/2014/main" id="{70CB4106-9314-379B-6359-8F5CAC0FB7DD}"/>
              </a:ext>
            </a:extLst>
          </p:cNvPr>
          <p:cNvSpPr txBox="1"/>
          <p:nvPr/>
        </p:nvSpPr>
        <p:spPr>
          <a:xfrm>
            <a:off x="9224428" y="5803478"/>
            <a:ext cx="1860334" cy="1015663"/>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srgbClr val="8374D1"/>
                </a:solidFill>
                <a:effectLst/>
                <a:uLnTx/>
                <a:uFillTx/>
                <a:latin typeface="Avenir LT Std 35 Light" panose="020B0402020203020204" pitchFamily="34" charset="0"/>
                <a:ea typeface="+mn-ea"/>
                <a:cs typeface="+mn-cs"/>
              </a:rPr>
              <a:t>accueillir les émotions sans les minimiser, ne pas se justifier ni être sur la défensive, prendre le temps de réfléchir et coconstruire les solutions</a:t>
            </a:r>
            <a:endParaRPr kumimoji="0" lang="fr-FR" sz="1000" b="1" i="0" u="none" strike="noStrike" kern="1200" cap="none" spc="0" normalizeH="0" baseline="0" noProof="0">
              <a:ln>
                <a:noFill/>
              </a:ln>
              <a:solidFill>
                <a:srgbClr val="8374D1"/>
              </a:solidFill>
              <a:effectLst/>
              <a:uLnTx/>
              <a:uFillTx/>
              <a:latin typeface="Avenir LT Std 35 Light" panose="020B0402020203020204" pitchFamily="34" charset="0"/>
              <a:ea typeface="+mn-ea"/>
              <a:cs typeface="+mn-cs"/>
            </a:endParaRPr>
          </a:p>
        </p:txBody>
      </p:sp>
      <p:sp>
        <p:nvSpPr>
          <p:cNvPr id="132" name="Forme libre : forme 131">
            <a:extLst>
              <a:ext uri="{FF2B5EF4-FFF2-40B4-BE49-F238E27FC236}">
                <a16:creationId xmlns:a16="http://schemas.microsoft.com/office/drawing/2014/main" id="{7F76D7E3-5708-6136-2CAC-5946D7B6677C}"/>
              </a:ext>
            </a:extLst>
          </p:cNvPr>
          <p:cNvSpPr>
            <a:spLocks noChangeAspect="1"/>
          </p:cNvSpPr>
          <p:nvPr/>
        </p:nvSpPr>
        <p:spPr>
          <a:xfrm>
            <a:off x="6390482" y="2362741"/>
            <a:ext cx="360000" cy="359613"/>
          </a:xfrm>
          <a:custGeom>
            <a:avLst/>
            <a:gdLst>
              <a:gd name="csX0" fmla="*/ 572468 w 857246"/>
              <a:gd name="csY0" fmla="*/ 558184 h 856323"/>
              <a:gd name="csX1" fmla="*/ 581025 w 857246"/>
              <a:gd name="csY1" fmla="*/ 555319 h 856323"/>
              <a:gd name="csX2" fmla="*/ 628650 w 857246"/>
              <a:gd name="csY2" fmla="*/ 520084 h 856323"/>
              <a:gd name="csX3" fmla="*/ 634380 w 857246"/>
              <a:gd name="csY3" fmla="*/ 461037 h 856323"/>
              <a:gd name="csX4" fmla="*/ 640110 w 857246"/>
              <a:gd name="csY4" fmla="*/ 416277 h 856323"/>
              <a:gd name="csX5" fmla="*/ 637245 w 857246"/>
              <a:gd name="csY5" fmla="*/ 401990 h 856323"/>
              <a:gd name="csX6" fmla="*/ 622958 w 857246"/>
              <a:gd name="csY6" fmla="*/ 404854 h 856323"/>
              <a:gd name="csX7" fmla="*/ 614400 w 857246"/>
              <a:gd name="csY7" fmla="*/ 466767 h 856323"/>
              <a:gd name="csX8" fmla="*/ 609638 w 857246"/>
              <a:gd name="csY8" fmla="*/ 509629 h 856323"/>
              <a:gd name="csX9" fmla="*/ 575332 w 857246"/>
              <a:gd name="csY9" fmla="*/ 534410 h 856323"/>
              <a:gd name="csX10" fmla="*/ 519150 w 857246"/>
              <a:gd name="csY10" fmla="*/ 590592 h 856323"/>
              <a:gd name="csX11" fmla="*/ 494370 w 857246"/>
              <a:gd name="csY11" fmla="*/ 624897 h 856323"/>
              <a:gd name="csX12" fmla="*/ 451507 w 857246"/>
              <a:gd name="csY12" fmla="*/ 629660 h 856323"/>
              <a:gd name="csX13" fmla="*/ 374340 w 857246"/>
              <a:gd name="csY13" fmla="*/ 650607 h 856323"/>
              <a:gd name="csX14" fmla="*/ 335272 w 857246"/>
              <a:gd name="csY14" fmla="*/ 667760 h 856323"/>
              <a:gd name="csX15" fmla="*/ 296204 w 857246"/>
              <a:gd name="csY15" fmla="*/ 650607 h 856323"/>
              <a:gd name="csX16" fmla="*/ 219036 w 857246"/>
              <a:gd name="csY16" fmla="*/ 629660 h 856323"/>
              <a:gd name="csX17" fmla="*/ 176174 w 857246"/>
              <a:gd name="csY17" fmla="*/ 624897 h 856323"/>
              <a:gd name="csX18" fmla="*/ 151394 w 857246"/>
              <a:gd name="csY18" fmla="*/ 590592 h 856323"/>
              <a:gd name="csX19" fmla="*/ 95211 w 857246"/>
              <a:gd name="csY19" fmla="*/ 534410 h 856323"/>
              <a:gd name="csX20" fmla="*/ 60906 w 857246"/>
              <a:gd name="csY20" fmla="*/ 509629 h 856323"/>
              <a:gd name="csX21" fmla="*/ 56144 w 857246"/>
              <a:gd name="csY21" fmla="*/ 466767 h 856323"/>
              <a:gd name="csX22" fmla="*/ 35196 w 857246"/>
              <a:gd name="csY22" fmla="*/ 389599 h 856323"/>
              <a:gd name="csX23" fmla="*/ 18044 w 857246"/>
              <a:gd name="csY23" fmla="*/ 350531 h 856323"/>
              <a:gd name="csX24" fmla="*/ 35196 w 857246"/>
              <a:gd name="csY24" fmla="*/ 311464 h 856323"/>
              <a:gd name="csX25" fmla="*/ 56144 w 857246"/>
              <a:gd name="csY25" fmla="*/ 234296 h 856323"/>
              <a:gd name="csX26" fmla="*/ 60906 w 857246"/>
              <a:gd name="csY26" fmla="*/ 191433 h 856323"/>
              <a:gd name="csX27" fmla="*/ 95211 w 857246"/>
              <a:gd name="csY27" fmla="*/ 166653 h 856323"/>
              <a:gd name="csX28" fmla="*/ 151394 w 857246"/>
              <a:gd name="csY28" fmla="*/ 110471 h 856323"/>
              <a:gd name="csX29" fmla="*/ 176174 w 857246"/>
              <a:gd name="csY29" fmla="*/ 76166 h 856323"/>
              <a:gd name="csX30" fmla="*/ 219036 w 857246"/>
              <a:gd name="csY30" fmla="*/ 71403 h 856323"/>
              <a:gd name="csX31" fmla="*/ 296204 w 857246"/>
              <a:gd name="csY31" fmla="*/ 50456 h 856323"/>
              <a:gd name="csX32" fmla="*/ 335272 w 857246"/>
              <a:gd name="csY32" fmla="*/ 33303 h 856323"/>
              <a:gd name="csX33" fmla="*/ 374340 w 857246"/>
              <a:gd name="csY33" fmla="*/ 50456 h 856323"/>
              <a:gd name="csX34" fmla="*/ 451507 w 857246"/>
              <a:gd name="csY34" fmla="*/ 71403 h 856323"/>
              <a:gd name="csX35" fmla="*/ 481050 w 857246"/>
              <a:gd name="csY35" fmla="*/ 70436 h 856323"/>
              <a:gd name="csX36" fmla="*/ 493440 w 857246"/>
              <a:gd name="csY36" fmla="*/ 62808 h 856323"/>
              <a:gd name="csX37" fmla="*/ 485813 w 857246"/>
              <a:gd name="csY37" fmla="*/ 50418 h 856323"/>
              <a:gd name="csX38" fmla="*/ 444848 w 857246"/>
              <a:gd name="csY38" fmla="*/ 51386 h 856323"/>
              <a:gd name="csX39" fmla="*/ 389595 w 857246"/>
              <a:gd name="csY39" fmla="*/ 36130 h 856323"/>
              <a:gd name="csX40" fmla="*/ 335310 w 857246"/>
              <a:gd name="csY40" fmla="*/ 12318 h 856323"/>
              <a:gd name="csX41" fmla="*/ 281025 w 857246"/>
              <a:gd name="csY41" fmla="*/ 36130 h 856323"/>
              <a:gd name="csX42" fmla="*/ 225773 w 857246"/>
              <a:gd name="csY42" fmla="*/ 51386 h 856323"/>
              <a:gd name="csX43" fmla="*/ 166725 w 857246"/>
              <a:gd name="csY43" fmla="*/ 57116 h 856323"/>
              <a:gd name="csX44" fmla="*/ 131490 w 857246"/>
              <a:gd name="csY44" fmla="*/ 104741 h 856323"/>
              <a:gd name="csX45" fmla="*/ 90525 w 857246"/>
              <a:gd name="csY45" fmla="*/ 145706 h 856323"/>
              <a:gd name="csX46" fmla="*/ 42900 w 857246"/>
              <a:gd name="csY46" fmla="*/ 180941 h 856323"/>
              <a:gd name="csX47" fmla="*/ 37170 w 857246"/>
              <a:gd name="csY47" fmla="*/ 239988 h 856323"/>
              <a:gd name="csX48" fmla="*/ 21915 w 857246"/>
              <a:gd name="csY48" fmla="*/ 295241 h 856323"/>
              <a:gd name="csX49" fmla="*/ 0 w 857246"/>
              <a:gd name="csY49" fmla="*/ 352428 h 856323"/>
              <a:gd name="csX50" fmla="*/ 23813 w 857246"/>
              <a:gd name="csY50" fmla="*/ 406713 h 856323"/>
              <a:gd name="csX51" fmla="*/ 39068 w 857246"/>
              <a:gd name="csY51" fmla="*/ 461965 h 856323"/>
              <a:gd name="csX52" fmla="*/ 44798 w 857246"/>
              <a:gd name="csY52" fmla="*/ 521013 h 856323"/>
              <a:gd name="csX53" fmla="*/ 92423 w 857246"/>
              <a:gd name="csY53" fmla="*/ 556247 h 856323"/>
              <a:gd name="csX54" fmla="*/ 100980 w 857246"/>
              <a:gd name="csY54" fmla="*/ 559112 h 856323"/>
              <a:gd name="csX55" fmla="*/ 4759 w 857246"/>
              <a:gd name="csY55" fmla="*/ 778187 h 856323"/>
              <a:gd name="csX56" fmla="*/ 5726 w 857246"/>
              <a:gd name="csY56" fmla="*/ 788680 h 856323"/>
              <a:gd name="csX57" fmla="*/ 16219 w 857246"/>
              <a:gd name="csY57" fmla="*/ 792475 h 856323"/>
              <a:gd name="csX58" fmla="*/ 127652 w 857246"/>
              <a:gd name="csY58" fmla="*/ 769631 h 856323"/>
              <a:gd name="csX59" fmla="*/ 175277 w 857246"/>
              <a:gd name="csY59" fmla="*/ 851561 h 856323"/>
              <a:gd name="csX60" fmla="*/ 183834 w 857246"/>
              <a:gd name="csY60" fmla="*/ 856323 h 856323"/>
              <a:gd name="csX61" fmla="*/ 184802 w 857246"/>
              <a:gd name="csY61" fmla="*/ 856323 h 856323"/>
              <a:gd name="csX62" fmla="*/ 193359 w 857246"/>
              <a:gd name="csY62" fmla="*/ 850593 h 856323"/>
              <a:gd name="csX63" fmla="*/ 278117 w 857246"/>
              <a:gd name="csY63" fmla="*/ 660093 h 856323"/>
              <a:gd name="csX64" fmla="*/ 283847 w 857246"/>
              <a:gd name="csY64" fmla="*/ 664856 h 856323"/>
              <a:gd name="csX65" fmla="*/ 338131 w 857246"/>
              <a:gd name="csY65" fmla="*/ 688668 h 856323"/>
              <a:gd name="csX66" fmla="*/ 392416 w 857246"/>
              <a:gd name="csY66" fmla="*/ 664856 h 856323"/>
              <a:gd name="csX67" fmla="*/ 398146 w 857246"/>
              <a:gd name="csY67" fmla="*/ 660093 h 856323"/>
              <a:gd name="csX68" fmla="*/ 482903 w 857246"/>
              <a:gd name="csY68" fmla="*/ 850593 h 856323"/>
              <a:gd name="csX69" fmla="*/ 491461 w 857246"/>
              <a:gd name="csY69" fmla="*/ 856323 h 856323"/>
              <a:gd name="csX70" fmla="*/ 492428 w 857246"/>
              <a:gd name="csY70" fmla="*/ 856323 h 856323"/>
              <a:gd name="csX71" fmla="*/ 500986 w 857246"/>
              <a:gd name="csY71" fmla="*/ 851561 h 856323"/>
              <a:gd name="csX72" fmla="*/ 548611 w 857246"/>
              <a:gd name="csY72" fmla="*/ 769631 h 856323"/>
              <a:gd name="csX73" fmla="*/ 660044 w 857246"/>
              <a:gd name="csY73" fmla="*/ 792475 h 856323"/>
              <a:gd name="csX74" fmla="*/ 670537 w 857246"/>
              <a:gd name="csY74" fmla="*/ 788680 h 856323"/>
              <a:gd name="csX75" fmla="*/ 671504 w 857246"/>
              <a:gd name="csY75" fmla="*/ 778187 h 856323"/>
              <a:gd name="csX76" fmla="*/ 182876 w 857246"/>
              <a:gd name="csY76" fmla="*/ 824884 h 856323"/>
              <a:gd name="csX77" fmla="*/ 141911 w 857246"/>
              <a:gd name="csY77" fmla="*/ 753447 h 856323"/>
              <a:gd name="csX78" fmla="*/ 131418 w 857246"/>
              <a:gd name="csY78" fmla="*/ 748684 h 856323"/>
              <a:gd name="csX79" fmla="*/ 31444 w 857246"/>
              <a:gd name="csY79" fmla="*/ 768665 h 856323"/>
              <a:gd name="csX80" fmla="*/ 119066 w 857246"/>
              <a:gd name="csY80" fmla="*/ 570535 h 856323"/>
              <a:gd name="csX81" fmla="*/ 133354 w 857246"/>
              <a:gd name="csY81" fmla="*/ 597213 h 856323"/>
              <a:gd name="csX82" fmla="*/ 168589 w 857246"/>
              <a:gd name="csY82" fmla="*/ 644838 h 856323"/>
              <a:gd name="csX83" fmla="*/ 227636 w 857246"/>
              <a:gd name="csY83" fmla="*/ 650568 h 856323"/>
              <a:gd name="csX84" fmla="*/ 260006 w 857246"/>
              <a:gd name="csY84" fmla="*/ 650568 h 856323"/>
              <a:gd name="csX85" fmla="*/ 543893 w 857246"/>
              <a:gd name="csY85" fmla="*/ 748684 h 856323"/>
              <a:gd name="csX86" fmla="*/ 533400 w 857246"/>
              <a:gd name="csY86" fmla="*/ 753447 h 856323"/>
              <a:gd name="csX87" fmla="*/ 492435 w 857246"/>
              <a:gd name="csY87" fmla="*/ 824884 h 856323"/>
              <a:gd name="csX88" fmla="*/ 415267 w 857246"/>
              <a:gd name="csY88" fmla="*/ 650567 h 856323"/>
              <a:gd name="csX89" fmla="*/ 447637 w 857246"/>
              <a:gd name="csY89" fmla="*/ 650567 h 856323"/>
              <a:gd name="csX90" fmla="*/ 506684 w 857246"/>
              <a:gd name="csY90" fmla="*/ 644837 h 856323"/>
              <a:gd name="csX91" fmla="*/ 541919 w 857246"/>
              <a:gd name="csY91" fmla="*/ 597212 h 856323"/>
              <a:gd name="csX92" fmla="*/ 556207 w 857246"/>
              <a:gd name="csY92" fmla="*/ 570535 h 856323"/>
              <a:gd name="csX93" fmla="*/ 643829 w 857246"/>
              <a:gd name="csY93" fmla="*/ 768664 h 856323"/>
              <a:gd name="csX94" fmla="*/ 664851 w 857246"/>
              <a:gd name="csY94" fmla="*/ 0 h 856323"/>
              <a:gd name="csX95" fmla="*/ 472455 w 857246"/>
              <a:gd name="csY95" fmla="*/ 192395 h 856323"/>
              <a:gd name="csX96" fmla="*/ 664851 w 857246"/>
              <a:gd name="csY96" fmla="*/ 384791 h 856323"/>
              <a:gd name="csX97" fmla="*/ 857246 w 857246"/>
              <a:gd name="csY97" fmla="*/ 192395 h 856323"/>
              <a:gd name="csX98" fmla="*/ 664851 w 857246"/>
              <a:gd name="csY98" fmla="*/ 0 h 856323"/>
              <a:gd name="csX99" fmla="*/ 664851 w 857246"/>
              <a:gd name="csY99" fmla="*/ 364817 h 856323"/>
              <a:gd name="csX100" fmla="*/ 492429 w 857246"/>
              <a:gd name="csY100" fmla="*/ 192395 h 856323"/>
              <a:gd name="csX101" fmla="*/ 664851 w 857246"/>
              <a:gd name="csY101" fmla="*/ 20945 h 856323"/>
              <a:gd name="csX102" fmla="*/ 837272 w 857246"/>
              <a:gd name="csY102" fmla="*/ 193367 h 856323"/>
              <a:gd name="csX103" fmla="*/ 664851 w 857246"/>
              <a:gd name="csY103" fmla="*/ 364817 h 856323"/>
              <a:gd name="csX104" fmla="*/ 724866 w 857246"/>
              <a:gd name="csY104" fmla="*/ 109538 h 856323"/>
              <a:gd name="csX105" fmla="*/ 627682 w 857246"/>
              <a:gd name="csY105" fmla="*/ 206683 h 856323"/>
              <a:gd name="csX106" fmla="*/ 596242 w 857246"/>
              <a:gd name="csY106" fmla="*/ 164788 h 856323"/>
              <a:gd name="csX107" fmla="*/ 573397 w 857246"/>
              <a:gd name="csY107" fmla="*/ 151468 h 856323"/>
              <a:gd name="csX108" fmla="*/ 547688 w 857246"/>
              <a:gd name="csY108" fmla="*/ 158129 h 856323"/>
              <a:gd name="csX109" fmla="*/ 534368 w 857246"/>
              <a:gd name="csY109" fmla="*/ 180973 h 856323"/>
              <a:gd name="csX110" fmla="*/ 541028 w 857246"/>
              <a:gd name="csY110" fmla="*/ 206683 h 856323"/>
              <a:gd name="csX111" fmla="*/ 597210 w 857246"/>
              <a:gd name="csY111" fmla="*/ 281915 h 856323"/>
              <a:gd name="csX112" fmla="*/ 621023 w 857246"/>
              <a:gd name="csY112" fmla="*/ 294306 h 856323"/>
              <a:gd name="csX113" fmla="*/ 623887 w 857246"/>
              <a:gd name="csY113" fmla="*/ 294306 h 856323"/>
              <a:gd name="csX114" fmla="*/ 646732 w 857246"/>
              <a:gd name="csY114" fmla="*/ 284781 h 856323"/>
              <a:gd name="csX115" fmla="*/ 773424 w 857246"/>
              <a:gd name="csY115" fmla="*/ 158089 h 856323"/>
              <a:gd name="csX116" fmla="*/ 783917 w 857246"/>
              <a:gd name="csY116" fmla="*/ 133308 h 856323"/>
              <a:gd name="csX117" fmla="*/ 773424 w 857246"/>
              <a:gd name="csY117" fmla="*/ 108528 h 856323"/>
              <a:gd name="csX118" fmla="*/ 724869 w 857246"/>
              <a:gd name="csY118" fmla="*/ 109533 h 856323"/>
              <a:gd name="csX119" fmla="*/ 759134 w 857246"/>
              <a:gd name="csY119" fmla="*/ 143843 h 856323"/>
              <a:gd name="csX120" fmla="*/ 632442 w 857246"/>
              <a:gd name="csY120" fmla="*/ 270497 h 856323"/>
              <a:gd name="csX121" fmla="*/ 622917 w 857246"/>
              <a:gd name="csY121" fmla="*/ 274292 h 856323"/>
              <a:gd name="csX122" fmla="*/ 614359 w 857246"/>
              <a:gd name="csY122" fmla="*/ 269529 h 856323"/>
              <a:gd name="csX123" fmla="*/ 558177 w 857246"/>
              <a:gd name="csY123" fmla="*/ 194297 h 856323"/>
              <a:gd name="csX124" fmla="*/ 555312 w 857246"/>
              <a:gd name="csY124" fmla="*/ 183804 h 856323"/>
              <a:gd name="csX125" fmla="*/ 561042 w 857246"/>
              <a:gd name="csY125" fmla="*/ 174279 h 856323"/>
              <a:gd name="csX126" fmla="*/ 569600 w 857246"/>
              <a:gd name="csY126" fmla="*/ 171414 h 856323"/>
              <a:gd name="csX127" fmla="*/ 571497 w 857246"/>
              <a:gd name="csY127" fmla="*/ 171414 h 856323"/>
              <a:gd name="csX128" fmla="*/ 581022 w 857246"/>
              <a:gd name="csY128" fmla="*/ 177144 h 856323"/>
              <a:gd name="csX129" fmla="*/ 619122 w 857246"/>
              <a:gd name="csY129" fmla="*/ 227634 h 856323"/>
              <a:gd name="csX130" fmla="*/ 626750 w 857246"/>
              <a:gd name="csY130" fmla="*/ 231430 h 856323"/>
              <a:gd name="csX131" fmla="*/ 634377 w 857246"/>
              <a:gd name="csY131" fmla="*/ 228565 h 856323"/>
              <a:gd name="csX132" fmla="*/ 739152 w 857246"/>
              <a:gd name="csY132" fmla="*/ 123828 h 856323"/>
              <a:gd name="csX133" fmla="*/ 759170 w 857246"/>
              <a:gd name="csY133" fmla="*/ 123828 h 856323"/>
              <a:gd name="csX134" fmla="*/ 762965 w 857246"/>
              <a:gd name="csY134" fmla="*/ 133353 h 856323"/>
              <a:gd name="csX135" fmla="*/ 759133 w 857246"/>
              <a:gd name="csY135" fmla="*/ 143845 h 856323"/>
              <a:gd name="csX136" fmla="*/ 524838 w 857246"/>
              <a:gd name="csY136" fmla="*/ 370509 h 856323"/>
              <a:gd name="csX137" fmla="*/ 536260 w 857246"/>
              <a:gd name="csY137" fmla="*/ 360984 h 856323"/>
              <a:gd name="csX138" fmla="*/ 545785 w 857246"/>
              <a:gd name="csY138" fmla="*/ 372407 h 856323"/>
              <a:gd name="csX139" fmla="*/ 479110 w 857246"/>
              <a:gd name="csY139" fmla="*/ 505757 h 856323"/>
              <a:gd name="csX140" fmla="*/ 339102 w 857246"/>
              <a:gd name="csY140" fmla="*/ 560041 h 856323"/>
              <a:gd name="csX141" fmla="*/ 128581 w 857246"/>
              <a:gd name="csY141" fmla="*/ 352425 h 856323"/>
              <a:gd name="csX142" fmla="*/ 337159 w 857246"/>
              <a:gd name="csY142" fmla="*/ 143847 h 856323"/>
              <a:gd name="csX143" fmla="*/ 448592 w 857246"/>
              <a:gd name="csY143" fmla="*/ 176216 h 856323"/>
              <a:gd name="csX144" fmla="*/ 451457 w 857246"/>
              <a:gd name="csY144" fmla="*/ 190504 h 856323"/>
              <a:gd name="csX145" fmla="*/ 437170 w 857246"/>
              <a:gd name="csY145" fmla="*/ 193369 h 856323"/>
              <a:gd name="csX146" fmla="*/ 336186 w 857246"/>
              <a:gd name="csY146" fmla="*/ 163826 h 856323"/>
              <a:gd name="csX147" fmla="*/ 148553 w 857246"/>
              <a:gd name="csY147" fmla="*/ 351459 h 856323"/>
              <a:gd name="csX148" fmla="*/ 336186 w 857246"/>
              <a:gd name="csY148" fmla="*/ 539092 h 856323"/>
              <a:gd name="csX149" fmla="*/ 524828 w 857246"/>
              <a:gd name="csY149" fmla="*/ 370509 h 856323"/>
              <a:gd name="csX150" fmla="*/ 469585 w 857246"/>
              <a:gd name="csY150" fmla="*/ 288616 h 856323"/>
              <a:gd name="csX151" fmla="*/ 382893 w 857246"/>
              <a:gd name="csY151" fmla="*/ 287649 h 856323"/>
              <a:gd name="csX152" fmla="*/ 355285 w 857246"/>
              <a:gd name="csY152" fmla="*/ 204789 h 856323"/>
              <a:gd name="csX153" fmla="*/ 338133 w 857246"/>
              <a:gd name="csY153" fmla="*/ 192399 h 856323"/>
              <a:gd name="csX154" fmla="*/ 320980 w 857246"/>
              <a:gd name="csY154" fmla="*/ 204789 h 856323"/>
              <a:gd name="csX155" fmla="*/ 293373 w 857246"/>
              <a:gd name="csY155" fmla="*/ 287649 h 856323"/>
              <a:gd name="csX156" fmla="*/ 206680 w 857246"/>
              <a:gd name="csY156" fmla="*/ 288616 h 856323"/>
              <a:gd name="csX157" fmla="*/ 189528 w 857246"/>
              <a:gd name="csY157" fmla="*/ 301006 h 856323"/>
              <a:gd name="csX158" fmla="*/ 196188 w 857246"/>
              <a:gd name="csY158" fmla="*/ 321024 h 856323"/>
              <a:gd name="csX159" fmla="*/ 265728 w 857246"/>
              <a:gd name="csY159" fmla="*/ 372444 h 856323"/>
              <a:gd name="csX160" fmla="*/ 239050 w 857246"/>
              <a:gd name="csY160" fmla="*/ 455304 h 856323"/>
              <a:gd name="csX161" fmla="*/ 245710 w 857246"/>
              <a:gd name="csY161" fmla="*/ 475321 h 856323"/>
              <a:gd name="csX162" fmla="*/ 256203 w 857246"/>
              <a:gd name="csY162" fmla="*/ 479116 h 856323"/>
              <a:gd name="csX163" fmla="*/ 266696 w 857246"/>
              <a:gd name="csY163" fmla="*/ 475321 h 856323"/>
              <a:gd name="csX164" fmla="*/ 337165 w 857246"/>
              <a:gd name="csY164" fmla="*/ 424831 h 856323"/>
              <a:gd name="csX165" fmla="*/ 407635 w 857246"/>
              <a:gd name="csY165" fmla="*/ 475321 h 856323"/>
              <a:gd name="csX166" fmla="*/ 429550 w 857246"/>
              <a:gd name="csY166" fmla="*/ 475321 h 856323"/>
              <a:gd name="csX167" fmla="*/ 436210 w 857246"/>
              <a:gd name="csY167" fmla="*/ 455304 h 856323"/>
              <a:gd name="csX168" fmla="*/ 409570 w 857246"/>
              <a:gd name="csY168" fmla="*/ 373373 h 856323"/>
              <a:gd name="csX169" fmla="*/ 479110 w 857246"/>
              <a:gd name="csY169" fmla="*/ 321954 h 856323"/>
              <a:gd name="csX170" fmla="*/ 485770 w 857246"/>
              <a:gd name="csY170" fmla="*/ 301936 h 856323"/>
              <a:gd name="csX171" fmla="*/ 469585 w 857246"/>
              <a:gd name="csY171" fmla="*/ 288616 h 856323"/>
              <a:gd name="csX172" fmla="*/ 391488 w 857246"/>
              <a:gd name="csY172" fmla="*/ 361951 h 856323"/>
              <a:gd name="csX173" fmla="*/ 387693 w 857246"/>
              <a:gd name="csY173" fmla="*/ 373373 h 856323"/>
              <a:gd name="csX174" fmla="*/ 414370 w 857246"/>
              <a:gd name="csY174" fmla="*/ 457201 h 856323"/>
              <a:gd name="csX175" fmla="*/ 342933 w 857246"/>
              <a:gd name="csY175" fmla="*/ 405781 h 856323"/>
              <a:gd name="csX176" fmla="*/ 330543 w 857246"/>
              <a:gd name="csY176" fmla="*/ 405781 h 856323"/>
              <a:gd name="csX177" fmla="*/ 259105 w 857246"/>
              <a:gd name="csY177" fmla="*/ 457201 h 856323"/>
              <a:gd name="csX178" fmla="*/ 285783 w 857246"/>
              <a:gd name="csY178" fmla="*/ 373373 h 856323"/>
              <a:gd name="csX179" fmla="*/ 281988 w 857246"/>
              <a:gd name="csY179" fmla="*/ 361951 h 856323"/>
              <a:gd name="csX180" fmla="*/ 211518 w 857246"/>
              <a:gd name="csY180" fmla="*/ 309563 h 856323"/>
              <a:gd name="csX181" fmla="*/ 299140 w 857246"/>
              <a:gd name="csY181" fmla="*/ 308596 h 856323"/>
              <a:gd name="csX182" fmla="*/ 308665 w 857246"/>
              <a:gd name="csY182" fmla="*/ 301936 h 856323"/>
              <a:gd name="csX183" fmla="*/ 336273 w 857246"/>
              <a:gd name="csY183" fmla="*/ 219076 h 856323"/>
              <a:gd name="csX184" fmla="*/ 363880 w 857246"/>
              <a:gd name="csY184" fmla="*/ 301936 h 856323"/>
              <a:gd name="csX185" fmla="*/ 373405 w 857246"/>
              <a:gd name="csY185" fmla="*/ 308596 h 856323"/>
              <a:gd name="csX186" fmla="*/ 461027 w 857246"/>
              <a:gd name="csY186" fmla="*/ 309563 h 8563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Lst>
            <a:rect l="l" t="t" r="r" b="b"/>
            <a:pathLst>
              <a:path w="857246" h="856323">
                <a:moveTo>
                  <a:pt x="572468" y="558184"/>
                </a:moveTo>
                <a:cubicBezTo>
                  <a:pt x="575333" y="557217"/>
                  <a:pt x="578198" y="556286"/>
                  <a:pt x="581025" y="555319"/>
                </a:cubicBezTo>
                <a:cubicBezTo>
                  <a:pt x="601973" y="550557"/>
                  <a:pt x="619125" y="538167"/>
                  <a:pt x="628650" y="520084"/>
                </a:cubicBezTo>
                <a:cubicBezTo>
                  <a:pt x="639143" y="502002"/>
                  <a:pt x="641041" y="481017"/>
                  <a:pt x="634380" y="461037"/>
                </a:cubicBezTo>
                <a:cubicBezTo>
                  <a:pt x="629618" y="445782"/>
                  <a:pt x="631515" y="429597"/>
                  <a:pt x="640110" y="416277"/>
                </a:cubicBezTo>
                <a:cubicBezTo>
                  <a:pt x="642975" y="411515"/>
                  <a:pt x="642008" y="404855"/>
                  <a:pt x="637245" y="401990"/>
                </a:cubicBezTo>
                <a:cubicBezTo>
                  <a:pt x="632483" y="399124"/>
                  <a:pt x="625823" y="400092"/>
                  <a:pt x="622958" y="404854"/>
                </a:cubicBezTo>
                <a:cubicBezTo>
                  <a:pt x="611535" y="422937"/>
                  <a:pt x="608670" y="445820"/>
                  <a:pt x="614400" y="466767"/>
                </a:cubicBezTo>
                <a:cubicBezTo>
                  <a:pt x="619163" y="482022"/>
                  <a:pt x="617265" y="496310"/>
                  <a:pt x="609638" y="509629"/>
                </a:cubicBezTo>
                <a:cubicBezTo>
                  <a:pt x="602010" y="522949"/>
                  <a:pt x="590588" y="531545"/>
                  <a:pt x="575332" y="534410"/>
                </a:cubicBezTo>
                <a:cubicBezTo>
                  <a:pt x="547725" y="541070"/>
                  <a:pt x="525810" y="562985"/>
                  <a:pt x="519150" y="590592"/>
                </a:cubicBezTo>
                <a:cubicBezTo>
                  <a:pt x="515355" y="605847"/>
                  <a:pt x="506760" y="618199"/>
                  <a:pt x="494370" y="624897"/>
                </a:cubicBezTo>
                <a:cubicBezTo>
                  <a:pt x="481050" y="632525"/>
                  <a:pt x="466763" y="633455"/>
                  <a:pt x="451507" y="629660"/>
                </a:cubicBezTo>
                <a:cubicBezTo>
                  <a:pt x="423900" y="621102"/>
                  <a:pt x="394357" y="629660"/>
                  <a:pt x="374340" y="650607"/>
                </a:cubicBezTo>
                <a:cubicBezTo>
                  <a:pt x="363847" y="662029"/>
                  <a:pt x="350527" y="667760"/>
                  <a:pt x="335272" y="667760"/>
                </a:cubicBezTo>
                <a:cubicBezTo>
                  <a:pt x="320017" y="667760"/>
                  <a:pt x="306697" y="662030"/>
                  <a:pt x="296204" y="650607"/>
                </a:cubicBezTo>
                <a:cubicBezTo>
                  <a:pt x="277154" y="629660"/>
                  <a:pt x="246682" y="621064"/>
                  <a:pt x="219036" y="629660"/>
                </a:cubicBezTo>
                <a:cubicBezTo>
                  <a:pt x="203781" y="634422"/>
                  <a:pt x="189494" y="632525"/>
                  <a:pt x="176174" y="624897"/>
                </a:cubicBezTo>
                <a:cubicBezTo>
                  <a:pt x="162854" y="617270"/>
                  <a:pt x="154259" y="605847"/>
                  <a:pt x="151394" y="590592"/>
                </a:cubicBezTo>
                <a:cubicBezTo>
                  <a:pt x="144734" y="562985"/>
                  <a:pt x="122819" y="541070"/>
                  <a:pt x="95211" y="534410"/>
                </a:cubicBezTo>
                <a:cubicBezTo>
                  <a:pt x="79956" y="530615"/>
                  <a:pt x="67604" y="522020"/>
                  <a:pt x="60906" y="509629"/>
                </a:cubicBezTo>
                <a:cubicBezTo>
                  <a:pt x="53279" y="496310"/>
                  <a:pt x="52348" y="482022"/>
                  <a:pt x="56144" y="466767"/>
                </a:cubicBezTo>
                <a:cubicBezTo>
                  <a:pt x="64701" y="439160"/>
                  <a:pt x="56144" y="409617"/>
                  <a:pt x="35196" y="389599"/>
                </a:cubicBezTo>
                <a:cubicBezTo>
                  <a:pt x="23774" y="379106"/>
                  <a:pt x="18044" y="365787"/>
                  <a:pt x="18044" y="350531"/>
                </a:cubicBezTo>
                <a:cubicBezTo>
                  <a:pt x="18044" y="335276"/>
                  <a:pt x="23773" y="321956"/>
                  <a:pt x="35196" y="311464"/>
                </a:cubicBezTo>
                <a:cubicBezTo>
                  <a:pt x="56144" y="292414"/>
                  <a:pt x="64739" y="261941"/>
                  <a:pt x="56144" y="234296"/>
                </a:cubicBezTo>
                <a:cubicBezTo>
                  <a:pt x="51381" y="219041"/>
                  <a:pt x="53279" y="204753"/>
                  <a:pt x="60906" y="191433"/>
                </a:cubicBezTo>
                <a:cubicBezTo>
                  <a:pt x="68534" y="178114"/>
                  <a:pt x="79956" y="169518"/>
                  <a:pt x="95211" y="166653"/>
                </a:cubicBezTo>
                <a:cubicBezTo>
                  <a:pt x="122819" y="159993"/>
                  <a:pt x="144734" y="138078"/>
                  <a:pt x="151394" y="110471"/>
                </a:cubicBezTo>
                <a:cubicBezTo>
                  <a:pt x="155189" y="95216"/>
                  <a:pt x="163784" y="82864"/>
                  <a:pt x="176174" y="76166"/>
                </a:cubicBezTo>
                <a:cubicBezTo>
                  <a:pt x="189494" y="68538"/>
                  <a:pt x="203781" y="67608"/>
                  <a:pt x="219036" y="71403"/>
                </a:cubicBezTo>
                <a:cubicBezTo>
                  <a:pt x="246644" y="79961"/>
                  <a:pt x="276186" y="71403"/>
                  <a:pt x="296204" y="50456"/>
                </a:cubicBezTo>
                <a:cubicBezTo>
                  <a:pt x="306697" y="39033"/>
                  <a:pt x="320017" y="33303"/>
                  <a:pt x="335272" y="33303"/>
                </a:cubicBezTo>
                <a:cubicBezTo>
                  <a:pt x="350527" y="33303"/>
                  <a:pt x="363847" y="39033"/>
                  <a:pt x="374340" y="50456"/>
                </a:cubicBezTo>
                <a:cubicBezTo>
                  <a:pt x="393390" y="71403"/>
                  <a:pt x="423862" y="79999"/>
                  <a:pt x="451507" y="71403"/>
                </a:cubicBezTo>
                <a:cubicBezTo>
                  <a:pt x="462000" y="68538"/>
                  <a:pt x="471525" y="67608"/>
                  <a:pt x="481050" y="70436"/>
                </a:cubicBezTo>
                <a:cubicBezTo>
                  <a:pt x="486780" y="72333"/>
                  <a:pt x="492472" y="68538"/>
                  <a:pt x="493440" y="62808"/>
                </a:cubicBezTo>
                <a:cubicBezTo>
                  <a:pt x="495338" y="57079"/>
                  <a:pt x="491543" y="51386"/>
                  <a:pt x="485813" y="50418"/>
                </a:cubicBezTo>
                <a:cubicBezTo>
                  <a:pt x="472493" y="46623"/>
                  <a:pt x="458205" y="47553"/>
                  <a:pt x="444848" y="51386"/>
                </a:cubicBezTo>
                <a:cubicBezTo>
                  <a:pt x="424830" y="58046"/>
                  <a:pt x="402953" y="51386"/>
                  <a:pt x="389595" y="36130"/>
                </a:cubicBezTo>
                <a:cubicBezTo>
                  <a:pt x="375307" y="20875"/>
                  <a:pt x="356257" y="12318"/>
                  <a:pt x="335310" y="12318"/>
                </a:cubicBezTo>
                <a:cubicBezTo>
                  <a:pt x="314363" y="12318"/>
                  <a:pt x="295313" y="20876"/>
                  <a:pt x="281025" y="36130"/>
                </a:cubicBezTo>
                <a:cubicBezTo>
                  <a:pt x="266738" y="51386"/>
                  <a:pt x="244823" y="57078"/>
                  <a:pt x="225773" y="51386"/>
                </a:cubicBezTo>
                <a:cubicBezTo>
                  <a:pt x="205755" y="44726"/>
                  <a:pt x="184807" y="47591"/>
                  <a:pt x="166725" y="57116"/>
                </a:cubicBezTo>
                <a:cubicBezTo>
                  <a:pt x="148643" y="67608"/>
                  <a:pt x="136253" y="84723"/>
                  <a:pt x="131490" y="104741"/>
                </a:cubicBezTo>
                <a:cubicBezTo>
                  <a:pt x="126728" y="124758"/>
                  <a:pt x="110543" y="140943"/>
                  <a:pt x="90525" y="145706"/>
                </a:cubicBezTo>
                <a:cubicBezTo>
                  <a:pt x="69578" y="150468"/>
                  <a:pt x="52425" y="162858"/>
                  <a:pt x="42900" y="180941"/>
                </a:cubicBezTo>
                <a:cubicBezTo>
                  <a:pt x="32407" y="199023"/>
                  <a:pt x="30510" y="220008"/>
                  <a:pt x="37170" y="239988"/>
                </a:cubicBezTo>
                <a:cubicBezTo>
                  <a:pt x="42900" y="260006"/>
                  <a:pt x="37170" y="281883"/>
                  <a:pt x="21915" y="295241"/>
                </a:cubicBezTo>
                <a:cubicBezTo>
                  <a:pt x="8558" y="312430"/>
                  <a:pt x="0" y="331480"/>
                  <a:pt x="0" y="352428"/>
                </a:cubicBezTo>
                <a:cubicBezTo>
                  <a:pt x="0" y="373375"/>
                  <a:pt x="8558" y="392425"/>
                  <a:pt x="23813" y="406713"/>
                </a:cubicBezTo>
                <a:cubicBezTo>
                  <a:pt x="39067" y="421000"/>
                  <a:pt x="44760" y="442915"/>
                  <a:pt x="39068" y="461965"/>
                </a:cubicBezTo>
                <a:cubicBezTo>
                  <a:pt x="32408" y="481983"/>
                  <a:pt x="35273" y="502930"/>
                  <a:pt x="44798" y="521013"/>
                </a:cubicBezTo>
                <a:cubicBezTo>
                  <a:pt x="55290" y="539095"/>
                  <a:pt x="72405" y="551485"/>
                  <a:pt x="92423" y="556247"/>
                </a:cubicBezTo>
                <a:cubicBezTo>
                  <a:pt x="95288" y="557215"/>
                  <a:pt x="98152" y="558145"/>
                  <a:pt x="100980" y="559112"/>
                </a:cubicBezTo>
                <a:lnTo>
                  <a:pt x="4759" y="778187"/>
                </a:lnTo>
                <a:cubicBezTo>
                  <a:pt x="2861" y="781983"/>
                  <a:pt x="3791" y="785815"/>
                  <a:pt x="5726" y="788680"/>
                </a:cubicBezTo>
                <a:cubicBezTo>
                  <a:pt x="8591" y="791545"/>
                  <a:pt x="12386" y="793443"/>
                  <a:pt x="16219" y="792475"/>
                </a:cubicBezTo>
                <a:lnTo>
                  <a:pt x="127652" y="769631"/>
                </a:lnTo>
                <a:lnTo>
                  <a:pt x="175277" y="851561"/>
                </a:lnTo>
                <a:cubicBezTo>
                  <a:pt x="177174" y="854426"/>
                  <a:pt x="180039" y="856323"/>
                  <a:pt x="183834" y="856323"/>
                </a:cubicBezTo>
                <a:lnTo>
                  <a:pt x="184802" y="856323"/>
                </a:lnTo>
                <a:cubicBezTo>
                  <a:pt x="188597" y="856323"/>
                  <a:pt x="192429" y="853458"/>
                  <a:pt x="193359" y="850593"/>
                </a:cubicBezTo>
                <a:lnTo>
                  <a:pt x="278117" y="660093"/>
                </a:lnTo>
                <a:cubicBezTo>
                  <a:pt x="280014" y="661991"/>
                  <a:pt x="281912" y="662958"/>
                  <a:pt x="283847" y="664856"/>
                </a:cubicBezTo>
                <a:cubicBezTo>
                  <a:pt x="298134" y="680111"/>
                  <a:pt x="317184" y="688668"/>
                  <a:pt x="338131" y="688668"/>
                </a:cubicBezTo>
                <a:cubicBezTo>
                  <a:pt x="359079" y="688668"/>
                  <a:pt x="378129" y="680111"/>
                  <a:pt x="392416" y="664856"/>
                </a:cubicBezTo>
                <a:cubicBezTo>
                  <a:pt x="394314" y="662958"/>
                  <a:pt x="396211" y="661061"/>
                  <a:pt x="398146" y="660093"/>
                </a:cubicBezTo>
                <a:lnTo>
                  <a:pt x="482903" y="850593"/>
                </a:lnTo>
                <a:cubicBezTo>
                  <a:pt x="484801" y="854389"/>
                  <a:pt x="487666" y="856323"/>
                  <a:pt x="491461" y="856323"/>
                </a:cubicBezTo>
                <a:lnTo>
                  <a:pt x="492428" y="856323"/>
                </a:lnTo>
                <a:cubicBezTo>
                  <a:pt x="496224" y="856323"/>
                  <a:pt x="499088" y="854426"/>
                  <a:pt x="500986" y="851561"/>
                </a:cubicBezTo>
                <a:lnTo>
                  <a:pt x="548611" y="769631"/>
                </a:lnTo>
                <a:lnTo>
                  <a:pt x="660044" y="792475"/>
                </a:lnTo>
                <a:cubicBezTo>
                  <a:pt x="663839" y="793443"/>
                  <a:pt x="667671" y="791508"/>
                  <a:pt x="670537" y="788680"/>
                </a:cubicBezTo>
                <a:cubicBezTo>
                  <a:pt x="673402" y="785815"/>
                  <a:pt x="673402" y="782020"/>
                  <a:pt x="671504" y="778187"/>
                </a:cubicBezTo>
                <a:close/>
                <a:moveTo>
                  <a:pt x="182876" y="824884"/>
                </a:moveTo>
                <a:lnTo>
                  <a:pt x="141911" y="753447"/>
                </a:lnTo>
                <a:cubicBezTo>
                  <a:pt x="140014" y="749651"/>
                  <a:pt x="135251" y="747717"/>
                  <a:pt x="131418" y="748684"/>
                </a:cubicBezTo>
                <a:lnTo>
                  <a:pt x="31444" y="768665"/>
                </a:lnTo>
                <a:lnTo>
                  <a:pt x="119066" y="570535"/>
                </a:lnTo>
                <a:cubicBezTo>
                  <a:pt x="125726" y="577195"/>
                  <a:pt x="131456" y="586720"/>
                  <a:pt x="133354" y="597213"/>
                </a:cubicBezTo>
                <a:cubicBezTo>
                  <a:pt x="138116" y="618160"/>
                  <a:pt x="150506" y="635313"/>
                  <a:pt x="168589" y="644838"/>
                </a:cubicBezTo>
                <a:cubicBezTo>
                  <a:pt x="186671" y="655331"/>
                  <a:pt x="207656" y="657228"/>
                  <a:pt x="227636" y="650568"/>
                </a:cubicBezTo>
                <a:cubicBezTo>
                  <a:pt x="238129" y="646772"/>
                  <a:pt x="249551" y="647703"/>
                  <a:pt x="260006" y="650568"/>
                </a:cubicBezTo>
                <a:close/>
                <a:moveTo>
                  <a:pt x="543893" y="748684"/>
                </a:moveTo>
                <a:cubicBezTo>
                  <a:pt x="539130" y="747717"/>
                  <a:pt x="535335" y="749651"/>
                  <a:pt x="533400" y="753447"/>
                </a:cubicBezTo>
                <a:lnTo>
                  <a:pt x="492435" y="824884"/>
                </a:lnTo>
                <a:lnTo>
                  <a:pt x="415267" y="650567"/>
                </a:lnTo>
                <a:cubicBezTo>
                  <a:pt x="425760" y="647702"/>
                  <a:pt x="437182" y="646772"/>
                  <a:pt x="447637" y="650567"/>
                </a:cubicBezTo>
                <a:cubicBezTo>
                  <a:pt x="467655" y="657227"/>
                  <a:pt x="488602" y="654362"/>
                  <a:pt x="506684" y="644837"/>
                </a:cubicBezTo>
                <a:cubicBezTo>
                  <a:pt x="524767" y="634344"/>
                  <a:pt x="537157" y="617230"/>
                  <a:pt x="541919" y="597212"/>
                </a:cubicBezTo>
                <a:cubicBezTo>
                  <a:pt x="543817" y="586719"/>
                  <a:pt x="549547" y="578162"/>
                  <a:pt x="556207" y="570535"/>
                </a:cubicBezTo>
                <a:lnTo>
                  <a:pt x="643829" y="768664"/>
                </a:lnTo>
                <a:close/>
                <a:moveTo>
                  <a:pt x="664851" y="0"/>
                </a:moveTo>
                <a:cubicBezTo>
                  <a:pt x="558180" y="0"/>
                  <a:pt x="472455" y="86693"/>
                  <a:pt x="472455" y="192395"/>
                </a:cubicBezTo>
                <a:cubicBezTo>
                  <a:pt x="472455" y="298142"/>
                  <a:pt x="559148" y="384791"/>
                  <a:pt x="664851" y="384791"/>
                </a:cubicBezTo>
                <a:cubicBezTo>
                  <a:pt x="770559" y="384791"/>
                  <a:pt x="857246" y="299066"/>
                  <a:pt x="857246" y="192395"/>
                </a:cubicBezTo>
                <a:cubicBezTo>
                  <a:pt x="857246" y="85725"/>
                  <a:pt x="770553" y="0"/>
                  <a:pt x="664851" y="0"/>
                </a:cubicBezTo>
                <a:close/>
                <a:moveTo>
                  <a:pt x="664851" y="364817"/>
                </a:moveTo>
                <a:cubicBezTo>
                  <a:pt x="569601" y="364817"/>
                  <a:pt x="492429" y="287649"/>
                  <a:pt x="492429" y="192395"/>
                </a:cubicBezTo>
                <a:cubicBezTo>
                  <a:pt x="492429" y="97142"/>
                  <a:pt x="569597" y="20945"/>
                  <a:pt x="664851" y="20945"/>
                </a:cubicBezTo>
                <a:cubicBezTo>
                  <a:pt x="760105" y="20945"/>
                  <a:pt x="837272" y="98113"/>
                  <a:pt x="837272" y="193367"/>
                </a:cubicBezTo>
                <a:cubicBezTo>
                  <a:pt x="837235" y="288617"/>
                  <a:pt x="759138" y="364817"/>
                  <a:pt x="664851" y="364817"/>
                </a:cubicBezTo>
                <a:close/>
                <a:moveTo>
                  <a:pt x="724866" y="109538"/>
                </a:moveTo>
                <a:lnTo>
                  <a:pt x="627682" y="206683"/>
                </a:lnTo>
                <a:lnTo>
                  <a:pt x="596242" y="164788"/>
                </a:lnTo>
                <a:cubicBezTo>
                  <a:pt x="590512" y="157161"/>
                  <a:pt x="582922" y="152398"/>
                  <a:pt x="573397" y="151468"/>
                </a:cubicBezTo>
                <a:cubicBezTo>
                  <a:pt x="563872" y="150501"/>
                  <a:pt x="555315" y="152436"/>
                  <a:pt x="547688" y="158129"/>
                </a:cubicBezTo>
                <a:cubicBezTo>
                  <a:pt x="540060" y="163858"/>
                  <a:pt x="535297" y="171448"/>
                  <a:pt x="534368" y="180973"/>
                </a:cubicBezTo>
                <a:cubicBezTo>
                  <a:pt x="533400" y="190498"/>
                  <a:pt x="535335" y="199056"/>
                  <a:pt x="541028" y="206683"/>
                </a:cubicBezTo>
                <a:lnTo>
                  <a:pt x="597210" y="281915"/>
                </a:lnTo>
                <a:cubicBezTo>
                  <a:pt x="602940" y="289543"/>
                  <a:pt x="611498" y="294306"/>
                  <a:pt x="621023" y="294306"/>
                </a:cubicBezTo>
                <a:lnTo>
                  <a:pt x="623887" y="294306"/>
                </a:lnTo>
                <a:cubicBezTo>
                  <a:pt x="632445" y="294306"/>
                  <a:pt x="640072" y="291441"/>
                  <a:pt x="646732" y="284781"/>
                </a:cubicBezTo>
                <a:lnTo>
                  <a:pt x="773424" y="158089"/>
                </a:lnTo>
                <a:cubicBezTo>
                  <a:pt x="780084" y="151428"/>
                  <a:pt x="783917" y="142833"/>
                  <a:pt x="783917" y="133308"/>
                </a:cubicBezTo>
                <a:cubicBezTo>
                  <a:pt x="783917" y="123783"/>
                  <a:pt x="780122" y="115226"/>
                  <a:pt x="773424" y="108528"/>
                </a:cubicBezTo>
                <a:cubicBezTo>
                  <a:pt x="760105" y="96212"/>
                  <a:pt x="738189" y="96212"/>
                  <a:pt x="724869" y="109533"/>
                </a:cubicBezTo>
                <a:close/>
                <a:moveTo>
                  <a:pt x="759134" y="143843"/>
                </a:moveTo>
                <a:lnTo>
                  <a:pt x="632442" y="270497"/>
                </a:lnTo>
                <a:cubicBezTo>
                  <a:pt x="629577" y="273362"/>
                  <a:pt x="626712" y="274292"/>
                  <a:pt x="622917" y="274292"/>
                </a:cubicBezTo>
                <a:cubicBezTo>
                  <a:pt x="619122" y="274292"/>
                  <a:pt x="616257" y="272394"/>
                  <a:pt x="614359" y="269529"/>
                </a:cubicBezTo>
                <a:lnTo>
                  <a:pt x="558177" y="194297"/>
                </a:lnTo>
                <a:cubicBezTo>
                  <a:pt x="556279" y="191432"/>
                  <a:pt x="555312" y="187637"/>
                  <a:pt x="555312" y="183804"/>
                </a:cubicBezTo>
                <a:cubicBezTo>
                  <a:pt x="556279" y="180009"/>
                  <a:pt x="558177" y="177144"/>
                  <a:pt x="561042" y="174279"/>
                </a:cubicBezTo>
                <a:cubicBezTo>
                  <a:pt x="563907" y="172382"/>
                  <a:pt x="566772" y="171414"/>
                  <a:pt x="569600" y="171414"/>
                </a:cubicBezTo>
                <a:lnTo>
                  <a:pt x="571497" y="171414"/>
                </a:lnTo>
                <a:cubicBezTo>
                  <a:pt x="575292" y="172382"/>
                  <a:pt x="578157" y="174279"/>
                  <a:pt x="581022" y="177144"/>
                </a:cubicBezTo>
                <a:lnTo>
                  <a:pt x="619122" y="227634"/>
                </a:lnTo>
                <a:cubicBezTo>
                  <a:pt x="621020" y="229532"/>
                  <a:pt x="623885" y="231430"/>
                  <a:pt x="626750" y="231430"/>
                </a:cubicBezTo>
                <a:cubicBezTo>
                  <a:pt x="629615" y="231430"/>
                  <a:pt x="632479" y="230462"/>
                  <a:pt x="634377" y="228565"/>
                </a:cubicBezTo>
                <a:lnTo>
                  <a:pt x="739152" y="123828"/>
                </a:lnTo>
                <a:cubicBezTo>
                  <a:pt x="744882" y="118098"/>
                  <a:pt x="753440" y="118098"/>
                  <a:pt x="759170" y="123828"/>
                </a:cubicBezTo>
                <a:cubicBezTo>
                  <a:pt x="762035" y="126693"/>
                  <a:pt x="762965" y="129558"/>
                  <a:pt x="762965" y="133353"/>
                </a:cubicBezTo>
                <a:cubicBezTo>
                  <a:pt x="762965" y="137148"/>
                  <a:pt x="761998" y="140980"/>
                  <a:pt x="759133" y="143845"/>
                </a:cubicBezTo>
                <a:close/>
                <a:moveTo>
                  <a:pt x="524838" y="370509"/>
                </a:moveTo>
                <a:cubicBezTo>
                  <a:pt x="525805" y="364779"/>
                  <a:pt x="530568" y="360984"/>
                  <a:pt x="536260" y="360984"/>
                </a:cubicBezTo>
                <a:cubicBezTo>
                  <a:pt x="541990" y="361952"/>
                  <a:pt x="545785" y="366714"/>
                  <a:pt x="545785" y="372407"/>
                </a:cubicBezTo>
                <a:cubicBezTo>
                  <a:pt x="541023" y="423826"/>
                  <a:pt x="517210" y="471448"/>
                  <a:pt x="479110" y="505757"/>
                </a:cubicBezTo>
                <a:cubicBezTo>
                  <a:pt x="441010" y="540991"/>
                  <a:pt x="390520" y="560041"/>
                  <a:pt x="339102" y="560041"/>
                </a:cubicBezTo>
                <a:cubicBezTo>
                  <a:pt x="222869" y="561009"/>
                  <a:pt x="128581" y="466726"/>
                  <a:pt x="128581" y="352425"/>
                </a:cubicBezTo>
                <a:cubicBezTo>
                  <a:pt x="128581" y="238124"/>
                  <a:pt x="221933" y="143847"/>
                  <a:pt x="337159" y="143847"/>
                </a:cubicBezTo>
                <a:cubicBezTo>
                  <a:pt x="377157" y="143847"/>
                  <a:pt x="415257" y="155269"/>
                  <a:pt x="448592" y="176216"/>
                </a:cubicBezTo>
                <a:cubicBezTo>
                  <a:pt x="453355" y="179081"/>
                  <a:pt x="454322" y="185741"/>
                  <a:pt x="451457" y="190504"/>
                </a:cubicBezTo>
                <a:cubicBezTo>
                  <a:pt x="448592" y="195266"/>
                  <a:pt x="441932" y="197164"/>
                  <a:pt x="437170" y="193369"/>
                </a:cubicBezTo>
                <a:cubicBezTo>
                  <a:pt x="406697" y="174319"/>
                  <a:pt x="372392" y="163826"/>
                  <a:pt x="336186" y="163826"/>
                </a:cubicBezTo>
                <a:cubicBezTo>
                  <a:pt x="232382" y="163826"/>
                  <a:pt x="148553" y="248583"/>
                  <a:pt x="148553" y="351459"/>
                </a:cubicBezTo>
                <a:cubicBezTo>
                  <a:pt x="148553" y="454339"/>
                  <a:pt x="233310" y="539092"/>
                  <a:pt x="336186" y="539092"/>
                </a:cubicBezTo>
                <a:cubicBezTo>
                  <a:pt x="434341" y="540059"/>
                  <a:pt x="515303" y="467692"/>
                  <a:pt x="524828" y="370509"/>
                </a:cubicBezTo>
                <a:close/>
                <a:moveTo>
                  <a:pt x="469585" y="288616"/>
                </a:moveTo>
                <a:lnTo>
                  <a:pt x="382893" y="287649"/>
                </a:lnTo>
                <a:lnTo>
                  <a:pt x="355285" y="204789"/>
                </a:lnTo>
                <a:cubicBezTo>
                  <a:pt x="352420" y="197161"/>
                  <a:pt x="345760" y="192399"/>
                  <a:pt x="338133" y="192399"/>
                </a:cubicBezTo>
                <a:cubicBezTo>
                  <a:pt x="330505" y="192399"/>
                  <a:pt x="322878" y="197161"/>
                  <a:pt x="320980" y="204789"/>
                </a:cubicBezTo>
                <a:lnTo>
                  <a:pt x="293373" y="287649"/>
                </a:lnTo>
                <a:lnTo>
                  <a:pt x="206680" y="288616"/>
                </a:lnTo>
                <a:cubicBezTo>
                  <a:pt x="199053" y="288616"/>
                  <a:pt x="191425" y="293379"/>
                  <a:pt x="189528" y="301006"/>
                </a:cubicBezTo>
                <a:cubicBezTo>
                  <a:pt x="186663" y="308634"/>
                  <a:pt x="189528" y="317191"/>
                  <a:pt x="196188" y="321024"/>
                </a:cubicBezTo>
                <a:lnTo>
                  <a:pt x="265728" y="372444"/>
                </a:lnTo>
                <a:lnTo>
                  <a:pt x="239050" y="455304"/>
                </a:lnTo>
                <a:cubicBezTo>
                  <a:pt x="236185" y="462931"/>
                  <a:pt x="239050" y="471488"/>
                  <a:pt x="245710" y="475321"/>
                </a:cubicBezTo>
                <a:cubicBezTo>
                  <a:pt x="248575" y="477219"/>
                  <a:pt x="252370" y="479116"/>
                  <a:pt x="256203" y="479116"/>
                </a:cubicBezTo>
                <a:cubicBezTo>
                  <a:pt x="259998" y="479116"/>
                  <a:pt x="263830" y="478149"/>
                  <a:pt x="266696" y="475321"/>
                </a:cubicBezTo>
                <a:lnTo>
                  <a:pt x="337165" y="424831"/>
                </a:lnTo>
                <a:lnTo>
                  <a:pt x="407635" y="475321"/>
                </a:lnTo>
                <a:cubicBezTo>
                  <a:pt x="414295" y="480084"/>
                  <a:pt x="422890" y="480084"/>
                  <a:pt x="429550" y="475321"/>
                </a:cubicBezTo>
                <a:cubicBezTo>
                  <a:pt x="436210" y="470559"/>
                  <a:pt x="439075" y="462002"/>
                  <a:pt x="436210" y="455304"/>
                </a:cubicBezTo>
                <a:lnTo>
                  <a:pt x="409570" y="373373"/>
                </a:lnTo>
                <a:lnTo>
                  <a:pt x="479110" y="321954"/>
                </a:lnTo>
                <a:cubicBezTo>
                  <a:pt x="485770" y="317191"/>
                  <a:pt x="487668" y="308634"/>
                  <a:pt x="485770" y="301936"/>
                </a:cubicBezTo>
                <a:cubicBezTo>
                  <a:pt x="483872" y="294308"/>
                  <a:pt x="477212" y="288616"/>
                  <a:pt x="469585" y="288616"/>
                </a:cubicBezTo>
                <a:close/>
                <a:moveTo>
                  <a:pt x="391488" y="361951"/>
                </a:moveTo>
                <a:cubicBezTo>
                  <a:pt x="387693" y="364816"/>
                  <a:pt x="386726" y="369578"/>
                  <a:pt x="387693" y="373373"/>
                </a:cubicBezTo>
                <a:lnTo>
                  <a:pt x="414370" y="457201"/>
                </a:lnTo>
                <a:lnTo>
                  <a:pt x="342933" y="405781"/>
                </a:lnTo>
                <a:cubicBezTo>
                  <a:pt x="339138" y="402916"/>
                  <a:pt x="334375" y="402916"/>
                  <a:pt x="330543" y="405781"/>
                </a:cubicBezTo>
                <a:lnTo>
                  <a:pt x="259105" y="457201"/>
                </a:lnTo>
                <a:lnTo>
                  <a:pt x="285783" y="373373"/>
                </a:lnTo>
                <a:cubicBezTo>
                  <a:pt x="286750" y="369578"/>
                  <a:pt x="285783" y="364816"/>
                  <a:pt x="281988" y="361951"/>
                </a:cubicBezTo>
                <a:lnTo>
                  <a:pt x="211518" y="309563"/>
                </a:lnTo>
                <a:lnTo>
                  <a:pt x="299140" y="308596"/>
                </a:lnTo>
                <a:cubicBezTo>
                  <a:pt x="303903" y="308596"/>
                  <a:pt x="307698" y="305731"/>
                  <a:pt x="308665" y="301936"/>
                </a:cubicBezTo>
                <a:lnTo>
                  <a:pt x="336273" y="219076"/>
                </a:lnTo>
                <a:lnTo>
                  <a:pt x="363880" y="301936"/>
                </a:lnTo>
                <a:cubicBezTo>
                  <a:pt x="364847" y="305731"/>
                  <a:pt x="369610" y="308596"/>
                  <a:pt x="373405" y="308596"/>
                </a:cubicBezTo>
                <a:lnTo>
                  <a:pt x="461027" y="309563"/>
                </a:lnTo>
                <a:close/>
              </a:path>
            </a:pathLst>
          </a:custGeom>
          <a:solidFill>
            <a:schemeClr val="accent2"/>
          </a:solid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134" name="Forme libre : forme 133">
            <a:extLst>
              <a:ext uri="{FF2B5EF4-FFF2-40B4-BE49-F238E27FC236}">
                <a16:creationId xmlns:a16="http://schemas.microsoft.com/office/drawing/2014/main" id="{969D6122-2A89-427C-CD09-AEC108E1C08D}"/>
              </a:ext>
            </a:extLst>
          </p:cNvPr>
          <p:cNvSpPr>
            <a:spLocks noChangeAspect="1"/>
          </p:cNvSpPr>
          <p:nvPr/>
        </p:nvSpPr>
        <p:spPr>
          <a:xfrm>
            <a:off x="6390482" y="4023810"/>
            <a:ext cx="360000" cy="359613"/>
          </a:xfrm>
          <a:custGeom>
            <a:avLst/>
            <a:gdLst>
              <a:gd name="csX0" fmla="*/ 572468 w 857246"/>
              <a:gd name="csY0" fmla="*/ 558184 h 856323"/>
              <a:gd name="csX1" fmla="*/ 581025 w 857246"/>
              <a:gd name="csY1" fmla="*/ 555319 h 856323"/>
              <a:gd name="csX2" fmla="*/ 628650 w 857246"/>
              <a:gd name="csY2" fmla="*/ 520084 h 856323"/>
              <a:gd name="csX3" fmla="*/ 634380 w 857246"/>
              <a:gd name="csY3" fmla="*/ 461037 h 856323"/>
              <a:gd name="csX4" fmla="*/ 640110 w 857246"/>
              <a:gd name="csY4" fmla="*/ 416277 h 856323"/>
              <a:gd name="csX5" fmla="*/ 637245 w 857246"/>
              <a:gd name="csY5" fmla="*/ 401990 h 856323"/>
              <a:gd name="csX6" fmla="*/ 622958 w 857246"/>
              <a:gd name="csY6" fmla="*/ 404854 h 856323"/>
              <a:gd name="csX7" fmla="*/ 614400 w 857246"/>
              <a:gd name="csY7" fmla="*/ 466767 h 856323"/>
              <a:gd name="csX8" fmla="*/ 609638 w 857246"/>
              <a:gd name="csY8" fmla="*/ 509629 h 856323"/>
              <a:gd name="csX9" fmla="*/ 575332 w 857246"/>
              <a:gd name="csY9" fmla="*/ 534410 h 856323"/>
              <a:gd name="csX10" fmla="*/ 519150 w 857246"/>
              <a:gd name="csY10" fmla="*/ 590592 h 856323"/>
              <a:gd name="csX11" fmla="*/ 494370 w 857246"/>
              <a:gd name="csY11" fmla="*/ 624897 h 856323"/>
              <a:gd name="csX12" fmla="*/ 451507 w 857246"/>
              <a:gd name="csY12" fmla="*/ 629660 h 856323"/>
              <a:gd name="csX13" fmla="*/ 374340 w 857246"/>
              <a:gd name="csY13" fmla="*/ 650607 h 856323"/>
              <a:gd name="csX14" fmla="*/ 335272 w 857246"/>
              <a:gd name="csY14" fmla="*/ 667760 h 856323"/>
              <a:gd name="csX15" fmla="*/ 296204 w 857246"/>
              <a:gd name="csY15" fmla="*/ 650607 h 856323"/>
              <a:gd name="csX16" fmla="*/ 219036 w 857246"/>
              <a:gd name="csY16" fmla="*/ 629660 h 856323"/>
              <a:gd name="csX17" fmla="*/ 176174 w 857246"/>
              <a:gd name="csY17" fmla="*/ 624897 h 856323"/>
              <a:gd name="csX18" fmla="*/ 151394 w 857246"/>
              <a:gd name="csY18" fmla="*/ 590592 h 856323"/>
              <a:gd name="csX19" fmla="*/ 95211 w 857246"/>
              <a:gd name="csY19" fmla="*/ 534410 h 856323"/>
              <a:gd name="csX20" fmla="*/ 60906 w 857246"/>
              <a:gd name="csY20" fmla="*/ 509629 h 856323"/>
              <a:gd name="csX21" fmla="*/ 56144 w 857246"/>
              <a:gd name="csY21" fmla="*/ 466767 h 856323"/>
              <a:gd name="csX22" fmla="*/ 35196 w 857246"/>
              <a:gd name="csY22" fmla="*/ 389599 h 856323"/>
              <a:gd name="csX23" fmla="*/ 18044 w 857246"/>
              <a:gd name="csY23" fmla="*/ 350531 h 856323"/>
              <a:gd name="csX24" fmla="*/ 35196 w 857246"/>
              <a:gd name="csY24" fmla="*/ 311464 h 856323"/>
              <a:gd name="csX25" fmla="*/ 56144 w 857246"/>
              <a:gd name="csY25" fmla="*/ 234296 h 856323"/>
              <a:gd name="csX26" fmla="*/ 60906 w 857246"/>
              <a:gd name="csY26" fmla="*/ 191433 h 856323"/>
              <a:gd name="csX27" fmla="*/ 95211 w 857246"/>
              <a:gd name="csY27" fmla="*/ 166653 h 856323"/>
              <a:gd name="csX28" fmla="*/ 151394 w 857246"/>
              <a:gd name="csY28" fmla="*/ 110471 h 856323"/>
              <a:gd name="csX29" fmla="*/ 176174 w 857246"/>
              <a:gd name="csY29" fmla="*/ 76166 h 856323"/>
              <a:gd name="csX30" fmla="*/ 219036 w 857246"/>
              <a:gd name="csY30" fmla="*/ 71403 h 856323"/>
              <a:gd name="csX31" fmla="*/ 296204 w 857246"/>
              <a:gd name="csY31" fmla="*/ 50456 h 856323"/>
              <a:gd name="csX32" fmla="*/ 335272 w 857246"/>
              <a:gd name="csY32" fmla="*/ 33303 h 856323"/>
              <a:gd name="csX33" fmla="*/ 374340 w 857246"/>
              <a:gd name="csY33" fmla="*/ 50456 h 856323"/>
              <a:gd name="csX34" fmla="*/ 451507 w 857246"/>
              <a:gd name="csY34" fmla="*/ 71403 h 856323"/>
              <a:gd name="csX35" fmla="*/ 481050 w 857246"/>
              <a:gd name="csY35" fmla="*/ 70436 h 856323"/>
              <a:gd name="csX36" fmla="*/ 493440 w 857246"/>
              <a:gd name="csY36" fmla="*/ 62808 h 856323"/>
              <a:gd name="csX37" fmla="*/ 485813 w 857246"/>
              <a:gd name="csY37" fmla="*/ 50418 h 856323"/>
              <a:gd name="csX38" fmla="*/ 444848 w 857246"/>
              <a:gd name="csY38" fmla="*/ 51386 h 856323"/>
              <a:gd name="csX39" fmla="*/ 389595 w 857246"/>
              <a:gd name="csY39" fmla="*/ 36130 h 856323"/>
              <a:gd name="csX40" fmla="*/ 335310 w 857246"/>
              <a:gd name="csY40" fmla="*/ 12318 h 856323"/>
              <a:gd name="csX41" fmla="*/ 281025 w 857246"/>
              <a:gd name="csY41" fmla="*/ 36130 h 856323"/>
              <a:gd name="csX42" fmla="*/ 225773 w 857246"/>
              <a:gd name="csY42" fmla="*/ 51386 h 856323"/>
              <a:gd name="csX43" fmla="*/ 166725 w 857246"/>
              <a:gd name="csY43" fmla="*/ 57116 h 856323"/>
              <a:gd name="csX44" fmla="*/ 131490 w 857246"/>
              <a:gd name="csY44" fmla="*/ 104741 h 856323"/>
              <a:gd name="csX45" fmla="*/ 90525 w 857246"/>
              <a:gd name="csY45" fmla="*/ 145706 h 856323"/>
              <a:gd name="csX46" fmla="*/ 42900 w 857246"/>
              <a:gd name="csY46" fmla="*/ 180941 h 856323"/>
              <a:gd name="csX47" fmla="*/ 37170 w 857246"/>
              <a:gd name="csY47" fmla="*/ 239988 h 856323"/>
              <a:gd name="csX48" fmla="*/ 21915 w 857246"/>
              <a:gd name="csY48" fmla="*/ 295241 h 856323"/>
              <a:gd name="csX49" fmla="*/ 0 w 857246"/>
              <a:gd name="csY49" fmla="*/ 352428 h 856323"/>
              <a:gd name="csX50" fmla="*/ 23813 w 857246"/>
              <a:gd name="csY50" fmla="*/ 406713 h 856323"/>
              <a:gd name="csX51" fmla="*/ 39068 w 857246"/>
              <a:gd name="csY51" fmla="*/ 461965 h 856323"/>
              <a:gd name="csX52" fmla="*/ 44798 w 857246"/>
              <a:gd name="csY52" fmla="*/ 521013 h 856323"/>
              <a:gd name="csX53" fmla="*/ 92423 w 857246"/>
              <a:gd name="csY53" fmla="*/ 556247 h 856323"/>
              <a:gd name="csX54" fmla="*/ 100980 w 857246"/>
              <a:gd name="csY54" fmla="*/ 559112 h 856323"/>
              <a:gd name="csX55" fmla="*/ 4759 w 857246"/>
              <a:gd name="csY55" fmla="*/ 778187 h 856323"/>
              <a:gd name="csX56" fmla="*/ 5726 w 857246"/>
              <a:gd name="csY56" fmla="*/ 788680 h 856323"/>
              <a:gd name="csX57" fmla="*/ 16219 w 857246"/>
              <a:gd name="csY57" fmla="*/ 792475 h 856323"/>
              <a:gd name="csX58" fmla="*/ 127652 w 857246"/>
              <a:gd name="csY58" fmla="*/ 769631 h 856323"/>
              <a:gd name="csX59" fmla="*/ 175277 w 857246"/>
              <a:gd name="csY59" fmla="*/ 851561 h 856323"/>
              <a:gd name="csX60" fmla="*/ 183834 w 857246"/>
              <a:gd name="csY60" fmla="*/ 856323 h 856323"/>
              <a:gd name="csX61" fmla="*/ 184802 w 857246"/>
              <a:gd name="csY61" fmla="*/ 856323 h 856323"/>
              <a:gd name="csX62" fmla="*/ 193359 w 857246"/>
              <a:gd name="csY62" fmla="*/ 850593 h 856323"/>
              <a:gd name="csX63" fmla="*/ 278117 w 857246"/>
              <a:gd name="csY63" fmla="*/ 660093 h 856323"/>
              <a:gd name="csX64" fmla="*/ 283847 w 857246"/>
              <a:gd name="csY64" fmla="*/ 664856 h 856323"/>
              <a:gd name="csX65" fmla="*/ 338131 w 857246"/>
              <a:gd name="csY65" fmla="*/ 688668 h 856323"/>
              <a:gd name="csX66" fmla="*/ 392416 w 857246"/>
              <a:gd name="csY66" fmla="*/ 664856 h 856323"/>
              <a:gd name="csX67" fmla="*/ 398146 w 857246"/>
              <a:gd name="csY67" fmla="*/ 660093 h 856323"/>
              <a:gd name="csX68" fmla="*/ 482903 w 857246"/>
              <a:gd name="csY68" fmla="*/ 850593 h 856323"/>
              <a:gd name="csX69" fmla="*/ 491461 w 857246"/>
              <a:gd name="csY69" fmla="*/ 856323 h 856323"/>
              <a:gd name="csX70" fmla="*/ 492428 w 857246"/>
              <a:gd name="csY70" fmla="*/ 856323 h 856323"/>
              <a:gd name="csX71" fmla="*/ 500986 w 857246"/>
              <a:gd name="csY71" fmla="*/ 851561 h 856323"/>
              <a:gd name="csX72" fmla="*/ 548611 w 857246"/>
              <a:gd name="csY72" fmla="*/ 769631 h 856323"/>
              <a:gd name="csX73" fmla="*/ 660044 w 857246"/>
              <a:gd name="csY73" fmla="*/ 792475 h 856323"/>
              <a:gd name="csX74" fmla="*/ 670537 w 857246"/>
              <a:gd name="csY74" fmla="*/ 788680 h 856323"/>
              <a:gd name="csX75" fmla="*/ 671504 w 857246"/>
              <a:gd name="csY75" fmla="*/ 778187 h 856323"/>
              <a:gd name="csX76" fmla="*/ 182876 w 857246"/>
              <a:gd name="csY76" fmla="*/ 824884 h 856323"/>
              <a:gd name="csX77" fmla="*/ 141911 w 857246"/>
              <a:gd name="csY77" fmla="*/ 753447 h 856323"/>
              <a:gd name="csX78" fmla="*/ 131418 w 857246"/>
              <a:gd name="csY78" fmla="*/ 748684 h 856323"/>
              <a:gd name="csX79" fmla="*/ 31444 w 857246"/>
              <a:gd name="csY79" fmla="*/ 768665 h 856323"/>
              <a:gd name="csX80" fmla="*/ 119066 w 857246"/>
              <a:gd name="csY80" fmla="*/ 570535 h 856323"/>
              <a:gd name="csX81" fmla="*/ 133354 w 857246"/>
              <a:gd name="csY81" fmla="*/ 597213 h 856323"/>
              <a:gd name="csX82" fmla="*/ 168589 w 857246"/>
              <a:gd name="csY82" fmla="*/ 644838 h 856323"/>
              <a:gd name="csX83" fmla="*/ 227636 w 857246"/>
              <a:gd name="csY83" fmla="*/ 650568 h 856323"/>
              <a:gd name="csX84" fmla="*/ 260006 w 857246"/>
              <a:gd name="csY84" fmla="*/ 650568 h 856323"/>
              <a:gd name="csX85" fmla="*/ 543893 w 857246"/>
              <a:gd name="csY85" fmla="*/ 748684 h 856323"/>
              <a:gd name="csX86" fmla="*/ 533400 w 857246"/>
              <a:gd name="csY86" fmla="*/ 753447 h 856323"/>
              <a:gd name="csX87" fmla="*/ 492435 w 857246"/>
              <a:gd name="csY87" fmla="*/ 824884 h 856323"/>
              <a:gd name="csX88" fmla="*/ 415267 w 857246"/>
              <a:gd name="csY88" fmla="*/ 650567 h 856323"/>
              <a:gd name="csX89" fmla="*/ 447637 w 857246"/>
              <a:gd name="csY89" fmla="*/ 650567 h 856323"/>
              <a:gd name="csX90" fmla="*/ 506684 w 857246"/>
              <a:gd name="csY90" fmla="*/ 644837 h 856323"/>
              <a:gd name="csX91" fmla="*/ 541919 w 857246"/>
              <a:gd name="csY91" fmla="*/ 597212 h 856323"/>
              <a:gd name="csX92" fmla="*/ 556207 w 857246"/>
              <a:gd name="csY92" fmla="*/ 570535 h 856323"/>
              <a:gd name="csX93" fmla="*/ 643829 w 857246"/>
              <a:gd name="csY93" fmla="*/ 768664 h 856323"/>
              <a:gd name="csX94" fmla="*/ 664851 w 857246"/>
              <a:gd name="csY94" fmla="*/ 0 h 856323"/>
              <a:gd name="csX95" fmla="*/ 472455 w 857246"/>
              <a:gd name="csY95" fmla="*/ 192395 h 856323"/>
              <a:gd name="csX96" fmla="*/ 664851 w 857246"/>
              <a:gd name="csY96" fmla="*/ 384791 h 856323"/>
              <a:gd name="csX97" fmla="*/ 857246 w 857246"/>
              <a:gd name="csY97" fmla="*/ 192395 h 856323"/>
              <a:gd name="csX98" fmla="*/ 664851 w 857246"/>
              <a:gd name="csY98" fmla="*/ 0 h 856323"/>
              <a:gd name="csX99" fmla="*/ 664851 w 857246"/>
              <a:gd name="csY99" fmla="*/ 364817 h 856323"/>
              <a:gd name="csX100" fmla="*/ 492429 w 857246"/>
              <a:gd name="csY100" fmla="*/ 192395 h 856323"/>
              <a:gd name="csX101" fmla="*/ 664851 w 857246"/>
              <a:gd name="csY101" fmla="*/ 20945 h 856323"/>
              <a:gd name="csX102" fmla="*/ 837272 w 857246"/>
              <a:gd name="csY102" fmla="*/ 193367 h 856323"/>
              <a:gd name="csX103" fmla="*/ 664851 w 857246"/>
              <a:gd name="csY103" fmla="*/ 364817 h 856323"/>
              <a:gd name="csX104" fmla="*/ 724866 w 857246"/>
              <a:gd name="csY104" fmla="*/ 109538 h 856323"/>
              <a:gd name="csX105" fmla="*/ 627682 w 857246"/>
              <a:gd name="csY105" fmla="*/ 206683 h 856323"/>
              <a:gd name="csX106" fmla="*/ 596242 w 857246"/>
              <a:gd name="csY106" fmla="*/ 164788 h 856323"/>
              <a:gd name="csX107" fmla="*/ 573397 w 857246"/>
              <a:gd name="csY107" fmla="*/ 151468 h 856323"/>
              <a:gd name="csX108" fmla="*/ 547688 w 857246"/>
              <a:gd name="csY108" fmla="*/ 158129 h 856323"/>
              <a:gd name="csX109" fmla="*/ 534368 w 857246"/>
              <a:gd name="csY109" fmla="*/ 180973 h 856323"/>
              <a:gd name="csX110" fmla="*/ 541028 w 857246"/>
              <a:gd name="csY110" fmla="*/ 206683 h 856323"/>
              <a:gd name="csX111" fmla="*/ 597210 w 857246"/>
              <a:gd name="csY111" fmla="*/ 281915 h 856323"/>
              <a:gd name="csX112" fmla="*/ 621023 w 857246"/>
              <a:gd name="csY112" fmla="*/ 294306 h 856323"/>
              <a:gd name="csX113" fmla="*/ 623887 w 857246"/>
              <a:gd name="csY113" fmla="*/ 294306 h 856323"/>
              <a:gd name="csX114" fmla="*/ 646732 w 857246"/>
              <a:gd name="csY114" fmla="*/ 284781 h 856323"/>
              <a:gd name="csX115" fmla="*/ 773424 w 857246"/>
              <a:gd name="csY115" fmla="*/ 158089 h 856323"/>
              <a:gd name="csX116" fmla="*/ 783917 w 857246"/>
              <a:gd name="csY116" fmla="*/ 133308 h 856323"/>
              <a:gd name="csX117" fmla="*/ 773424 w 857246"/>
              <a:gd name="csY117" fmla="*/ 108528 h 856323"/>
              <a:gd name="csX118" fmla="*/ 724869 w 857246"/>
              <a:gd name="csY118" fmla="*/ 109533 h 856323"/>
              <a:gd name="csX119" fmla="*/ 759134 w 857246"/>
              <a:gd name="csY119" fmla="*/ 143843 h 856323"/>
              <a:gd name="csX120" fmla="*/ 632442 w 857246"/>
              <a:gd name="csY120" fmla="*/ 270497 h 856323"/>
              <a:gd name="csX121" fmla="*/ 622917 w 857246"/>
              <a:gd name="csY121" fmla="*/ 274292 h 856323"/>
              <a:gd name="csX122" fmla="*/ 614359 w 857246"/>
              <a:gd name="csY122" fmla="*/ 269529 h 856323"/>
              <a:gd name="csX123" fmla="*/ 558177 w 857246"/>
              <a:gd name="csY123" fmla="*/ 194297 h 856323"/>
              <a:gd name="csX124" fmla="*/ 555312 w 857246"/>
              <a:gd name="csY124" fmla="*/ 183804 h 856323"/>
              <a:gd name="csX125" fmla="*/ 561042 w 857246"/>
              <a:gd name="csY125" fmla="*/ 174279 h 856323"/>
              <a:gd name="csX126" fmla="*/ 569600 w 857246"/>
              <a:gd name="csY126" fmla="*/ 171414 h 856323"/>
              <a:gd name="csX127" fmla="*/ 571497 w 857246"/>
              <a:gd name="csY127" fmla="*/ 171414 h 856323"/>
              <a:gd name="csX128" fmla="*/ 581022 w 857246"/>
              <a:gd name="csY128" fmla="*/ 177144 h 856323"/>
              <a:gd name="csX129" fmla="*/ 619122 w 857246"/>
              <a:gd name="csY129" fmla="*/ 227634 h 856323"/>
              <a:gd name="csX130" fmla="*/ 626750 w 857246"/>
              <a:gd name="csY130" fmla="*/ 231430 h 856323"/>
              <a:gd name="csX131" fmla="*/ 634377 w 857246"/>
              <a:gd name="csY131" fmla="*/ 228565 h 856323"/>
              <a:gd name="csX132" fmla="*/ 739152 w 857246"/>
              <a:gd name="csY132" fmla="*/ 123828 h 856323"/>
              <a:gd name="csX133" fmla="*/ 759170 w 857246"/>
              <a:gd name="csY133" fmla="*/ 123828 h 856323"/>
              <a:gd name="csX134" fmla="*/ 762965 w 857246"/>
              <a:gd name="csY134" fmla="*/ 133353 h 856323"/>
              <a:gd name="csX135" fmla="*/ 759133 w 857246"/>
              <a:gd name="csY135" fmla="*/ 143845 h 856323"/>
              <a:gd name="csX136" fmla="*/ 524838 w 857246"/>
              <a:gd name="csY136" fmla="*/ 370509 h 856323"/>
              <a:gd name="csX137" fmla="*/ 536260 w 857246"/>
              <a:gd name="csY137" fmla="*/ 360984 h 856323"/>
              <a:gd name="csX138" fmla="*/ 545785 w 857246"/>
              <a:gd name="csY138" fmla="*/ 372407 h 856323"/>
              <a:gd name="csX139" fmla="*/ 479110 w 857246"/>
              <a:gd name="csY139" fmla="*/ 505757 h 856323"/>
              <a:gd name="csX140" fmla="*/ 339102 w 857246"/>
              <a:gd name="csY140" fmla="*/ 560041 h 856323"/>
              <a:gd name="csX141" fmla="*/ 128581 w 857246"/>
              <a:gd name="csY141" fmla="*/ 352425 h 856323"/>
              <a:gd name="csX142" fmla="*/ 337159 w 857246"/>
              <a:gd name="csY142" fmla="*/ 143847 h 856323"/>
              <a:gd name="csX143" fmla="*/ 448592 w 857246"/>
              <a:gd name="csY143" fmla="*/ 176216 h 856323"/>
              <a:gd name="csX144" fmla="*/ 451457 w 857246"/>
              <a:gd name="csY144" fmla="*/ 190504 h 856323"/>
              <a:gd name="csX145" fmla="*/ 437170 w 857246"/>
              <a:gd name="csY145" fmla="*/ 193369 h 856323"/>
              <a:gd name="csX146" fmla="*/ 336186 w 857246"/>
              <a:gd name="csY146" fmla="*/ 163826 h 856323"/>
              <a:gd name="csX147" fmla="*/ 148553 w 857246"/>
              <a:gd name="csY147" fmla="*/ 351459 h 856323"/>
              <a:gd name="csX148" fmla="*/ 336186 w 857246"/>
              <a:gd name="csY148" fmla="*/ 539092 h 856323"/>
              <a:gd name="csX149" fmla="*/ 524828 w 857246"/>
              <a:gd name="csY149" fmla="*/ 370509 h 856323"/>
              <a:gd name="csX150" fmla="*/ 469585 w 857246"/>
              <a:gd name="csY150" fmla="*/ 288616 h 856323"/>
              <a:gd name="csX151" fmla="*/ 382893 w 857246"/>
              <a:gd name="csY151" fmla="*/ 287649 h 856323"/>
              <a:gd name="csX152" fmla="*/ 355285 w 857246"/>
              <a:gd name="csY152" fmla="*/ 204789 h 856323"/>
              <a:gd name="csX153" fmla="*/ 338133 w 857246"/>
              <a:gd name="csY153" fmla="*/ 192399 h 856323"/>
              <a:gd name="csX154" fmla="*/ 320980 w 857246"/>
              <a:gd name="csY154" fmla="*/ 204789 h 856323"/>
              <a:gd name="csX155" fmla="*/ 293373 w 857246"/>
              <a:gd name="csY155" fmla="*/ 287649 h 856323"/>
              <a:gd name="csX156" fmla="*/ 206680 w 857246"/>
              <a:gd name="csY156" fmla="*/ 288616 h 856323"/>
              <a:gd name="csX157" fmla="*/ 189528 w 857246"/>
              <a:gd name="csY157" fmla="*/ 301006 h 856323"/>
              <a:gd name="csX158" fmla="*/ 196188 w 857246"/>
              <a:gd name="csY158" fmla="*/ 321024 h 856323"/>
              <a:gd name="csX159" fmla="*/ 265728 w 857246"/>
              <a:gd name="csY159" fmla="*/ 372444 h 856323"/>
              <a:gd name="csX160" fmla="*/ 239050 w 857246"/>
              <a:gd name="csY160" fmla="*/ 455304 h 856323"/>
              <a:gd name="csX161" fmla="*/ 245710 w 857246"/>
              <a:gd name="csY161" fmla="*/ 475321 h 856323"/>
              <a:gd name="csX162" fmla="*/ 256203 w 857246"/>
              <a:gd name="csY162" fmla="*/ 479116 h 856323"/>
              <a:gd name="csX163" fmla="*/ 266696 w 857246"/>
              <a:gd name="csY163" fmla="*/ 475321 h 856323"/>
              <a:gd name="csX164" fmla="*/ 337165 w 857246"/>
              <a:gd name="csY164" fmla="*/ 424831 h 856323"/>
              <a:gd name="csX165" fmla="*/ 407635 w 857246"/>
              <a:gd name="csY165" fmla="*/ 475321 h 856323"/>
              <a:gd name="csX166" fmla="*/ 429550 w 857246"/>
              <a:gd name="csY166" fmla="*/ 475321 h 856323"/>
              <a:gd name="csX167" fmla="*/ 436210 w 857246"/>
              <a:gd name="csY167" fmla="*/ 455304 h 856323"/>
              <a:gd name="csX168" fmla="*/ 409570 w 857246"/>
              <a:gd name="csY168" fmla="*/ 373373 h 856323"/>
              <a:gd name="csX169" fmla="*/ 479110 w 857246"/>
              <a:gd name="csY169" fmla="*/ 321954 h 856323"/>
              <a:gd name="csX170" fmla="*/ 485770 w 857246"/>
              <a:gd name="csY170" fmla="*/ 301936 h 856323"/>
              <a:gd name="csX171" fmla="*/ 469585 w 857246"/>
              <a:gd name="csY171" fmla="*/ 288616 h 856323"/>
              <a:gd name="csX172" fmla="*/ 391488 w 857246"/>
              <a:gd name="csY172" fmla="*/ 361951 h 856323"/>
              <a:gd name="csX173" fmla="*/ 387693 w 857246"/>
              <a:gd name="csY173" fmla="*/ 373373 h 856323"/>
              <a:gd name="csX174" fmla="*/ 414370 w 857246"/>
              <a:gd name="csY174" fmla="*/ 457201 h 856323"/>
              <a:gd name="csX175" fmla="*/ 342933 w 857246"/>
              <a:gd name="csY175" fmla="*/ 405781 h 856323"/>
              <a:gd name="csX176" fmla="*/ 330543 w 857246"/>
              <a:gd name="csY176" fmla="*/ 405781 h 856323"/>
              <a:gd name="csX177" fmla="*/ 259105 w 857246"/>
              <a:gd name="csY177" fmla="*/ 457201 h 856323"/>
              <a:gd name="csX178" fmla="*/ 285783 w 857246"/>
              <a:gd name="csY178" fmla="*/ 373373 h 856323"/>
              <a:gd name="csX179" fmla="*/ 281988 w 857246"/>
              <a:gd name="csY179" fmla="*/ 361951 h 856323"/>
              <a:gd name="csX180" fmla="*/ 211518 w 857246"/>
              <a:gd name="csY180" fmla="*/ 309563 h 856323"/>
              <a:gd name="csX181" fmla="*/ 299140 w 857246"/>
              <a:gd name="csY181" fmla="*/ 308596 h 856323"/>
              <a:gd name="csX182" fmla="*/ 308665 w 857246"/>
              <a:gd name="csY182" fmla="*/ 301936 h 856323"/>
              <a:gd name="csX183" fmla="*/ 336273 w 857246"/>
              <a:gd name="csY183" fmla="*/ 219076 h 856323"/>
              <a:gd name="csX184" fmla="*/ 363880 w 857246"/>
              <a:gd name="csY184" fmla="*/ 301936 h 856323"/>
              <a:gd name="csX185" fmla="*/ 373405 w 857246"/>
              <a:gd name="csY185" fmla="*/ 308596 h 856323"/>
              <a:gd name="csX186" fmla="*/ 461027 w 857246"/>
              <a:gd name="csY186" fmla="*/ 309563 h 8563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Lst>
            <a:rect l="l" t="t" r="r" b="b"/>
            <a:pathLst>
              <a:path w="857246" h="856323">
                <a:moveTo>
                  <a:pt x="572468" y="558184"/>
                </a:moveTo>
                <a:cubicBezTo>
                  <a:pt x="575333" y="557217"/>
                  <a:pt x="578198" y="556286"/>
                  <a:pt x="581025" y="555319"/>
                </a:cubicBezTo>
                <a:cubicBezTo>
                  <a:pt x="601973" y="550557"/>
                  <a:pt x="619125" y="538167"/>
                  <a:pt x="628650" y="520084"/>
                </a:cubicBezTo>
                <a:cubicBezTo>
                  <a:pt x="639143" y="502002"/>
                  <a:pt x="641041" y="481017"/>
                  <a:pt x="634380" y="461037"/>
                </a:cubicBezTo>
                <a:cubicBezTo>
                  <a:pt x="629618" y="445782"/>
                  <a:pt x="631515" y="429597"/>
                  <a:pt x="640110" y="416277"/>
                </a:cubicBezTo>
                <a:cubicBezTo>
                  <a:pt x="642975" y="411515"/>
                  <a:pt x="642008" y="404855"/>
                  <a:pt x="637245" y="401990"/>
                </a:cubicBezTo>
                <a:cubicBezTo>
                  <a:pt x="632483" y="399124"/>
                  <a:pt x="625823" y="400092"/>
                  <a:pt x="622958" y="404854"/>
                </a:cubicBezTo>
                <a:cubicBezTo>
                  <a:pt x="611535" y="422937"/>
                  <a:pt x="608670" y="445820"/>
                  <a:pt x="614400" y="466767"/>
                </a:cubicBezTo>
                <a:cubicBezTo>
                  <a:pt x="619163" y="482022"/>
                  <a:pt x="617265" y="496310"/>
                  <a:pt x="609638" y="509629"/>
                </a:cubicBezTo>
                <a:cubicBezTo>
                  <a:pt x="602010" y="522949"/>
                  <a:pt x="590588" y="531545"/>
                  <a:pt x="575332" y="534410"/>
                </a:cubicBezTo>
                <a:cubicBezTo>
                  <a:pt x="547725" y="541070"/>
                  <a:pt x="525810" y="562985"/>
                  <a:pt x="519150" y="590592"/>
                </a:cubicBezTo>
                <a:cubicBezTo>
                  <a:pt x="515355" y="605847"/>
                  <a:pt x="506760" y="618199"/>
                  <a:pt x="494370" y="624897"/>
                </a:cubicBezTo>
                <a:cubicBezTo>
                  <a:pt x="481050" y="632525"/>
                  <a:pt x="466763" y="633455"/>
                  <a:pt x="451507" y="629660"/>
                </a:cubicBezTo>
                <a:cubicBezTo>
                  <a:pt x="423900" y="621102"/>
                  <a:pt x="394357" y="629660"/>
                  <a:pt x="374340" y="650607"/>
                </a:cubicBezTo>
                <a:cubicBezTo>
                  <a:pt x="363847" y="662029"/>
                  <a:pt x="350527" y="667760"/>
                  <a:pt x="335272" y="667760"/>
                </a:cubicBezTo>
                <a:cubicBezTo>
                  <a:pt x="320017" y="667760"/>
                  <a:pt x="306697" y="662030"/>
                  <a:pt x="296204" y="650607"/>
                </a:cubicBezTo>
                <a:cubicBezTo>
                  <a:pt x="277154" y="629660"/>
                  <a:pt x="246682" y="621064"/>
                  <a:pt x="219036" y="629660"/>
                </a:cubicBezTo>
                <a:cubicBezTo>
                  <a:pt x="203781" y="634422"/>
                  <a:pt x="189494" y="632525"/>
                  <a:pt x="176174" y="624897"/>
                </a:cubicBezTo>
                <a:cubicBezTo>
                  <a:pt x="162854" y="617270"/>
                  <a:pt x="154259" y="605847"/>
                  <a:pt x="151394" y="590592"/>
                </a:cubicBezTo>
                <a:cubicBezTo>
                  <a:pt x="144734" y="562985"/>
                  <a:pt x="122819" y="541070"/>
                  <a:pt x="95211" y="534410"/>
                </a:cubicBezTo>
                <a:cubicBezTo>
                  <a:pt x="79956" y="530615"/>
                  <a:pt x="67604" y="522020"/>
                  <a:pt x="60906" y="509629"/>
                </a:cubicBezTo>
                <a:cubicBezTo>
                  <a:pt x="53279" y="496310"/>
                  <a:pt x="52348" y="482022"/>
                  <a:pt x="56144" y="466767"/>
                </a:cubicBezTo>
                <a:cubicBezTo>
                  <a:pt x="64701" y="439160"/>
                  <a:pt x="56144" y="409617"/>
                  <a:pt x="35196" y="389599"/>
                </a:cubicBezTo>
                <a:cubicBezTo>
                  <a:pt x="23774" y="379106"/>
                  <a:pt x="18044" y="365787"/>
                  <a:pt x="18044" y="350531"/>
                </a:cubicBezTo>
                <a:cubicBezTo>
                  <a:pt x="18044" y="335276"/>
                  <a:pt x="23773" y="321956"/>
                  <a:pt x="35196" y="311464"/>
                </a:cubicBezTo>
                <a:cubicBezTo>
                  <a:pt x="56144" y="292414"/>
                  <a:pt x="64739" y="261941"/>
                  <a:pt x="56144" y="234296"/>
                </a:cubicBezTo>
                <a:cubicBezTo>
                  <a:pt x="51381" y="219041"/>
                  <a:pt x="53279" y="204753"/>
                  <a:pt x="60906" y="191433"/>
                </a:cubicBezTo>
                <a:cubicBezTo>
                  <a:pt x="68534" y="178114"/>
                  <a:pt x="79956" y="169518"/>
                  <a:pt x="95211" y="166653"/>
                </a:cubicBezTo>
                <a:cubicBezTo>
                  <a:pt x="122819" y="159993"/>
                  <a:pt x="144734" y="138078"/>
                  <a:pt x="151394" y="110471"/>
                </a:cubicBezTo>
                <a:cubicBezTo>
                  <a:pt x="155189" y="95216"/>
                  <a:pt x="163784" y="82864"/>
                  <a:pt x="176174" y="76166"/>
                </a:cubicBezTo>
                <a:cubicBezTo>
                  <a:pt x="189494" y="68538"/>
                  <a:pt x="203781" y="67608"/>
                  <a:pt x="219036" y="71403"/>
                </a:cubicBezTo>
                <a:cubicBezTo>
                  <a:pt x="246644" y="79961"/>
                  <a:pt x="276186" y="71403"/>
                  <a:pt x="296204" y="50456"/>
                </a:cubicBezTo>
                <a:cubicBezTo>
                  <a:pt x="306697" y="39033"/>
                  <a:pt x="320017" y="33303"/>
                  <a:pt x="335272" y="33303"/>
                </a:cubicBezTo>
                <a:cubicBezTo>
                  <a:pt x="350527" y="33303"/>
                  <a:pt x="363847" y="39033"/>
                  <a:pt x="374340" y="50456"/>
                </a:cubicBezTo>
                <a:cubicBezTo>
                  <a:pt x="393390" y="71403"/>
                  <a:pt x="423862" y="79999"/>
                  <a:pt x="451507" y="71403"/>
                </a:cubicBezTo>
                <a:cubicBezTo>
                  <a:pt x="462000" y="68538"/>
                  <a:pt x="471525" y="67608"/>
                  <a:pt x="481050" y="70436"/>
                </a:cubicBezTo>
                <a:cubicBezTo>
                  <a:pt x="486780" y="72333"/>
                  <a:pt x="492472" y="68538"/>
                  <a:pt x="493440" y="62808"/>
                </a:cubicBezTo>
                <a:cubicBezTo>
                  <a:pt x="495338" y="57079"/>
                  <a:pt x="491543" y="51386"/>
                  <a:pt x="485813" y="50418"/>
                </a:cubicBezTo>
                <a:cubicBezTo>
                  <a:pt x="472493" y="46623"/>
                  <a:pt x="458205" y="47553"/>
                  <a:pt x="444848" y="51386"/>
                </a:cubicBezTo>
                <a:cubicBezTo>
                  <a:pt x="424830" y="58046"/>
                  <a:pt x="402953" y="51386"/>
                  <a:pt x="389595" y="36130"/>
                </a:cubicBezTo>
                <a:cubicBezTo>
                  <a:pt x="375307" y="20875"/>
                  <a:pt x="356257" y="12318"/>
                  <a:pt x="335310" y="12318"/>
                </a:cubicBezTo>
                <a:cubicBezTo>
                  <a:pt x="314363" y="12318"/>
                  <a:pt x="295313" y="20876"/>
                  <a:pt x="281025" y="36130"/>
                </a:cubicBezTo>
                <a:cubicBezTo>
                  <a:pt x="266738" y="51386"/>
                  <a:pt x="244823" y="57078"/>
                  <a:pt x="225773" y="51386"/>
                </a:cubicBezTo>
                <a:cubicBezTo>
                  <a:pt x="205755" y="44726"/>
                  <a:pt x="184807" y="47591"/>
                  <a:pt x="166725" y="57116"/>
                </a:cubicBezTo>
                <a:cubicBezTo>
                  <a:pt x="148643" y="67608"/>
                  <a:pt x="136253" y="84723"/>
                  <a:pt x="131490" y="104741"/>
                </a:cubicBezTo>
                <a:cubicBezTo>
                  <a:pt x="126728" y="124758"/>
                  <a:pt x="110543" y="140943"/>
                  <a:pt x="90525" y="145706"/>
                </a:cubicBezTo>
                <a:cubicBezTo>
                  <a:pt x="69578" y="150468"/>
                  <a:pt x="52425" y="162858"/>
                  <a:pt x="42900" y="180941"/>
                </a:cubicBezTo>
                <a:cubicBezTo>
                  <a:pt x="32407" y="199023"/>
                  <a:pt x="30510" y="220008"/>
                  <a:pt x="37170" y="239988"/>
                </a:cubicBezTo>
                <a:cubicBezTo>
                  <a:pt x="42900" y="260006"/>
                  <a:pt x="37170" y="281883"/>
                  <a:pt x="21915" y="295241"/>
                </a:cubicBezTo>
                <a:cubicBezTo>
                  <a:pt x="8558" y="312430"/>
                  <a:pt x="0" y="331480"/>
                  <a:pt x="0" y="352428"/>
                </a:cubicBezTo>
                <a:cubicBezTo>
                  <a:pt x="0" y="373375"/>
                  <a:pt x="8558" y="392425"/>
                  <a:pt x="23813" y="406713"/>
                </a:cubicBezTo>
                <a:cubicBezTo>
                  <a:pt x="39067" y="421000"/>
                  <a:pt x="44760" y="442915"/>
                  <a:pt x="39068" y="461965"/>
                </a:cubicBezTo>
                <a:cubicBezTo>
                  <a:pt x="32408" y="481983"/>
                  <a:pt x="35273" y="502930"/>
                  <a:pt x="44798" y="521013"/>
                </a:cubicBezTo>
                <a:cubicBezTo>
                  <a:pt x="55290" y="539095"/>
                  <a:pt x="72405" y="551485"/>
                  <a:pt x="92423" y="556247"/>
                </a:cubicBezTo>
                <a:cubicBezTo>
                  <a:pt x="95288" y="557215"/>
                  <a:pt x="98152" y="558145"/>
                  <a:pt x="100980" y="559112"/>
                </a:cubicBezTo>
                <a:lnTo>
                  <a:pt x="4759" y="778187"/>
                </a:lnTo>
                <a:cubicBezTo>
                  <a:pt x="2861" y="781983"/>
                  <a:pt x="3791" y="785815"/>
                  <a:pt x="5726" y="788680"/>
                </a:cubicBezTo>
                <a:cubicBezTo>
                  <a:pt x="8591" y="791545"/>
                  <a:pt x="12386" y="793443"/>
                  <a:pt x="16219" y="792475"/>
                </a:cubicBezTo>
                <a:lnTo>
                  <a:pt x="127652" y="769631"/>
                </a:lnTo>
                <a:lnTo>
                  <a:pt x="175277" y="851561"/>
                </a:lnTo>
                <a:cubicBezTo>
                  <a:pt x="177174" y="854426"/>
                  <a:pt x="180039" y="856323"/>
                  <a:pt x="183834" y="856323"/>
                </a:cubicBezTo>
                <a:lnTo>
                  <a:pt x="184802" y="856323"/>
                </a:lnTo>
                <a:cubicBezTo>
                  <a:pt x="188597" y="856323"/>
                  <a:pt x="192429" y="853458"/>
                  <a:pt x="193359" y="850593"/>
                </a:cubicBezTo>
                <a:lnTo>
                  <a:pt x="278117" y="660093"/>
                </a:lnTo>
                <a:cubicBezTo>
                  <a:pt x="280014" y="661991"/>
                  <a:pt x="281912" y="662958"/>
                  <a:pt x="283847" y="664856"/>
                </a:cubicBezTo>
                <a:cubicBezTo>
                  <a:pt x="298134" y="680111"/>
                  <a:pt x="317184" y="688668"/>
                  <a:pt x="338131" y="688668"/>
                </a:cubicBezTo>
                <a:cubicBezTo>
                  <a:pt x="359079" y="688668"/>
                  <a:pt x="378129" y="680111"/>
                  <a:pt x="392416" y="664856"/>
                </a:cubicBezTo>
                <a:cubicBezTo>
                  <a:pt x="394314" y="662958"/>
                  <a:pt x="396211" y="661061"/>
                  <a:pt x="398146" y="660093"/>
                </a:cubicBezTo>
                <a:lnTo>
                  <a:pt x="482903" y="850593"/>
                </a:lnTo>
                <a:cubicBezTo>
                  <a:pt x="484801" y="854389"/>
                  <a:pt x="487666" y="856323"/>
                  <a:pt x="491461" y="856323"/>
                </a:cubicBezTo>
                <a:lnTo>
                  <a:pt x="492428" y="856323"/>
                </a:lnTo>
                <a:cubicBezTo>
                  <a:pt x="496224" y="856323"/>
                  <a:pt x="499088" y="854426"/>
                  <a:pt x="500986" y="851561"/>
                </a:cubicBezTo>
                <a:lnTo>
                  <a:pt x="548611" y="769631"/>
                </a:lnTo>
                <a:lnTo>
                  <a:pt x="660044" y="792475"/>
                </a:lnTo>
                <a:cubicBezTo>
                  <a:pt x="663839" y="793443"/>
                  <a:pt x="667671" y="791508"/>
                  <a:pt x="670537" y="788680"/>
                </a:cubicBezTo>
                <a:cubicBezTo>
                  <a:pt x="673402" y="785815"/>
                  <a:pt x="673402" y="782020"/>
                  <a:pt x="671504" y="778187"/>
                </a:cubicBezTo>
                <a:close/>
                <a:moveTo>
                  <a:pt x="182876" y="824884"/>
                </a:moveTo>
                <a:lnTo>
                  <a:pt x="141911" y="753447"/>
                </a:lnTo>
                <a:cubicBezTo>
                  <a:pt x="140014" y="749651"/>
                  <a:pt x="135251" y="747717"/>
                  <a:pt x="131418" y="748684"/>
                </a:cubicBezTo>
                <a:lnTo>
                  <a:pt x="31444" y="768665"/>
                </a:lnTo>
                <a:lnTo>
                  <a:pt x="119066" y="570535"/>
                </a:lnTo>
                <a:cubicBezTo>
                  <a:pt x="125726" y="577195"/>
                  <a:pt x="131456" y="586720"/>
                  <a:pt x="133354" y="597213"/>
                </a:cubicBezTo>
                <a:cubicBezTo>
                  <a:pt x="138116" y="618160"/>
                  <a:pt x="150506" y="635313"/>
                  <a:pt x="168589" y="644838"/>
                </a:cubicBezTo>
                <a:cubicBezTo>
                  <a:pt x="186671" y="655331"/>
                  <a:pt x="207656" y="657228"/>
                  <a:pt x="227636" y="650568"/>
                </a:cubicBezTo>
                <a:cubicBezTo>
                  <a:pt x="238129" y="646772"/>
                  <a:pt x="249551" y="647703"/>
                  <a:pt x="260006" y="650568"/>
                </a:cubicBezTo>
                <a:close/>
                <a:moveTo>
                  <a:pt x="543893" y="748684"/>
                </a:moveTo>
                <a:cubicBezTo>
                  <a:pt x="539130" y="747717"/>
                  <a:pt x="535335" y="749651"/>
                  <a:pt x="533400" y="753447"/>
                </a:cubicBezTo>
                <a:lnTo>
                  <a:pt x="492435" y="824884"/>
                </a:lnTo>
                <a:lnTo>
                  <a:pt x="415267" y="650567"/>
                </a:lnTo>
                <a:cubicBezTo>
                  <a:pt x="425760" y="647702"/>
                  <a:pt x="437182" y="646772"/>
                  <a:pt x="447637" y="650567"/>
                </a:cubicBezTo>
                <a:cubicBezTo>
                  <a:pt x="467655" y="657227"/>
                  <a:pt x="488602" y="654362"/>
                  <a:pt x="506684" y="644837"/>
                </a:cubicBezTo>
                <a:cubicBezTo>
                  <a:pt x="524767" y="634344"/>
                  <a:pt x="537157" y="617230"/>
                  <a:pt x="541919" y="597212"/>
                </a:cubicBezTo>
                <a:cubicBezTo>
                  <a:pt x="543817" y="586719"/>
                  <a:pt x="549547" y="578162"/>
                  <a:pt x="556207" y="570535"/>
                </a:cubicBezTo>
                <a:lnTo>
                  <a:pt x="643829" y="768664"/>
                </a:lnTo>
                <a:close/>
                <a:moveTo>
                  <a:pt x="664851" y="0"/>
                </a:moveTo>
                <a:cubicBezTo>
                  <a:pt x="558180" y="0"/>
                  <a:pt x="472455" y="86693"/>
                  <a:pt x="472455" y="192395"/>
                </a:cubicBezTo>
                <a:cubicBezTo>
                  <a:pt x="472455" y="298142"/>
                  <a:pt x="559148" y="384791"/>
                  <a:pt x="664851" y="384791"/>
                </a:cubicBezTo>
                <a:cubicBezTo>
                  <a:pt x="770559" y="384791"/>
                  <a:pt x="857246" y="299066"/>
                  <a:pt x="857246" y="192395"/>
                </a:cubicBezTo>
                <a:cubicBezTo>
                  <a:pt x="857246" y="85725"/>
                  <a:pt x="770553" y="0"/>
                  <a:pt x="664851" y="0"/>
                </a:cubicBezTo>
                <a:close/>
                <a:moveTo>
                  <a:pt x="664851" y="364817"/>
                </a:moveTo>
                <a:cubicBezTo>
                  <a:pt x="569601" y="364817"/>
                  <a:pt x="492429" y="287649"/>
                  <a:pt x="492429" y="192395"/>
                </a:cubicBezTo>
                <a:cubicBezTo>
                  <a:pt x="492429" y="97142"/>
                  <a:pt x="569597" y="20945"/>
                  <a:pt x="664851" y="20945"/>
                </a:cubicBezTo>
                <a:cubicBezTo>
                  <a:pt x="760105" y="20945"/>
                  <a:pt x="837272" y="98113"/>
                  <a:pt x="837272" y="193367"/>
                </a:cubicBezTo>
                <a:cubicBezTo>
                  <a:pt x="837235" y="288617"/>
                  <a:pt x="759138" y="364817"/>
                  <a:pt x="664851" y="364817"/>
                </a:cubicBezTo>
                <a:close/>
                <a:moveTo>
                  <a:pt x="724866" y="109538"/>
                </a:moveTo>
                <a:lnTo>
                  <a:pt x="627682" y="206683"/>
                </a:lnTo>
                <a:lnTo>
                  <a:pt x="596242" y="164788"/>
                </a:lnTo>
                <a:cubicBezTo>
                  <a:pt x="590512" y="157161"/>
                  <a:pt x="582922" y="152398"/>
                  <a:pt x="573397" y="151468"/>
                </a:cubicBezTo>
                <a:cubicBezTo>
                  <a:pt x="563872" y="150501"/>
                  <a:pt x="555315" y="152436"/>
                  <a:pt x="547688" y="158129"/>
                </a:cubicBezTo>
                <a:cubicBezTo>
                  <a:pt x="540060" y="163858"/>
                  <a:pt x="535297" y="171448"/>
                  <a:pt x="534368" y="180973"/>
                </a:cubicBezTo>
                <a:cubicBezTo>
                  <a:pt x="533400" y="190498"/>
                  <a:pt x="535335" y="199056"/>
                  <a:pt x="541028" y="206683"/>
                </a:cubicBezTo>
                <a:lnTo>
                  <a:pt x="597210" y="281915"/>
                </a:lnTo>
                <a:cubicBezTo>
                  <a:pt x="602940" y="289543"/>
                  <a:pt x="611498" y="294306"/>
                  <a:pt x="621023" y="294306"/>
                </a:cubicBezTo>
                <a:lnTo>
                  <a:pt x="623887" y="294306"/>
                </a:lnTo>
                <a:cubicBezTo>
                  <a:pt x="632445" y="294306"/>
                  <a:pt x="640072" y="291441"/>
                  <a:pt x="646732" y="284781"/>
                </a:cubicBezTo>
                <a:lnTo>
                  <a:pt x="773424" y="158089"/>
                </a:lnTo>
                <a:cubicBezTo>
                  <a:pt x="780084" y="151428"/>
                  <a:pt x="783917" y="142833"/>
                  <a:pt x="783917" y="133308"/>
                </a:cubicBezTo>
                <a:cubicBezTo>
                  <a:pt x="783917" y="123783"/>
                  <a:pt x="780122" y="115226"/>
                  <a:pt x="773424" y="108528"/>
                </a:cubicBezTo>
                <a:cubicBezTo>
                  <a:pt x="760105" y="96212"/>
                  <a:pt x="738189" y="96212"/>
                  <a:pt x="724869" y="109533"/>
                </a:cubicBezTo>
                <a:close/>
                <a:moveTo>
                  <a:pt x="759134" y="143843"/>
                </a:moveTo>
                <a:lnTo>
                  <a:pt x="632442" y="270497"/>
                </a:lnTo>
                <a:cubicBezTo>
                  <a:pt x="629577" y="273362"/>
                  <a:pt x="626712" y="274292"/>
                  <a:pt x="622917" y="274292"/>
                </a:cubicBezTo>
                <a:cubicBezTo>
                  <a:pt x="619122" y="274292"/>
                  <a:pt x="616257" y="272394"/>
                  <a:pt x="614359" y="269529"/>
                </a:cubicBezTo>
                <a:lnTo>
                  <a:pt x="558177" y="194297"/>
                </a:lnTo>
                <a:cubicBezTo>
                  <a:pt x="556279" y="191432"/>
                  <a:pt x="555312" y="187637"/>
                  <a:pt x="555312" y="183804"/>
                </a:cubicBezTo>
                <a:cubicBezTo>
                  <a:pt x="556279" y="180009"/>
                  <a:pt x="558177" y="177144"/>
                  <a:pt x="561042" y="174279"/>
                </a:cubicBezTo>
                <a:cubicBezTo>
                  <a:pt x="563907" y="172382"/>
                  <a:pt x="566772" y="171414"/>
                  <a:pt x="569600" y="171414"/>
                </a:cubicBezTo>
                <a:lnTo>
                  <a:pt x="571497" y="171414"/>
                </a:lnTo>
                <a:cubicBezTo>
                  <a:pt x="575292" y="172382"/>
                  <a:pt x="578157" y="174279"/>
                  <a:pt x="581022" y="177144"/>
                </a:cubicBezTo>
                <a:lnTo>
                  <a:pt x="619122" y="227634"/>
                </a:lnTo>
                <a:cubicBezTo>
                  <a:pt x="621020" y="229532"/>
                  <a:pt x="623885" y="231430"/>
                  <a:pt x="626750" y="231430"/>
                </a:cubicBezTo>
                <a:cubicBezTo>
                  <a:pt x="629615" y="231430"/>
                  <a:pt x="632479" y="230462"/>
                  <a:pt x="634377" y="228565"/>
                </a:cubicBezTo>
                <a:lnTo>
                  <a:pt x="739152" y="123828"/>
                </a:lnTo>
                <a:cubicBezTo>
                  <a:pt x="744882" y="118098"/>
                  <a:pt x="753440" y="118098"/>
                  <a:pt x="759170" y="123828"/>
                </a:cubicBezTo>
                <a:cubicBezTo>
                  <a:pt x="762035" y="126693"/>
                  <a:pt x="762965" y="129558"/>
                  <a:pt x="762965" y="133353"/>
                </a:cubicBezTo>
                <a:cubicBezTo>
                  <a:pt x="762965" y="137148"/>
                  <a:pt x="761998" y="140980"/>
                  <a:pt x="759133" y="143845"/>
                </a:cubicBezTo>
                <a:close/>
                <a:moveTo>
                  <a:pt x="524838" y="370509"/>
                </a:moveTo>
                <a:cubicBezTo>
                  <a:pt x="525805" y="364779"/>
                  <a:pt x="530568" y="360984"/>
                  <a:pt x="536260" y="360984"/>
                </a:cubicBezTo>
                <a:cubicBezTo>
                  <a:pt x="541990" y="361952"/>
                  <a:pt x="545785" y="366714"/>
                  <a:pt x="545785" y="372407"/>
                </a:cubicBezTo>
                <a:cubicBezTo>
                  <a:pt x="541023" y="423826"/>
                  <a:pt x="517210" y="471448"/>
                  <a:pt x="479110" y="505757"/>
                </a:cubicBezTo>
                <a:cubicBezTo>
                  <a:pt x="441010" y="540991"/>
                  <a:pt x="390520" y="560041"/>
                  <a:pt x="339102" y="560041"/>
                </a:cubicBezTo>
                <a:cubicBezTo>
                  <a:pt x="222869" y="561009"/>
                  <a:pt x="128581" y="466726"/>
                  <a:pt x="128581" y="352425"/>
                </a:cubicBezTo>
                <a:cubicBezTo>
                  <a:pt x="128581" y="238124"/>
                  <a:pt x="221933" y="143847"/>
                  <a:pt x="337159" y="143847"/>
                </a:cubicBezTo>
                <a:cubicBezTo>
                  <a:pt x="377157" y="143847"/>
                  <a:pt x="415257" y="155269"/>
                  <a:pt x="448592" y="176216"/>
                </a:cubicBezTo>
                <a:cubicBezTo>
                  <a:pt x="453355" y="179081"/>
                  <a:pt x="454322" y="185741"/>
                  <a:pt x="451457" y="190504"/>
                </a:cubicBezTo>
                <a:cubicBezTo>
                  <a:pt x="448592" y="195266"/>
                  <a:pt x="441932" y="197164"/>
                  <a:pt x="437170" y="193369"/>
                </a:cubicBezTo>
                <a:cubicBezTo>
                  <a:pt x="406697" y="174319"/>
                  <a:pt x="372392" y="163826"/>
                  <a:pt x="336186" y="163826"/>
                </a:cubicBezTo>
                <a:cubicBezTo>
                  <a:pt x="232382" y="163826"/>
                  <a:pt x="148553" y="248583"/>
                  <a:pt x="148553" y="351459"/>
                </a:cubicBezTo>
                <a:cubicBezTo>
                  <a:pt x="148553" y="454339"/>
                  <a:pt x="233310" y="539092"/>
                  <a:pt x="336186" y="539092"/>
                </a:cubicBezTo>
                <a:cubicBezTo>
                  <a:pt x="434341" y="540059"/>
                  <a:pt x="515303" y="467692"/>
                  <a:pt x="524828" y="370509"/>
                </a:cubicBezTo>
                <a:close/>
                <a:moveTo>
                  <a:pt x="469585" y="288616"/>
                </a:moveTo>
                <a:lnTo>
                  <a:pt x="382893" y="287649"/>
                </a:lnTo>
                <a:lnTo>
                  <a:pt x="355285" y="204789"/>
                </a:lnTo>
                <a:cubicBezTo>
                  <a:pt x="352420" y="197161"/>
                  <a:pt x="345760" y="192399"/>
                  <a:pt x="338133" y="192399"/>
                </a:cubicBezTo>
                <a:cubicBezTo>
                  <a:pt x="330505" y="192399"/>
                  <a:pt x="322878" y="197161"/>
                  <a:pt x="320980" y="204789"/>
                </a:cubicBezTo>
                <a:lnTo>
                  <a:pt x="293373" y="287649"/>
                </a:lnTo>
                <a:lnTo>
                  <a:pt x="206680" y="288616"/>
                </a:lnTo>
                <a:cubicBezTo>
                  <a:pt x="199053" y="288616"/>
                  <a:pt x="191425" y="293379"/>
                  <a:pt x="189528" y="301006"/>
                </a:cubicBezTo>
                <a:cubicBezTo>
                  <a:pt x="186663" y="308634"/>
                  <a:pt x="189528" y="317191"/>
                  <a:pt x="196188" y="321024"/>
                </a:cubicBezTo>
                <a:lnTo>
                  <a:pt x="265728" y="372444"/>
                </a:lnTo>
                <a:lnTo>
                  <a:pt x="239050" y="455304"/>
                </a:lnTo>
                <a:cubicBezTo>
                  <a:pt x="236185" y="462931"/>
                  <a:pt x="239050" y="471488"/>
                  <a:pt x="245710" y="475321"/>
                </a:cubicBezTo>
                <a:cubicBezTo>
                  <a:pt x="248575" y="477219"/>
                  <a:pt x="252370" y="479116"/>
                  <a:pt x="256203" y="479116"/>
                </a:cubicBezTo>
                <a:cubicBezTo>
                  <a:pt x="259998" y="479116"/>
                  <a:pt x="263830" y="478149"/>
                  <a:pt x="266696" y="475321"/>
                </a:cubicBezTo>
                <a:lnTo>
                  <a:pt x="337165" y="424831"/>
                </a:lnTo>
                <a:lnTo>
                  <a:pt x="407635" y="475321"/>
                </a:lnTo>
                <a:cubicBezTo>
                  <a:pt x="414295" y="480084"/>
                  <a:pt x="422890" y="480084"/>
                  <a:pt x="429550" y="475321"/>
                </a:cubicBezTo>
                <a:cubicBezTo>
                  <a:pt x="436210" y="470559"/>
                  <a:pt x="439075" y="462002"/>
                  <a:pt x="436210" y="455304"/>
                </a:cubicBezTo>
                <a:lnTo>
                  <a:pt x="409570" y="373373"/>
                </a:lnTo>
                <a:lnTo>
                  <a:pt x="479110" y="321954"/>
                </a:lnTo>
                <a:cubicBezTo>
                  <a:pt x="485770" y="317191"/>
                  <a:pt x="487668" y="308634"/>
                  <a:pt x="485770" y="301936"/>
                </a:cubicBezTo>
                <a:cubicBezTo>
                  <a:pt x="483872" y="294308"/>
                  <a:pt x="477212" y="288616"/>
                  <a:pt x="469585" y="288616"/>
                </a:cubicBezTo>
                <a:close/>
                <a:moveTo>
                  <a:pt x="391488" y="361951"/>
                </a:moveTo>
                <a:cubicBezTo>
                  <a:pt x="387693" y="364816"/>
                  <a:pt x="386726" y="369578"/>
                  <a:pt x="387693" y="373373"/>
                </a:cubicBezTo>
                <a:lnTo>
                  <a:pt x="414370" y="457201"/>
                </a:lnTo>
                <a:lnTo>
                  <a:pt x="342933" y="405781"/>
                </a:lnTo>
                <a:cubicBezTo>
                  <a:pt x="339138" y="402916"/>
                  <a:pt x="334375" y="402916"/>
                  <a:pt x="330543" y="405781"/>
                </a:cubicBezTo>
                <a:lnTo>
                  <a:pt x="259105" y="457201"/>
                </a:lnTo>
                <a:lnTo>
                  <a:pt x="285783" y="373373"/>
                </a:lnTo>
                <a:cubicBezTo>
                  <a:pt x="286750" y="369578"/>
                  <a:pt x="285783" y="364816"/>
                  <a:pt x="281988" y="361951"/>
                </a:cubicBezTo>
                <a:lnTo>
                  <a:pt x="211518" y="309563"/>
                </a:lnTo>
                <a:lnTo>
                  <a:pt x="299140" y="308596"/>
                </a:lnTo>
                <a:cubicBezTo>
                  <a:pt x="303903" y="308596"/>
                  <a:pt x="307698" y="305731"/>
                  <a:pt x="308665" y="301936"/>
                </a:cubicBezTo>
                <a:lnTo>
                  <a:pt x="336273" y="219076"/>
                </a:lnTo>
                <a:lnTo>
                  <a:pt x="363880" y="301936"/>
                </a:lnTo>
                <a:cubicBezTo>
                  <a:pt x="364847" y="305731"/>
                  <a:pt x="369610" y="308596"/>
                  <a:pt x="373405" y="308596"/>
                </a:cubicBezTo>
                <a:lnTo>
                  <a:pt x="461027" y="309563"/>
                </a:lnTo>
                <a:close/>
              </a:path>
            </a:pathLst>
          </a:custGeom>
          <a:solidFill>
            <a:schemeClr val="accent2"/>
          </a:solid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grpSp>
        <p:nvGrpSpPr>
          <p:cNvPr id="4" name="Groupe 3">
            <a:extLst>
              <a:ext uri="{FF2B5EF4-FFF2-40B4-BE49-F238E27FC236}">
                <a16:creationId xmlns:a16="http://schemas.microsoft.com/office/drawing/2014/main" id="{70EFDFAE-62F4-CDEE-ABE2-339C219F8D9A}"/>
              </a:ext>
            </a:extLst>
          </p:cNvPr>
          <p:cNvGrpSpPr>
            <a:grpSpLocks noChangeAspect="1"/>
          </p:cNvGrpSpPr>
          <p:nvPr/>
        </p:nvGrpSpPr>
        <p:grpSpPr>
          <a:xfrm>
            <a:off x="11001871" y="6336764"/>
            <a:ext cx="1082632" cy="444130"/>
            <a:chOff x="5810" y="1578917"/>
            <a:chExt cx="559801" cy="229645"/>
          </a:xfrm>
        </p:grpSpPr>
        <p:sp>
          <p:nvSpPr>
            <p:cNvPr id="10" name="Rectangle : coins arrondis 9">
              <a:hlinkClick r:id="rId9" action="ppaction://hlinksldjump"/>
              <a:extLst>
                <a:ext uri="{FF2B5EF4-FFF2-40B4-BE49-F238E27FC236}">
                  <a16:creationId xmlns:a16="http://schemas.microsoft.com/office/drawing/2014/main" id="{6B3CDA32-024B-24DC-F512-D75EDEB066C6}"/>
                </a:ext>
              </a:extLst>
            </p:cNvPr>
            <p:cNvSpPr/>
            <p:nvPr/>
          </p:nvSpPr>
          <p:spPr>
            <a:xfrm>
              <a:off x="5810" y="1595059"/>
              <a:ext cx="559801" cy="190504"/>
            </a:xfrm>
            <a:prstGeom prst="roundRect">
              <a:avLst/>
            </a:prstGeom>
            <a:solidFill>
              <a:srgbClr val="FFFFFF"/>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indent="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hlinkClick r:id="rId9"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endParaRPr>
            </a:p>
          </p:txBody>
        </p:sp>
        <p:pic>
          <p:nvPicPr>
            <p:cNvPr id="13" name="Graphique 12" descr="Retour avec un remplissage uni">
              <a:hlinkClick r:id="rId9" action="ppaction://hlinksldjump"/>
              <a:extLst>
                <a:ext uri="{FF2B5EF4-FFF2-40B4-BE49-F238E27FC236}">
                  <a16:creationId xmlns:a16="http://schemas.microsoft.com/office/drawing/2014/main" id="{92532175-8DC4-AF28-8BF8-6D3648B49B8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9060" y="1578917"/>
              <a:ext cx="229645" cy="229645"/>
            </a:xfrm>
            <a:prstGeom prst="rect">
              <a:avLst/>
            </a:prstGeom>
          </p:spPr>
        </p:pic>
      </p:grpSp>
    </p:spTree>
    <p:extLst>
      <p:ext uri="{BB962C8B-B14F-4D97-AF65-F5344CB8AC3E}">
        <p14:creationId xmlns:p14="http://schemas.microsoft.com/office/powerpoint/2010/main" val="34091939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57AEA-E44D-0953-DB3C-6725D230F029}"/>
            </a:ext>
          </a:extLst>
        </p:cNvPr>
        <p:cNvGrpSpPr/>
        <p:nvPr/>
      </p:nvGrpSpPr>
      <p:grpSpPr>
        <a:xfrm>
          <a:off x="0" y="0"/>
          <a:ext cx="0" cy="0"/>
          <a:chOff x="0" y="0"/>
          <a:chExt cx="0" cy="0"/>
        </a:xfrm>
      </p:grpSpPr>
      <p:sp>
        <p:nvSpPr>
          <p:cNvPr id="47" name="Rectangle 46">
            <a:extLst>
              <a:ext uri="{FF2B5EF4-FFF2-40B4-BE49-F238E27FC236}">
                <a16:creationId xmlns:a16="http://schemas.microsoft.com/office/drawing/2014/main" id="{D6AD521C-6180-CBCB-B833-76EFF5C40ACA}"/>
              </a:ext>
            </a:extLst>
          </p:cNvPr>
          <p:cNvSpPr>
            <a:spLocks noGrp="1" noRot="1" noMove="1" noResize="1" noEditPoints="1" noAdjustHandles="1" noChangeArrowheads="1" noChangeShapeType="1"/>
          </p:cNvSpPr>
          <p:nvPr/>
        </p:nvSpPr>
        <p:spPr>
          <a:xfrm>
            <a:off x="1" y="0"/>
            <a:ext cx="12191999" cy="6859274"/>
          </a:xfrm>
          <a:prstGeom prst="rect">
            <a:avLst/>
          </a:prstGeom>
          <a:solidFill>
            <a:schemeClr val="bg1"/>
          </a:solidFill>
          <a:ln w="28575">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latin typeface="Avenir LT Std 45 Book" panose="020B0502020203020204" pitchFamily="34" charset="0"/>
            </a:endParaRPr>
          </a:p>
        </p:txBody>
      </p:sp>
      <p:sp>
        <p:nvSpPr>
          <p:cNvPr id="21" name="Flèche : pentagone 20">
            <a:extLst>
              <a:ext uri="{FF2B5EF4-FFF2-40B4-BE49-F238E27FC236}">
                <a16:creationId xmlns:a16="http://schemas.microsoft.com/office/drawing/2014/main" id="{BCA5DDDF-6520-2661-3238-9B0CB621BFA0}"/>
              </a:ext>
            </a:extLst>
          </p:cNvPr>
          <p:cNvSpPr/>
          <p:nvPr/>
        </p:nvSpPr>
        <p:spPr>
          <a:xfrm>
            <a:off x="448252" y="450171"/>
            <a:ext cx="11539343" cy="689122"/>
          </a:xfrm>
          <a:prstGeom prst="homePlate">
            <a:avLst>
              <a:gd name="adj" fmla="val 0"/>
            </a:avLst>
          </a:prstGeom>
          <a:noFill/>
          <a:ln w="12700" cap="flat" cmpd="sng" algn="ctr">
            <a:noFill/>
            <a:prstDash val="solid"/>
            <a:miter lim="800000"/>
          </a:ln>
          <a:effectLst/>
        </p:spPr>
        <p:txBody>
          <a:bodyPr lIns="91440" tIns="45720" rIns="91440" bIns="45720" rtlCol="0" anchor="ctr"/>
          <a:lstStyle/>
          <a:p>
            <a:pPr lvl="0">
              <a:lnSpc>
                <a:spcPct val="114000"/>
              </a:lnSpc>
              <a:buClr>
                <a:srgbClr val="0084D4"/>
              </a:buClr>
              <a:defRPr/>
            </a:pPr>
            <a:endParaRPr lang="fr-FR" sz="1200" kern="0">
              <a:latin typeface="Avenir LT Std 55 Roman"/>
              <a:cs typeface="Arial"/>
            </a:endParaRPr>
          </a:p>
        </p:txBody>
      </p:sp>
      <p:sp>
        <p:nvSpPr>
          <p:cNvPr id="103" name="Titre 1">
            <a:extLst>
              <a:ext uri="{FF2B5EF4-FFF2-40B4-BE49-F238E27FC236}">
                <a16:creationId xmlns:a16="http://schemas.microsoft.com/office/drawing/2014/main" id="{E0E50D2B-9B97-A9BA-3019-A15AAB5F492A}"/>
              </a:ext>
            </a:extLst>
          </p:cNvPr>
          <p:cNvSpPr>
            <a:spLocks noGrp="1"/>
          </p:cNvSpPr>
          <p:nvPr>
            <p:ph type="title"/>
          </p:nvPr>
        </p:nvSpPr>
        <p:spPr>
          <a:xfrm>
            <a:off x="131490" y="58341"/>
            <a:ext cx="11929020" cy="337336"/>
          </a:xfrm>
        </p:spPr>
        <p:txBody>
          <a:bodyPr/>
          <a:lstStyle/>
          <a:p>
            <a:pPr algn="ctr"/>
            <a:r>
              <a:rPr lang="fr-FR">
                <a:solidFill>
                  <a:schemeClr val="accent3">
                    <a:lumMod val="50000"/>
                  </a:schemeClr>
                </a:solidFill>
                <a:latin typeface="Avenir LT Std 45 Book" panose="020B0502020203020204" pitchFamily="34" charset="0"/>
              </a:rPr>
              <a:t>Bonnes pratiques de communication autour d’un projet</a:t>
            </a:r>
          </a:p>
        </p:txBody>
      </p:sp>
      <p:grpSp>
        <p:nvGrpSpPr>
          <p:cNvPr id="49" name="Groupe 48">
            <a:extLst>
              <a:ext uri="{FF2B5EF4-FFF2-40B4-BE49-F238E27FC236}">
                <a16:creationId xmlns:a16="http://schemas.microsoft.com/office/drawing/2014/main" id="{9D50F059-8BD0-9D60-265A-C96512041658}"/>
              </a:ext>
            </a:extLst>
          </p:cNvPr>
          <p:cNvGrpSpPr/>
          <p:nvPr/>
        </p:nvGrpSpPr>
        <p:grpSpPr>
          <a:xfrm>
            <a:off x="37236" y="487597"/>
            <a:ext cx="12114000" cy="689123"/>
            <a:chOff x="48935" y="450170"/>
            <a:chExt cx="12114000" cy="689123"/>
          </a:xfrm>
        </p:grpSpPr>
        <p:sp>
          <p:nvSpPr>
            <p:cNvPr id="88" name="Rectangle : coins arrondis 87">
              <a:extLst>
                <a:ext uri="{FF2B5EF4-FFF2-40B4-BE49-F238E27FC236}">
                  <a16:creationId xmlns:a16="http://schemas.microsoft.com/office/drawing/2014/main" id="{4B6CAC16-3DC5-2B57-3533-42AD309708BF}"/>
                </a:ext>
              </a:extLst>
            </p:cNvPr>
            <p:cNvSpPr/>
            <p:nvPr/>
          </p:nvSpPr>
          <p:spPr>
            <a:xfrm>
              <a:off x="48935" y="450170"/>
              <a:ext cx="12114000" cy="689123"/>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68000" rtlCol="0" anchor="ctr"/>
            <a:lstStyle/>
            <a:p>
              <a:r>
                <a:rPr lang="fr-FR" sz="1200" b="1" kern="0">
                  <a:solidFill>
                    <a:schemeClr val="tx1"/>
                  </a:solidFill>
                  <a:latin typeface="Avenir LT Std 65 Medium" panose="020B0803020203020204" pitchFamily="34" charset="0"/>
                  <a:cs typeface="Arial"/>
                </a:rPr>
                <a:t>Informer les agents tout au long du projet </a:t>
              </a:r>
              <a:r>
                <a:rPr lang="fr-FR" sz="1200" kern="0">
                  <a:solidFill>
                    <a:schemeClr val="tx1"/>
                  </a:solidFill>
                  <a:latin typeface="Avenir LT Std 55 Roman"/>
                  <a:cs typeface="Arial"/>
                </a:rPr>
                <a:t>avec une communication claire autour du projet permet de </a:t>
              </a:r>
              <a:r>
                <a:rPr lang="fr-FR" sz="1200" b="1" kern="0">
                  <a:solidFill>
                    <a:schemeClr val="tx1"/>
                  </a:solidFill>
                  <a:latin typeface="Avenir LT Std 65 Medium" panose="020B0803020203020204" pitchFamily="34" charset="0"/>
                  <a:cs typeface="Arial"/>
                </a:rPr>
                <a:t>réduire les incertitudes</a:t>
              </a:r>
              <a:r>
                <a:rPr lang="fr-FR" sz="1200" kern="0">
                  <a:solidFill>
                    <a:schemeClr val="tx1"/>
                  </a:solidFill>
                  <a:latin typeface="Avenir LT Std 55 Roman"/>
                  <a:cs typeface="Arial"/>
                </a:rPr>
                <a:t>, de </a:t>
              </a:r>
              <a:r>
                <a:rPr lang="fr-FR" sz="1200" b="1" kern="0">
                  <a:solidFill>
                    <a:schemeClr val="tx1"/>
                  </a:solidFill>
                  <a:latin typeface="Avenir LT Std 65 Medium" panose="020B0803020203020204" pitchFamily="34" charset="0"/>
                  <a:cs typeface="Arial"/>
                </a:rPr>
                <a:t>limiter les inquiétudes</a:t>
              </a:r>
              <a:r>
                <a:rPr lang="fr-FR" sz="1200" kern="0">
                  <a:solidFill>
                    <a:schemeClr val="tx1"/>
                  </a:solidFill>
                  <a:latin typeface="Avenir LT Std 55 Roman"/>
                  <a:cs typeface="Arial"/>
                </a:rPr>
                <a:t>, de maintenir un </a:t>
              </a:r>
              <a:r>
                <a:rPr lang="fr-FR" sz="1200" b="1" kern="0">
                  <a:solidFill>
                    <a:schemeClr val="tx1"/>
                  </a:solidFill>
                  <a:latin typeface="Avenir LT Std 65 Medium" panose="020B0803020203020204" pitchFamily="34" charset="0"/>
                  <a:cs typeface="Arial"/>
                </a:rPr>
                <a:t>climat de confiance </a:t>
              </a:r>
              <a:r>
                <a:rPr lang="fr-FR" sz="1200" kern="0">
                  <a:solidFill>
                    <a:schemeClr val="tx1"/>
                  </a:solidFill>
                  <a:latin typeface="Avenir LT Std 55 Roman"/>
                  <a:cs typeface="Arial"/>
                </a:rPr>
                <a:t>et de favoriser </a:t>
              </a:r>
              <a:r>
                <a:rPr lang="fr-FR" sz="1200" b="1" kern="0">
                  <a:solidFill>
                    <a:schemeClr val="tx1"/>
                  </a:solidFill>
                  <a:latin typeface="Avenir LT Std 65 Medium" panose="020B0803020203020204" pitchFamily="34" charset="0"/>
                  <a:cs typeface="Arial"/>
                </a:rPr>
                <a:t>l'adhésion au projet</a:t>
              </a:r>
              <a:endParaRPr lang="fr-FR" sz="1200" b="1">
                <a:solidFill>
                  <a:schemeClr val="tx1"/>
                </a:solidFill>
                <a:latin typeface="Avenir LT Std 65 Medium" panose="020B0803020203020204" pitchFamily="34" charset="0"/>
              </a:endParaRPr>
            </a:p>
          </p:txBody>
        </p:sp>
        <p:pic>
          <p:nvPicPr>
            <p:cNvPr id="87" name="Graphique 86" descr="Ampoule et engrenage contour">
              <a:extLst>
                <a:ext uri="{FF2B5EF4-FFF2-40B4-BE49-F238E27FC236}">
                  <a16:creationId xmlns:a16="http://schemas.microsoft.com/office/drawing/2014/main" id="{DF9FEAE1-4158-56E6-030F-026C51406BA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4182" y="578731"/>
              <a:ext cx="432000" cy="432000"/>
            </a:xfrm>
            <a:prstGeom prst="rect">
              <a:avLst/>
            </a:prstGeom>
          </p:spPr>
        </p:pic>
      </p:grpSp>
      <p:sp>
        <p:nvSpPr>
          <p:cNvPr id="5" name="Google Shape;1046;p32">
            <a:extLst>
              <a:ext uri="{FF2B5EF4-FFF2-40B4-BE49-F238E27FC236}">
                <a16:creationId xmlns:a16="http://schemas.microsoft.com/office/drawing/2014/main" id="{326C681A-B2E2-866C-3302-C9C6048174BF}"/>
              </a:ext>
            </a:extLst>
          </p:cNvPr>
          <p:cNvSpPr>
            <a:spLocks/>
          </p:cNvSpPr>
          <p:nvPr/>
        </p:nvSpPr>
        <p:spPr>
          <a:xfrm>
            <a:off x="1687297" y="2237419"/>
            <a:ext cx="3805656" cy="3699901"/>
          </a:xfrm>
          <a:custGeom>
            <a:avLst/>
            <a:gdLst/>
            <a:ahLst/>
            <a:cxnLst/>
            <a:rect l="l" t="t" r="r" b="b"/>
            <a:pathLst>
              <a:path w="130839" h="109836" extrusionOk="0">
                <a:moveTo>
                  <a:pt x="64866" y="0"/>
                </a:moveTo>
                <a:lnTo>
                  <a:pt x="64890" y="203"/>
                </a:lnTo>
                <a:cubicBezTo>
                  <a:pt x="65116" y="2608"/>
                  <a:pt x="64771" y="10776"/>
                  <a:pt x="50472" y="14800"/>
                </a:cubicBezTo>
                <a:cubicBezTo>
                  <a:pt x="43733" y="16681"/>
                  <a:pt x="37934" y="17943"/>
                  <a:pt x="33255" y="18967"/>
                </a:cubicBezTo>
                <a:cubicBezTo>
                  <a:pt x="22242" y="21384"/>
                  <a:pt x="15610" y="22837"/>
                  <a:pt x="13396" y="28897"/>
                </a:cubicBezTo>
                <a:cubicBezTo>
                  <a:pt x="12693" y="30838"/>
                  <a:pt x="12895" y="32743"/>
                  <a:pt x="13979" y="34374"/>
                </a:cubicBezTo>
                <a:cubicBezTo>
                  <a:pt x="17920" y="40410"/>
                  <a:pt x="34315" y="42446"/>
                  <a:pt x="63140" y="44101"/>
                </a:cubicBezTo>
                <a:cubicBezTo>
                  <a:pt x="102371" y="46363"/>
                  <a:pt x="110312" y="52066"/>
                  <a:pt x="111920" y="54412"/>
                </a:cubicBezTo>
                <a:cubicBezTo>
                  <a:pt x="112396" y="55114"/>
                  <a:pt x="112467" y="55733"/>
                  <a:pt x="112217" y="56543"/>
                </a:cubicBezTo>
                <a:cubicBezTo>
                  <a:pt x="111515" y="58627"/>
                  <a:pt x="107645" y="62806"/>
                  <a:pt x="89346" y="67199"/>
                </a:cubicBezTo>
                <a:cubicBezTo>
                  <a:pt x="76511" y="70271"/>
                  <a:pt x="60723" y="72557"/>
                  <a:pt x="46804" y="74557"/>
                </a:cubicBezTo>
                <a:cubicBezTo>
                  <a:pt x="35946" y="76141"/>
                  <a:pt x="26564" y="77498"/>
                  <a:pt x="20718" y="78915"/>
                </a:cubicBezTo>
                <a:cubicBezTo>
                  <a:pt x="8526" y="81903"/>
                  <a:pt x="1132" y="87452"/>
                  <a:pt x="406" y="94167"/>
                </a:cubicBezTo>
                <a:cubicBezTo>
                  <a:pt x="1" y="97965"/>
                  <a:pt x="1668" y="104311"/>
                  <a:pt x="10943" y="109835"/>
                </a:cubicBezTo>
                <a:lnTo>
                  <a:pt x="76511" y="109835"/>
                </a:lnTo>
                <a:lnTo>
                  <a:pt x="65878" y="106680"/>
                </a:lnTo>
                <a:cubicBezTo>
                  <a:pt x="58282" y="104347"/>
                  <a:pt x="52853" y="102430"/>
                  <a:pt x="48781" y="100644"/>
                </a:cubicBezTo>
                <a:cubicBezTo>
                  <a:pt x="42935" y="98084"/>
                  <a:pt x="41804" y="96548"/>
                  <a:pt x="41578" y="96155"/>
                </a:cubicBezTo>
                <a:cubicBezTo>
                  <a:pt x="42078" y="95619"/>
                  <a:pt x="44566" y="93833"/>
                  <a:pt x="56651" y="90869"/>
                </a:cubicBezTo>
                <a:cubicBezTo>
                  <a:pt x="64342" y="88988"/>
                  <a:pt x="73236" y="87249"/>
                  <a:pt x="81714" y="85666"/>
                </a:cubicBezTo>
                <a:lnTo>
                  <a:pt x="82488" y="85547"/>
                </a:lnTo>
                <a:cubicBezTo>
                  <a:pt x="98192" y="82606"/>
                  <a:pt x="130839" y="76522"/>
                  <a:pt x="130815" y="56364"/>
                </a:cubicBezTo>
                <a:cubicBezTo>
                  <a:pt x="130815" y="52745"/>
                  <a:pt x="128708" y="47494"/>
                  <a:pt x="118575" y="43018"/>
                </a:cubicBezTo>
                <a:cubicBezTo>
                  <a:pt x="110884" y="39601"/>
                  <a:pt x="99930" y="37172"/>
                  <a:pt x="86036" y="35731"/>
                </a:cubicBezTo>
                <a:cubicBezTo>
                  <a:pt x="79951" y="35112"/>
                  <a:pt x="72736" y="34600"/>
                  <a:pt x="65069" y="34052"/>
                </a:cubicBezTo>
                <a:cubicBezTo>
                  <a:pt x="55901" y="33421"/>
                  <a:pt x="46400" y="32743"/>
                  <a:pt x="38887" y="31838"/>
                </a:cubicBezTo>
                <a:cubicBezTo>
                  <a:pt x="30814" y="30885"/>
                  <a:pt x="27576" y="29909"/>
                  <a:pt x="26290" y="29349"/>
                </a:cubicBezTo>
                <a:cubicBezTo>
                  <a:pt x="26850" y="28921"/>
                  <a:pt x="27874" y="28373"/>
                  <a:pt x="29731" y="27742"/>
                </a:cubicBezTo>
                <a:cubicBezTo>
                  <a:pt x="32446" y="26813"/>
                  <a:pt x="36065" y="26004"/>
                  <a:pt x="39911" y="25158"/>
                </a:cubicBezTo>
                <a:cubicBezTo>
                  <a:pt x="47507" y="23444"/>
                  <a:pt x="56103" y="21539"/>
                  <a:pt x="62009" y="17788"/>
                </a:cubicBezTo>
                <a:cubicBezTo>
                  <a:pt x="70224" y="12585"/>
                  <a:pt x="73391" y="6966"/>
                  <a:pt x="71927"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srgbClr val="333333"/>
              </a:solidFill>
              <a:effectLst/>
              <a:uLnTx/>
              <a:uFillTx/>
              <a:latin typeface="Avenir LT Std 45 Book" panose="020B0502020203020204" pitchFamily="34" charset="0"/>
            </a:endParaRPr>
          </a:p>
        </p:txBody>
      </p:sp>
      <p:sp>
        <p:nvSpPr>
          <p:cNvPr id="6" name="Google Shape;1047;p32">
            <a:extLst>
              <a:ext uri="{FF2B5EF4-FFF2-40B4-BE49-F238E27FC236}">
                <a16:creationId xmlns:a16="http://schemas.microsoft.com/office/drawing/2014/main" id="{C6123C2A-18A3-B5F9-5B81-133F968C452B}"/>
              </a:ext>
            </a:extLst>
          </p:cNvPr>
          <p:cNvSpPr>
            <a:spLocks/>
          </p:cNvSpPr>
          <p:nvPr/>
        </p:nvSpPr>
        <p:spPr>
          <a:xfrm>
            <a:off x="1519334" y="2647949"/>
            <a:ext cx="3897772" cy="3289371"/>
          </a:xfrm>
          <a:custGeom>
            <a:avLst/>
            <a:gdLst/>
            <a:ahLst/>
            <a:cxnLst/>
            <a:rect l="l" t="t" r="r" b="b"/>
            <a:pathLst>
              <a:path w="134006" h="109836" extrusionOk="0">
                <a:moveTo>
                  <a:pt x="72760" y="0"/>
                </a:moveTo>
                <a:cubicBezTo>
                  <a:pt x="73283" y="5358"/>
                  <a:pt x="70188" y="13252"/>
                  <a:pt x="56627" y="17074"/>
                </a:cubicBezTo>
                <a:cubicBezTo>
                  <a:pt x="34933" y="23182"/>
                  <a:pt x="23730" y="22646"/>
                  <a:pt x="21134" y="29706"/>
                </a:cubicBezTo>
                <a:cubicBezTo>
                  <a:pt x="18169" y="37826"/>
                  <a:pt x="39660" y="40089"/>
                  <a:pt x="68783" y="41767"/>
                </a:cubicBezTo>
                <a:cubicBezTo>
                  <a:pt x="103894" y="43780"/>
                  <a:pt x="122718" y="48959"/>
                  <a:pt x="119980" y="57293"/>
                </a:cubicBezTo>
                <a:cubicBezTo>
                  <a:pt x="115229" y="71676"/>
                  <a:pt x="47399" y="76176"/>
                  <a:pt x="26790" y="81225"/>
                </a:cubicBezTo>
                <a:cubicBezTo>
                  <a:pt x="6787" y="86094"/>
                  <a:pt x="0" y="99429"/>
                  <a:pt x="21432" y="109835"/>
                </a:cubicBezTo>
                <a:lnTo>
                  <a:pt x="70700" y="109835"/>
                </a:lnTo>
                <a:cubicBezTo>
                  <a:pt x="56400" y="105442"/>
                  <a:pt x="42553" y="99417"/>
                  <a:pt x="44982" y="95048"/>
                </a:cubicBezTo>
                <a:cubicBezTo>
                  <a:pt x="47292" y="90893"/>
                  <a:pt x="71950" y="86154"/>
                  <a:pt x="86809" y="83356"/>
                </a:cubicBezTo>
                <a:cubicBezTo>
                  <a:pt x="101656" y="80594"/>
                  <a:pt x="134005" y="74891"/>
                  <a:pt x="134005" y="56364"/>
                </a:cubicBezTo>
                <a:cubicBezTo>
                  <a:pt x="133982" y="48018"/>
                  <a:pt x="119301" y="40958"/>
                  <a:pt x="91333" y="38077"/>
                </a:cubicBezTo>
                <a:cubicBezTo>
                  <a:pt x="68997" y="35755"/>
                  <a:pt x="29111" y="34957"/>
                  <a:pt x="28897" y="29635"/>
                </a:cubicBezTo>
                <a:cubicBezTo>
                  <a:pt x="28897" y="29504"/>
                  <a:pt x="28909" y="29373"/>
                  <a:pt x="28956" y="29230"/>
                </a:cubicBezTo>
                <a:cubicBezTo>
                  <a:pt x="28968" y="29194"/>
                  <a:pt x="28980" y="29147"/>
                  <a:pt x="29004" y="29099"/>
                </a:cubicBezTo>
                <a:cubicBezTo>
                  <a:pt x="31516" y="23289"/>
                  <a:pt x="54817" y="23039"/>
                  <a:pt x="66271" y="15800"/>
                </a:cubicBezTo>
                <a:cubicBezTo>
                  <a:pt x="75391" y="10049"/>
                  <a:pt x="76201" y="4763"/>
                  <a:pt x="75046"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srgbClr val="333333"/>
              </a:solidFill>
              <a:effectLst/>
              <a:uLnTx/>
              <a:uFillTx/>
              <a:latin typeface="Avenir LT Std 45 Book" panose="020B0502020203020204" pitchFamily="34" charset="0"/>
            </a:endParaRPr>
          </a:p>
        </p:txBody>
      </p:sp>
      <p:sp>
        <p:nvSpPr>
          <p:cNvPr id="8" name="Google Shape;1051;p32">
            <a:extLst>
              <a:ext uri="{FF2B5EF4-FFF2-40B4-BE49-F238E27FC236}">
                <a16:creationId xmlns:a16="http://schemas.microsoft.com/office/drawing/2014/main" id="{8882152E-DEAD-8C0A-688C-69BAC4EE416D}"/>
              </a:ext>
            </a:extLst>
          </p:cNvPr>
          <p:cNvSpPr txBox="1">
            <a:spLocks/>
          </p:cNvSpPr>
          <p:nvPr/>
        </p:nvSpPr>
        <p:spPr>
          <a:xfrm>
            <a:off x="998134" y="3725916"/>
            <a:ext cx="1908000" cy="288000"/>
          </a:xfrm>
          <a:prstGeom prst="rect">
            <a:avLst/>
          </a:prstGeom>
          <a:noFill/>
          <a:ln>
            <a:noFill/>
          </a:ln>
        </p:spPr>
        <p:txBody>
          <a:bodyPr spcFirstLastPara="1" wrap="square" lIns="91425" tIns="91425" rIns="91425" bIns="91425" anchor="ctr" anchorCtr="0">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a:ln>
                  <a:noFill/>
                </a:ln>
                <a:solidFill>
                  <a:schemeClr val="accent3">
                    <a:lumMod val="75000"/>
                  </a:schemeClr>
                </a:solidFill>
                <a:effectLst/>
                <a:uLnTx/>
                <a:uFillTx/>
                <a:latin typeface="Avenir LT Std 45 Book" panose="020B0502020203020204" pitchFamily="34" charset="0"/>
                <a:ea typeface="Fira Sans Extra Condensed Medium"/>
                <a:cs typeface="Fira Sans Extra Condensed Medium"/>
                <a:sym typeface="Fira Sans Extra Condensed Medium"/>
              </a:rPr>
              <a:t>DÉPLOIEMENT</a:t>
            </a:r>
          </a:p>
        </p:txBody>
      </p:sp>
      <p:sp>
        <p:nvSpPr>
          <p:cNvPr id="9" name="Google Shape;1052;p32">
            <a:extLst>
              <a:ext uri="{FF2B5EF4-FFF2-40B4-BE49-F238E27FC236}">
                <a16:creationId xmlns:a16="http://schemas.microsoft.com/office/drawing/2014/main" id="{648A5E2E-C279-F535-3975-96DEAE7EAD95}"/>
              </a:ext>
            </a:extLst>
          </p:cNvPr>
          <p:cNvSpPr txBox="1">
            <a:spLocks/>
          </p:cNvSpPr>
          <p:nvPr/>
        </p:nvSpPr>
        <p:spPr>
          <a:xfrm>
            <a:off x="361768" y="4040811"/>
            <a:ext cx="2094798" cy="387164"/>
          </a:xfrm>
          <a:prstGeom prst="rect">
            <a:avLst/>
          </a:prstGeom>
          <a:noFill/>
          <a:ln>
            <a:noFill/>
          </a:ln>
        </p:spPr>
        <p:txBody>
          <a:bodyPr spcFirstLastPara="1" wrap="square" lIns="91425" tIns="91425" rIns="91425" bIns="91425" anchor="ctr" anchorCtr="0">
            <a:noAutofit/>
          </a:bodyPr>
          <a:lstStyle/>
          <a:p>
            <a:pPr marL="171450" indent="-171450" algn="r">
              <a:spcBef>
                <a:spcPts val="600"/>
              </a:spcBef>
              <a:buFont typeface="Arial" panose="020B0604020202020204" pitchFamily="34" charset="0"/>
              <a:buChar char="•"/>
              <a:defRPr/>
            </a:pPr>
            <a:r>
              <a:rPr lang="fr-FR" sz="1200" b="1">
                <a:solidFill>
                  <a:schemeClr val="accent3">
                    <a:lumMod val="75000"/>
                  </a:schemeClr>
                </a:solidFill>
                <a:latin typeface="Avenir LT Std 45 Book" panose="020B0502020203020204" pitchFamily="34" charset="0"/>
                <a:ea typeface="Roboto"/>
                <a:cs typeface="Roboto"/>
                <a:sym typeface="Roboto"/>
              </a:rPr>
              <a:t>Communication de lancement </a:t>
            </a:r>
            <a:r>
              <a:rPr lang="fr-FR" sz="1200">
                <a:solidFill>
                  <a:srgbClr val="434343"/>
                </a:solidFill>
                <a:latin typeface="Avenir LT Std 45 Book" panose="020B0502020203020204" pitchFamily="34" charset="0"/>
                <a:ea typeface="Roboto"/>
                <a:cs typeface="Roboto"/>
                <a:sym typeface="Roboto"/>
              </a:rPr>
              <a:t>aux agents concernés par le projet</a:t>
            </a:r>
          </a:p>
        </p:txBody>
      </p:sp>
      <p:sp>
        <p:nvSpPr>
          <p:cNvPr id="10" name="Google Shape;1056;p32">
            <a:extLst>
              <a:ext uri="{FF2B5EF4-FFF2-40B4-BE49-F238E27FC236}">
                <a16:creationId xmlns:a16="http://schemas.microsoft.com/office/drawing/2014/main" id="{F6DA6BDB-5CE9-AB64-715A-03F3AC692E63}"/>
              </a:ext>
            </a:extLst>
          </p:cNvPr>
          <p:cNvSpPr txBox="1">
            <a:spLocks/>
          </p:cNvSpPr>
          <p:nvPr/>
        </p:nvSpPr>
        <p:spPr>
          <a:xfrm>
            <a:off x="3999104" y="5121060"/>
            <a:ext cx="3388247" cy="288000"/>
          </a:xfrm>
          <a:prstGeom prst="rect">
            <a:avLst/>
          </a:prstGeom>
          <a:noFill/>
          <a:ln>
            <a:noFill/>
          </a:ln>
        </p:spPr>
        <p:txBody>
          <a:bodyPr spcFirstLastPara="1" wrap="square" lIns="91425" tIns="91425" rIns="91425" bIns="91425" anchor="ctr" anchorCtr="0">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a:ln>
                  <a:noFill/>
                </a:ln>
                <a:solidFill>
                  <a:schemeClr val="accent1">
                    <a:lumMod val="50000"/>
                    <a:lumOff val="50000"/>
                  </a:schemeClr>
                </a:solidFill>
                <a:effectLst/>
                <a:uLnTx/>
                <a:uFillTx/>
                <a:latin typeface="Avenir LT Std 45 Book" panose="020B0502020203020204" pitchFamily="34" charset="0"/>
                <a:ea typeface="Fira Sans Extra Condensed Medium"/>
                <a:cs typeface="Fira Sans Extra Condensed Medium"/>
                <a:sym typeface="Fira Sans Extra Condensed Medium"/>
              </a:rPr>
              <a:t>LANCEMENT DU PROJET</a:t>
            </a:r>
          </a:p>
        </p:txBody>
      </p:sp>
      <p:sp>
        <p:nvSpPr>
          <p:cNvPr id="11" name="Google Shape;1057;p32">
            <a:extLst>
              <a:ext uri="{FF2B5EF4-FFF2-40B4-BE49-F238E27FC236}">
                <a16:creationId xmlns:a16="http://schemas.microsoft.com/office/drawing/2014/main" id="{DAB78E04-2C6D-E2CC-785C-E9A5968616E6}"/>
              </a:ext>
            </a:extLst>
          </p:cNvPr>
          <p:cNvSpPr txBox="1">
            <a:spLocks/>
          </p:cNvSpPr>
          <p:nvPr/>
        </p:nvSpPr>
        <p:spPr>
          <a:xfrm>
            <a:off x="3806757" y="5481536"/>
            <a:ext cx="3775289" cy="656184"/>
          </a:xfrm>
          <a:prstGeom prst="rect">
            <a:avLst/>
          </a:prstGeom>
          <a:noFill/>
          <a:ln>
            <a:noFill/>
          </a:ln>
        </p:spPr>
        <p:txBody>
          <a:bodyPr spcFirstLastPara="1" wrap="square" lIns="91425" tIns="91425" rIns="91425" bIns="91425" anchor="ctr" anchorCtr="0">
            <a:noAutofit/>
          </a:bodyPr>
          <a:lstStyle/>
          <a:p>
            <a:pPr marL="171450" indent="-171450">
              <a:spcBef>
                <a:spcPts val="600"/>
              </a:spcBef>
              <a:buClr>
                <a:schemeClr val="accent2"/>
              </a:buClr>
              <a:buFont typeface="Arial" panose="020B0604020202020204" pitchFamily="34" charset="0"/>
              <a:buChar char="•"/>
              <a:defRPr/>
            </a:pPr>
            <a:r>
              <a:rPr lang="fr-FR" sz="1200" b="1">
                <a:solidFill>
                  <a:schemeClr val="accent1">
                    <a:lumMod val="50000"/>
                    <a:lumOff val="50000"/>
                  </a:schemeClr>
                </a:solidFill>
                <a:latin typeface="Avenir LT Std 45 Book" panose="020B0502020203020204" pitchFamily="34" charset="0"/>
                <a:ea typeface="Roboto"/>
                <a:cs typeface="Roboto"/>
                <a:sym typeface="Roboto"/>
              </a:rPr>
              <a:t>Réunion de lancement </a:t>
            </a:r>
            <a:r>
              <a:rPr lang="fr-FR" sz="1200">
                <a:solidFill>
                  <a:srgbClr val="434343"/>
                </a:solidFill>
                <a:latin typeface="Avenir LT Std 45 Book" panose="020B0502020203020204" pitchFamily="34" charset="0"/>
                <a:ea typeface="Roboto"/>
                <a:cs typeface="Roboto"/>
                <a:sym typeface="Roboto"/>
              </a:rPr>
              <a:t>avec les parties prenantes du projet</a:t>
            </a:r>
          </a:p>
          <a:p>
            <a:pPr marL="171450" indent="-171450">
              <a:spcBef>
                <a:spcPts val="600"/>
              </a:spcBef>
              <a:buClr>
                <a:schemeClr val="accent2"/>
              </a:buClr>
              <a:buFont typeface="Arial" panose="020B0604020202020204" pitchFamily="34" charset="0"/>
              <a:buChar char="•"/>
              <a:defRPr/>
            </a:pPr>
            <a:r>
              <a:rPr lang="fr-FR" sz="1200" b="1">
                <a:solidFill>
                  <a:schemeClr val="accent1">
                    <a:lumMod val="50000"/>
                    <a:lumOff val="50000"/>
                  </a:schemeClr>
                </a:solidFill>
                <a:latin typeface="Avenir LT Std 45 Book" panose="020B0502020203020204" pitchFamily="34" charset="0"/>
                <a:ea typeface="Roboto"/>
                <a:cs typeface="Roboto"/>
                <a:sym typeface="Roboto"/>
              </a:rPr>
              <a:t>Message de lancement </a:t>
            </a:r>
            <a:r>
              <a:rPr lang="fr-FR" sz="1200">
                <a:solidFill>
                  <a:srgbClr val="434343"/>
                </a:solidFill>
                <a:latin typeface="Avenir LT Std 45 Book" panose="020B0502020203020204" pitchFamily="34" charset="0"/>
                <a:ea typeface="Roboto"/>
                <a:cs typeface="Roboto"/>
                <a:sym typeface="Roboto"/>
              </a:rPr>
              <a:t>au collectif concerné par le projet</a:t>
            </a:r>
          </a:p>
        </p:txBody>
      </p:sp>
      <p:sp>
        <p:nvSpPr>
          <p:cNvPr id="12" name="Google Shape;1051;p32">
            <a:extLst>
              <a:ext uri="{FF2B5EF4-FFF2-40B4-BE49-F238E27FC236}">
                <a16:creationId xmlns:a16="http://schemas.microsoft.com/office/drawing/2014/main" id="{BD80DDEC-6EE8-8D63-818D-A26B4BDFE625}"/>
              </a:ext>
            </a:extLst>
          </p:cNvPr>
          <p:cNvSpPr txBox="1">
            <a:spLocks/>
          </p:cNvSpPr>
          <p:nvPr/>
        </p:nvSpPr>
        <p:spPr>
          <a:xfrm>
            <a:off x="4668532" y="3097309"/>
            <a:ext cx="3012357" cy="321079"/>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a:ln>
                  <a:noFill/>
                </a:ln>
                <a:solidFill>
                  <a:schemeClr val="accent2">
                    <a:lumMod val="60000"/>
                    <a:lumOff val="40000"/>
                  </a:schemeClr>
                </a:solidFill>
                <a:effectLst/>
                <a:uLnTx/>
                <a:uFillTx/>
                <a:latin typeface="Avenir LT Std 45 Book" panose="020B0502020203020204" pitchFamily="34" charset="0"/>
                <a:ea typeface="Fira Sans Extra Condensed Medium"/>
                <a:cs typeface="Fira Sans Extra Condensed Medium"/>
                <a:sym typeface="Fira Sans Extra Condensed Medium"/>
              </a:rPr>
              <a:t>PRÉPARATION DU PROJET</a:t>
            </a:r>
          </a:p>
        </p:txBody>
      </p:sp>
      <p:sp>
        <p:nvSpPr>
          <p:cNvPr id="13" name="Google Shape;1052;p32">
            <a:extLst>
              <a:ext uri="{FF2B5EF4-FFF2-40B4-BE49-F238E27FC236}">
                <a16:creationId xmlns:a16="http://schemas.microsoft.com/office/drawing/2014/main" id="{92FB095F-AD15-C524-9DFF-7B88E8D8F1B3}"/>
              </a:ext>
            </a:extLst>
          </p:cNvPr>
          <p:cNvSpPr txBox="1">
            <a:spLocks/>
          </p:cNvSpPr>
          <p:nvPr/>
        </p:nvSpPr>
        <p:spPr>
          <a:xfrm>
            <a:off x="5302995" y="3406963"/>
            <a:ext cx="2382948" cy="1120633"/>
          </a:xfrm>
          <a:prstGeom prst="rect">
            <a:avLst/>
          </a:prstGeom>
          <a:noFill/>
          <a:ln>
            <a:noFill/>
          </a:ln>
        </p:spPr>
        <p:txBody>
          <a:bodyPr spcFirstLastPara="1" wrap="square" lIns="72000" tIns="91425" rIns="0" bIns="91425" anchor="ctr" anchorCtr="0">
            <a:noAutofit/>
          </a:bodyPr>
          <a:lstStyle/>
          <a:p>
            <a:pPr marL="171450" marR="0" lvl="0" indent="-171450" fontAlgn="auto">
              <a:lnSpc>
                <a:spcPct val="100000"/>
              </a:lnSpc>
              <a:spcBef>
                <a:spcPts val="600"/>
              </a:spcBef>
              <a:spcAft>
                <a:spcPts val="0"/>
              </a:spcAft>
              <a:buClr>
                <a:schemeClr val="accent2">
                  <a:lumMod val="60000"/>
                  <a:lumOff val="40000"/>
                </a:schemeClr>
              </a:buClr>
              <a:buSzTx/>
              <a:buFont typeface="Arial" panose="020B0604020202020204" pitchFamily="34" charset="0"/>
              <a:buChar char="•"/>
              <a:tabLst/>
              <a:defRPr/>
            </a:pPr>
            <a:r>
              <a:rPr lang="fr-FR" sz="1200" b="1">
                <a:solidFill>
                  <a:schemeClr val="accent2">
                    <a:lumMod val="60000"/>
                    <a:lumOff val="40000"/>
                  </a:schemeClr>
                </a:solidFill>
                <a:latin typeface="Avenir LT Std 45 Book" panose="020B0502020203020204" pitchFamily="34" charset="0"/>
                <a:ea typeface="Roboto"/>
                <a:cs typeface="Roboto"/>
                <a:sym typeface="Roboto"/>
              </a:rPr>
              <a:t>Information régulière </a:t>
            </a:r>
            <a:r>
              <a:rPr lang="fr-FR" sz="1200">
                <a:solidFill>
                  <a:srgbClr val="434343"/>
                </a:solidFill>
                <a:latin typeface="Avenir LT Std 45 Book" panose="020B0502020203020204" pitchFamily="34" charset="0"/>
                <a:ea typeface="Roboto"/>
                <a:cs typeface="Roboto"/>
                <a:sym typeface="Roboto"/>
              </a:rPr>
              <a:t>du collectif concerné par le projet</a:t>
            </a:r>
            <a:endParaRPr lang="fr-FR" sz="1200" b="1">
              <a:solidFill>
                <a:schemeClr val="accent2">
                  <a:lumMod val="60000"/>
                  <a:lumOff val="40000"/>
                </a:schemeClr>
              </a:solidFill>
              <a:latin typeface="Avenir LT Std 45 Book" panose="020B0502020203020204" pitchFamily="34" charset="0"/>
              <a:ea typeface="Roboto"/>
              <a:cs typeface="Roboto"/>
              <a:sym typeface="Roboto"/>
            </a:endParaRPr>
          </a:p>
          <a:p>
            <a:pPr marL="171450" marR="0" lvl="0" indent="-171450" fontAlgn="auto">
              <a:lnSpc>
                <a:spcPct val="100000"/>
              </a:lnSpc>
              <a:spcBef>
                <a:spcPts val="600"/>
              </a:spcBef>
              <a:spcAft>
                <a:spcPts val="0"/>
              </a:spcAft>
              <a:buClr>
                <a:schemeClr val="accent2">
                  <a:lumMod val="60000"/>
                  <a:lumOff val="40000"/>
                </a:schemeClr>
              </a:buClr>
              <a:buSzTx/>
              <a:buFont typeface="Arial" panose="020B0604020202020204" pitchFamily="34" charset="0"/>
              <a:buChar char="•"/>
              <a:tabLst/>
              <a:defRPr/>
            </a:pPr>
            <a:r>
              <a:rPr lang="fr-FR" sz="1200" b="1">
                <a:solidFill>
                  <a:schemeClr val="accent2">
                    <a:lumMod val="60000"/>
                    <a:lumOff val="40000"/>
                  </a:schemeClr>
                </a:solidFill>
                <a:latin typeface="Avenir LT Std 45 Book" panose="020B0502020203020204" pitchFamily="34" charset="0"/>
                <a:ea typeface="Roboto"/>
                <a:cs typeface="Roboto"/>
                <a:sym typeface="Roboto"/>
              </a:rPr>
              <a:t>Communication </a:t>
            </a:r>
            <a:r>
              <a:rPr lang="fr-FR" sz="1200">
                <a:solidFill>
                  <a:srgbClr val="434343"/>
                </a:solidFill>
                <a:latin typeface="Avenir LT Std 45 Book" panose="020B0502020203020204" pitchFamily="34" charset="0"/>
                <a:ea typeface="Roboto"/>
                <a:cs typeface="Roboto"/>
                <a:sym typeface="Roboto"/>
              </a:rPr>
              <a:t>suite aux  instances paritaires, et information en amont si possible</a:t>
            </a:r>
          </a:p>
        </p:txBody>
      </p:sp>
      <p:sp>
        <p:nvSpPr>
          <p:cNvPr id="14" name="Google Shape;1060;p32">
            <a:extLst>
              <a:ext uri="{FF2B5EF4-FFF2-40B4-BE49-F238E27FC236}">
                <a16:creationId xmlns:a16="http://schemas.microsoft.com/office/drawing/2014/main" id="{471413E8-85F0-F282-E065-A2C7C4D8D223}"/>
              </a:ext>
            </a:extLst>
          </p:cNvPr>
          <p:cNvSpPr txBox="1">
            <a:spLocks/>
          </p:cNvSpPr>
          <p:nvPr/>
        </p:nvSpPr>
        <p:spPr>
          <a:xfrm>
            <a:off x="69836" y="4874886"/>
            <a:ext cx="1770332" cy="432000"/>
          </a:xfrm>
          <a:prstGeom prst="rect">
            <a:avLst/>
          </a:prstGeom>
          <a:noFill/>
          <a:ln>
            <a:noFill/>
          </a:ln>
        </p:spPr>
        <p:txBody>
          <a:bodyPr spcFirstLastPara="1" wrap="square" lIns="0" tIns="91425" rIns="0" bIns="91425"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a:ln>
                  <a:noFill/>
                </a:ln>
                <a:solidFill>
                  <a:schemeClr val="accent1">
                    <a:lumMod val="75000"/>
                    <a:lumOff val="25000"/>
                  </a:schemeClr>
                </a:solidFill>
                <a:effectLst/>
                <a:uLnTx/>
                <a:uFillTx/>
                <a:latin typeface="Avenir LT Std 45 Book" panose="020B0502020203020204" pitchFamily="34" charset="0"/>
                <a:ea typeface="Fira Sans Extra Condensed Medium"/>
                <a:cs typeface="Fira Sans Extra Condensed Medium"/>
                <a:sym typeface="Fira Sans Extra Condensed Medium"/>
              </a:rPr>
              <a:t>AMONT DU PROJET</a:t>
            </a:r>
          </a:p>
        </p:txBody>
      </p:sp>
      <p:sp>
        <p:nvSpPr>
          <p:cNvPr id="15" name="Google Shape;1061;p32">
            <a:extLst>
              <a:ext uri="{FF2B5EF4-FFF2-40B4-BE49-F238E27FC236}">
                <a16:creationId xmlns:a16="http://schemas.microsoft.com/office/drawing/2014/main" id="{91EC717C-DA11-3786-7AAC-E5F973754B91}"/>
              </a:ext>
            </a:extLst>
          </p:cNvPr>
          <p:cNvSpPr txBox="1">
            <a:spLocks/>
          </p:cNvSpPr>
          <p:nvPr/>
        </p:nvSpPr>
        <p:spPr>
          <a:xfrm>
            <a:off x="39458" y="5388423"/>
            <a:ext cx="1669035" cy="1068268"/>
          </a:xfrm>
          <a:prstGeom prst="rect">
            <a:avLst/>
          </a:prstGeom>
          <a:noFill/>
          <a:ln>
            <a:noFill/>
          </a:ln>
        </p:spPr>
        <p:txBody>
          <a:bodyPr spcFirstLastPara="1" wrap="square" lIns="0" tIns="91425" rIns="0" bIns="91425" anchor="ctr" anchorCtr="0">
            <a:noAutofit/>
          </a:bodyPr>
          <a:lstStyle/>
          <a:p>
            <a:pPr marL="171450" marR="0" lvl="0" indent="-171450" defTabSz="914400" rtl="0" eaLnBrk="1" fontAlgn="auto" latinLnBrk="0" hangingPunct="1">
              <a:lnSpc>
                <a:spcPct val="100000"/>
              </a:lnSpc>
              <a:spcBef>
                <a:spcPts val="600"/>
              </a:spcBef>
              <a:spcAft>
                <a:spcPts val="0"/>
              </a:spcAft>
              <a:buClr>
                <a:schemeClr val="accent1">
                  <a:lumMod val="75000"/>
                  <a:lumOff val="25000"/>
                </a:schemeClr>
              </a:buClr>
              <a:buSzTx/>
              <a:buFont typeface="Arial" panose="020B0604020202020204" pitchFamily="34" charset="0"/>
              <a:buChar char="•"/>
              <a:tabLst/>
              <a:defRPr/>
            </a:pPr>
            <a:r>
              <a:rPr kumimoji="0" lang="fr-FR" sz="1200" b="1" i="0" u="none" strike="noStrike" kern="1200" cap="none" spc="0" normalizeH="0" baseline="0" noProof="0">
                <a:ln>
                  <a:noFill/>
                </a:ln>
                <a:solidFill>
                  <a:schemeClr val="accent1">
                    <a:lumMod val="75000"/>
                    <a:lumOff val="25000"/>
                  </a:schemeClr>
                </a:solidFill>
                <a:effectLst/>
                <a:uLnTx/>
                <a:uFillTx/>
                <a:latin typeface="Avenir LT Std 45 Book" panose="020B0502020203020204" pitchFamily="34" charset="0"/>
                <a:ea typeface="Roboto"/>
                <a:cs typeface="Roboto"/>
                <a:sym typeface="Roboto"/>
              </a:rPr>
              <a:t>Réunion d'information </a:t>
            </a:r>
            <a:r>
              <a:rPr kumimoji="0" lang="fr-FR" sz="1200" b="0" i="0" u="none" strike="noStrike" kern="1200" cap="none" spc="0" normalizeH="0" baseline="0" noProof="0">
                <a:ln>
                  <a:noFill/>
                </a:ln>
                <a:solidFill>
                  <a:srgbClr val="434343"/>
                </a:solidFill>
                <a:effectLst/>
                <a:uLnTx/>
                <a:uFillTx/>
                <a:latin typeface="Avenir LT Std 45 Book" panose="020B0502020203020204" pitchFamily="34" charset="0"/>
                <a:ea typeface="Roboto"/>
                <a:cs typeface="Roboto"/>
                <a:sym typeface="Roboto"/>
              </a:rPr>
              <a:t>avec le collectif concerné par le projet</a:t>
            </a:r>
          </a:p>
          <a:p>
            <a:pPr marL="171450" marR="0" lvl="0" indent="-171450" defTabSz="914400" rtl="0" eaLnBrk="1" fontAlgn="auto" latinLnBrk="0" hangingPunct="1">
              <a:lnSpc>
                <a:spcPct val="100000"/>
              </a:lnSpc>
              <a:spcBef>
                <a:spcPts val="600"/>
              </a:spcBef>
              <a:spcAft>
                <a:spcPts val="0"/>
              </a:spcAft>
              <a:buClr>
                <a:schemeClr val="accent1">
                  <a:lumMod val="75000"/>
                  <a:lumOff val="25000"/>
                </a:schemeClr>
              </a:buClr>
              <a:buSzTx/>
              <a:buFont typeface="Arial" panose="020B0604020202020204" pitchFamily="34" charset="0"/>
              <a:buChar char="•"/>
              <a:tabLst/>
              <a:defRPr/>
            </a:pPr>
            <a:r>
              <a:rPr kumimoji="0" lang="fr-FR" sz="1200" b="0" i="0" u="none" strike="noStrike" kern="1200" cap="none" spc="0" normalizeH="0" baseline="0" noProof="0">
                <a:ln>
                  <a:noFill/>
                </a:ln>
                <a:solidFill>
                  <a:srgbClr val="434343"/>
                </a:solidFill>
                <a:effectLst/>
                <a:uLnTx/>
                <a:uFillTx/>
                <a:latin typeface="Avenir LT Std 45 Book" panose="020B0502020203020204" pitchFamily="34" charset="0"/>
                <a:ea typeface="Roboto"/>
                <a:cs typeface="Roboto"/>
                <a:sym typeface="Roboto"/>
              </a:rPr>
              <a:t>Temps de </a:t>
            </a:r>
            <a:r>
              <a:rPr kumimoji="0" lang="fr-FR" sz="1200" b="1" i="0" u="none" strike="noStrike" kern="1200" cap="none" spc="0" normalizeH="0" baseline="0" noProof="0">
                <a:ln>
                  <a:noFill/>
                </a:ln>
                <a:solidFill>
                  <a:schemeClr val="accent1">
                    <a:lumMod val="75000"/>
                    <a:lumOff val="25000"/>
                  </a:schemeClr>
                </a:solidFill>
                <a:effectLst/>
                <a:uLnTx/>
                <a:uFillTx/>
                <a:latin typeface="Avenir LT Std 45 Book" panose="020B0502020203020204" pitchFamily="34" charset="0"/>
                <a:ea typeface="Roboto"/>
                <a:cs typeface="Roboto"/>
                <a:sym typeface="Roboto"/>
              </a:rPr>
              <a:t>questions / réponses</a:t>
            </a:r>
            <a:r>
              <a:rPr kumimoji="0" lang="fr-FR" sz="1200" b="0" i="0" u="none" strike="noStrike" kern="1200" cap="none" spc="0" normalizeH="0" baseline="0" noProof="0">
                <a:ln>
                  <a:noFill/>
                </a:ln>
                <a:solidFill>
                  <a:srgbClr val="434343"/>
                </a:solidFill>
                <a:effectLst/>
                <a:uLnTx/>
                <a:uFillTx/>
                <a:latin typeface="Avenir LT Std 45 Book" panose="020B0502020203020204" pitchFamily="34" charset="0"/>
                <a:ea typeface="Roboto"/>
                <a:cs typeface="Roboto"/>
                <a:sym typeface="Roboto"/>
              </a:rPr>
              <a:t> avec les agents</a:t>
            </a:r>
          </a:p>
        </p:txBody>
      </p:sp>
      <p:grpSp>
        <p:nvGrpSpPr>
          <p:cNvPr id="16" name="Groupe 216">
            <a:extLst>
              <a:ext uri="{FF2B5EF4-FFF2-40B4-BE49-F238E27FC236}">
                <a16:creationId xmlns:a16="http://schemas.microsoft.com/office/drawing/2014/main" id="{0BDD4CDF-0C5C-8EAE-871C-D6267D923A7B}"/>
              </a:ext>
            </a:extLst>
          </p:cNvPr>
          <p:cNvGrpSpPr>
            <a:grpSpLocks noChangeAspect="1"/>
          </p:cNvGrpSpPr>
          <p:nvPr/>
        </p:nvGrpSpPr>
        <p:grpSpPr>
          <a:xfrm>
            <a:off x="2030401" y="5159449"/>
            <a:ext cx="229081" cy="654963"/>
            <a:chOff x="14332300" y="3042432"/>
            <a:chExt cx="432000" cy="1235123"/>
          </a:xfrm>
          <a:solidFill>
            <a:srgbClr val="00205B"/>
          </a:solidFill>
        </p:grpSpPr>
        <p:cxnSp>
          <p:nvCxnSpPr>
            <p:cNvPr id="17" name="Connecteur droit 217">
              <a:extLst>
                <a:ext uri="{FF2B5EF4-FFF2-40B4-BE49-F238E27FC236}">
                  <a16:creationId xmlns:a16="http://schemas.microsoft.com/office/drawing/2014/main" id="{3441B055-26A6-5151-B036-1C7015E5F432}"/>
                </a:ext>
              </a:extLst>
            </p:cNvPr>
            <p:cNvCxnSpPr>
              <a:cxnSpLocks/>
              <a:stCxn id="18" idx="4"/>
            </p:cNvCxnSpPr>
            <p:nvPr/>
          </p:nvCxnSpPr>
          <p:spPr>
            <a:xfrm>
              <a:off x="14548300" y="3474432"/>
              <a:ext cx="0" cy="803123"/>
            </a:xfrm>
            <a:prstGeom prst="line">
              <a:avLst/>
            </a:prstGeom>
            <a:grpFill/>
            <a:ln w="63500" cap="rnd">
              <a:solidFill>
                <a:schemeClr val="accent1">
                  <a:lumMod val="75000"/>
                  <a:lumOff val="25000"/>
                </a:schemeClr>
              </a:solidFill>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8" name="Ellipse 218">
              <a:extLst>
                <a:ext uri="{FF2B5EF4-FFF2-40B4-BE49-F238E27FC236}">
                  <a16:creationId xmlns:a16="http://schemas.microsoft.com/office/drawing/2014/main" id="{42FAEA91-0432-1617-1A04-472AF503BC44}"/>
                </a:ext>
              </a:extLst>
            </p:cNvPr>
            <p:cNvSpPr>
              <a:spLocks noChangeAspect="1"/>
            </p:cNvSpPr>
            <p:nvPr/>
          </p:nvSpPr>
          <p:spPr>
            <a:xfrm>
              <a:off x="14332300" y="3042432"/>
              <a:ext cx="432000" cy="432000"/>
            </a:xfrm>
            <a:prstGeom prst="ellipse">
              <a:avLst/>
            </a:prstGeom>
            <a:solidFill>
              <a:schemeClr val="accent1">
                <a:lumMod val="75000"/>
                <a:lumOff val="25000"/>
              </a:schemeClr>
            </a:solidFill>
            <a:ln w="63500">
              <a:solidFill>
                <a:schemeClr val="accent1">
                  <a:lumMod val="75000"/>
                  <a:lumOff val="25000"/>
                </a:schemeClr>
              </a:solidFill>
            </a:ln>
          </p:spPr>
          <p:txBody>
            <a:bodyPr rtlCol="0" anchor="t" anchorCtr="0">
              <a:noAutofit/>
            </a:bodyPr>
            <a:lstStyle/>
            <a:p>
              <a:pPr marL="179388" marR="0" lvl="0" indent="-179388" algn="l" defTabSz="914400" rtl="0" eaLnBrk="1" fontAlgn="auto" latinLnBrk="0" hangingPunct="1">
                <a:lnSpc>
                  <a:spcPct val="90000"/>
                </a:lnSpc>
                <a:spcBef>
                  <a:spcPts val="800"/>
                </a:spcBef>
                <a:spcAft>
                  <a:spcPts val="0"/>
                </a:spcAft>
                <a:buClr>
                  <a:srgbClr val="34104C"/>
                </a:buClr>
                <a:buSzPct val="90000"/>
                <a:buFont typeface="Arial Black" panose="020B0A04020102020204" pitchFamily="34" charset="0"/>
                <a:buChar char="&gt;"/>
                <a:tabLst/>
                <a:defRPr/>
              </a:pPr>
              <a:endParaRPr kumimoji="0" lang="fr-FR" sz="1200" b="0" i="0" u="none" strike="noStrike" kern="1200" cap="none" spc="0" normalizeH="0" baseline="0" noProof="0">
                <a:ln>
                  <a:noFill/>
                </a:ln>
                <a:solidFill>
                  <a:srgbClr val="333333"/>
                </a:solidFill>
                <a:effectLst/>
                <a:uLnTx/>
                <a:uFillTx/>
                <a:latin typeface="Avenir LT Std 45 Book" panose="020B0502020203020204" pitchFamily="34" charset="0"/>
              </a:endParaRPr>
            </a:p>
          </p:txBody>
        </p:sp>
        <p:sp>
          <p:nvSpPr>
            <p:cNvPr id="19" name="Arc 18">
              <a:extLst>
                <a:ext uri="{FF2B5EF4-FFF2-40B4-BE49-F238E27FC236}">
                  <a16:creationId xmlns:a16="http://schemas.microsoft.com/office/drawing/2014/main" id="{26C6F6E0-279F-B17E-BF49-E17E8F813A4E}"/>
                </a:ext>
              </a:extLst>
            </p:cNvPr>
            <p:cNvSpPr>
              <a:spLocks/>
            </p:cNvSpPr>
            <p:nvPr/>
          </p:nvSpPr>
          <p:spPr>
            <a:xfrm>
              <a:off x="14480381" y="3146456"/>
              <a:ext cx="185737" cy="170855"/>
            </a:xfrm>
            <a:prstGeom prst="arc">
              <a:avLst/>
            </a:prstGeom>
            <a:grpFill/>
            <a:ln w="50800" cap="rnd">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srgbClr val="333333"/>
                </a:solidFill>
                <a:effectLst/>
                <a:uLnTx/>
                <a:uFillTx/>
                <a:latin typeface="Avenir LT Std 45 Book" panose="020B0502020203020204" pitchFamily="34" charset="0"/>
              </a:endParaRPr>
            </a:p>
          </p:txBody>
        </p:sp>
      </p:grpSp>
      <p:grpSp>
        <p:nvGrpSpPr>
          <p:cNvPr id="20" name="Groupe 220">
            <a:extLst>
              <a:ext uri="{FF2B5EF4-FFF2-40B4-BE49-F238E27FC236}">
                <a16:creationId xmlns:a16="http://schemas.microsoft.com/office/drawing/2014/main" id="{AA00E8AA-8775-B3A7-2883-C644599888F3}"/>
              </a:ext>
            </a:extLst>
          </p:cNvPr>
          <p:cNvGrpSpPr>
            <a:grpSpLocks noChangeAspect="1"/>
          </p:cNvGrpSpPr>
          <p:nvPr/>
        </p:nvGrpSpPr>
        <p:grpSpPr>
          <a:xfrm>
            <a:off x="4774408" y="3455511"/>
            <a:ext cx="208256" cy="595420"/>
            <a:chOff x="14332300" y="3042432"/>
            <a:chExt cx="432000" cy="1235123"/>
          </a:xfrm>
          <a:solidFill>
            <a:schemeClr val="accent3">
              <a:lumMod val="60000"/>
              <a:lumOff val="40000"/>
            </a:schemeClr>
          </a:solidFill>
        </p:grpSpPr>
        <p:cxnSp>
          <p:nvCxnSpPr>
            <p:cNvPr id="22" name="Connecteur droit 221">
              <a:extLst>
                <a:ext uri="{FF2B5EF4-FFF2-40B4-BE49-F238E27FC236}">
                  <a16:creationId xmlns:a16="http://schemas.microsoft.com/office/drawing/2014/main" id="{7ABD52A9-49B3-7B4D-88FD-E0DF68D37922}"/>
                </a:ext>
              </a:extLst>
            </p:cNvPr>
            <p:cNvCxnSpPr>
              <a:cxnSpLocks/>
              <a:stCxn id="23" idx="4"/>
            </p:cNvCxnSpPr>
            <p:nvPr/>
          </p:nvCxnSpPr>
          <p:spPr>
            <a:xfrm>
              <a:off x="14548300" y="3474432"/>
              <a:ext cx="0" cy="803123"/>
            </a:xfrm>
            <a:prstGeom prst="line">
              <a:avLst/>
            </a:prstGeom>
            <a:grpFill/>
            <a:ln w="63500" cap="rnd">
              <a:solidFill>
                <a:schemeClr val="accent2">
                  <a:lumMod val="60000"/>
                  <a:lumOff val="40000"/>
                </a:schemeClr>
              </a:solidFill>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3" name="Ellipse 222">
              <a:extLst>
                <a:ext uri="{FF2B5EF4-FFF2-40B4-BE49-F238E27FC236}">
                  <a16:creationId xmlns:a16="http://schemas.microsoft.com/office/drawing/2014/main" id="{05461592-8B52-8130-712B-3D325AF7D871}"/>
                </a:ext>
              </a:extLst>
            </p:cNvPr>
            <p:cNvSpPr>
              <a:spLocks noChangeAspect="1"/>
            </p:cNvSpPr>
            <p:nvPr/>
          </p:nvSpPr>
          <p:spPr>
            <a:xfrm>
              <a:off x="14332300" y="3042432"/>
              <a:ext cx="432000" cy="432000"/>
            </a:xfrm>
            <a:prstGeom prst="ellipse">
              <a:avLst/>
            </a:prstGeom>
            <a:solidFill>
              <a:schemeClr val="accent2">
                <a:lumMod val="60000"/>
                <a:lumOff val="40000"/>
              </a:schemeClr>
            </a:solidFill>
            <a:ln w="63500">
              <a:solidFill>
                <a:schemeClr val="accent2">
                  <a:lumMod val="60000"/>
                  <a:lumOff val="40000"/>
                </a:schemeClr>
              </a:solidFill>
            </a:ln>
          </p:spPr>
          <p:txBody>
            <a:bodyPr rtlCol="0" anchor="t" anchorCtr="0">
              <a:noAutofit/>
            </a:bodyPr>
            <a:lstStyle/>
            <a:p>
              <a:pPr marL="179388" marR="0" lvl="0" indent="-179388" algn="l" defTabSz="914400" rtl="0" eaLnBrk="1" fontAlgn="auto" latinLnBrk="0" hangingPunct="1">
                <a:lnSpc>
                  <a:spcPct val="90000"/>
                </a:lnSpc>
                <a:spcBef>
                  <a:spcPts val="800"/>
                </a:spcBef>
                <a:spcAft>
                  <a:spcPts val="0"/>
                </a:spcAft>
                <a:buClr>
                  <a:srgbClr val="34104C"/>
                </a:buClr>
                <a:buSzPct val="90000"/>
                <a:buFont typeface="Arial Black" panose="020B0A04020102020204" pitchFamily="34" charset="0"/>
                <a:buChar char="&gt;"/>
                <a:tabLst/>
                <a:defRPr/>
              </a:pPr>
              <a:endParaRPr kumimoji="0" lang="fr-FR" sz="1200" b="0" i="0" u="none" strike="noStrike" kern="1200" cap="none" spc="0" normalizeH="0" baseline="0" noProof="0">
                <a:ln>
                  <a:noFill/>
                </a:ln>
                <a:solidFill>
                  <a:srgbClr val="333333"/>
                </a:solidFill>
                <a:effectLst/>
                <a:uLnTx/>
                <a:uFillTx/>
                <a:latin typeface="Avenir LT Std 45 Book" panose="020B0502020203020204" pitchFamily="34" charset="0"/>
              </a:endParaRPr>
            </a:p>
          </p:txBody>
        </p:sp>
        <p:sp>
          <p:nvSpPr>
            <p:cNvPr id="24" name="Arc 23">
              <a:extLst>
                <a:ext uri="{FF2B5EF4-FFF2-40B4-BE49-F238E27FC236}">
                  <a16:creationId xmlns:a16="http://schemas.microsoft.com/office/drawing/2014/main" id="{DD7EDE09-A12F-F865-6068-6B44229CDC8E}"/>
                </a:ext>
              </a:extLst>
            </p:cNvPr>
            <p:cNvSpPr>
              <a:spLocks/>
            </p:cNvSpPr>
            <p:nvPr/>
          </p:nvSpPr>
          <p:spPr>
            <a:xfrm>
              <a:off x="14480381" y="3146456"/>
              <a:ext cx="185737" cy="170855"/>
            </a:xfrm>
            <a:prstGeom prst="arc">
              <a:avLst/>
            </a:prstGeom>
            <a:grpFill/>
            <a:ln w="50800" cap="rnd">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srgbClr val="333333"/>
                </a:solidFill>
                <a:effectLst/>
                <a:uLnTx/>
                <a:uFillTx/>
                <a:latin typeface="Avenir LT Std 45 Book" panose="020B0502020203020204" pitchFamily="34" charset="0"/>
              </a:endParaRPr>
            </a:p>
          </p:txBody>
        </p:sp>
      </p:grpSp>
      <p:grpSp>
        <p:nvGrpSpPr>
          <p:cNvPr id="25" name="Groupe 224">
            <a:extLst>
              <a:ext uri="{FF2B5EF4-FFF2-40B4-BE49-F238E27FC236}">
                <a16:creationId xmlns:a16="http://schemas.microsoft.com/office/drawing/2014/main" id="{1C64BC58-4F81-5E93-FD68-7714F8F61C82}"/>
              </a:ext>
            </a:extLst>
          </p:cNvPr>
          <p:cNvGrpSpPr>
            <a:grpSpLocks noChangeAspect="1"/>
          </p:cNvGrpSpPr>
          <p:nvPr/>
        </p:nvGrpSpPr>
        <p:grpSpPr>
          <a:xfrm>
            <a:off x="2203188" y="3157596"/>
            <a:ext cx="189323" cy="541291"/>
            <a:chOff x="14332300" y="3042432"/>
            <a:chExt cx="432000" cy="1235123"/>
          </a:xfrm>
          <a:solidFill>
            <a:schemeClr val="accent1">
              <a:lumMod val="75000"/>
            </a:schemeClr>
          </a:solidFill>
        </p:grpSpPr>
        <p:cxnSp>
          <p:nvCxnSpPr>
            <p:cNvPr id="26" name="Connecteur droit 225">
              <a:extLst>
                <a:ext uri="{FF2B5EF4-FFF2-40B4-BE49-F238E27FC236}">
                  <a16:creationId xmlns:a16="http://schemas.microsoft.com/office/drawing/2014/main" id="{0E1C98DB-0F17-483F-D3E3-7FF3DF523C31}"/>
                </a:ext>
              </a:extLst>
            </p:cNvPr>
            <p:cNvCxnSpPr>
              <a:cxnSpLocks/>
              <a:stCxn id="27" idx="4"/>
            </p:cNvCxnSpPr>
            <p:nvPr/>
          </p:nvCxnSpPr>
          <p:spPr>
            <a:xfrm>
              <a:off x="14548300" y="3474432"/>
              <a:ext cx="0" cy="803123"/>
            </a:xfrm>
            <a:prstGeom prst="line">
              <a:avLst/>
            </a:prstGeom>
            <a:grpFill/>
            <a:ln w="63500" cap="rnd">
              <a:solidFill>
                <a:schemeClr val="accent3">
                  <a:lumMod val="75000"/>
                </a:schemeClr>
              </a:solidFill>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7" name="Ellipse 226">
              <a:extLst>
                <a:ext uri="{FF2B5EF4-FFF2-40B4-BE49-F238E27FC236}">
                  <a16:creationId xmlns:a16="http://schemas.microsoft.com/office/drawing/2014/main" id="{F39704AE-4A86-BCCE-56FE-9A92D5DDF7E9}"/>
                </a:ext>
              </a:extLst>
            </p:cNvPr>
            <p:cNvSpPr>
              <a:spLocks noChangeAspect="1"/>
            </p:cNvSpPr>
            <p:nvPr/>
          </p:nvSpPr>
          <p:spPr>
            <a:xfrm>
              <a:off x="14332300" y="3042432"/>
              <a:ext cx="432000" cy="432000"/>
            </a:xfrm>
            <a:prstGeom prst="ellipse">
              <a:avLst/>
            </a:prstGeom>
            <a:solidFill>
              <a:schemeClr val="accent3">
                <a:lumMod val="75000"/>
              </a:schemeClr>
            </a:solidFill>
            <a:ln w="63500">
              <a:solidFill>
                <a:schemeClr val="accent3">
                  <a:lumMod val="75000"/>
                </a:schemeClr>
              </a:solidFill>
            </a:ln>
          </p:spPr>
          <p:txBody>
            <a:bodyPr rtlCol="0" anchor="t" anchorCtr="0">
              <a:noAutofit/>
            </a:bodyPr>
            <a:lstStyle/>
            <a:p>
              <a:pPr marL="179388" marR="0" lvl="0" indent="-179388" algn="l" defTabSz="914400" rtl="0" eaLnBrk="1" fontAlgn="auto" latinLnBrk="0" hangingPunct="1">
                <a:lnSpc>
                  <a:spcPct val="90000"/>
                </a:lnSpc>
                <a:spcBef>
                  <a:spcPts val="800"/>
                </a:spcBef>
                <a:spcAft>
                  <a:spcPts val="0"/>
                </a:spcAft>
                <a:buClr>
                  <a:srgbClr val="34104C"/>
                </a:buClr>
                <a:buSzPct val="90000"/>
                <a:buFont typeface="Arial Black" panose="020B0A04020102020204" pitchFamily="34" charset="0"/>
                <a:buChar char="&gt;"/>
                <a:tabLst/>
                <a:defRPr/>
              </a:pPr>
              <a:endParaRPr kumimoji="0" lang="fr-FR" sz="1200" b="0" i="0" u="none" strike="noStrike" kern="1200" cap="none" spc="0" normalizeH="0" baseline="0" noProof="0">
                <a:ln>
                  <a:noFill/>
                </a:ln>
                <a:solidFill>
                  <a:srgbClr val="333333"/>
                </a:solidFill>
                <a:effectLst/>
                <a:uLnTx/>
                <a:uFillTx/>
                <a:latin typeface="Avenir LT Std 45 Book" panose="020B0502020203020204" pitchFamily="34" charset="0"/>
              </a:endParaRPr>
            </a:p>
          </p:txBody>
        </p:sp>
        <p:sp>
          <p:nvSpPr>
            <p:cNvPr id="28" name="Arc 27">
              <a:extLst>
                <a:ext uri="{FF2B5EF4-FFF2-40B4-BE49-F238E27FC236}">
                  <a16:creationId xmlns:a16="http://schemas.microsoft.com/office/drawing/2014/main" id="{A646CF96-97FC-2982-EC40-B95EC5AED0B7}"/>
                </a:ext>
              </a:extLst>
            </p:cNvPr>
            <p:cNvSpPr>
              <a:spLocks/>
            </p:cNvSpPr>
            <p:nvPr/>
          </p:nvSpPr>
          <p:spPr>
            <a:xfrm>
              <a:off x="14480381" y="3146456"/>
              <a:ext cx="185737" cy="170855"/>
            </a:xfrm>
            <a:prstGeom prst="arc">
              <a:avLst/>
            </a:prstGeom>
            <a:solidFill>
              <a:schemeClr val="accent3"/>
            </a:solidFill>
            <a:ln w="50800" cap="rnd">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srgbClr val="333333"/>
                </a:solidFill>
                <a:effectLst/>
                <a:uLnTx/>
                <a:uFillTx/>
                <a:latin typeface="Avenir LT Std 45 Book" panose="020B0502020203020204" pitchFamily="34" charset="0"/>
              </a:endParaRPr>
            </a:p>
          </p:txBody>
        </p:sp>
      </p:grpSp>
      <p:grpSp>
        <p:nvGrpSpPr>
          <p:cNvPr id="29" name="Group 91">
            <a:extLst>
              <a:ext uri="{FF2B5EF4-FFF2-40B4-BE49-F238E27FC236}">
                <a16:creationId xmlns:a16="http://schemas.microsoft.com/office/drawing/2014/main" id="{BF60253F-E674-E7D7-C35A-F176124DB6CC}"/>
              </a:ext>
            </a:extLst>
          </p:cNvPr>
          <p:cNvGrpSpPr/>
          <p:nvPr/>
        </p:nvGrpSpPr>
        <p:grpSpPr>
          <a:xfrm>
            <a:off x="3433660" y="2535932"/>
            <a:ext cx="156465" cy="447347"/>
            <a:chOff x="4428937" y="2761960"/>
            <a:chExt cx="156465" cy="447347"/>
          </a:xfrm>
        </p:grpSpPr>
        <p:cxnSp>
          <p:nvCxnSpPr>
            <p:cNvPr id="30" name="Connecteur droit 229">
              <a:extLst>
                <a:ext uri="{FF2B5EF4-FFF2-40B4-BE49-F238E27FC236}">
                  <a16:creationId xmlns:a16="http://schemas.microsoft.com/office/drawing/2014/main" id="{B52173CC-165B-4359-1322-E7A1791D1C07}"/>
                </a:ext>
              </a:extLst>
            </p:cNvPr>
            <p:cNvCxnSpPr>
              <a:cxnSpLocks/>
              <a:stCxn id="31" idx="4"/>
            </p:cNvCxnSpPr>
            <p:nvPr/>
          </p:nvCxnSpPr>
          <p:spPr>
            <a:xfrm>
              <a:off x="4507170" y="2918425"/>
              <a:ext cx="0" cy="290882"/>
            </a:xfrm>
            <a:prstGeom prst="line">
              <a:avLst/>
            </a:prstGeom>
            <a:solidFill>
              <a:schemeClr val="accent3"/>
            </a:solidFill>
            <a:ln w="63500" cap="rnd">
              <a:solidFill>
                <a:schemeClr val="accent3"/>
              </a:solidFill>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1" name="Ellipse 230">
              <a:extLst>
                <a:ext uri="{FF2B5EF4-FFF2-40B4-BE49-F238E27FC236}">
                  <a16:creationId xmlns:a16="http://schemas.microsoft.com/office/drawing/2014/main" id="{71A3993F-48B5-89EA-4739-A0D94FE407B2}"/>
                </a:ext>
              </a:extLst>
            </p:cNvPr>
            <p:cNvSpPr>
              <a:spLocks noChangeAspect="1"/>
            </p:cNvSpPr>
            <p:nvPr/>
          </p:nvSpPr>
          <p:spPr>
            <a:xfrm>
              <a:off x="4428937" y="2761960"/>
              <a:ext cx="156465" cy="156465"/>
            </a:xfrm>
            <a:prstGeom prst="ellipse">
              <a:avLst/>
            </a:prstGeom>
            <a:solidFill>
              <a:schemeClr val="accent3"/>
            </a:solidFill>
            <a:ln w="63500">
              <a:solidFill>
                <a:schemeClr val="accent3"/>
              </a:solidFill>
            </a:ln>
          </p:spPr>
          <p:txBody>
            <a:bodyPr rtlCol="0" anchor="t" anchorCtr="0">
              <a:noAutofit/>
            </a:bodyPr>
            <a:lstStyle/>
            <a:p>
              <a:pPr marL="179388" marR="0" lvl="0" indent="-179388" algn="l" defTabSz="914400" rtl="0" eaLnBrk="1" fontAlgn="auto" latinLnBrk="0" hangingPunct="1">
                <a:lnSpc>
                  <a:spcPct val="90000"/>
                </a:lnSpc>
                <a:spcBef>
                  <a:spcPts val="800"/>
                </a:spcBef>
                <a:spcAft>
                  <a:spcPts val="0"/>
                </a:spcAft>
                <a:buClr>
                  <a:srgbClr val="34104C"/>
                </a:buClr>
                <a:buSzPct val="90000"/>
                <a:buFont typeface="Arial Black" panose="020B0A04020102020204" pitchFamily="34" charset="0"/>
                <a:buChar char="&gt;"/>
                <a:tabLst/>
                <a:defRPr/>
              </a:pPr>
              <a:endParaRPr kumimoji="0" lang="fr-FR" sz="1200" b="0" i="0" u="none" strike="noStrike" kern="1200" cap="none" spc="0" normalizeH="0" baseline="0" noProof="0">
                <a:ln>
                  <a:noFill/>
                </a:ln>
                <a:solidFill>
                  <a:srgbClr val="333333"/>
                </a:solidFill>
                <a:effectLst/>
                <a:uLnTx/>
                <a:uFillTx/>
                <a:latin typeface="Avenir LT Std 45 Book" panose="020B0502020203020204" pitchFamily="34" charset="0"/>
              </a:endParaRPr>
            </a:p>
          </p:txBody>
        </p:sp>
        <p:sp>
          <p:nvSpPr>
            <p:cNvPr id="32" name="Arc 31">
              <a:extLst>
                <a:ext uri="{FF2B5EF4-FFF2-40B4-BE49-F238E27FC236}">
                  <a16:creationId xmlns:a16="http://schemas.microsoft.com/office/drawing/2014/main" id="{1CA50820-F7E9-E4B5-CC6F-476EB7C65F99}"/>
                </a:ext>
              </a:extLst>
            </p:cNvPr>
            <p:cNvSpPr>
              <a:spLocks/>
            </p:cNvSpPr>
            <p:nvPr/>
          </p:nvSpPr>
          <p:spPr>
            <a:xfrm>
              <a:off x="4482570" y="2799636"/>
              <a:ext cx="67272" cy="61882"/>
            </a:xfrm>
            <a:prstGeom prst="arc">
              <a:avLst/>
            </a:prstGeom>
            <a:solidFill>
              <a:schemeClr val="accent3">
                <a:lumMod val="75000"/>
              </a:schemeClr>
            </a:solidFill>
            <a:ln w="50800" cap="rnd">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srgbClr val="333333"/>
                </a:solidFill>
                <a:effectLst/>
                <a:uLnTx/>
                <a:uFillTx/>
                <a:latin typeface="Avenir LT Std 45 Book" panose="020B0502020203020204" pitchFamily="34" charset="0"/>
              </a:endParaRPr>
            </a:p>
          </p:txBody>
        </p:sp>
      </p:grpSp>
      <p:grpSp>
        <p:nvGrpSpPr>
          <p:cNvPr id="33" name="Group 87">
            <a:extLst>
              <a:ext uri="{FF2B5EF4-FFF2-40B4-BE49-F238E27FC236}">
                <a16:creationId xmlns:a16="http://schemas.microsoft.com/office/drawing/2014/main" id="{2260C1B7-E277-DF98-DF5A-B840ABAB7CE2}"/>
              </a:ext>
            </a:extLst>
          </p:cNvPr>
          <p:cNvGrpSpPr>
            <a:grpSpLocks/>
          </p:cNvGrpSpPr>
          <p:nvPr/>
        </p:nvGrpSpPr>
        <p:grpSpPr>
          <a:xfrm>
            <a:off x="3671692" y="1848821"/>
            <a:ext cx="530576" cy="788466"/>
            <a:chOff x="6104541" y="1753872"/>
            <a:chExt cx="530576" cy="1128366"/>
          </a:xfrm>
          <a:solidFill>
            <a:srgbClr val="00B388"/>
          </a:solidFill>
        </p:grpSpPr>
        <p:cxnSp>
          <p:nvCxnSpPr>
            <p:cNvPr id="34" name="Connecteur droit 208">
              <a:extLst>
                <a:ext uri="{FF2B5EF4-FFF2-40B4-BE49-F238E27FC236}">
                  <a16:creationId xmlns:a16="http://schemas.microsoft.com/office/drawing/2014/main" id="{D41E65BF-8CDC-E742-A5C4-58E5BDCA1C1C}"/>
                </a:ext>
              </a:extLst>
            </p:cNvPr>
            <p:cNvCxnSpPr>
              <a:cxnSpLocks/>
            </p:cNvCxnSpPr>
            <p:nvPr/>
          </p:nvCxnSpPr>
          <p:spPr>
            <a:xfrm>
              <a:off x="6104541" y="1799172"/>
              <a:ext cx="0" cy="1083066"/>
            </a:xfrm>
            <a:prstGeom prst="line">
              <a:avLst/>
            </a:prstGeom>
            <a:grpFill/>
            <a:ln w="63500" cap="rnd">
              <a:solidFill>
                <a:srgbClr val="00B388"/>
              </a:solidFill>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5" name="Vague 237">
              <a:extLst>
                <a:ext uri="{FF2B5EF4-FFF2-40B4-BE49-F238E27FC236}">
                  <a16:creationId xmlns:a16="http://schemas.microsoft.com/office/drawing/2014/main" id="{DC96E5FD-BE2E-3066-2FDF-C1A1E7BE8991}"/>
                </a:ext>
              </a:extLst>
            </p:cNvPr>
            <p:cNvSpPr>
              <a:spLocks/>
            </p:cNvSpPr>
            <p:nvPr/>
          </p:nvSpPr>
          <p:spPr>
            <a:xfrm>
              <a:off x="6155502" y="1753872"/>
              <a:ext cx="479615" cy="468470"/>
            </a:xfrm>
            <a:prstGeom prst="wave">
              <a:avLst>
                <a:gd name="adj1" fmla="val 10957"/>
                <a:gd name="adj2" fmla="val 0"/>
              </a:avLst>
            </a:prstGeom>
            <a:grpFill/>
            <a:ln w="6350">
              <a:solidFill>
                <a:srgbClr val="00B388"/>
              </a:solidFill>
            </a:ln>
          </p:spPr>
          <p:txBody>
            <a:bodyPr rtlCol="0" anchor="t" anchorCtr="0">
              <a:noAutofit/>
            </a:bodyPr>
            <a:lstStyle/>
            <a:p>
              <a:pPr marL="179388" marR="0" lvl="0" indent="-179388" algn="l" defTabSz="914400" rtl="0" eaLnBrk="1" fontAlgn="auto" latinLnBrk="0" hangingPunct="1">
                <a:lnSpc>
                  <a:spcPct val="90000"/>
                </a:lnSpc>
                <a:spcBef>
                  <a:spcPts val="800"/>
                </a:spcBef>
                <a:spcAft>
                  <a:spcPts val="0"/>
                </a:spcAft>
                <a:buClr>
                  <a:srgbClr val="34104C"/>
                </a:buClr>
                <a:buSzPct val="90000"/>
                <a:buFont typeface="Arial Black" panose="020B0A04020102020204" pitchFamily="34" charset="0"/>
                <a:buChar char="&gt;"/>
                <a:tabLst/>
                <a:defRPr/>
              </a:pPr>
              <a:endParaRPr kumimoji="0" lang="fr-FR" sz="1200" b="0" i="0" u="none" strike="noStrike" kern="1200" cap="none" spc="0" normalizeH="0" baseline="0" noProof="0">
                <a:ln>
                  <a:noFill/>
                </a:ln>
                <a:solidFill>
                  <a:srgbClr val="333333"/>
                </a:solidFill>
                <a:effectLst/>
                <a:uLnTx/>
                <a:uFillTx/>
                <a:latin typeface="Avenir LT Std 45 Book" panose="020B0502020203020204" pitchFamily="34" charset="0"/>
              </a:endParaRPr>
            </a:p>
          </p:txBody>
        </p:sp>
      </p:grpSp>
      <p:sp>
        <p:nvSpPr>
          <p:cNvPr id="36" name="Google Shape;1051;p32">
            <a:extLst>
              <a:ext uri="{FF2B5EF4-FFF2-40B4-BE49-F238E27FC236}">
                <a16:creationId xmlns:a16="http://schemas.microsoft.com/office/drawing/2014/main" id="{22AE17E7-D029-6730-05B7-8193288D2188}"/>
              </a:ext>
            </a:extLst>
          </p:cNvPr>
          <p:cNvSpPr txBox="1">
            <a:spLocks/>
          </p:cNvSpPr>
          <p:nvPr/>
        </p:nvSpPr>
        <p:spPr>
          <a:xfrm>
            <a:off x="1579125" y="2078538"/>
            <a:ext cx="1787449" cy="320277"/>
          </a:xfrm>
          <a:prstGeom prst="rect">
            <a:avLst/>
          </a:prstGeom>
          <a:noFill/>
          <a:ln>
            <a:noFill/>
          </a:ln>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a:ln>
                  <a:noFill/>
                </a:ln>
                <a:solidFill>
                  <a:schemeClr val="accent3"/>
                </a:solidFill>
                <a:effectLst/>
                <a:uLnTx/>
                <a:uFillTx/>
                <a:latin typeface="Avenir LT Std 45 Book" panose="020B0502020203020204" pitchFamily="34" charset="0"/>
                <a:ea typeface="Fira Sans Extra Condensed Medium"/>
                <a:cs typeface="Fira Sans Extra Condensed Medium"/>
                <a:sym typeface="Fira Sans Extra Condensed Medium"/>
              </a:rPr>
              <a:t>PROJET DÉPLOYÉ</a:t>
            </a:r>
          </a:p>
        </p:txBody>
      </p:sp>
      <p:sp>
        <p:nvSpPr>
          <p:cNvPr id="37" name="Google Shape;1052;p32">
            <a:extLst>
              <a:ext uri="{FF2B5EF4-FFF2-40B4-BE49-F238E27FC236}">
                <a16:creationId xmlns:a16="http://schemas.microsoft.com/office/drawing/2014/main" id="{7120BB83-8368-29D7-A9B4-25F68F27D7F4}"/>
              </a:ext>
            </a:extLst>
          </p:cNvPr>
          <p:cNvSpPr txBox="1">
            <a:spLocks/>
          </p:cNvSpPr>
          <p:nvPr/>
        </p:nvSpPr>
        <p:spPr>
          <a:xfrm>
            <a:off x="577007" y="2429284"/>
            <a:ext cx="2729311" cy="432000"/>
          </a:xfrm>
          <a:prstGeom prst="rect">
            <a:avLst/>
          </a:prstGeom>
          <a:noFill/>
          <a:ln>
            <a:noFill/>
          </a:ln>
        </p:spPr>
        <p:txBody>
          <a:bodyPr spcFirstLastPara="1" wrap="square" lIns="91425" tIns="91425" rIns="0" bIns="91425" anchor="ctr" anchorCtr="0">
            <a:noAutofit/>
          </a:bodyPr>
          <a:lstStyle/>
          <a:p>
            <a:pPr marL="171450" indent="-171450" algn="r">
              <a:spcBef>
                <a:spcPts val="600"/>
              </a:spcBef>
              <a:buFont typeface="Arial" panose="020B0604020202020204" pitchFamily="34" charset="0"/>
              <a:buChar char="•"/>
              <a:defRPr/>
            </a:pPr>
            <a:r>
              <a:rPr lang="fr-FR" sz="1200">
                <a:solidFill>
                  <a:srgbClr val="434343"/>
                </a:solidFill>
                <a:latin typeface="Avenir LT Std 45 Book" panose="020B0502020203020204" pitchFamily="34" charset="0"/>
                <a:ea typeface="Roboto"/>
                <a:cs typeface="Roboto"/>
                <a:sym typeface="Roboto"/>
              </a:rPr>
              <a:t>Temps de </a:t>
            </a:r>
            <a:r>
              <a:rPr lang="fr-FR" sz="1200" b="1">
                <a:solidFill>
                  <a:srgbClr val="A4C8E1"/>
                </a:solidFill>
                <a:latin typeface="Avenir LT Std 45 Book" panose="020B0502020203020204" pitchFamily="34" charset="0"/>
                <a:ea typeface="Roboto"/>
                <a:cs typeface="Roboto"/>
                <a:sym typeface="Roboto"/>
              </a:rPr>
              <a:t>questions / réponses</a:t>
            </a:r>
            <a:r>
              <a:rPr lang="fr-FR" sz="1200">
                <a:solidFill>
                  <a:srgbClr val="A4C8E1"/>
                </a:solidFill>
                <a:latin typeface="Avenir LT Std 45 Book" panose="020B0502020203020204" pitchFamily="34" charset="0"/>
                <a:ea typeface="Roboto"/>
                <a:cs typeface="Roboto"/>
                <a:sym typeface="Roboto"/>
              </a:rPr>
              <a:t> </a:t>
            </a:r>
            <a:r>
              <a:rPr lang="fr-FR" sz="1200">
                <a:solidFill>
                  <a:srgbClr val="434343"/>
                </a:solidFill>
                <a:latin typeface="Avenir LT Std 45 Book" panose="020B0502020203020204" pitchFamily="34" charset="0"/>
                <a:ea typeface="Roboto"/>
                <a:cs typeface="Roboto"/>
                <a:sym typeface="Roboto"/>
              </a:rPr>
              <a:t>avec les agents</a:t>
            </a:r>
          </a:p>
          <a:p>
            <a:pPr marL="171450" indent="-171450" algn="r">
              <a:spcBef>
                <a:spcPts val="600"/>
              </a:spcBef>
              <a:buFont typeface="Arial" panose="020B0604020202020204" pitchFamily="34" charset="0"/>
              <a:buChar char="•"/>
              <a:defRPr/>
            </a:pPr>
            <a:r>
              <a:rPr lang="fr-FR" sz="1200" b="1">
                <a:solidFill>
                  <a:srgbClr val="A4C8E1"/>
                </a:solidFill>
                <a:latin typeface="Avenir LT Std 45 Book" panose="020B0502020203020204" pitchFamily="34" charset="0"/>
                <a:ea typeface="Roboto"/>
                <a:cs typeface="Roboto"/>
                <a:sym typeface="Roboto"/>
              </a:rPr>
              <a:t>Archivage</a:t>
            </a:r>
            <a:r>
              <a:rPr lang="fr-FR" sz="1200">
                <a:solidFill>
                  <a:srgbClr val="A4C8E1"/>
                </a:solidFill>
                <a:latin typeface="Avenir LT Std 45 Book" panose="020B0502020203020204" pitchFamily="34" charset="0"/>
                <a:ea typeface="Roboto"/>
                <a:cs typeface="Roboto"/>
                <a:sym typeface="Roboto"/>
              </a:rPr>
              <a:t> </a:t>
            </a:r>
            <a:r>
              <a:rPr lang="fr-FR" sz="1200">
                <a:solidFill>
                  <a:srgbClr val="434343"/>
                </a:solidFill>
                <a:latin typeface="Avenir LT Std 45 Book" panose="020B0502020203020204" pitchFamily="34" charset="0"/>
                <a:ea typeface="Roboto"/>
                <a:cs typeface="Roboto"/>
                <a:sym typeface="Roboto"/>
              </a:rPr>
              <a:t>de la documentation</a:t>
            </a:r>
          </a:p>
        </p:txBody>
      </p:sp>
      <p:sp>
        <p:nvSpPr>
          <p:cNvPr id="39" name="Google Shape;1051;p32">
            <a:extLst>
              <a:ext uri="{FF2B5EF4-FFF2-40B4-BE49-F238E27FC236}">
                <a16:creationId xmlns:a16="http://schemas.microsoft.com/office/drawing/2014/main" id="{A6A2AA0E-9184-86CB-461D-B9A1568C5562}"/>
              </a:ext>
            </a:extLst>
          </p:cNvPr>
          <p:cNvSpPr txBox="1">
            <a:spLocks/>
          </p:cNvSpPr>
          <p:nvPr/>
        </p:nvSpPr>
        <p:spPr>
          <a:xfrm>
            <a:off x="4253228" y="1888121"/>
            <a:ext cx="2880000" cy="288000"/>
          </a:xfrm>
          <a:prstGeom prst="rect">
            <a:avLst/>
          </a:prstGeom>
          <a:noFill/>
          <a:ln>
            <a:noFill/>
          </a:ln>
        </p:spPr>
        <p:txBody>
          <a:bodyPr spcFirstLastPara="1" wrap="square" lIns="91425" tIns="91425" rIns="91425" bIns="91425" anchor="ctr" anchorCtr="0">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00B388"/>
                </a:solidFill>
                <a:effectLst/>
                <a:uLnTx/>
                <a:uFillTx/>
                <a:latin typeface="Avenir LT Std 45 Book" panose="020B0502020203020204" pitchFamily="34" charset="0"/>
                <a:ea typeface="Fira Sans Extra Condensed Medium"/>
                <a:cs typeface="Fira Sans Extra Condensed Medium"/>
                <a:sym typeface="Fira Sans Extra Condensed Medium"/>
              </a:rPr>
              <a:t>UNE COMMUNICATION RÉUSSIE</a:t>
            </a:r>
          </a:p>
        </p:txBody>
      </p:sp>
      <p:grpSp>
        <p:nvGrpSpPr>
          <p:cNvPr id="41" name="Groupe 216">
            <a:extLst>
              <a:ext uri="{FF2B5EF4-FFF2-40B4-BE49-F238E27FC236}">
                <a16:creationId xmlns:a16="http://schemas.microsoft.com/office/drawing/2014/main" id="{1A0C4D8B-2CDF-96E9-CD66-F5D7539F9300}"/>
              </a:ext>
            </a:extLst>
          </p:cNvPr>
          <p:cNvGrpSpPr>
            <a:grpSpLocks noChangeAspect="1"/>
          </p:cNvGrpSpPr>
          <p:nvPr/>
        </p:nvGrpSpPr>
        <p:grpSpPr>
          <a:xfrm>
            <a:off x="3735656" y="4382047"/>
            <a:ext cx="229081" cy="654963"/>
            <a:chOff x="14332324" y="3042441"/>
            <a:chExt cx="432001" cy="1235127"/>
          </a:xfrm>
          <a:solidFill>
            <a:schemeClr val="accent1">
              <a:lumMod val="50000"/>
              <a:lumOff val="50000"/>
            </a:schemeClr>
          </a:solidFill>
        </p:grpSpPr>
        <p:cxnSp>
          <p:nvCxnSpPr>
            <p:cNvPr id="42" name="Connecteur droit 217">
              <a:extLst>
                <a:ext uri="{FF2B5EF4-FFF2-40B4-BE49-F238E27FC236}">
                  <a16:creationId xmlns:a16="http://schemas.microsoft.com/office/drawing/2014/main" id="{71C57721-AE2D-8492-5E42-33C499231930}"/>
                </a:ext>
              </a:extLst>
            </p:cNvPr>
            <p:cNvCxnSpPr>
              <a:cxnSpLocks/>
              <a:stCxn id="43" idx="4"/>
            </p:cNvCxnSpPr>
            <p:nvPr/>
          </p:nvCxnSpPr>
          <p:spPr>
            <a:xfrm>
              <a:off x="14548335" y="3474443"/>
              <a:ext cx="0" cy="803125"/>
            </a:xfrm>
            <a:prstGeom prst="line">
              <a:avLst/>
            </a:prstGeom>
            <a:grpFill/>
            <a:ln w="63500" cap="rnd">
              <a:solidFill>
                <a:schemeClr val="accent1">
                  <a:lumMod val="50000"/>
                  <a:lumOff val="50000"/>
                </a:schemeClr>
              </a:solidFill>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3" name="Ellipse 218">
              <a:extLst>
                <a:ext uri="{FF2B5EF4-FFF2-40B4-BE49-F238E27FC236}">
                  <a16:creationId xmlns:a16="http://schemas.microsoft.com/office/drawing/2014/main" id="{EEB95C80-B7B2-6465-7105-CD18733ED314}"/>
                </a:ext>
              </a:extLst>
            </p:cNvPr>
            <p:cNvSpPr>
              <a:spLocks noChangeAspect="1"/>
            </p:cNvSpPr>
            <p:nvPr/>
          </p:nvSpPr>
          <p:spPr>
            <a:xfrm>
              <a:off x="14332324" y="3042441"/>
              <a:ext cx="432001" cy="432002"/>
            </a:xfrm>
            <a:prstGeom prst="ellipse">
              <a:avLst/>
            </a:prstGeom>
            <a:grpFill/>
            <a:ln w="63500">
              <a:solidFill>
                <a:schemeClr val="accent1">
                  <a:lumMod val="50000"/>
                  <a:lumOff val="50000"/>
                </a:schemeClr>
              </a:solidFill>
            </a:ln>
          </p:spPr>
          <p:txBody>
            <a:bodyPr rtlCol="0" anchor="t" anchorCtr="0">
              <a:noAutofit/>
            </a:bodyPr>
            <a:lstStyle/>
            <a:p>
              <a:pPr marL="179388" marR="0" lvl="0" indent="-179388" algn="l" defTabSz="914400" rtl="0" eaLnBrk="1" fontAlgn="auto" latinLnBrk="0" hangingPunct="1">
                <a:lnSpc>
                  <a:spcPct val="90000"/>
                </a:lnSpc>
                <a:spcBef>
                  <a:spcPts val="800"/>
                </a:spcBef>
                <a:spcAft>
                  <a:spcPts val="0"/>
                </a:spcAft>
                <a:buClr>
                  <a:srgbClr val="34104C"/>
                </a:buClr>
                <a:buSzPct val="90000"/>
                <a:buFont typeface="Arial Black" panose="020B0A04020102020204" pitchFamily="34" charset="0"/>
                <a:buChar char="&gt;"/>
                <a:tabLst/>
                <a:defRPr/>
              </a:pPr>
              <a:endParaRPr kumimoji="0" lang="fr-FR" sz="1200" b="0" i="0" u="none" strike="noStrike" kern="1200" cap="none" spc="0" normalizeH="0" baseline="0" noProof="0">
                <a:ln>
                  <a:noFill/>
                </a:ln>
                <a:solidFill>
                  <a:srgbClr val="333333"/>
                </a:solidFill>
                <a:effectLst/>
                <a:uLnTx/>
                <a:uFillTx/>
                <a:latin typeface="Avenir LT Std 45 Book" panose="020B0502020203020204" pitchFamily="34" charset="0"/>
              </a:endParaRPr>
            </a:p>
          </p:txBody>
        </p:sp>
        <p:sp>
          <p:nvSpPr>
            <p:cNvPr id="44" name="Arc 43">
              <a:extLst>
                <a:ext uri="{FF2B5EF4-FFF2-40B4-BE49-F238E27FC236}">
                  <a16:creationId xmlns:a16="http://schemas.microsoft.com/office/drawing/2014/main" id="{CA62093B-C748-05F4-FDFF-45BC86A424A9}"/>
                </a:ext>
              </a:extLst>
            </p:cNvPr>
            <p:cNvSpPr>
              <a:spLocks/>
            </p:cNvSpPr>
            <p:nvPr/>
          </p:nvSpPr>
          <p:spPr>
            <a:xfrm>
              <a:off x="14480380" y="3146456"/>
              <a:ext cx="185738" cy="170855"/>
            </a:xfrm>
            <a:prstGeom prst="arc">
              <a:avLst/>
            </a:prstGeom>
            <a:grpFill/>
            <a:ln w="50800" cap="rnd">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srgbClr val="333333"/>
                </a:solidFill>
                <a:effectLst/>
                <a:uLnTx/>
                <a:uFillTx/>
                <a:latin typeface="Avenir LT Std 45 Book" panose="020B0502020203020204" pitchFamily="34" charset="0"/>
              </a:endParaRPr>
            </a:p>
          </p:txBody>
        </p:sp>
      </p:grpSp>
      <p:sp>
        <p:nvSpPr>
          <p:cNvPr id="48" name="Rectangle : coins arrondis 47">
            <a:extLst>
              <a:ext uri="{FF2B5EF4-FFF2-40B4-BE49-F238E27FC236}">
                <a16:creationId xmlns:a16="http://schemas.microsoft.com/office/drawing/2014/main" id="{958C270C-0713-6A58-3628-A11A336D6FE0}"/>
              </a:ext>
            </a:extLst>
          </p:cNvPr>
          <p:cNvSpPr/>
          <p:nvPr/>
        </p:nvSpPr>
        <p:spPr>
          <a:xfrm>
            <a:off x="7763025" y="1568481"/>
            <a:ext cx="4248000" cy="4824754"/>
          </a:xfrm>
          <a:prstGeom prst="roundRect">
            <a:avLst>
              <a:gd name="adj" fmla="val 295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pPr algn="ctr"/>
            <a:endParaRPr lang="fr-FR" sz="1200" b="1">
              <a:solidFill>
                <a:schemeClr val="accent1"/>
              </a:solidFill>
            </a:endParaRPr>
          </a:p>
        </p:txBody>
      </p:sp>
      <p:sp>
        <p:nvSpPr>
          <p:cNvPr id="2" name="Rectangle 1">
            <a:extLst>
              <a:ext uri="{FF2B5EF4-FFF2-40B4-BE49-F238E27FC236}">
                <a16:creationId xmlns:a16="http://schemas.microsoft.com/office/drawing/2014/main" id="{B60C2977-8275-D556-C212-C9BB25F2F4CB}"/>
              </a:ext>
            </a:extLst>
          </p:cNvPr>
          <p:cNvSpPr/>
          <p:nvPr/>
        </p:nvSpPr>
        <p:spPr>
          <a:xfrm>
            <a:off x="8375025" y="1689253"/>
            <a:ext cx="3636000" cy="45832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1200"/>
              </a:spcBef>
            </a:pPr>
            <a:r>
              <a:rPr lang="fr-FR" sz="1100" b="1">
                <a:solidFill>
                  <a:schemeClr val="accent2"/>
                </a:solidFill>
                <a:latin typeface="Avenir LT Std 65 Medium" panose="020B0803020203020204" pitchFamily="34" charset="0"/>
              </a:rPr>
              <a:t>Communiquer régulièrement </a:t>
            </a:r>
            <a:r>
              <a:rPr lang="fr-FR" sz="1100">
                <a:solidFill>
                  <a:schemeClr val="tx1"/>
                </a:solidFill>
                <a:latin typeface="Avenir LT Std 45 Book" panose="020B0502020203020204" pitchFamily="34" charset="0"/>
              </a:rPr>
              <a:t>pour éviter l’effet « tunnel »</a:t>
            </a:r>
          </a:p>
          <a:p>
            <a:pPr>
              <a:spcBef>
                <a:spcPts val="1200"/>
              </a:spcBef>
            </a:pPr>
            <a:r>
              <a:rPr lang="fr-FR" sz="1100" b="1">
                <a:solidFill>
                  <a:schemeClr val="accent2"/>
                </a:solidFill>
                <a:latin typeface="Avenir LT Std 65 Medium" panose="020B0803020203020204" pitchFamily="34" charset="0"/>
              </a:rPr>
              <a:t>Prévoir des temps d'échange </a:t>
            </a:r>
            <a:r>
              <a:rPr lang="fr-FR" sz="1100">
                <a:solidFill>
                  <a:schemeClr val="tx1"/>
                </a:solidFill>
                <a:latin typeface="Avenir LT Std 45 Book" panose="020B0502020203020204" pitchFamily="34" charset="0"/>
              </a:rPr>
              <a:t>pour répondre aux questions et recueillir les retours des agents</a:t>
            </a:r>
          </a:p>
          <a:p>
            <a:pPr>
              <a:spcBef>
                <a:spcPts val="1200"/>
              </a:spcBef>
            </a:pPr>
            <a:r>
              <a:rPr lang="fr-FR" sz="1100" b="1">
                <a:solidFill>
                  <a:schemeClr val="accent2"/>
                </a:solidFill>
                <a:latin typeface="Avenir LT Std 65 Medium" panose="020B0803020203020204" pitchFamily="34" charset="0"/>
              </a:rPr>
              <a:t>Diffuser les informations au bon moment </a:t>
            </a:r>
            <a:r>
              <a:rPr lang="fr-FR" sz="1100">
                <a:solidFill>
                  <a:schemeClr val="tx1"/>
                </a:solidFill>
                <a:latin typeface="Avenir LT Std 45 Book" panose="020B0502020203020204" pitchFamily="34" charset="0"/>
              </a:rPr>
              <a:t>en évitant la surcharge et la concurrence avec d'autres communications majeures</a:t>
            </a:r>
          </a:p>
          <a:p>
            <a:pPr>
              <a:spcBef>
                <a:spcPts val="1200"/>
              </a:spcBef>
            </a:pPr>
            <a:r>
              <a:rPr lang="fr-FR" sz="1100" b="1">
                <a:solidFill>
                  <a:schemeClr val="accent2"/>
                </a:solidFill>
                <a:latin typeface="Avenir LT Std 65 Medium" panose="020B0803020203020204" pitchFamily="34" charset="0"/>
              </a:rPr>
              <a:t>Identifier en amont les canaux de communication disponibles </a:t>
            </a:r>
            <a:r>
              <a:rPr lang="fr-FR" sz="1100">
                <a:solidFill>
                  <a:schemeClr val="tx1"/>
                </a:solidFill>
                <a:latin typeface="Avenir LT Std 45 Book" panose="020B0502020203020204" pitchFamily="34" charset="0"/>
              </a:rPr>
              <a:t>et leurs gestionnaires (intranet, SharePoint, newsletter…)</a:t>
            </a:r>
          </a:p>
          <a:p>
            <a:pPr>
              <a:spcBef>
                <a:spcPts val="1200"/>
              </a:spcBef>
            </a:pPr>
            <a:r>
              <a:rPr lang="fr-FR" sz="1100" b="1">
                <a:solidFill>
                  <a:schemeClr val="accent2"/>
                </a:solidFill>
                <a:latin typeface="Avenir LT Std 65 Medium" panose="020B0803020203020204" pitchFamily="34" charset="0"/>
              </a:rPr>
              <a:t>Diversifier les formats et les canaux </a:t>
            </a:r>
            <a:r>
              <a:rPr lang="fr-FR" sz="1100">
                <a:solidFill>
                  <a:schemeClr val="tx1"/>
                </a:solidFill>
                <a:latin typeface="Avenir LT Std 45 Book" panose="020B0502020203020204" pitchFamily="34" charset="0"/>
              </a:rPr>
              <a:t>(réunions, e-mails, intranet, SharePoint, vidéos, newsletter…)</a:t>
            </a:r>
          </a:p>
          <a:p>
            <a:pPr>
              <a:spcBef>
                <a:spcPts val="1200"/>
              </a:spcBef>
            </a:pPr>
            <a:r>
              <a:rPr lang="fr-FR" sz="1100" b="1">
                <a:solidFill>
                  <a:schemeClr val="accent2"/>
                </a:solidFill>
                <a:latin typeface="Avenir LT Std 65 Medium" panose="020B0803020203020204" pitchFamily="34" charset="0"/>
              </a:rPr>
              <a:t>Associer le chargé de communication </a:t>
            </a:r>
            <a:r>
              <a:rPr lang="fr-FR" sz="1100">
                <a:solidFill>
                  <a:schemeClr val="tx1"/>
                </a:solidFill>
                <a:latin typeface="Avenir LT Std 45 Book" panose="020B0502020203020204" pitchFamily="34" charset="0"/>
              </a:rPr>
              <a:t>dès le lancement du projet pour construire le plan de communication</a:t>
            </a:r>
          </a:p>
          <a:p>
            <a:pPr>
              <a:spcBef>
                <a:spcPts val="1200"/>
              </a:spcBef>
            </a:pPr>
            <a:r>
              <a:rPr lang="fr-FR" sz="1100" b="1">
                <a:solidFill>
                  <a:schemeClr val="accent2"/>
                </a:solidFill>
                <a:latin typeface="Avenir LT Std 65 Medium" panose="020B0803020203020204" pitchFamily="34" charset="0"/>
              </a:rPr>
              <a:t>Identifier les relais de communication </a:t>
            </a:r>
            <a:r>
              <a:rPr lang="fr-FR" sz="1100">
                <a:solidFill>
                  <a:schemeClr val="tx1"/>
                </a:solidFill>
                <a:latin typeface="Avenir LT Std 45 Book" panose="020B0502020203020204" pitchFamily="34" charset="0"/>
              </a:rPr>
              <a:t>possibles tout au long du projet (sponsor, ligne managériale, </a:t>
            </a:r>
            <a:r>
              <a:rPr lang="fr-FR" sz="1100" err="1">
                <a:solidFill>
                  <a:schemeClr val="tx1"/>
                </a:solidFill>
                <a:latin typeface="Avenir LT Std 45 Book" panose="020B0502020203020204" pitchFamily="34" charset="0"/>
              </a:rPr>
              <a:t>DirCom</a:t>
            </a:r>
            <a:r>
              <a:rPr lang="fr-FR" sz="1100">
                <a:solidFill>
                  <a:schemeClr val="tx1"/>
                </a:solidFill>
                <a:latin typeface="Avenir LT Std 45 Book" panose="020B0502020203020204" pitchFamily="34" charset="0"/>
              </a:rPr>
              <a:t> locale…)</a:t>
            </a:r>
          </a:p>
          <a:p>
            <a:pPr>
              <a:spcBef>
                <a:spcPts val="1200"/>
              </a:spcBef>
            </a:pPr>
            <a:r>
              <a:rPr lang="fr-FR" sz="1100">
                <a:solidFill>
                  <a:schemeClr val="tx1"/>
                </a:solidFill>
                <a:latin typeface="Avenir LT Std 45 Book" panose="020B0502020203020204" pitchFamily="34" charset="0"/>
              </a:rPr>
              <a:t>Recueillir les </a:t>
            </a:r>
            <a:r>
              <a:rPr lang="fr-FR" sz="1100" b="1">
                <a:solidFill>
                  <a:schemeClr val="accent2"/>
                </a:solidFill>
                <a:latin typeface="Avenir LT Std 65 Medium" panose="020B0803020203020204" pitchFamily="34" charset="0"/>
              </a:rPr>
              <a:t>retours des agents </a:t>
            </a:r>
            <a:r>
              <a:rPr lang="fr-FR" sz="1100">
                <a:solidFill>
                  <a:schemeClr val="tx1"/>
                </a:solidFill>
                <a:latin typeface="Avenir LT Std 45 Book" panose="020B0502020203020204" pitchFamily="34" charset="0"/>
              </a:rPr>
              <a:t>et adapter la stratégie de communication pour répondre aux préoccupations exprimées</a:t>
            </a:r>
          </a:p>
        </p:txBody>
      </p:sp>
      <p:cxnSp>
        <p:nvCxnSpPr>
          <p:cNvPr id="100" name="Connecteur droit 99">
            <a:extLst>
              <a:ext uri="{FF2B5EF4-FFF2-40B4-BE49-F238E27FC236}">
                <a16:creationId xmlns:a16="http://schemas.microsoft.com/office/drawing/2014/main" id="{1AF67A03-BD70-14E7-0FD0-15D215865F6C}"/>
              </a:ext>
            </a:extLst>
          </p:cNvPr>
          <p:cNvCxnSpPr>
            <a:cxnSpLocks/>
          </p:cNvCxnSpPr>
          <p:nvPr/>
        </p:nvCxnSpPr>
        <p:spPr>
          <a:xfrm>
            <a:off x="7763025" y="1403103"/>
            <a:ext cx="4248000"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99" name="Google Shape;1051;p32">
            <a:extLst>
              <a:ext uri="{FF2B5EF4-FFF2-40B4-BE49-F238E27FC236}">
                <a16:creationId xmlns:a16="http://schemas.microsoft.com/office/drawing/2014/main" id="{D98CE718-1785-D67B-477D-FC54DCCAFAFF}"/>
              </a:ext>
            </a:extLst>
          </p:cNvPr>
          <p:cNvSpPr txBox="1">
            <a:spLocks/>
          </p:cNvSpPr>
          <p:nvPr/>
        </p:nvSpPr>
        <p:spPr>
          <a:xfrm>
            <a:off x="8145827" y="1259103"/>
            <a:ext cx="3482397" cy="288000"/>
          </a:xfrm>
          <a:prstGeom prst="rect">
            <a:avLst/>
          </a:prstGeom>
          <a:solidFill>
            <a:schemeClr val="bg1"/>
          </a:solidFill>
          <a:ln>
            <a:noFill/>
          </a:ln>
        </p:spPr>
        <p:txBody>
          <a:bodyPr spcFirstLastPara="1" wrap="square" lIns="91425" tIns="91425" rIns="91425" bIns="91425" anchor="ctr" anchorCtr="0">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chemeClr val="accent2"/>
                </a:solidFill>
                <a:effectLst/>
                <a:uLnTx/>
                <a:uFillTx/>
                <a:latin typeface="Avenir LT Std 45 Book" panose="020B0502020203020204" pitchFamily="34" charset="0"/>
                <a:ea typeface="Fira Sans Extra Condensed Medium"/>
                <a:cs typeface="Fira Sans Extra Condensed Medium"/>
                <a:sym typeface="Fira Sans Extra Condensed Medium"/>
              </a:rPr>
              <a:t>BONNES PRATIQUES DE COMMUNICATION</a:t>
            </a:r>
          </a:p>
        </p:txBody>
      </p:sp>
      <p:cxnSp>
        <p:nvCxnSpPr>
          <p:cNvPr id="101" name="Connecteur droit 100">
            <a:extLst>
              <a:ext uri="{FF2B5EF4-FFF2-40B4-BE49-F238E27FC236}">
                <a16:creationId xmlns:a16="http://schemas.microsoft.com/office/drawing/2014/main" id="{13A95EBD-39DA-C486-C0A9-D596344D8EFA}"/>
              </a:ext>
            </a:extLst>
          </p:cNvPr>
          <p:cNvCxnSpPr>
            <a:cxnSpLocks/>
          </p:cNvCxnSpPr>
          <p:nvPr/>
        </p:nvCxnSpPr>
        <p:spPr>
          <a:xfrm>
            <a:off x="213660" y="1403103"/>
            <a:ext cx="7200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2" name="Google Shape;1051;p32">
            <a:extLst>
              <a:ext uri="{FF2B5EF4-FFF2-40B4-BE49-F238E27FC236}">
                <a16:creationId xmlns:a16="http://schemas.microsoft.com/office/drawing/2014/main" id="{914D4391-395D-7188-23D5-817D9AC30148}"/>
              </a:ext>
            </a:extLst>
          </p:cNvPr>
          <p:cNvSpPr txBox="1">
            <a:spLocks/>
          </p:cNvSpPr>
          <p:nvPr/>
        </p:nvSpPr>
        <p:spPr>
          <a:xfrm>
            <a:off x="1506665" y="1259103"/>
            <a:ext cx="4613990" cy="288000"/>
          </a:xfrm>
          <a:prstGeom prst="rect">
            <a:avLst/>
          </a:prstGeom>
          <a:solidFill>
            <a:schemeClr val="bg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chemeClr val="accent1"/>
                </a:solidFill>
                <a:effectLst/>
                <a:uLnTx/>
                <a:uFillTx/>
                <a:latin typeface="Avenir LT Std 45 Book" panose="020B0502020203020204" pitchFamily="34" charset="0"/>
                <a:ea typeface="Fira Sans Extra Condensed Medium"/>
                <a:cs typeface="Fira Sans Extra Condensed Medium"/>
                <a:sym typeface="Fira Sans Extra Condensed Medium"/>
              </a:rPr>
              <a:t>COMMUNICATION DANS LES ÉTAPES CLEFS DU PROJET</a:t>
            </a:r>
          </a:p>
        </p:txBody>
      </p:sp>
      <p:pic>
        <p:nvPicPr>
          <p:cNvPr id="104" name="Graphique 103" descr="Cercle avec flèche gauche avec un remplissage uni">
            <a:extLst>
              <a:ext uri="{FF2B5EF4-FFF2-40B4-BE49-F238E27FC236}">
                <a16:creationId xmlns:a16="http://schemas.microsoft.com/office/drawing/2014/main" id="{DF2AF61C-E568-9F12-9576-49F7DAE988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5400000">
            <a:off x="2564064" y="5942650"/>
            <a:ext cx="360000" cy="360000"/>
          </a:xfrm>
          <a:prstGeom prst="rect">
            <a:avLst/>
          </a:prstGeom>
        </p:spPr>
      </p:pic>
      <p:sp>
        <p:nvSpPr>
          <p:cNvPr id="106" name="Rectangle 105">
            <a:extLst>
              <a:ext uri="{FF2B5EF4-FFF2-40B4-BE49-F238E27FC236}">
                <a16:creationId xmlns:a16="http://schemas.microsoft.com/office/drawing/2014/main" id="{ED414EA0-E423-7280-E740-038D38C4B6CC}"/>
              </a:ext>
            </a:extLst>
          </p:cNvPr>
          <p:cNvSpPr/>
          <p:nvPr/>
        </p:nvSpPr>
        <p:spPr>
          <a:xfrm>
            <a:off x="2196532" y="5091167"/>
            <a:ext cx="1392759" cy="216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i="1">
                <a:solidFill>
                  <a:schemeClr val="bg1"/>
                </a:solidFill>
                <a:latin typeface="Avenir LT Std 45 Book" panose="020B0502020203020204" pitchFamily="34" charset="0"/>
              </a:rPr>
              <a:t>Démarrage du projet</a:t>
            </a:r>
          </a:p>
        </p:txBody>
      </p:sp>
      <p:sp>
        <p:nvSpPr>
          <p:cNvPr id="111" name="Rectangle 110">
            <a:extLst>
              <a:ext uri="{FF2B5EF4-FFF2-40B4-BE49-F238E27FC236}">
                <a16:creationId xmlns:a16="http://schemas.microsoft.com/office/drawing/2014/main" id="{29144C44-B99A-A484-59D3-4C5F1619165C}"/>
              </a:ext>
            </a:extLst>
          </p:cNvPr>
          <p:cNvSpPr/>
          <p:nvPr/>
        </p:nvSpPr>
        <p:spPr>
          <a:xfrm rot="20726286">
            <a:off x="2144085" y="3172104"/>
            <a:ext cx="1392759" cy="216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900" b="1" i="1">
                <a:solidFill>
                  <a:schemeClr val="bg1"/>
                </a:solidFill>
                <a:latin typeface="Avenir LT Std 45 Book" panose="020B0502020203020204" pitchFamily="34" charset="0"/>
              </a:rPr>
              <a:t>Fin du projet</a:t>
            </a:r>
          </a:p>
        </p:txBody>
      </p:sp>
      <p:sp>
        <p:nvSpPr>
          <p:cNvPr id="3" name="Forme libre : forme 2">
            <a:extLst>
              <a:ext uri="{FF2B5EF4-FFF2-40B4-BE49-F238E27FC236}">
                <a16:creationId xmlns:a16="http://schemas.microsoft.com/office/drawing/2014/main" id="{B493D72F-0528-FA50-B2D2-6C7A24076ED2}"/>
              </a:ext>
            </a:extLst>
          </p:cNvPr>
          <p:cNvSpPr>
            <a:spLocks noChangeAspect="1"/>
          </p:cNvSpPr>
          <p:nvPr/>
        </p:nvSpPr>
        <p:spPr>
          <a:xfrm>
            <a:off x="7967741" y="3348856"/>
            <a:ext cx="360000" cy="406975"/>
          </a:xfrm>
          <a:custGeom>
            <a:avLst/>
            <a:gdLst>
              <a:gd name="csX0" fmla="*/ 173984 w 797518"/>
              <a:gd name="csY0" fmla="*/ 335029 h 901584"/>
              <a:gd name="csX1" fmla="*/ 110081 w 797518"/>
              <a:gd name="csY1" fmla="*/ 298129 h 901584"/>
              <a:gd name="csX2" fmla="*/ 107309 w 797518"/>
              <a:gd name="csY2" fmla="*/ 301072 h 901584"/>
              <a:gd name="csX3" fmla="*/ 18660 w 797518"/>
              <a:gd name="csY3" fmla="*/ 300987 h 901584"/>
              <a:gd name="csX4" fmla="*/ 18745 w 797518"/>
              <a:gd name="csY4" fmla="*/ 212338 h 901584"/>
              <a:gd name="csX5" fmla="*/ 107394 w 797518"/>
              <a:gd name="csY5" fmla="*/ 212423 h 901584"/>
              <a:gd name="csX6" fmla="*/ 125711 w 797518"/>
              <a:gd name="csY6" fmla="*/ 256695 h 901584"/>
              <a:gd name="csX7" fmla="*/ 122539 w 797518"/>
              <a:gd name="csY7" fmla="*/ 276802 h 901584"/>
              <a:gd name="csX8" fmla="*/ 186252 w 797518"/>
              <a:gd name="csY8" fmla="*/ 313702 h 901584"/>
              <a:gd name="csX9" fmla="*/ 220085 w 797518"/>
              <a:gd name="csY9" fmla="*/ 271849 h 901584"/>
              <a:gd name="csX10" fmla="*/ 386677 w 797518"/>
              <a:gd name="csY10" fmla="*/ 198097 h 901584"/>
              <a:gd name="csX11" fmla="*/ 386677 w 797518"/>
              <a:gd name="csY11" fmla="*/ 124250 h 901584"/>
              <a:gd name="csX12" fmla="*/ 336195 w 797518"/>
              <a:gd name="csY12" fmla="*/ 62737 h 901584"/>
              <a:gd name="csX13" fmla="*/ 398902 w 797518"/>
              <a:gd name="csY13" fmla="*/ 0 h 901584"/>
              <a:gd name="csX14" fmla="*/ 461639 w 797518"/>
              <a:gd name="csY14" fmla="*/ 62707 h 901584"/>
              <a:gd name="csX15" fmla="*/ 443237 w 797518"/>
              <a:gd name="csY15" fmla="*/ 107105 h 901584"/>
              <a:gd name="csX16" fmla="*/ 411385 w 797518"/>
              <a:gd name="csY16" fmla="*/ 124250 h 901584"/>
              <a:gd name="csX17" fmla="*/ 411385 w 797518"/>
              <a:gd name="csY17" fmla="*/ 198097 h 901584"/>
              <a:gd name="csX18" fmla="*/ 577777 w 797518"/>
              <a:gd name="csY18" fmla="*/ 271849 h 901584"/>
              <a:gd name="csX19" fmla="*/ 611610 w 797518"/>
              <a:gd name="csY19" fmla="*/ 313683 h 901584"/>
              <a:gd name="csX20" fmla="*/ 675513 w 797518"/>
              <a:gd name="csY20" fmla="*/ 276783 h 901584"/>
              <a:gd name="csX21" fmla="*/ 714906 w 797518"/>
              <a:gd name="csY21" fmla="*/ 197518 h 901584"/>
              <a:gd name="csX22" fmla="*/ 794171 w 797518"/>
              <a:gd name="csY22" fmla="*/ 236910 h 901584"/>
              <a:gd name="csX23" fmla="*/ 754778 w 797518"/>
              <a:gd name="csY23" fmla="*/ 316175 h 901584"/>
              <a:gd name="csX24" fmla="*/ 690553 w 797518"/>
              <a:gd name="csY24" fmla="*/ 301072 h 901584"/>
              <a:gd name="csX25" fmla="*/ 687781 w 797518"/>
              <a:gd name="csY25" fmla="*/ 298148 h 901584"/>
              <a:gd name="csX26" fmla="*/ 623878 w 797518"/>
              <a:gd name="csY26" fmla="*/ 335048 h 901584"/>
              <a:gd name="csX27" fmla="*/ 623878 w 797518"/>
              <a:gd name="csY27" fmla="*/ 566276 h 901584"/>
              <a:gd name="csX28" fmla="*/ 687781 w 797518"/>
              <a:gd name="csY28" fmla="*/ 603176 h 901584"/>
              <a:gd name="csX29" fmla="*/ 690553 w 797518"/>
              <a:gd name="csY29" fmla="*/ 600252 h 901584"/>
              <a:gd name="csX30" fmla="*/ 779202 w 797518"/>
              <a:gd name="csY30" fmla="*/ 600337 h 901584"/>
              <a:gd name="csX31" fmla="*/ 779117 w 797518"/>
              <a:gd name="csY31" fmla="*/ 688986 h 901584"/>
              <a:gd name="csX32" fmla="*/ 690468 w 797518"/>
              <a:gd name="csY32" fmla="*/ 688901 h 901584"/>
              <a:gd name="csX33" fmla="*/ 672151 w 797518"/>
              <a:gd name="csY33" fmla="*/ 644629 h 901584"/>
              <a:gd name="csX34" fmla="*/ 675513 w 797518"/>
              <a:gd name="csY34" fmla="*/ 624550 h 901584"/>
              <a:gd name="csX35" fmla="*/ 611639 w 797518"/>
              <a:gd name="csY35" fmla="*/ 587641 h 901584"/>
              <a:gd name="csX36" fmla="*/ 577806 w 797518"/>
              <a:gd name="csY36" fmla="*/ 629475 h 901584"/>
              <a:gd name="csX37" fmla="*/ 411414 w 797518"/>
              <a:gd name="csY37" fmla="*/ 703236 h 901584"/>
              <a:gd name="csX38" fmla="*/ 411414 w 797518"/>
              <a:gd name="csY38" fmla="*/ 777074 h 901584"/>
              <a:gd name="csX39" fmla="*/ 460665 w 797518"/>
              <a:gd name="csY39" fmla="*/ 851090 h 901584"/>
              <a:gd name="csX40" fmla="*/ 386649 w 797518"/>
              <a:gd name="csY40" fmla="*/ 900341 h 901584"/>
              <a:gd name="csX41" fmla="*/ 337398 w 797518"/>
              <a:gd name="csY41" fmla="*/ 826325 h 901584"/>
              <a:gd name="csX42" fmla="*/ 386649 w 797518"/>
              <a:gd name="csY42" fmla="*/ 777074 h 901584"/>
              <a:gd name="csX43" fmla="*/ 386649 w 797518"/>
              <a:gd name="csY43" fmla="*/ 703236 h 901584"/>
              <a:gd name="csX44" fmla="*/ 186452 w 797518"/>
              <a:gd name="csY44" fmla="*/ 587641 h 901584"/>
              <a:gd name="csX45" fmla="*/ 122539 w 797518"/>
              <a:gd name="csY45" fmla="*/ 624550 h 901584"/>
              <a:gd name="csX46" fmla="*/ 125711 w 797518"/>
              <a:gd name="csY46" fmla="*/ 644629 h 901584"/>
              <a:gd name="csX47" fmla="*/ 63062 w 797518"/>
              <a:gd name="csY47" fmla="*/ 707367 h 901584"/>
              <a:gd name="csX48" fmla="*/ 18669 w 797518"/>
              <a:gd name="csY48" fmla="*/ 688987 h 901584"/>
              <a:gd name="csX49" fmla="*/ 18069 w 797518"/>
              <a:gd name="csY49" fmla="*/ 600300 h 901584"/>
              <a:gd name="csX50" fmla="*/ 106756 w 797518"/>
              <a:gd name="csY50" fmla="*/ 599700 h 901584"/>
              <a:gd name="csX51" fmla="*/ 107309 w 797518"/>
              <a:gd name="csY51" fmla="*/ 600252 h 901584"/>
              <a:gd name="csX52" fmla="*/ 110081 w 797518"/>
              <a:gd name="csY52" fmla="*/ 603176 h 901584"/>
              <a:gd name="csX53" fmla="*/ 173984 w 797518"/>
              <a:gd name="csY53" fmla="*/ 566276 h 901584"/>
              <a:gd name="csX54" fmla="*/ 173984 w 797518"/>
              <a:gd name="csY54" fmla="*/ 335029 h 901584"/>
              <a:gd name="csX55" fmla="*/ 89897 w 797518"/>
              <a:gd name="csY55" fmla="*/ 617759 h 901584"/>
              <a:gd name="csX56" fmla="*/ 36081 w 797518"/>
              <a:gd name="csY56" fmla="*/ 617759 h 901584"/>
              <a:gd name="csX57" fmla="*/ 36081 w 797518"/>
              <a:gd name="csY57" fmla="*/ 671499 h 901584"/>
              <a:gd name="csX58" fmla="*/ 89897 w 797518"/>
              <a:gd name="csY58" fmla="*/ 671499 h 901584"/>
              <a:gd name="csX59" fmla="*/ 89897 w 797518"/>
              <a:gd name="csY59" fmla="*/ 617759 h 901584"/>
              <a:gd name="csX60" fmla="*/ 425853 w 797518"/>
              <a:gd name="csY60" fmla="*/ 811717 h 901584"/>
              <a:gd name="csX61" fmla="*/ 371905 w 797518"/>
              <a:gd name="csY61" fmla="*/ 811525 h 901584"/>
              <a:gd name="csX62" fmla="*/ 371713 w 797518"/>
              <a:gd name="csY62" fmla="*/ 865474 h 901584"/>
              <a:gd name="csX63" fmla="*/ 425662 w 797518"/>
              <a:gd name="csY63" fmla="*/ 865665 h 901584"/>
              <a:gd name="csX64" fmla="*/ 436931 w 797518"/>
              <a:gd name="csY64" fmla="*/ 838587 h 901584"/>
              <a:gd name="csX65" fmla="*/ 425853 w 797518"/>
              <a:gd name="csY65" fmla="*/ 811717 h 901584"/>
              <a:gd name="csX66" fmla="*/ 761848 w 797518"/>
              <a:gd name="csY66" fmla="*/ 617759 h 901584"/>
              <a:gd name="csX67" fmla="*/ 708032 w 797518"/>
              <a:gd name="csY67" fmla="*/ 617759 h 901584"/>
              <a:gd name="csX68" fmla="*/ 708032 w 797518"/>
              <a:gd name="csY68" fmla="*/ 671499 h 901584"/>
              <a:gd name="csX69" fmla="*/ 761848 w 797518"/>
              <a:gd name="csY69" fmla="*/ 671499 h 901584"/>
              <a:gd name="csX70" fmla="*/ 761848 w 797518"/>
              <a:gd name="csY70" fmla="*/ 617759 h 901584"/>
              <a:gd name="csX71" fmla="*/ 761848 w 797518"/>
              <a:gd name="csY71" fmla="*/ 229834 h 901584"/>
              <a:gd name="csX72" fmla="*/ 708032 w 797518"/>
              <a:gd name="csY72" fmla="*/ 229834 h 901584"/>
              <a:gd name="csX73" fmla="*/ 708032 w 797518"/>
              <a:gd name="csY73" fmla="*/ 283565 h 901584"/>
              <a:gd name="csX74" fmla="*/ 761848 w 797518"/>
              <a:gd name="csY74" fmla="*/ 283565 h 901584"/>
              <a:gd name="csX75" fmla="*/ 761848 w 797518"/>
              <a:gd name="csY75" fmla="*/ 229834 h 901584"/>
              <a:gd name="csX76" fmla="*/ 425853 w 797518"/>
              <a:gd name="csY76" fmla="*/ 35858 h 901584"/>
              <a:gd name="csX77" fmla="*/ 372037 w 797518"/>
              <a:gd name="csY77" fmla="*/ 35858 h 901584"/>
              <a:gd name="csX78" fmla="*/ 372037 w 797518"/>
              <a:gd name="csY78" fmla="*/ 89607 h 901584"/>
              <a:gd name="csX79" fmla="*/ 425853 w 797518"/>
              <a:gd name="csY79" fmla="*/ 89607 h 901584"/>
              <a:gd name="csX80" fmla="*/ 425853 w 797518"/>
              <a:gd name="csY80" fmla="*/ 35858 h 901584"/>
              <a:gd name="csX81" fmla="*/ 89897 w 797518"/>
              <a:gd name="csY81" fmla="*/ 229834 h 901584"/>
              <a:gd name="csX82" fmla="*/ 36081 w 797518"/>
              <a:gd name="csY82" fmla="*/ 229834 h 901584"/>
              <a:gd name="csX83" fmla="*/ 36081 w 797518"/>
              <a:gd name="csY83" fmla="*/ 283565 h 901584"/>
              <a:gd name="csX84" fmla="*/ 89897 w 797518"/>
              <a:gd name="csY84" fmla="*/ 283565 h 901584"/>
              <a:gd name="csX85" fmla="*/ 89897 w 797518"/>
              <a:gd name="csY85" fmla="*/ 229834 h 901584"/>
              <a:gd name="csX86" fmla="*/ 370256 w 797518"/>
              <a:gd name="csY86" fmla="*/ 529081 h 901584"/>
              <a:gd name="csX87" fmla="*/ 393802 w 797518"/>
              <a:gd name="csY87" fmla="*/ 529081 h 901584"/>
              <a:gd name="csX88" fmla="*/ 456667 w 797518"/>
              <a:gd name="csY88" fmla="*/ 565448 h 901584"/>
              <a:gd name="csX89" fmla="*/ 468735 w 797518"/>
              <a:gd name="csY89" fmla="*/ 592765 h 901584"/>
              <a:gd name="csX90" fmla="*/ 498024 w 797518"/>
              <a:gd name="csY90" fmla="*/ 604900 h 901584"/>
              <a:gd name="csX91" fmla="*/ 539372 w 797518"/>
              <a:gd name="csY91" fmla="*/ 563609 h 901584"/>
              <a:gd name="csX92" fmla="*/ 539372 w 797518"/>
              <a:gd name="csY92" fmla="*/ 504955 h 901584"/>
              <a:gd name="csX93" fmla="*/ 581085 w 797518"/>
              <a:gd name="csY93" fmla="*/ 438082 h 901584"/>
              <a:gd name="csX94" fmla="*/ 539372 w 797518"/>
              <a:gd name="csY94" fmla="*/ 396369 h 901584"/>
              <a:gd name="csX95" fmla="*/ 539372 w 797518"/>
              <a:gd name="csY95" fmla="*/ 337715 h 901584"/>
              <a:gd name="csX96" fmla="*/ 497930 w 797518"/>
              <a:gd name="csY96" fmla="*/ 296423 h 901584"/>
              <a:gd name="csX97" fmla="*/ 468735 w 797518"/>
              <a:gd name="csY97" fmla="*/ 308558 h 901584"/>
              <a:gd name="csX98" fmla="*/ 456667 w 797518"/>
              <a:gd name="csY98" fmla="*/ 335876 h 901584"/>
              <a:gd name="csX99" fmla="*/ 393802 w 797518"/>
              <a:gd name="csY99" fmla="*/ 372243 h 901584"/>
              <a:gd name="csX100" fmla="*/ 262624 w 797518"/>
              <a:gd name="csY100" fmla="*/ 372243 h 901584"/>
              <a:gd name="csX101" fmla="*/ 250355 w 797518"/>
              <a:gd name="csY101" fmla="*/ 384625 h 901584"/>
              <a:gd name="csX102" fmla="*/ 250355 w 797518"/>
              <a:gd name="csY102" fmla="*/ 402723 h 901584"/>
              <a:gd name="csX103" fmla="*/ 228591 w 797518"/>
              <a:gd name="csY103" fmla="*/ 416534 h 901584"/>
              <a:gd name="csX104" fmla="*/ 228591 w 797518"/>
              <a:gd name="csY104" fmla="*/ 484828 h 901584"/>
              <a:gd name="csX105" fmla="*/ 250355 w 797518"/>
              <a:gd name="csY105" fmla="*/ 498611 h 901584"/>
              <a:gd name="csX106" fmla="*/ 250355 w 797518"/>
              <a:gd name="csY106" fmla="*/ 516708 h 901584"/>
              <a:gd name="csX107" fmla="*/ 262624 w 797518"/>
              <a:gd name="csY107" fmla="*/ 529091 h 901584"/>
              <a:gd name="csX108" fmla="*/ 285179 w 797518"/>
              <a:gd name="csY108" fmla="*/ 529091 h 901584"/>
              <a:gd name="csX109" fmla="*/ 285179 w 797518"/>
              <a:gd name="csY109" fmla="*/ 592537 h 901584"/>
              <a:gd name="csX110" fmla="*/ 297561 w 797518"/>
              <a:gd name="csY110" fmla="*/ 604920 h 901584"/>
              <a:gd name="csX111" fmla="*/ 297647 w 797518"/>
              <a:gd name="csY111" fmla="*/ 604919 h 901584"/>
              <a:gd name="csX112" fmla="*/ 331080 w 797518"/>
              <a:gd name="csY112" fmla="*/ 604919 h 901584"/>
              <a:gd name="csX113" fmla="*/ 331080 w 797518"/>
              <a:gd name="csY113" fmla="*/ 604919 h 901584"/>
              <a:gd name="csX114" fmla="*/ 342510 w 797518"/>
              <a:gd name="csY114" fmla="*/ 597204 h 901584"/>
              <a:gd name="csX115" fmla="*/ 370208 w 797518"/>
              <a:gd name="csY115" fmla="*/ 529119 h 901584"/>
              <a:gd name="csX116" fmla="*/ 309906 w 797518"/>
              <a:gd name="csY116" fmla="*/ 529081 h 901584"/>
              <a:gd name="csX117" fmla="*/ 309906 w 797518"/>
              <a:gd name="csY117" fmla="*/ 580145 h 901584"/>
              <a:gd name="csX118" fmla="*/ 322745 w 797518"/>
              <a:gd name="csY118" fmla="*/ 580145 h 901584"/>
              <a:gd name="csX119" fmla="*/ 343519 w 797518"/>
              <a:gd name="csY119" fmla="*/ 529081 h 901584"/>
              <a:gd name="csX120" fmla="*/ 539458 w 797518"/>
              <a:gd name="csY120" fmla="*/ 422297 h 901584"/>
              <a:gd name="csX121" fmla="*/ 539458 w 797518"/>
              <a:gd name="csY121" fmla="*/ 479027 h 901584"/>
              <a:gd name="csX122" fmla="*/ 548983 w 797518"/>
              <a:gd name="csY122" fmla="*/ 472541 h 901584"/>
              <a:gd name="csX123" fmla="*/ 548983 w 797518"/>
              <a:gd name="csY123" fmla="*/ 428793 h 901584"/>
              <a:gd name="csX124" fmla="*/ 539458 w 797518"/>
              <a:gd name="csY124" fmla="*/ 422297 h 901584"/>
              <a:gd name="csX125" fmla="*/ 498072 w 797518"/>
              <a:gd name="csY125" fmla="*/ 321179 h 901584"/>
              <a:gd name="csX126" fmla="*/ 486394 w 797518"/>
              <a:gd name="csY126" fmla="*/ 326046 h 901584"/>
              <a:gd name="csX127" fmla="*/ 481451 w 797518"/>
              <a:gd name="csY127" fmla="*/ 337715 h 901584"/>
              <a:gd name="csX128" fmla="*/ 481451 w 797518"/>
              <a:gd name="csY128" fmla="*/ 563609 h 901584"/>
              <a:gd name="csX129" fmla="*/ 486394 w 797518"/>
              <a:gd name="csY129" fmla="*/ 575278 h 901584"/>
              <a:gd name="csX130" fmla="*/ 509631 w 797518"/>
              <a:gd name="csY130" fmla="*/ 575387 h 901584"/>
              <a:gd name="csX131" fmla="*/ 509740 w 797518"/>
              <a:gd name="csY131" fmla="*/ 575278 h 901584"/>
              <a:gd name="csX132" fmla="*/ 514693 w 797518"/>
              <a:gd name="csY132" fmla="*/ 563609 h 901584"/>
              <a:gd name="csX133" fmla="*/ 514693 w 797518"/>
              <a:gd name="csY133" fmla="*/ 337715 h 901584"/>
              <a:gd name="csX134" fmla="*/ 509740 w 797518"/>
              <a:gd name="csY134" fmla="*/ 326046 h 901584"/>
              <a:gd name="csX135" fmla="*/ 498072 w 797518"/>
              <a:gd name="csY135" fmla="*/ 321179 h 901584"/>
              <a:gd name="csX136" fmla="*/ 250355 w 797518"/>
              <a:gd name="csY136" fmla="*/ 471265 h 901584"/>
              <a:gd name="csX137" fmla="*/ 250355 w 797518"/>
              <a:gd name="csY137" fmla="*/ 430059 h 901584"/>
              <a:gd name="csX138" fmla="*/ 246793 w 797518"/>
              <a:gd name="csY138" fmla="*/ 433241 h 901584"/>
              <a:gd name="csX139" fmla="*/ 246793 w 797518"/>
              <a:gd name="csY139" fmla="*/ 468083 h 901584"/>
              <a:gd name="csX140" fmla="*/ 250355 w 797518"/>
              <a:gd name="csY140" fmla="*/ 471265 h 901584"/>
              <a:gd name="csX141" fmla="*/ 386677 w 797518"/>
              <a:gd name="csY141" fmla="*/ 396970 h 901584"/>
              <a:gd name="csX142" fmla="*/ 275120 w 797518"/>
              <a:gd name="csY142" fmla="*/ 396970 h 901584"/>
              <a:gd name="csX143" fmla="*/ 275120 w 797518"/>
              <a:gd name="csY143" fmla="*/ 504345 h 901584"/>
              <a:gd name="csX144" fmla="*/ 386677 w 797518"/>
              <a:gd name="csY144" fmla="*/ 504345 h 901584"/>
              <a:gd name="csX145" fmla="*/ 386677 w 797518"/>
              <a:gd name="csY145" fmla="*/ 396979 h 901584"/>
              <a:gd name="csX146" fmla="*/ 411442 w 797518"/>
              <a:gd name="csY146" fmla="*/ 510669 h 901584"/>
              <a:gd name="csX147" fmla="*/ 456743 w 797518"/>
              <a:gd name="csY147" fmla="*/ 536911 h 901584"/>
              <a:gd name="csX148" fmla="*/ 456743 w 797518"/>
              <a:gd name="csY148" fmla="*/ 364413 h 901584"/>
              <a:gd name="csX149" fmla="*/ 411414 w 797518"/>
              <a:gd name="csY149" fmla="*/ 390655 h 901584"/>
              <a:gd name="csX150" fmla="*/ 411414 w 797518"/>
              <a:gd name="csY150" fmla="*/ 510669 h 901584"/>
              <a:gd name="csX151" fmla="*/ 560223 w 797518"/>
              <a:gd name="csY151" fmla="*/ 289337 h 901584"/>
              <a:gd name="csX152" fmla="*/ 237769 w 797518"/>
              <a:gd name="csY152" fmla="*/ 289465 h 901584"/>
              <a:gd name="csX153" fmla="*/ 237897 w 797518"/>
              <a:gd name="csY153" fmla="*/ 611919 h 901584"/>
              <a:gd name="csX154" fmla="*/ 560351 w 797518"/>
              <a:gd name="csY154" fmla="*/ 611791 h 901584"/>
              <a:gd name="csX155" fmla="*/ 627069 w 797518"/>
              <a:gd name="csY155" fmla="*/ 450662 h 901584"/>
              <a:gd name="csX156" fmla="*/ 560194 w 797518"/>
              <a:gd name="csY156" fmla="*/ 289347 h 9015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Lst>
            <a:rect l="l" t="t" r="r" b="b"/>
            <a:pathLst>
              <a:path w="797518" h="901584">
                <a:moveTo>
                  <a:pt x="173984" y="335029"/>
                </a:moveTo>
                <a:lnTo>
                  <a:pt x="110081" y="298129"/>
                </a:lnTo>
                <a:cubicBezTo>
                  <a:pt x="109228" y="299174"/>
                  <a:pt x="108301" y="300158"/>
                  <a:pt x="107309" y="301072"/>
                </a:cubicBezTo>
                <a:cubicBezTo>
                  <a:pt x="82806" y="325528"/>
                  <a:pt x="43116" y="325490"/>
                  <a:pt x="18660" y="300987"/>
                </a:cubicBezTo>
                <a:cubicBezTo>
                  <a:pt x="-5796" y="276484"/>
                  <a:pt x="-5758" y="236794"/>
                  <a:pt x="18745" y="212338"/>
                </a:cubicBezTo>
                <a:cubicBezTo>
                  <a:pt x="43249" y="187882"/>
                  <a:pt x="82938" y="187920"/>
                  <a:pt x="107394" y="212423"/>
                </a:cubicBezTo>
                <a:cubicBezTo>
                  <a:pt x="119121" y="224173"/>
                  <a:pt x="125709" y="240094"/>
                  <a:pt x="125711" y="256695"/>
                </a:cubicBezTo>
                <a:cubicBezTo>
                  <a:pt x="125682" y="263520"/>
                  <a:pt x="124612" y="270300"/>
                  <a:pt x="122539" y="276802"/>
                </a:cubicBezTo>
                <a:lnTo>
                  <a:pt x="186252" y="313702"/>
                </a:lnTo>
                <a:cubicBezTo>
                  <a:pt x="196066" y="298629"/>
                  <a:pt x="207403" y="284604"/>
                  <a:pt x="220085" y="271849"/>
                </a:cubicBezTo>
                <a:cubicBezTo>
                  <a:pt x="264488" y="227368"/>
                  <a:pt x="323897" y="201067"/>
                  <a:pt x="386677" y="198097"/>
                </a:cubicBezTo>
                <a:lnTo>
                  <a:pt x="386677" y="124250"/>
                </a:lnTo>
                <a:cubicBezTo>
                  <a:pt x="357340" y="118397"/>
                  <a:pt x="336211" y="92652"/>
                  <a:pt x="336195" y="62737"/>
                </a:cubicBezTo>
                <a:cubicBezTo>
                  <a:pt x="336186" y="28097"/>
                  <a:pt x="364261" y="8"/>
                  <a:pt x="398902" y="0"/>
                </a:cubicBezTo>
                <a:cubicBezTo>
                  <a:pt x="433542" y="-8"/>
                  <a:pt x="461631" y="28066"/>
                  <a:pt x="461639" y="62707"/>
                </a:cubicBezTo>
                <a:cubicBezTo>
                  <a:pt x="461643" y="79363"/>
                  <a:pt x="455022" y="95336"/>
                  <a:pt x="443237" y="107105"/>
                </a:cubicBezTo>
                <a:cubicBezTo>
                  <a:pt x="434553" y="115850"/>
                  <a:pt x="423466" y="121817"/>
                  <a:pt x="411385" y="124250"/>
                </a:cubicBezTo>
                <a:lnTo>
                  <a:pt x="411385" y="198097"/>
                </a:lnTo>
                <a:cubicBezTo>
                  <a:pt x="474096" y="201112"/>
                  <a:pt x="533427" y="227410"/>
                  <a:pt x="577777" y="271849"/>
                </a:cubicBezTo>
                <a:cubicBezTo>
                  <a:pt x="590461" y="284595"/>
                  <a:pt x="601798" y="298614"/>
                  <a:pt x="611610" y="313683"/>
                </a:cubicBezTo>
                <a:lnTo>
                  <a:pt x="675513" y="276783"/>
                </a:lnTo>
                <a:cubicBezTo>
                  <a:pt x="664503" y="244017"/>
                  <a:pt x="682139" y="208529"/>
                  <a:pt x="714906" y="197518"/>
                </a:cubicBezTo>
                <a:cubicBezTo>
                  <a:pt x="747672" y="186507"/>
                  <a:pt x="783160" y="204144"/>
                  <a:pt x="794171" y="236910"/>
                </a:cubicBezTo>
                <a:cubicBezTo>
                  <a:pt x="805181" y="269677"/>
                  <a:pt x="787545" y="305165"/>
                  <a:pt x="754778" y="316175"/>
                </a:cubicBezTo>
                <a:cubicBezTo>
                  <a:pt x="732239" y="323749"/>
                  <a:pt x="707355" y="317897"/>
                  <a:pt x="690553" y="301072"/>
                </a:cubicBezTo>
                <a:cubicBezTo>
                  <a:pt x="689561" y="300164"/>
                  <a:pt x="688635" y="299187"/>
                  <a:pt x="687781" y="298148"/>
                </a:cubicBezTo>
                <a:lnTo>
                  <a:pt x="623878" y="335048"/>
                </a:lnTo>
                <a:cubicBezTo>
                  <a:pt x="661064" y="407639"/>
                  <a:pt x="661064" y="493685"/>
                  <a:pt x="623878" y="566276"/>
                </a:cubicBezTo>
                <a:lnTo>
                  <a:pt x="687781" y="603176"/>
                </a:lnTo>
                <a:cubicBezTo>
                  <a:pt x="688635" y="602137"/>
                  <a:pt x="689561" y="601160"/>
                  <a:pt x="690553" y="600252"/>
                </a:cubicBezTo>
                <a:cubicBezTo>
                  <a:pt x="715056" y="575796"/>
                  <a:pt x="754746" y="575834"/>
                  <a:pt x="779202" y="600337"/>
                </a:cubicBezTo>
                <a:cubicBezTo>
                  <a:pt x="803658" y="624840"/>
                  <a:pt x="803620" y="664530"/>
                  <a:pt x="779117" y="688986"/>
                </a:cubicBezTo>
                <a:cubicBezTo>
                  <a:pt x="754614" y="713442"/>
                  <a:pt x="714924" y="713404"/>
                  <a:pt x="690468" y="688901"/>
                </a:cubicBezTo>
                <a:cubicBezTo>
                  <a:pt x="678741" y="677151"/>
                  <a:pt x="672154" y="661230"/>
                  <a:pt x="672151" y="644629"/>
                </a:cubicBezTo>
                <a:cubicBezTo>
                  <a:pt x="672149" y="637796"/>
                  <a:pt x="673285" y="631010"/>
                  <a:pt x="675513" y="624550"/>
                </a:cubicBezTo>
                <a:lnTo>
                  <a:pt x="611639" y="587641"/>
                </a:lnTo>
                <a:cubicBezTo>
                  <a:pt x="601827" y="602710"/>
                  <a:pt x="590489" y="616728"/>
                  <a:pt x="577806" y="629475"/>
                </a:cubicBezTo>
                <a:cubicBezTo>
                  <a:pt x="533455" y="673914"/>
                  <a:pt x="474125" y="700215"/>
                  <a:pt x="411414" y="703236"/>
                </a:cubicBezTo>
                <a:lnTo>
                  <a:pt x="411414" y="777074"/>
                </a:lnTo>
                <a:cubicBezTo>
                  <a:pt x="445453" y="783913"/>
                  <a:pt x="467503" y="817051"/>
                  <a:pt x="460665" y="851090"/>
                </a:cubicBezTo>
                <a:cubicBezTo>
                  <a:pt x="453826" y="885129"/>
                  <a:pt x="420688" y="907180"/>
                  <a:pt x="386649" y="900341"/>
                </a:cubicBezTo>
                <a:cubicBezTo>
                  <a:pt x="352609" y="893502"/>
                  <a:pt x="330559" y="860364"/>
                  <a:pt x="337398" y="826325"/>
                </a:cubicBezTo>
                <a:cubicBezTo>
                  <a:pt x="342389" y="801483"/>
                  <a:pt x="361806" y="782065"/>
                  <a:pt x="386649" y="777074"/>
                </a:cubicBezTo>
                <a:lnTo>
                  <a:pt x="386649" y="703236"/>
                </a:lnTo>
                <a:cubicBezTo>
                  <a:pt x="305130" y="699413"/>
                  <a:pt x="230517" y="656330"/>
                  <a:pt x="186452" y="587641"/>
                </a:cubicBezTo>
                <a:lnTo>
                  <a:pt x="122539" y="624550"/>
                </a:lnTo>
                <a:cubicBezTo>
                  <a:pt x="124613" y="631043"/>
                  <a:pt x="125683" y="637814"/>
                  <a:pt x="125711" y="644629"/>
                </a:cubicBezTo>
                <a:cubicBezTo>
                  <a:pt x="125736" y="679254"/>
                  <a:pt x="97687" y="707342"/>
                  <a:pt x="63062" y="707367"/>
                </a:cubicBezTo>
                <a:cubicBezTo>
                  <a:pt x="46411" y="707379"/>
                  <a:pt x="30439" y="700766"/>
                  <a:pt x="18669" y="688987"/>
                </a:cubicBezTo>
                <a:cubicBezTo>
                  <a:pt x="-5987" y="664663"/>
                  <a:pt x="-6255" y="624956"/>
                  <a:pt x="18069" y="600300"/>
                </a:cubicBezTo>
                <a:cubicBezTo>
                  <a:pt x="42393" y="575644"/>
                  <a:pt x="82100" y="575375"/>
                  <a:pt x="106756" y="599700"/>
                </a:cubicBezTo>
                <a:cubicBezTo>
                  <a:pt x="106941" y="599883"/>
                  <a:pt x="107126" y="600067"/>
                  <a:pt x="107309" y="600252"/>
                </a:cubicBezTo>
                <a:cubicBezTo>
                  <a:pt x="108301" y="601160"/>
                  <a:pt x="109227" y="602137"/>
                  <a:pt x="110081" y="603176"/>
                </a:cubicBezTo>
                <a:lnTo>
                  <a:pt x="173984" y="566276"/>
                </a:lnTo>
                <a:cubicBezTo>
                  <a:pt x="136786" y="493682"/>
                  <a:pt x="136786" y="407623"/>
                  <a:pt x="173984" y="335029"/>
                </a:cubicBezTo>
                <a:close/>
                <a:moveTo>
                  <a:pt x="89897" y="617759"/>
                </a:moveTo>
                <a:cubicBezTo>
                  <a:pt x="75026" y="602924"/>
                  <a:pt x="50952" y="602924"/>
                  <a:pt x="36081" y="617759"/>
                </a:cubicBezTo>
                <a:cubicBezTo>
                  <a:pt x="21296" y="632622"/>
                  <a:pt x="21296" y="656637"/>
                  <a:pt x="36081" y="671499"/>
                </a:cubicBezTo>
                <a:cubicBezTo>
                  <a:pt x="50952" y="686335"/>
                  <a:pt x="75026" y="686335"/>
                  <a:pt x="89897" y="671499"/>
                </a:cubicBezTo>
                <a:cubicBezTo>
                  <a:pt x="104682" y="656636"/>
                  <a:pt x="104682" y="632622"/>
                  <a:pt x="89897" y="617759"/>
                </a:cubicBezTo>
                <a:close/>
                <a:moveTo>
                  <a:pt x="425853" y="811717"/>
                </a:moveTo>
                <a:cubicBezTo>
                  <a:pt x="411009" y="796766"/>
                  <a:pt x="386855" y="796681"/>
                  <a:pt x="371905" y="811525"/>
                </a:cubicBezTo>
                <a:cubicBezTo>
                  <a:pt x="356955" y="826370"/>
                  <a:pt x="356869" y="850523"/>
                  <a:pt x="371713" y="865474"/>
                </a:cubicBezTo>
                <a:cubicBezTo>
                  <a:pt x="386558" y="880424"/>
                  <a:pt x="410712" y="880510"/>
                  <a:pt x="425662" y="865665"/>
                </a:cubicBezTo>
                <a:cubicBezTo>
                  <a:pt x="432877" y="858501"/>
                  <a:pt x="436933" y="848754"/>
                  <a:pt x="436931" y="838587"/>
                </a:cubicBezTo>
                <a:cubicBezTo>
                  <a:pt x="436941" y="828517"/>
                  <a:pt x="432958" y="818854"/>
                  <a:pt x="425853" y="811717"/>
                </a:cubicBezTo>
                <a:close/>
                <a:moveTo>
                  <a:pt x="761848" y="617759"/>
                </a:moveTo>
                <a:cubicBezTo>
                  <a:pt x="746976" y="602924"/>
                  <a:pt x="722903" y="602924"/>
                  <a:pt x="708032" y="617759"/>
                </a:cubicBezTo>
                <a:cubicBezTo>
                  <a:pt x="693247" y="632622"/>
                  <a:pt x="693247" y="656637"/>
                  <a:pt x="708032" y="671499"/>
                </a:cubicBezTo>
                <a:cubicBezTo>
                  <a:pt x="722903" y="686335"/>
                  <a:pt x="746976" y="686335"/>
                  <a:pt x="761848" y="671499"/>
                </a:cubicBezTo>
                <a:cubicBezTo>
                  <a:pt x="776633" y="656636"/>
                  <a:pt x="776633" y="632622"/>
                  <a:pt x="761848" y="617759"/>
                </a:cubicBezTo>
                <a:close/>
                <a:moveTo>
                  <a:pt x="761848" y="229834"/>
                </a:moveTo>
                <a:cubicBezTo>
                  <a:pt x="746976" y="214999"/>
                  <a:pt x="722903" y="214999"/>
                  <a:pt x="708032" y="229834"/>
                </a:cubicBezTo>
                <a:cubicBezTo>
                  <a:pt x="693253" y="244696"/>
                  <a:pt x="693253" y="268703"/>
                  <a:pt x="708032" y="283565"/>
                </a:cubicBezTo>
                <a:cubicBezTo>
                  <a:pt x="722903" y="298400"/>
                  <a:pt x="746976" y="298400"/>
                  <a:pt x="761848" y="283565"/>
                </a:cubicBezTo>
                <a:cubicBezTo>
                  <a:pt x="776626" y="268703"/>
                  <a:pt x="776626" y="244696"/>
                  <a:pt x="761848" y="229834"/>
                </a:cubicBezTo>
                <a:close/>
                <a:moveTo>
                  <a:pt x="425853" y="35858"/>
                </a:moveTo>
                <a:cubicBezTo>
                  <a:pt x="410982" y="21022"/>
                  <a:pt x="386909" y="21022"/>
                  <a:pt x="372037" y="35858"/>
                </a:cubicBezTo>
                <a:cubicBezTo>
                  <a:pt x="357246" y="50722"/>
                  <a:pt x="357246" y="74744"/>
                  <a:pt x="372037" y="89607"/>
                </a:cubicBezTo>
                <a:cubicBezTo>
                  <a:pt x="386909" y="104443"/>
                  <a:pt x="410982" y="104443"/>
                  <a:pt x="425853" y="89607"/>
                </a:cubicBezTo>
                <a:cubicBezTo>
                  <a:pt x="440645" y="74744"/>
                  <a:pt x="440645" y="50722"/>
                  <a:pt x="425853" y="35858"/>
                </a:cubicBezTo>
                <a:close/>
                <a:moveTo>
                  <a:pt x="89897" y="229834"/>
                </a:moveTo>
                <a:cubicBezTo>
                  <a:pt x="75026" y="214999"/>
                  <a:pt x="50952" y="214999"/>
                  <a:pt x="36081" y="229834"/>
                </a:cubicBezTo>
                <a:cubicBezTo>
                  <a:pt x="21302" y="244696"/>
                  <a:pt x="21302" y="268703"/>
                  <a:pt x="36081" y="283565"/>
                </a:cubicBezTo>
                <a:cubicBezTo>
                  <a:pt x="50952" y="298400"/>
                  <a:pt x="75026" y="298400"/>
                  <a:pt x="89897" y="283565"/>
                </a:cubicBezTo>
                <a:cubicBezTo>
                  <a:pt x="104676" y="268703"/>
                  <a:pt x="104676" y="244696"/>
                  <a:pt x="89897" y="229834"/>
                </a:cubicBezTo>
                <a:close/>
                <a:moveTo>
                  <a:pt x="370256" y="529081"/>
                </a:moveTo>
                <a:lnTo>
                  <a:pt x="393802" y="529081"/>
                </a:lnTo>
                <a:lnTo>
                  <a:pt x="456667" y="565448"/>
                </a:lnTo>
                <a:cubicBezTo>
                  <a:pt x="457246" y="575715"/>
                  <a:pt x="461534" y="585423"/>
                  <a:pt x="468735" y="592765"/>
                </a:cubicBezTo>
                <a:cubicBezTo>
                  <a:pt x="476496" y="600545"/>
                  <a:pt x="487036" y="604912"/>
                  <a:pt x="498024" y="604900"/>
                </a:cubicBezTo>
                <a:cubicBezTo>
                  <a:pt x="520767" y="604730"/>
                  <a:pt x="539170" y="586352"/>
                  <a:pt x="539372" y="563609"/>
                </a:cubicBezTo>
                <a:lnTo>
                  <a:pt x="539372" y="504955"/>
                </a:lnTo>
                <a:cubicBezTo>
                  <a:pt x="569357" y="498007"/>
                  <a:pt x="588033" y="468067"/>
                  <a:pt x="581085" y="438082"/>
                </a:cubicBezTo>
                <a:cubicBezTo>
                  <a:pt x="576283" y="417356"/>
                  <a:pt x="560099" y="401172"/>
                  <a:pt x="539372" y="396369"/>
                </a:cubicBezTo>
                <a:lnTo>
                  <a:pt x="539372" y="337715"/>
                </a:lnTo>
                <a:cubicBezTo>
                  <a:pt x="539331" y="314868"/>
                  <a:pt x="520776" y="296381"/>
                  <a:pt x="497930" y="296423"/>
                </a:cubicBezTo>
                <a:cubicBezTo>
                  <a:pt x="486975" y="296443"/>
                  <a:pt x="476476" y="300807"/>
                  <a:pt x="468735" y="308558"/>
                </a:cubicBezTo>
                <a:cubicBezTo>
                  <a:pt x="461536" y="315902"/>
                  <a:pt x="457248" y="325609"/>
                  <a:pt x="456667" y="335876"/>
                </a:cubicBezTo>
                <a:lnTo>
                  <a:pt x="393802" y="372243"/>
                </a:lnTo>
                <a:lnTo>
                  <a:pt x="262624" y="372243"/>
                </a:lnTo>
                <a:cubicBezTo>
                  <a:pt x="255830" y="372305"/>
                  <a:pt x="250355" y="377831"/>
                  <a:pt x="250355" y="384625"/>
                </a:cubicBezTo>
                <a:lnTo>
                  <a:pt x="250355" y="402723"/>
                </a:lnTo>
                <a:cubicBezTo>
                  <a:pt x="242032" y="405374"/>
                  <a:pt x="234534" y="410132"/>
                  <a:pt x="228591" y="416534"/>
                </a:cubicBezTo>
                <a:cubicBezTo>
                  <a:pt x="210924" y="435871"/>
                  <a:pt x="210924" y="465491"/>
                  <a:pt x="228591" y="484828"/>
                </a:cubicBezTo>
                <a:cubicBezTo>
                  <a:pt x="234542" y="491215"/>
                  <a:pt x="242037" y="495962"/>
                  <a:pt x="250355" y="498611"/>
                </a:cubicBezTo>
                <a:lnTo>
                  <a:pt x="250355" y="516708"/>
                </a:lnTo>
                <a:cubicBezTo>
                  <a:pt x="250355" y="523503"/>
                  <a:pt x="255830" y="529028"/>
                  <a:pt x="262624" y="529091"/>
                </a:cubicBezTo>
                <a:lnTo>
                  <a:pt x="285179" y="529091"/>
                </a:lnTo>
                <a:lnTo>
                  <a:pt x="285179" y="592537"/>
                </a:lnTo>
                <a:cubicBezTo>
                  <a:pt x="285179" y="599376"/>
                  <a:pt x="290722" y="604920"/>
                  <a:pt x="297561" y="604920"/>
                </a:cubicBezTo>
                <a:cubicBezTo>
                  <a:pt x="297590" y="604920"/>
                  <a:pt x="297618" y="604920"/>
                  <a:pt x="297647" y="604919"/>
                </a:cubicBezTo>
                <a:lnTo>
                  <a:pt x="331080" y="604919"/>
                </a:lnTo>
                <a:lnTo>
                  <a:pt x="331080" y="604919"/>
                </a:lnTo>
                <a:cubicBezTo>
                  <a:pt x="336102" y="604903"/>
                  <a:pt x="340617" y="601856"/>
                  <a:pt x="342510" y="597204"/>
                </a:cubicBezTo>
                <a:lnTo>
                  <a:pt x="370208" y="529119"/>
                </a:lnTo>
                <a:close/>
                <a:moveTo>
                  <a:pt x="309906" y="529081"/>
                </a:moveTo>
                <a:lnTo>
                  <a:pt x="309906" y="580145"/>
                </a:lnTo>
                <a:lnTo>
                  <a:pt x="322745" y="580145"/>
                </a:lnTo>
                <a:lnTo>
                  <a:pt x="343519" y="529081"/>
                </a:lnTo>
                <a:close/>
                <a:moveTo>
                  <a:pt x="539458" y="422297"/>
                </a:moveTo>
                <a:lnTo>
                  <a:pt x="539458" y="479027"/>
                </a:lnTo>
                <a:cubicBezTo>
                  <a:pt x="543000" y="477460"/>
                  <a:pt x="546227" y="475262"/>
                  <a:pt x="548983" y="472541"/>
                </a:cubicBezTo>
                <a:cubicBezTo>
                  <a:pt x="560856" y="460375"/>
                  <a:pt x="560856" y="440959"/>
                  <a:pt x="548983" y="428793"/>
                </a:cubicBezTo>
                <a:cubicBezTo>
                  <a:pt x="546230" y="426066"/>
                  <a:pt x="543002" y="423864"/>
                  <a:pt x="539458" y="422297"/>
                </a:cubicBezTo>
                <a:close/>
                <a:moveTo>
                  <a:pt x="498072" y="321179"/>
                </a:moveTo>
                <a:cubicBezTo>
                  <a:pt x="493685" y="321173"/>
                  <a:pt x="489478" y="322926"/>
                  <a:pt x="486394" y="326046"/>
                </a:cubicBezTo>
                <a:cubicBezTo>
                  <a:pt x="483283" y="329139"/>
                  <a:pt x="481508" y="333328"/>
                  <a:pt x="481451" y="337715"/>
                </a:cubicBezTo>
                <a:lnTo>
                  <a:pt x="481451" y="563609"/>
                </a:lnTo>
                <a:cubicBezTo>
                  <a:pt x="481506" y="567996"/>
                  <a:pt x="483281" y="572187"/>
                  <a:pt x="486394" y="575278"/>
                </a:cubicBezTo>
                <a:cubicBezTo>
                  <a:pt x="492781" y="581724"/>
                  <a:pt x="503184" y="581773"/>
                  <a:pt x="509631" y="575387"/>
                </a:cubicBezTo>
                <a:cubicBezTo>
                  <a:pt x="509667" y="575351"/>
                  <a:pt x="509704" y="575314"/>
                  <a:pt x="509740" y="575278"/>
                </a:cubicBezTo>
                <a:cubicBezTo>
                  <a:pt x="512861" y="572190"/>
                  <a:pt x="514640" y="567999"/>
                  <a:pt x="514693" y="563609"/>
                </a:cubicBezTo>
                <a:lnTo>
                  <a:pt x="514693" y="337715"/>
                </a:lnTo>
                <a:cubicBezTo>
                  <a:pt x="514638" y="333326"/>
                  <a:pt x="512859" y="329135"/>
                  <a:pt x="509740" y="326046"/>
                </a:cubicBezTo>
                <a:cubicBezTo>
                  <a:pt x="506660" y="322926"/>
                  <a:pt x="502456" y="321173"/>
                  <a:pt x="498072" y="321179"/>
                </a:cubicBezTo>
                <a:close/>
                <a:moveTo>
                  <a:pt x="250355" y="471265"/>
                </a:moveTo>
                <a:lnTo>
                  <a:pt x="250355" y="430059"/>
                </a:lnTo>
                <a:cubicBezTo>
                  <a:pt x="249036" y="430963"/>
                  <a:pt x="247839" y="432032"/>
                  <a:pt x="246793" y="433241"/>
                </a:cubicBezTo>
                <a:cubicBezTo>
                  <a:pt x="237826" y="443124"/>
                  <a:pt x="237826" y="458200"/>
                  <a:pt x="246793" y="468083"/>
                </a:cubicBezTo>
                <a:cubicBezTo>
                  <a:pt x="247837" y="469295"/>
                  <a:pt x="249034" y="470364"/>
                  <a:pt x="250355" y="471265"/>
                </a:cubicBezTo>
                <a:close/>
                <a:moveTo>
                  <a:pt x="386677" y="396970"/>
                </a:moveTo>
                <a:lnTo>
                  <a:pt x="275120" y="396970"/>
                </a:lnTo>
                <a:lnTo>
                  <a:pt x="275120" y="504345"/>
                </a:lnTo>
                <a:lnTo>
                  <a:pt x="386677" y="504345"/>
                </a:lnTo>
                <a:lnTo>
                  <a:pt x="386677" y="396979"/>
                </a:lnTo>
                <a:close/>
                <a:moveTo>
                  <a:pt x="411442" y="510669"/>
                </a:moveTo>
                <a:lnTo>
                  <a:pt x="456743" y="536911"/>
                </a:lnTo>
                <a:lnTo>
                  <a:pt x="456743" y="364413"/>
                </a:lnTo>
                <a:lnTo>
                  <a:pt x="411414" y="390655"/>
                </a:lnTo>
                <a:lnTo>
                  <a:pt x="411414" y="510669"/>
                </a:lnTo>
                <a:close/>
                <a:moveTo>
                  <a:pt x="560223" y="289337"/>
                </a:moveTo>
                <a:cubicBezTo>
                  <a:pt x="471144" y="200329"/>
                  <a:pt x="326776" y="200387"/>
                  <a:pt x="237769" y="289465"/>
                </a:cubicBezTo>
                <a:cubicBezTo>
                  <a:pt x="148761" y="378544"/>
                  <a:pt x="148818" y="522911"/>
                  <a:pt x="237897" y="611919"/>
                </a:cubicBezTo>
                <a:cubicBezTo>
                  <a:pt x="326975" y="700927"/>
                  <a:pt x="471343" y="700870"/>
                  <a:pt x="560351" y="611791"/>
                </a:cubicBezTo>
                <a:cubicBezTo>
                  <a:pt x="603063" y="569045"/>
                  <a:pt x="627060" y="511091"/>
                  <a:pt x="627069" y="450662"/>
                </a:cubicBezTo>
                <a:cubicBezTo>
                  <a:pt x="627154" y="390129"/>
                  <a:pt x="603083" y="332064"/>
                  <a:pt x="560194" y="289347"/>
                </a:cubicBezTo>
                <a:close/>
              </a:path>
            </a:pathLst>
          </a:custGeom>
          <a:solidFill>
            <a:schemeClr val="accent2"/>
          </a:solidFill>
          <a:ln w="9525" cap="flat">
            <a:noFill/>
            <a:prstDash val="solid"/>
            <a:miter/>
          </a:ln>
        </p:spPr>
        <p:txBody>
          <a:bodyPr/>
          <a:lstStyle/>
          <a:p>
            <a:endParaRPr lang="fr-FR"/>
          </a:p>
        </p:txBody>
      </p:sp>
      <p:sp>
        <p:nvSpPr>
          <p:cNvPr id="4" name="Forme libre : forme 3">
            <a:extLst>
              <a:ext uri="{FF2B5EF4-FFF2-40B4-BE49-F238E27FC236}">
                <a16:creationId xmlns:a16="http://schemas.microsoft.com/office/drawing/2014/main" id="{6FBEEF53-1259-C3BF-8FF5-201A8CCC0566}"/>
              </a:ext>
            </a:extLst>
          </p:cNvPr>
          <p:cNvSpPr>
            <a:spLocks noChangeAspect="1"/>
          </p:cNvSpPr>
          <p:nvPr/>
        </p:nvSpPr>
        <p:spPr>
          <a:xfrm>
            <a:off x="7967741" y="1651278"/>
            <a:ext cx="360000" cy="352035"/>
          </a:xfrm>
          <a:custGeom>
            <a:avLst/>
            <a:gdLst>
              <a:gd name="csX0" fmla="*/ 562127 w 834895"/>
              <a:gd name="csY0" fmla="*/ 217206 h 816427"/>
              <a:gd name="csX1" fmla="*/ 576004 w 834895"/>
              <a:gd name="csY1" fmla="*/ 213597 h 816427"/>
              <a:gd name="csX2" fmla="*/ 728290 w 834895"/>
              <a:gd name="csY2" fmla="*/ 441711 h 816427"/>
              <a:gd name="csX3" fmla="*/ 742950 w 834895"/>
              <a:gd name="csY3" fmla="*/ 422513 h 816427"/>
              <a:gd name="csX4" fmla="*/ 757163 w 834895"/>
              <a:gd name="csY4" fmla="*/ 420615 h 816427"/>
              <a:gd name="csX5" fmla="*/ 759061 w 834895"/>
              <a:gd name="csY5" fmla="*/ 434828 h 816427"/>
              <a:gd name="csX6" fmla="*/ 728663 w 834895"/>
              <a:gd name="csY6" fmla="*/ 474640 h 816427"/>
              <a:gd name="csX7" fmla="*/ 721966 w 834895"/>
              <a:gd name="csY7" fmla="*/ 478547 h 816427"/>
              <a:gd name="csX8" fmla="*/ 720626 w 834895"/>
              <a:gd name="csY8" fmla="*/ 478621 h 816427"/>
              <a:gd name="csX9" fmla="*/ 714487 w 834895"/>
              <a:gd name="csY9" fmla="*/ 476538 h 816427"/>
              <a:gd name="csX10" fmla="*/ 674638 w 834895"/>
              <a:gd name="csY10" fmla="*/ 446140 h 816427"/>
              <a:gd name="csX11" fmla="*/ 672741 w 834895"/>
              <a:gd name="csY11" fmla="*/ 431926 h 816427"/>
              <a:gd name="csX12" fmla="*/ 686954 w 834895"/>
              <a:gd name="csY12" fmla="*/ 430029 h 816427"/>
              <a:gd name="csX13" fmla="*/ 708459 w 834895"/>
              <a:gd name="csY13" fmla="*/ 446437 h 816427"/>
              <a:gd name="csX14" fmla="*/ 565737 w 834895"/>
              <a:gd name="csY14" fmla="*/ 231125 h 816427"/>
              <a:gd name="csX15" fmla="*/ 562128 w 834895"/>
              <a:gd name="csY15" fmla="*/ 217210 h 816427"/>
              <a:gd name="csX16" fmla="*/ 539802 w 834895"/>
              <a:gd name="csY16" fmla="*/ 751092 h 816427"/>
              <a:gd name="csX17" fmla="*/ 417463 w 834895"/>
              <a:gd name="csY17" fmla="*/ 777770 h 816427"/>
              <a:gd name="csX18" fmla="*/ 316926 w 834895"/>
              <a:gd name="csY18" fmla="*/ 760096 h 816427"/>
              <a:gd name="csX19" fmla="*/ 340887 w 834895"/>
              <a:gd name="csY19" fmla="*/ 749678 h 816427"/>
              <a:gd name="csX20" fmla="*/ 346134 w 834895"/>
              <a:gd name="csY20" fmla="*/ 736321 h 816427"/>
              <a:gd name="csX21" fmla="*/ 332777 w 834895"/>
              <a:gd name="csY21" fmla="*/ 731074 h 816427"/>
              <a:gd name="csX22" fmla="*/ 286863 w 834895"/>
              <a:gd name="csY22" fmla="*/ 751055 h 816427"/>
              <a:gd name="csX23" fmla="*/ 281468 w 834895"/>
              <a:gd name="csY23" fmla="*/ 756636 h 816427"/>
              <a:gd name="csX24" fmla="*/ 281617 w 834895"/>
              <a:gd name="csY24" fmla="*/ 764412 h 816427"/>
              <a:gd name="csX25" fmla="*/ 301598 w 834895"/>
              <a:gd name="csY25" fmla="*/ 810326 h 816427"/>
              <a:gd name="csX26" fmla="*/ 310899 w 834895"/>
              <a:gd name="csY26" fmla="*/ 816428 h 816427"/>
              <a:gd name="csX27" fmla="*/ 314955 w 834895"/>
              <a:gd name="csY27" fmla="*/ 815572 h 816427"/>
              <a:gd name="csX28" fmla="*/ 320201 w 834895"/>
              <a:gd name="csY28" fmla="*/ 802215 h 816427"/>
              <a:gd name="csX29" fmla="*/ 310192 w 834895"/>
              <a:gd name="csY29" fmla="*/ 779221 h 816427"/>
              <a:gd name="csX30" fmla="*/ 417463 w 834895"/>
              <a:gd name="csY30" fmla="*/ 798048 h 816427"/>
              <a:gd name="csX31" fmla="*/ 548241 w 834895"/>
              <a:gd name="csY31" fmla="*/ 769547 h 816427"/>
              <a:gd name="csX32" fmla="*/ 553227 w 834895"/>
              <a:gd name="csY32" fmla="*/ 756115 h 816427"/>
              <a:gd name="csX33" fmla="*/ 539795 w 834895"/>
              <a:gd name="csY33" fmla="*/ 751092 h 816427"/>
              <a:gd name="csX34" fmla="*/ 113777 w 834895"/>
              <a:gd name="csY34" fmla="*/ 478591 h 816427"/>
              <a:gd name="csX35" fmla="*/ 114298 w 834895"/>
              <a:gd name="csY35" fmla="*/ 478591 h 816427"/>
              <a:gd name="csX36" fmla="*/ 124418 w 834895"/>
              <a:gd name="csY36" fmla="*/ 468955 h 816427"/>
              <a:gd name="csX37" fmla="*/ 249062 w 834895"/>
              <a:gd name="csY37" fmla="*/ 243965 h 816427"/>
              <a:gd name="csX38" fmla="*/ 243667 w 834895"/>
              <a:gd name="csY38" fmla="*/ 269154 h 816427"/>
              <a:gd name="csX39" fmla="*/ 251481 w 834895"/>
              <a:gd name="csY39" fmla="*/ 281171 h 816427"/>
              <a:gd name="csX40" fmla="*/ 263499 w 834895"/>
              <a:gd name="csY40" fmla="*/ 273358 h 816427"/>
              <a:gd name="csX41" fmla="*/ 273954 w 834895"/>
              <a:gd name="csY41" fmla="*/ 224394 h 816427"/>
              <a:gd name="csX42" fmla="*/ 272540 w 834895"/>
              <a:gd name="csY42" fmla="*/ 216766 h 816427"/>
              <a:gd name="csX43" fmla="*/ 266141 w 834895"/>
              <a:gd name="csY43" fmla="*/ 212376 h 816427"/>
              <a:gd name="csX44" fmla="*/ 217176 w 834895"/>
              <a:gd name="csY44" fmla="*/ 201920 h 816427"/>
              <a:gd name="csX45" fmla="*/ 205159 w 834895"/>
              <a:gd name="csY45" fmla="*/ 209734 h 816427"/>
              <a:gd name="csX46" fmla="*/ 212972 w 834895"/>
              <a:gd name="csY46" fmla="*/ 221751 h 816427"/>
              <a:gd name="csX47" fmla="*/ 237827 w 834895"/>
              <a:gd name="csY47" fmla="*/ 227072 h 816427"/>
              <a:gd name="csX48" fmla="*/ 104181 w 834895"/>
              <a:gd name="csY48" fmla="*/ 467912 h 816427"/>
              <a:gd name="csX49" fmla="*/ 113781 w 834895"/>
              <a:gd name="csY49" fmla="*/ 478590 h 816427"/>
              <a:gd name="csX50" fmla="*/ 349930 w 834895"/>
              <a:gd name="csY50" fmla="*/ 67530 h 816427"/>
              <a:gd name="csX51" fmla="*/ 417461 w 834895"/>
              <a:gd name="csY51" fmla="*/ 0 h 816427"/>
              <a:gd name="csX52" fmla="*/ 484991 w 834895"/>
              <a:gd name="csY52" fmla="*/ 67530 h 816427"/>
              <a:gd name="csX53" fmla="*/ 417461 w 834895"/>
              <a:gd name="csY53" fmla="*/ 135061 h 816427"/>
              <a:gd name="csX54" fmla="*/ 349930 w 834895"/>
              <a:gd name="csY54" fmla="*/ 67530 h 816427"/>
              <a:gd name="csX55" fmla="*/ 373594 w 834895"/>
              <a:gd name="csY55" fmla="*/ 67530 h 816427"/>
              <a:gd name="csX56" fmla="*/ 417462 w 834895"/>
              <a:gd name="csY56" fmla="*/ 111398 h 816427"/>
              <a:gd name="csX57" fmla="*/ 461329 w 834895"/>
              <a:gd name="csY57" fmla="*/ 67530 h 816427"/>
              <a:gd name="csX58" fmla="*/ 417462 w 834895"/>
              <a:gd name="csY58" fmla="*/ 23663 h 816427"/>
              <a:gd name="csX59" fmla="*/ 373594 w 834895"/>
              <a:gd name="csY59" fmla="*/ 67530 h 816427"/>
              <a:gd name="csX60" fmla="*/ 286753 w 834895"/>
              <a:gd name="csY60" fmla="*/ 274032 h 816427"/>
              <a:gd name="csX61" fmla="*/ 286753 w 834895"/>
              <a:gd name="csY61" fmla="*/ 268749 h 816427"/>
              <a:gd name="csX62" fmla="*/ 417465 w 834895"/>
              <a:gd name="csY62" fmla="*/ 138037 h 816427"/>
              <a:gd name="csX63" fmla="*/ 548176 w 834895"/>
              <a:gd name="csY63" fmla="*/ 268749 h 816427"/>
              <a:gd name="csX64" fmla="*/ 548176 w 834895"/>
              <a:gd name="csY64" fmla="*/ 274032 h 816427"/>
              <a:gd name="csX65" fmla="*/ 515694 w 834895"/>
              <a:gd name="csY65" fmla="*/ 306515 h 816427"/>
              <a:gd name="csX66" fmla="*/ 319241 w 834895"/>
              <a:gd name="csY66" fmla="*/ 306515 h 816427"/>
              <a:gd name="csX67" fmla="*/ 286759 w 834895"/>
              <a:gd name="csY67" fmla="*/ 274032 h 816427"/>
              <a:gd name="csX68" fmla="*/ 310417 w 834895"/>
              <a:gd name="csY68" fmla="*/ 274032 h 816427"/>
              <a:gd name="csX69" fmla="*/ 319235 w 834895"/>
              <a:gd name="csY69" fmla="*/ 282850 h 816427"/>
              <a:gd name="csX70" fmla="*/ 515726 w 834895"/>
              <a:gd name="csY70" fmla="*/ 282850 h 816427"/>
              <a:gd name="csX71" fmla="*/ 524544 w 834895"/>
              <a:gd name="csY71" fmla="*/ 274032 h 816427"/>
              <a:gd name="csX72" fmla="*/ 524544 w 834895"/>
              <a:gd name="csY72" fmla="*/ 268749 h 816427"/>
              <a:gd name="csX73" fmla="*/ 417502 w 834895"/>
              <a:gd name="csY73" fmla="*/ 161707 h 816427"/>
              <a:gd name="csX74" fmla="*/ 310460 w 834895"/>
              <a:gd name="csY74" fmla="*/ 268749 h 816427"/>
              <a:gd name="csX75" fmla="*/ 771713 w 834895"/>
              <a:gd name="csY75" fmla="*/ 564173 h 816427"/>
              <a:gd name="csX76" fmla="*/ 704182 w 834895"/>
              <a:gd name="csY76" fmla="*/ 631704 h 816427"/>
              <a:gd name="csX77" fmla="*/ 636652 w 834895"/>
              <a:gd name="csY77" fmla="*/ 564173 h 816427"/>
              <a:gd name="csX78" fmla="*/ 704182 w 834895"/>
              <a:gd name="csY78" fmla="*/ 496643 h 816427"/>
              <a:gd name="csX79" fmla="*/ 771713 w 834895"/>
              <a:gd name="csY79" fmla="*/ 564173 h 816427"/>
              <a:gd name="csX80" fmla="*/ 748049 w 834895"/>
              <a:gd name="csY80" fmla="*/ 564173 h 816427"/>
              <a:gd name="csX81" fmla="*/ 704181 w 834895"/>
              <a:gd name="csY81" fmla="*/ 520306 h 816427"/>
              <a:gd name="csX82" fmla="*/ 660314 w 834895"/>
              <a:gd name="csY82" fmla="*/ 564173 h 816427"/>
              <a:gd name="csX83" fmla="*/ 704181 w 834895"/>
              <a:gd name="csY83" fmla="*/ 608041 h 816427"/>
              <a:gd name="csX84" fmla="*/ 748049 w 834895"/>
              <a:gd name="csY84" fmla="*/ 564173 h 816427"/>
              <a:gd name="csX85" fmla="*/ 834890 w 834895"/>
              <a:gd name="csY85" fmla="*/ 765389 h 816427"/>
              <a:gd name="csX86" fmla="*/ 834890 w 834895"/>
              <a:gd name="csY86" fmla="*/ 770672 h 816427"/>
              <a:gd name="csX87" fmla="*/ 802408 w 834895"/>
              <a:gd name="csY87" fmla="*/ 803155 h 816427"/>
              <a:gd name="csX88" fmla="*/ 605917 w 834895"/>
              <a:gd name="csY88" fmla="*/ 803155 h 816427"/>
              <a:gd name="csX89" fmla="*/ 573435 w 834895"/>
              <a:gd name="csY89" fmla="*/ 770672 h 816427"/>
              <a:gd name="csX90" fmla="*/ 573435 w 834895"/>
              <a:gd name="csY90" fmla="*/ 765389 h 816427"/>
              <a:gd name="csX91" fmla="*/ 704146 w 834895"/>
              <a:gd name="csY91" fmla="*/ 634677 h 816427"/>
              <a:gd name="csX92" fmla="*/ 834896 w 834895"/>
              <a:gd name="csY92" fmla="*/ 765389 h 816427"/>
              <a:gd name="csX93" fmla="*/ 811263 w 834895"/>
              <a:gd name="csY93" fmla="*/ 765389 h 816427"/>
              <a:gd name="csX94" fmla="*/ 704221 w 834895"/>
              <a:gd name="csY94" fmla="*/ 658347 h 816427"/>
              <a:gd name="csX95" fmla="*/ 597179 w 834895"/>
              <a:gd name="csY95" fmla="*/ 765389 h 816427"/>
              <a:gd name="csX96" fmla="*/ 597179 w 834895"/>
              <a:gd name="csY96" fmla="*/ 770672 h 816427"/>
              <a:gd name="csX97" fmla="*/ 605997 w 834895"/>
              <a:gd name="csY97" fmla="*/ 779490 h 816427"/>
              <a:gd name="csX98" fmla="*/ 802489 w 834895"/>
              <a:gd name="csY98" fmla="*/ 779490 h 816427"/>
              <a:gd name="csX99" fmla="*/ 811307 w 834895"/>
              <a:gd name="csY99" fmla="*/ 770672 h 816427"/>
              <a:gd name="csX100" fmla="*/ 63217 w 834895"/>
              <a:gd name="csY100" fmla="*/ 564173 h 816427"/>
              <a:gd name="csX101" fmla="*/ 130748 w 834895"/>
              <a:gd name="csY101" fmla="*/ 496643 h 816427"/>
              <a:gd name="csX102" fmla="*/ 198278 w 834895"/>
              <a:gd name="csY102" fmla="*/ 564173 h 816427"/>
              <a:gd name="csX103" fmla="*/ 130748 w 834895"/>
              <a:gd name="csY103" fmla="*/ 631704 h 816427"/>
              <a:gd name="csX104" fmla="*/ 63217 w 834895"/>
              <a:gd name="csY104" fmla="*/ 564173 h 816427"/>
              <a:gd name="csX105" fmla="*/ 86881 w 834895"/>
              <a:gd name="csY105" fmla="*/ 564173 h 816427"/>
              <a:gd name="csX106" fmla="*/ 130749 w 834895"/>
              <a:gd name="csY106" fmla="*/ 608041 h 816427"/>
              <a:gd name="csX107" fmla="*/ 174616 w 834895"/>
              <a:gd name="csY107" fmla="*/ 564173 h 816427"/>
              <a:gd name="csX108" fmla="*/ 130749 w 834895"/>
              <a:gd name="csY108" fmla="*/ 520306 h 816427"/>
              <a:gd name="csX109" fmla="*/ 86881 w 834895"/>
              <a:gd name="csY109" fmla="*/ 564173 h 816427"/>
              <a:gd name="csX110" fmla="*/ 261456 w 834895"/>
              <a:gd name="csY110" fmla="*/ 765389 h 816427"/>
              <a:gd name="csX111" fmla="*/ 261456 w 834895"/>
              <a:gd name="csY111" fmla="*/ 770672 h 816427"/>
              <a:gd name="csX112" fmla="*/ 228973 w 834895"/>
              <a:gd name="csY112" fmla="*/ 803155 h 816427"/>
              <a:gd name="csX113" fmla="*/ 32482 w 834895"/>
              <a:gd name="csY113" fmla="*/ 803117 h 816427"/>
              <a:gd name="csX114" fmla="*/ 0 w 834895"/>
              <a:gd name="csY114" fmla="*/ 770635 h 816427"/>
              <a:gd name="csX115" fmla="*/ 0 w 834895"/>
              <a:gd name="csY115" fmla="*/ 765352 h 816427"/>
              <a:gd name="csX116" fmla="*/ 130712 w 834895"/>
              <a:gd name="csY116" fmla="*/ 634640 h 816427"/>
              <a:gd name="csX117" fmla="*/ 261461 w 834895"/>
              <a:gd name="csY117" fmla="*/ 765390 h 816427"/>
              <a:gd name="csX118" fmla="*/ 237792 w 834895"/>
              <a:gd name="csY118" fmla="*/ 765389 h 816427"/>
              <a:gd name="csX119" fmla="*/ 130750 w 834895"/>
              <a:gd name="csY119" fmla="*/ 658347 h 816427"/>
              <a:gd name="csX120" fmla="*/ 23670 w 834895"/>
              <a:gd name="csY120" fmla="*/ 765389 h 816427"/>
              <a:gd name="csX121" fmla="*/ 23670 w 834895"/>
              <a:gd name="csY121" fmla="*/ 770672 h 816427"/>
              <a:gd name="csX122" fmla="*/ 32488 w 834895"/>
              <a:gd name="csY122" fmla="*/ 779490 h 816427"/>
              <a:gd name="csX123" fmla="*/ 228979 w 834895"/>
              <a:gd name="csY123" fmla="*/ 779490 h 816427"/>
              <a:gd name="csX124" fmla="*/ 237797 w 834895"/>
              <a:gd name="csY124" fmla="*/ 770672 h 816427"/>
              <a:gd name="csX125" fmla="*/ 301974 w 834895"/>
              <a:gd name="csY125" fmla="*/ 620542 h 816427"/>
              <a:gd name="csX126" fmla="*/ 301974 w 834895"/>
              <a:gd name="csY126" fmla="*/ 582665 h 816427"/>
              <a:gd name="csX127" fmla="*/ 290849 w 834895"/>
              <a:gd name="csY127" fmla="*/ 582665 h 816427"/>
              <a:gd name="csX128" fmla="*/ 247651 w 834895"/>
              <a:gd name="csY128" fmla="*/ 539467 h 816427"/>
              <a:gd name="csX129" fmla="*/ 247651 w 834895"/>
              <a:gd name="csY129" fmla="*/ 429739 h 816427"/>
              <a:gd name="csX130" fmla="*/ 290849 w 834895"/>
              <a:gd name="csY130" fmla="*/ 386542 h 816427"/>
              <a:gd name="csX131" fmla="*/ 478301 w 834895"/>
              <a:gd name="csY131" fmla="*/ 386542 h 816427"/>
              <a:gd name="csX132" fmla="*/ 521499 w 834895"/>
              <a:gd name="csY132" fmla="*/ 429739 h 816427"/>
              <a:gd name="csX133" fmla="*/ 521499 w 834895"/>
              <a:gd name="csY133" fmla="*/ 438892 h 816427"/>
              <a:gd name="csX134" fmla="*/ 544120 w 834895"/>
              <a:gd name="csY134" fmla="*/ 438892 h 816427"/>
              <a:gd name="csX135" fmla="*/ 587318 w 834895"/>
              <a:gd name="csY135" fmla="*/ 482090 h 816427"/>
              <a:gd name="csX136" fmla="*/ 587318 w 834895"/>
              <a:gd name="csY136" fmla="*/ 591847 h 816427"/>
              <a:gd name="csX137" fmla="*/ 544120 w 834895"/>
              <a:gd name="csY137" fmla="*/ 635045 h 816427"/>
              <a:gd name="csX138" fmla="*/ 532995 w 834895"/>
              <a:gd name="csY138" fmla="*/ 635045 h 816427"/>
              <a:gd name="csX139" fmla="*/ 532995 w 834895"/>
              <a:gd name="csY139" fmla="*/ 672922 h 816427"/>
              <a:gd name="csX140" fmla="*/ 517890 w 834895"/>
              <a:gd name="csY140" fmla="*/ 694763 h 816427"/>
              <a:gd name="csX141" fmla="*/ 509555 w 834895"/>
              <a:gd name="csY141" fmla="*/ 696288 h 816427"/>
              <a:gd name="csX142" fmla="*/ 492142 w 834895"/>
              <a:gd name="csY142" fmla="*/ 688363 h 816427"/>
              <a:gd name="csX143" fmla="*/ 445001 w 834895"/>
              <a:gd name="csY143" fmla="*/ 635008 h 816427"/>
              <a:gd name="csX144" fmla="*/ 356709 w 834895"/>
              <a:gd name="csY144" fmla="*/ 635008 h 816427"/>
              <a:gd name="csX145" fmla="*/ 345213 w 834895"/>
              <a:gd name="csY145" fmla="*/ 633408 h 816427"/>
              <a:gd name="csX146" fmla="*/ 342906 w 834895"/>
              <a:gd name="csY146" fmla="*/ 636012 h 816427"/>
              <a:gd name="csX147" fmla="*/ 325493 w 834895"/>
              <a:gd name="csY147" fmla="*/ 643937 h 816427"/>
              <a:gd name="csX148" fmla="*/ 317159 w 834895"/>
              <a:gd name="csY148" fmla="*/ 642412 h 816427"/>
              <a:gd name="csX149" fmla="*/ 301978 w 834895"/>
              <a:gd name="csY149" fmla="*/ 620534 h 816427"/>
              <a:gd name="csX150" fmla="*/ 478301 w 834895"/>
              <a:gd name="csY150" fmla="*/ 582665 h 816427"/>
              <a:gd name="csX151" fmla="*/ 390009 w 834895"/>
              <a:gd name="csY151" fmla="*/ 582665 h 816427"/>
              <a:gd name="csX152" fmla="*/ 361694 w 834895"/>
              <a:gd name="csY152" fmla="*/ 614738 h 816427"/>
              <a:gd name="csX153" fmla="*/ 449577 w 834895"/>
              <a:gd name="csY153" fmla="*/ 614738 h 816427"/>
              <a:gd name="csX154" fmla="*/ 457167 w 834895"/>
              <a:gd name="csY154" fmla="*/ 618161 h 816427"/>
              <a:gd name="csX155" fmla="*/ 507322 w 834895"/>
              <a:gd name="csY155" fmla="*/ 674939 h 816427"/>
              <a:gd name="csX156" fmla="*/ 510708 w 834895"/>
              <a:gd name="csY156" fmla="*/ 675794 h 816427"/>
              <a:gd name="csX157" fmla="*/ 512717 w 834895"/>
              <a:gd name="csY157" fmla="*/ 672929 h 816427"/>
              <a:gd name="csX158" fmla="*/ 512717 w 834895"/>
              <a:gd name="csY158" fmla="*/ 624932 h 816427"/>
              <a:gd name="csX159" fmla="*/ 522875 w 834895"/>
              <a:gd name="csY159" fmla="*/ 614774 h 816427"/>
              <a:gd name="csX160" fmla="*/ 544157 w 834895"/>
              <a:gd name="csY160" fmla="*/ 614774 h 816427"/>
              <a:gd name="csX161" fmla="*/ 567077 w 834895"/>
              <a:gd name="csY161" fmla="*/ 591855 h 816427"/>
              <a:gd name="csX162" fmla="*/ 567002 w 834895"/>
              <a:gd name="csY162" fmla="*/ 482099 h 816427"/>
              <a:gd name="csX163" fmla="*/ 544083 w 834895"/>
              <a:gd name="csY163" fmla="*/ 459180 h 816427"/>
              <a:gd name="csX164" fmla="*/ 521461 w 834895"/>
              <a:gd name="csY164" fmla="*/ 459180 h 816427"/>
              <a:gd name="csX165" fmla="*/ 521461 w 834895"/>
              <a:gd name="csY165" fmla="*/ 539510 h 816427"/>
              <a:gd name="csX166" fmla="*/ 478301 w 834895"/>
              <a:gd name="csY166" fmla="*/ 582669 h 816427"/>
              <a:gd name="csX167" fmla="*/ 312099 w 834895"/>
              <a:gd name="csY167" fmla="*/ 562387 h 816427"/>
              <a:gd name="csX168" fmla="*/ 322256 w 834895"/>
              <a:gd name="csY168" fmla="*/ 572545 h 816427"/>
              <a:gd name="csX169" fmla="*/ 322256 w 834895"/>
              <a:gd name="csY169" fmla="*/ 620542 h 816427"/>
              <a:gd name="csX170" fmla="*/ 324266 w 834895"/>
              <a:gd name="csY170" fmla="*/ 623407 h 816427"/>
              <a:gd name="csX171" fmla="*/ 327652 w 834895"/>
              <a:gd name="csY171" fmla="*/ 622552 h 816427"/>
              <a:gd name="csX172" fmla="*/ 377806 w 834895"/>
              <a:gd name="csY172" fmla="*/ 565774 h 816427"/>
              <a:gd name="csX173" fmla="*/ 385397 w 834895"/>
              <a:gd name="csY173" fmla="*/ 562351 h 816427"/>
              <a:gd name="csX174" fmla="*/ 478265 w 834895"/>
              <a:gd name="csY174" fmla="*/ 562351 h 816427"/>
              <a:gd name="csX175" fmla="*/ 501184 w 834895"/>
              <a:gd name="csY175" fmla="*/ 539432 h 816427"/>
              <a:gd name="csX176" fmla="*/ 501184 w 834895"/>
              <a:gd name="csY176" fmla="*/ 429742 h 816427"/>
              <a:gd name="csX177" fmla="*/ 478265 w 834895"/>
              <a:gd name="csY177" fmla="*/ 406823 h 816427"/>
              <a:gd name="csX178" fmla="*/ 290851 w 834895"/>
              <a:gd name="csY178" fmla="*/ 406823 h 816427"/>
              <a:gd name="csX179" fmla="*/ 267932 w 834895"/>
              <a:gd name="csY179" fmla="*/ 429742 h 816427"/>
              <a:gd name="csX180" fmla="*/ 267932 w 834895"/>
              <a:gd name="csY180" fmla="*/ 539498 h 816427"/>
              <a:gd name="csX181" fmla="*/ 290851 w 834895"/>
              <a:gd name="csY181" fmla="*/ 562418 h 816427"/>
              <a:gd name="csX182" fmla="*/ 403814 w 834895"/>
              <a:gd name="csY182" fmla="*/ 513907 h 816427"/>
              <a:gd name="csX183" fmla="*/ 393657 w 834895"/>
              <a:gd name="csY183" fmla="*/ 503750 h 816427"/>
              <a:gd name="csX184" fmla="*/ 306034 w 834895"/>
              <a:gd name="csY184" fmla="*/ 503750 h 816427"/>
              <a:gd name="csX185" fmla="*/ 295877 w 834895"/>
              <a:gd name="csY185" fmla="*/ 513907 h 816427"/>
              <a:gd name="csX186" fmla="*/ 306034 w 834895"/>
              <a:gd name="csY186" fmla="*/ 524065 h 816427"/>
              <a:gd name="csX187" fmla="*/ 393657 w 834895"/>
              <a:gd name="csY187" fmla="*/ 524065 h 816427"/>
              <a:gd name="csX188" fmla="*/ 403814 w 834895"/>
              <a:gd name="csY188" fmla="*/ 513907 h 816427"/>
              <a:gd name="csX189" fmla="*/ 306031 w 834895"/>
              <a:gd name="csY189" fmla="*/ 465427 h 816427"/>
              <a:gd name="csX190" fmla="*/ 463041 w 834895"/>
              <a:gd name="csY190" fmla="*/ 465427 h 816427"/>
              <a:gd name="csX191" fmla="*/ 473198 w 834895"/>
              <a:gd name="csY191" fmla="*/ 455269 h 816427"/>
              <a:gd name="csX192" fmla="*/ 463041 w 834895"/>
              <a:gd name="csY192" fmla="*/ 445112 h 816427"/>
              <a:gd name="csX193" fmla="*/ 306031 w 834895"/>
              <a:gd name="csY193" fmla="*/ 445149 h 816427"/>
              <a:gd name="csX194" fmla="*/ 295873 w 834895"/>
              <a:gd name="csY194" fmla="*/ 455307 h 816427"/>
              <a:gd name="csX195" fmla="*/ 306031 w 834895"/>
              <a:gd name="csY195" fmla="*/ 465427 h 8164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Lst>
            <a:rect l="l" t="t" r="r" b="b"/>
            <a:pathLst>
              <a:path w="834895" h="816427">
                <a:moveTo>
                  <a:pt x="562127" y="217206"/>
                </a:moveTo>
                <a:cubicBezTo>
                  <a:pt x="564954" y="212369"/>
                  <a:pt x="571168" y="210769"/>
                  <a:pt x="576004" y="213597"/>
                </a:cubicBezTo>
                <a:cubicBezTo>
                  <a:pt x="659795" y="262785"/>
                  <a:pt x="715422" y="346728"/>
                  <a:pt x="728290" y="441711"/>
                </a:cubicBezTo>
                <a:lnTo>
                  <a:pt x="742950" y="422513"/>
                </a:lnTo>
                <a:cubicBezTo>
                  <a:pt x="746336" y="418048"/>
                  <a:pt x="752698" y="417229"/>
                  <a:pt x="757163" y="420615"/>
                </a:cubicBezTo>
                <a:cubicBezTo>
                  <a:pt x="761628" y="424001"/>
                  <a:pt x="762484" y="430363"/>
                  <a:pt x="759061" y="434828"/>
                </a:cubicBezTo>
                <a:lnTo>
                  <a:pt x="728663" y="474640"/>
                </a:lnTo>
                <a:cubicBezTo>
                  <a:pt x="727026" y="476761"/>
                  <a:pt x="724607" y="478175"/>
                  <a:pt x="721966" y="478547"/>
                </a:cubicBezTo>
                <a:cubicBezTo>
                  <a:pt x="721519" y="478621"/>
                  <a:pt x="721073" y="478621"/>
                  <a:pt x="720626" y="478621"/>
                </a:cubicBezTo>
                <a:cubicBezTo>
                  <a:pt x="718431" y="478621"/>
                  <a:pt x="716236" y="477914"/>
                  <a:pt x="714487" y="476538"/>
                </a:cubicBezTo>
                <a:lnTo>
                  <a:pt x="674638" y="446140"/>
                </a:lnTo>
                <a:cubicBezTo>
                  <a:pt x="670173" y="442754"/>
                  <a:pt x="669318" y="436392"/>
                  <a:pt x="672741" y="431926"/>
                </a:cubicBezTo>
                <a:cubicBezTo>
                  <a:pt x="676126" y="427461"/>
                  <a:pt x="682488" y="426606"/>
                  <a:pt x="686954" y="430029"/>
                </a:cubicBezTo>
                <a:lnTo>
                  <a:pt x="708459" y="446437"/>
                </a:lnTo>
                <a:cubicBezTo>
                  <a:pt x="696888" y="356805"/>
                  <a:pt x="644724" y="277445"/>
                  <a:pt x="565737" y="231125"/>
                </a:cubicBezTo>
                <a:cubicBezTo>
                  <a:pt x="560900" y="228260"/>
                  <a:pt x="559263" y="222046"/>
                  <a:pt x="562128" y="217210"/>
                </a:cubicBezTo>
                <a:close/>
                <a:moveTo>
                  <a:pt x="539802" y="751092"/>
                </a:moveTo>
                <a:cubicBezTo>
                  <a:pt x="501292" y="768803"/>
                  <a:pt x="460141" y="777770"/>
                  <a:pt x="417463" y="777770"/>
                </a:cubicBezTo>
                <a:cubicBezTo>
                  <a:pt x="382749" y="777770"/>
                  <a:pt x="349002" y="771816"/>
                  <a:pt x="316926" y="760096"/>
                </a:cubicBezTo>
                <a:lnTo>
                  <a:pt x="340887" y="749678"/>
                </a:lnTo>
                <a:cubicBezTo>
                  <a:pt x="346022" y="747445"/>
                  <a:pt x="348366" y="741455"/>
                  <a:pt x="346134" y="736321"/>
                </a:cubicBezTo>
                <a:cubicBezTo>
                  <a:pt x="343901" y="731186"/>
                  <a:pt x="337911" y="728842"/>
                  <a:pt x="332777" y="731074"/>
                </a:cubicBezTo>
                <a:lnTo>
                  <a:pt x="286863" y="751055"/>
                </a:lnTo>
                <a:cubicBezTo>
                  <a:pt x="284408" y="752134"/>
                  <a:pt x="282473" y="754143"/>
                  <a:pt x="281468" y="756636"/>
                </a:cubicBezTo>
                <a:cubicBezTo>
                  <a:pt x="280464" y="759129"/>
                  <a:pt x="280538" y="761920"/>
                  <a:pt x="281617" y="764412"/>
                </a:cubicBezTo>
                <a:lnTo>
                  <a:pt x="301598" y="810326"/>
                </a:lnTo>
                <a:cubicBezTo>
                  <a:pt x="303272" y="814158"/>
                  <a:pt x="306993" y="816428"/>
                  <a:pt x="310899" y="816428"/>
                </a:cubicBezTo>
                <a:cubicBezTo>
                  <a:pt x="312239" y="816428"/>
                  <a:pt x="313616" y="816167"/>
                  <a:pt x="314955" y="815572"/>
                </a:cubicBezTo>
                <a:cubicBezTo>
                  <a:pt x="320089" y="813339"/>
                  <a:pt x="322434" y="807349"/>
                  <a:pt x="320201" y="802215"/>
                </a:cubicBezTo>
                <a:lnTo>
                  <a:pt x="310192" y="779221"/>
                </a:lnTo>
                <a:cubicBezTo>
                  <a:pt x="344423" y="791722"/>
                  <a:pt x="380402" y="798048"/>
                  <a:pt x="417463" y="798048"/>
                </a:cubicBezTo>
                <a:cubicBezTo>
                  <a:pt x="463079" y="798048"/>
                  <a:pt x="507095" y="788449"/>
                  <a:pt x="548241" y="769547"/>
                </a:cubicBezTo>
                <a:cubicBezTo>
                  <a:pt x="553338" y="767203"/>
                  <a:pt x="555571" y="761176"/>
                  <a:pt x="553227" y="756115"/>
                </a:cubicBezTo>
                <a:cubicBezTo>
                  <a:pt x="550883" y="751018"/>
                  <a:pt x="544855" y="748785"/>
                  <a:pt x="539795" y="751092"/>
                </a:cubicBezTo>
                <a:close/>
                <a:moveTo>
                  <a:pt x="113777" y="478591"/>
                </a:moveTo>
                <a:lnTo>
                  <a:pt x="114298" y="478591"/>
                </a:lnTo>
                <a:cubicBezTo>
                  <a:pt x="119656" y="478591"/>
                  <a:pt x="124120" y="474387"/>
                  <a:pt x="124418" y="468955"/>
                </a:cubicBezTo>
                <a:cubicBezTo>
                  <a:pt x="129106" y="378244"/>
                  <a:pt x="175206" y="295714"/>
                  <a:pt x="249062" y="243965"/>
                </a:cubicBezTo>
                <a:lnTo>
                  <a:pt x="243667" y="269154"/>
                </a:lnTo>
                <a:cubicBezTo>
                  <a:pt x="242514" y="274623"/>
                  <a:pt x="245974" y="280018"/>
                  <a:pt x="251481" y="281171"/>
                </a:cubicBezTo>
                <a:cubicBezTo>
                  <a:pt x="256950" y="282325"/>
                  <a:pt x="262345" y="278864"/>
                  <a:pt x="263499" y="273358"/>
                </a:cubicBezTo>
                <a:lnTo>
                  <a:pt x="273954" y="224394"/>
                </a:lnTo>
                <a:cubicBezTo>
                  <a:pt x="274512" y="221752"/>
                  <a:pt x="273991" y="219036"/>
                  <a:pt x="272540" y="216766"/>
                </a:cubicBezTo>
                <a:cubicBezTo>
                  <a:pt x="271089" y="214497"/>
                  <a:pt x="268782" y="212934"/>
                  <a:pt x="266141" y="212376"/>
                </a:cubicBezTo>
                <a:lnTo>
                  <a:pt x="217176" y="201920"/>
                </a:lnTo>
                <a:cubicBezTo>
                  <a:pt x="211707" y="200767"/>
                  <a:pt x="206312" y="204227"/>
                  <a:pt x="205159" y="209734"/>
                </a:cubicBezTo>
                <a:cubicBezTo>
                  <a:pt x="204005" y="215203"/>
                  <a:pt x="207466" y="220598"/>
                  <a:pt x="212972" y="221751"/>
                </a:cubicBezTo>
                <a:lnTo>
                  <a:pt x="237827" y="227072"/>
                </a:lnTo>
                <a:cubicBezTo>
                  <a:pt x="158650" y="282362"/>
                  <a:pt x="109163" y="370766"/>
                  <a:pt x="104181" y="467912"/>
                </a:cubicBezTo>
                <a:cubicBezTo>
                  <a:pt x="103921" y="473530"/>
                  <a:pt x="108200" y="478292"/>
                  <a:pt x="113781" y="478590"/>
                </a:cubicBezTo>
                <a:close/>
                <a:moveTo>
                  <a:pt x="349930" y="67530"/>
                </a:moveTo>
                <a:cubicBezTo>
                  <a:pt x="349930" y="30286"/>
                  <a:pt x="380217" y="0"/>
                  <a:pt x="417461" y="0"/>
                </a:cubicBezTo>
                <a:cubicBezTo>
                  <a:pt x="454704" y="0"/>
                  <a:pt x="484991" y="30287"/>
                  <a:pt x="484991" y="67530"/>
                </a:cubicBezTo>
                <a:cubicBezTo>
                  <a:pt x="484991" y="104774"/>
                  <a:pt x="454704" y="135061"/>
                  <a:pt x="417461" y="135061"/>
                </a:cubicBezTo>
                <a:cubicBezTo>
                  <a:pt x="380216" y="135023"/>
                  <a:pt x="349930" y="104737"/>
                  <a:pt x="349930" y="67530"/>
                </a:cubicBezTo>
                <a:close/>
                <a:moveTo>
                  <a:pt x="373594" y="67530"/>
                </a:moveTo>
                <a:cubicBezTo>
                  <a:pt x="373594" y="91715"/>
                  <a:pt x="393277" y="111398"/>
                  <a:pt x="417462" y="111398"/>
                </a:cubicBezTo>
                <a:cubicBezTo>
                  <a:pt x="441647" y="111398"/>
                  <a:pt x="461329" y="91715"/>
                  <a:pt x="461329" y="67530"/>
                </a:cubicBezTo>
                <a:cubicBezTo>
                  <a:pt x="461329" y="43345"/>
                  <a:pt x="441647" y="23663"/>
                  <a:pt x="417462" y="23663"/>
                </a:cubicBezTo>
                <a:cubicBezTo>
                  <a:pt x="393277" y="23663"/>
                  <a:pt x="373594" y="43345"/>
                  <a:pt x="373594" y="67530"/>
                </a:cubicBezTo>
                <a:close/>
                <a:moveTo>
                  <a:pt x="286753" y="274032"/>
                </a:moveTo>
                <a:lnTo>
                  <a:pt x="286753" y="268749"/>
                </a:lnTo>
                <a:cubicBezTo>
                  <a:pt x="286753" y="196679"/>
                  <a:pt x="345391" y="138037"/>
                  <a:pt x="417465" y="138037"/>
                </a:cubicBezTo>
                <a:cubicBezTo>
                  <a:pt x="489538" y="138037"/>
                  <a:pt x="548176" y="196675"/>
                  <a:pt x="548176" y="268749"/>
                </a:cubicBezTo>
                <a:lnTo>
                  <a:pt x="548176" y="274032"/>
                </a:lnTo>
                <a:cubicBezTo>
                  <a:pt x="548176" y="291929"/>
                  <a:pt x="533591" y="306515"/>
                  <a:pt x="515694" y="306515"/>
                </a:cubicBezTo>
                <a:lnTo>
                  <a:pt x="319241" y="306515"/>
                </a:lnTo>
                <a:cubicBezTo>
                  <a:pt x="301344" y="306515"/>
                  <a:pt x="286759" y="291930"/>
                  <a:pt x="286759" y="274032"/>
                </a:cubicBezTo>
                <a:close/>
                <a:moveTo>
                  <a:pt x="310417" y="274032"/>
                </a:moveTo>
                <a:cubicBezTo>
                  <a:pt x="310417" y="278906"/>
                  <a:pt x="314361" y="282850"/>
                  <a:pt x="319235" y="282850"/>
                </a:cubicBezTo>
                <a:lnTo>
                  <a:pt x="515726" y="282850"/>
                </a:lnTo>
                <a:cubicBezTo>
                  <a:pt x="520600" y="282850"/>
                  <a:pt x="524544" y="278906"/>
                  <a:pt x="524544" y="274032"/>
                </a:cubicBezTo>
                <a:lnTo>
                  <a:pt x="524544" y="268749"/>
                </a:lnTo>
                <a:cubicBezTo>
                  <a:pt x="524544" y="209739"/>
                  <a:pt x="476510" y="161707"/>
                  <a:pt x="417502" y="161707"/>
                </a:cubicBezTo>
                <a:cubicBezTo>
                  <a:pt x="358492" y="161707"/>
                  <a:pt x="310460" y="209742"/>
                  <a:pt x="310460" y="268749"/>
                </a:cubicBezTo>
                <a:close/>
                <a:moveTo>
                  <a:pt x="771713" y="564173"/>
                </a:moveTo>
                <a:cubicBezTo>
                  <a:pt x="771713" y="601418"/>
                  <a:pt x="741426" y="631704"/>
                  <a:pt x="704182" y="631704"/>
                </a:cubicBezTo>
                <a:cubicBezTo>
                  <a:pt x="666938" y="631704"/>
                  <a:pt x="636652" y="601417"/>
                  <a:pt x="636652" y="564173"/>
                </a:cubicBezTo>
                <a:cubicBezTo>
                  <a:pt x="636652" y="526930"/>
                  <a:pt x="666939" y="496643"/>
                  <a:pt x="704182" y="496643"/>
                </a:cubicBezTo>
                <a:cubicBezTo>
                  <a:pt x="741427" y="496643"/>
                  <a:pt x="771713" y="526930"/>
                  <a:pt x="771713" y="564173"/>
                </a:cubicBezTo>
                <a:close/>
                <a:moveTo>
                  <a:pt x="748049" y="564173"/>
                </a:moveTo>
                <a:cubicBezTo>
                  <a:pt x="748049" y="539988"/>
                  <a:pt x="728366" y="520306"/>
                  <a:pt x="704181" y="520306"/>
                </a:cubicBezTo>
                <a:cubicBezTo>
                  <a:pt x="679996" y="520306"/>
                  <a:pt x="660314" y="539988"/>
                  <a:pt x="660314" y="564173"/>
                </a:cubicBezTo>
                <a:cubicBezTo>
                  <a:pt x="660314" y="588358"/>
                  <a:pt x="679996" y="608041"/>
                  <a:pt x="704181" y="608041"/>
                </a:cubicBezTo>
                <a:cubicBezTo>
                  <a:pt x="728366" y="608004"/>
                  <a:pt x="748049" y="588358"/>
                  <a:pt x="748049" y="564173"/>
                </a:cubicBezTo>
                <a:close/>
                <a:moveTo>
                  <a:pt x="834890" y="765389"/>
                </a:moveTo>
                <a:lnTo>
                  <a:pt x="834890" y="770672"/>
                </a:lnTo>
                <a:cubicBezTo>
                  <a:pt x="834890" y="788569"/>
                  <a:pt x="820305" y="803155"/>
                  <a:pt x="802408" y="803155"/>
                </a:cubicBezTo>
                <a:lnTo>
                  <a:pt x="605917" y="803155"/>
                </a:lnTo>
                <a:cubicBezTo>
                  <a:pt x="588020" y="803155"/>
                  <a:pt x="573435" y="788607"/>
                  <a:pt x="573435" y="770672"/>
                </a:cubicBezTo>
                <a:lnTo>
                  <a:pt x="573435" y="765389"/>
                </a:lnTo>
                <a:cubicBezTo>
                  <a:pt x="573435" y="693319"/>
                  <a:pt x="632072" y="634677"/>
                  <a:pt x="704146" y="634677"/>
                </a:cubicBezTo>
                <a:cubicBezTo>
                  <a:pt x="776290" y="634677"/>
                  <a:pt x="834896" y="693315"/>
                  <a:pt x="834896" y="765389"/>
                </a:cubicBezTo>
                <a:close/>
                <a:moveTo>
                  <a:pt x="811263" y="765389"/>
                </a:moveTo>
                <a:cubicBezTo>
                  <a:pt x="811263" y="706379"/>
                  <a:pt x="763229" y="658347"/>
                  <a:pt x="704221" y="658347"/>
                </a:cubicBezTo>
                <a:cubicBezTo>
                  <a:pt x="645211" y="658347"/>
                  <a:pt x="597179" y="706382"/>
                  <a:pt x="597179" y="765389"/>
                </a:cubicBezTo>
                <a:lnTo>
                  <a:pt x="597179" y="770672"/>
                </a:lnTo>
                <a:cubicBezTo>
                  <a:pt x="597179" y="775547"/>
                  <a:pt x="601123" y="779490"/>
                  <a:pt x="605997" y="779490"/>
                </a:cubicBezTo>
                <a:lnTo>
                  <a:pt x="802489" y="779490"/>
                </a:lnTo>
                <a:cubicBezTo>
                  <a:pt x="807363" y="779490"/>
                  <a:pt x="811307" y="775547"/>
                  <a:pt x="811307" y="770672"/>
                </a:cubicBezTo>
                <a:close/>
                <a:moveTo>
                  <a:pt x="63217" y="564173"/>
                </a:moveTo>
                <a:cubicBezTo>
                  <a:pt x="63217" y="526929"/>
                  <a:pt x="93504" y="496643"/>
                  <a:pt x="130748" y="496643"/>
                </a:cubicBezTo>
                <a:cubicBezTo>
                  <a:pt x="167992" y="496643"/>
                  <a:pt x="198278" y="526930"/>
                  <a:pt x="198278" y="564173"/>
                </a:cubicBezTo>
                <a:cubicBezTo>
                  <a:pt x="198278" y="601417"/>
                  <a:pt x="167991" y="631704"/>
                  <a:pt x="130748" y="631704"/>
                </a:cubicBezTo>
                <a:cubicBezTo>
                  <a:pt x="93503" y="631667"/>
                  <a:pt x="63217" y="601380"/>
                  <a:pt x="63217" y="564173"/>
                </a:cubicBezTo>
                <a:close/>
                <a:moveTo>
                  <a:pt x="86881" y="564173"/>
                </a:moveTo>
                <a:cubicBezTo>
                  <a:pt x="86881" y="588358"/>
                  <a:pt x="106564" y="608041"/>
                  <a:pt x="130749" y="608041"/>
                </a:cubicBezTo>
                <a:cubicBezTo>
                  <a:pt x="154934" y="608041"/>
                  <a:pt x="174616" y="588358"/>
                  <a:pt x="174616" y="564173"/>
                </a:cubicBezTo>
                <a:cubicBezTo>
                  <a:pt x="174616" y="539988"/>
                  <a:pt x="154934" y="520306"/>
                  <a:pt x="130749" y="520306"/>
                </a:cubicBezTo>
                <a:cubicBezTo>
                  <a:pt x="106564" y="520306"/>
                  <a:pt x="86881" y="539988"/>
                  <a:pt x="86881" y="564173"/>
                </a:cubicBezTo>
                <a:close/>
                <a:moveTo>
                  <a:pt x="261456" y="765389"/>
                </a:moveTo>
                <a:lnTo>
                  <a:pt x="261456" y="770672"/>
                </a:lnTo>
                <a:cubicBezTo>
                  <a:pt x="261456" y="788569"/>
                  <a:pt x="246871" y="803155"/>
                  <a:pt x="228973" y="803155"/>
                </a:cubicBezTo>
                <a:lnTo>
                  <a:pt x="32482" y="803117"/>
                </a:lnTo>
                <a:cubicBezTo>
                  <a:pt x="14586" y="803117"/>
                  <a:pt x="0" y="788570"/>
                  <a:pt x="0" y="770635"/>
                </a:cubicBezTo>
                <a:lnTo>
                  <a:pt x="0" y="765352"/>
                </a:lnTo>
                <a:cubicBezTo>
                  <a:pt x="0" y="693282"/>
                  <a:pt x="58638" y="634640"/>
                  <a:pt x="130712" y="634640"/>
                </a:cubicBezTo>
                <a:cubicBezTo>
                  <a:pt x="202819" y="634677"/>
                  <a:pt x="261461" y="693316"/>
                  <a:pt x="261461" y="765390"/>
                </a:cubicBezTo>
                <a:close/>
                <a:moveTo>
                  <a:pt x="237792" y="765389"/>
                </a:moveTo>
                <a:cubicBezTo>
                  <a:pt x="237792" y="706379"/>
                  <a:pt x="189757" y="658347"/>
                  <a:pt x="130750" y="658347"/>
                </a:cubicBezTo>
                <a:cubicBezTo>
                  <a:pt x="71702" y="658347"/>
                  <a:pt x="23670" y="706345"/>
                  <a:pt x="23670" y="765389"/>
                </a:cubicBezTo>
                <a:lnTo>
                  <a:pt x="23670" y="770672"/>
                </a:lnTo>
                <a:cubicBezTo>
                  <a:pt x="23670" y="775547"/>
                  <a:pt x="27614" y="779490"/>
                  <a:pt x="32488" y="779490"/>
                </a:cubicBezTo>
                <a:lnTo>
                  <a:pt x="228979" y="779490"/>
                </a:lnTo>
                <a:cubicBezTo>
                  <a:pt x="233853" y="779490"/>
                  <a:pt x="237797" y="775547"/>
                  <a:pt x="237797" y="770672"/>
                </a:cubicBezTo>
                <a:close/>
                <a:moveTo>
                  <a:pt x="301974" y="620542"/>
                </a:moveTo>
                <a:lnTo>
                  <a:pt x="301974" y="582665"/>
                </a:lnTo>
                <a:lnTo>
                  <a:pt x="290849" y="582665"/>
                </a:lnTo>
                <a:cubicBezTo>
                  <a:pt x="267036" y="582665"/>
                  <a:pt x="247651" y="563280"/>
                  <a:pt x="247651" y="539467"/>
                </a:cubicBezTo>
                <a:lnTo>
                  <a:pt x="247651" y="429739"/>
                </a:lnTo>
                <a:cubicBezTo>
                  <a:pt x="247651" y="405927"/>
                  <a:pt x="267036" y="386542"/>
                  <a:pt x="290849" y="386542"/>
                </a:cubicBezTo>
                <a:lnTo>
                  <a:pt x="478301" y="386542"/>
                </a:lnTo>
                <a:cubicBezTo>
                  <a:pt x="502113" y="386542"/>
                  <a:pt x="521499" y="405927"/>
                  <a:pt x="521499" y="429739"/>
                </a:cubicBezTo>
                <a:lnTo>
                  <a:pt x="521499" y="438892"/>
                </a:lnTo>
                <a:lnTo>
                  <a:pt x="544120" y="438892"/>
                </a:lnTo>
                <a:cubicBezTo>
                  <a:pt x="567933" y="438892"/>
                  <a:pt x="587318" y="458278"/>
                  <a:pt x="587318" y="482090"/>
                </a:cubicBezTo>
                <a:lnTo>
                  <a:pt x="587318" y="591847"/>
                </a:lnTo>
                <a:cubicBezTo>
                  <a:pt x="587318" y="615659"/>
                  <a:pt x="567933" y="635045"/>
                  <a:pt x="544120" y="635045"/>
                </a:cubicBezTo>
                <a:lnTo>
                  <a:pt x="532995" y="635045"/>
                </a:lnTo>
                <a:lnTo>
                  <a:pt x="532995" y="672922"/>
                </a:lnTo>
                <a:cubicBezTo>
                  <a:pt x="532995" y="682707"/>
                  <a:pt x="527079" y="691302"/>
                  <a:pt x="517890" y="694763"/>
                </a:cubicBezTo>
                <a:cubicBezTo>
                  <a:pt x="515136" y="695804"/>
                  <a:pt x="512308" y="696288"/>
                  <a:pt x="509555" y="696288"/>
                </a:cubicBezTo>
                <a:cubicBezTo>
                  <a:pt x="503007" y="696288"/>
                  <a:pt x="496681" y="693535"/>
                  <a:pt x="492142" y="688363"/>
                </a:cubicBezTo>
                <a:lnTo>
                  <a:pt x="445001" y="635008"/>
                </a:lnTo>
                <a:lnTo>
                  <a:pt x="356709" y="635008"/>
                </a:lnTo>
                <a:cubicBezTo>
                  <a:pt x="352765" y="635008"/>
                  <a:pt x="348933" y="634412"/>
                  <a:pt x="345213" y="633408"/>
                </a:cubicBezTo>
                <a:lnTo>
                  <a:pt x="342906" y="636012"/>
                </a:lnTo>
                <a:cubicBezTo>
                  <a:pt x="338367" y="641147"/>
                  <a:pt x="332004" y="643937"/>
                  <a:pt x="325493" y="643937"/>
                </a:cubicBezTo>
                <a:cubicBezTo>
                  <a:pt x="322703" y="643937"/>
                  <a:pt x="319875" y="643416"/>
                  <a:pt x="317159" y="642412"/>
                </a:cubicBezTo>
                <a:cubicBezTo>
                  <a:pt x="307894" y="638914"/>
                  <a:pt x="301978" y="630357"/>
                  <a:pt x="301978" y="620534"/>
                </a:cubicBezTo>
                <a:close/>
                <a:moveTo>
                  <a:pt x="478301" y="582665"/>
                </a:moveTo>
                <a:lnTo>
                  <a:pt x="390009" y="582665"/>
                </a:lnTo>
                <a:lnTo>
                  <a:pt x="361694" y="614738"/>
                </a:lnTo>
                <a:lnTo>
                  <a:pt x="449577" y="614738"/>
                </a:lnTo>
                <a:cubicBezTo>
                  <a:pt x="452479" y="614738"/>
                  <a:pt x="455270" y="616003"/>
                  <a:pt x="457167" y="618161"/>
                </a:cubicBezTo>
                <a:lnTo>
                  <a:pt x="507322" y="674939"/>
                </a:lnTo>
                <a:cubicBezTo>
                  <a:pt x="508476" y="676241"/>
                  <a:pt x="509815" y="676129"/>
                  <a:pt x="510708" y="675794"/>
                </a:cubicBezTo>
                <a:cubicBezTo>
                  <a:pt x="511601" y="675459"/>
                  <a:pt x="512717" y="674678"/>
                  <a:pt x="512717" y="672929"/>
                </a:cubicBezTo>
                <a:lnTo>
                  <a:pt x="512717" y="624932"/>
                </a:lnTo>
                <a:cubicBezTo>
                  <a:pt x="512717" y="619314"/>
                  <a:pt x="517257" y="614774"/>
                  <a:pt x="522875" y="614774"/>
                </a:cubicBezTo>
                <a:lnTo>
                  <a:pt x="544157" y="614774"/>
                </a:lnTo>
                <a:cubicBezTo>
                  <a:pt x="556808" y="614774"/>
                  <a:pt x="567077" y="604506"/>
                  <a:pt x="567077" y="591855"/>
                </a:cubicBezTo>
                <a:lnTo>
                  <a:pt x="567002" y="482099"/>
                </a:lnTo>
                <a:cubicBezTo>
                  <a:pt x="567002" y="469449"/>
                  <a:pt x="556733" y="459180"/>
                  <a:pt x="544083" y="459180"/>
                </a:cubicBezTo>
                <a:lnTo>
                  <a:pt x="521461" y="459180"/>
                </a:lnTo>
                <a:lnTo>
                  <a:pt x="521461" y="539510"/>
                </a:lnTo>
                <a:cubicBezTo>
                  <a:pt x="521461" y="563322"/>
                  <a:pt x="502114" y="582669"/>
                  <a:pt x="478301" y="582669"/>
                </a:cubicBezTo>
                <a:close/>
                <a:moveTo>
                  <a:pt x="312099" y="562387"/>
                </a:moveTo>
                <a:cubicBezTo>
                  <a:pt x="317717" y="562387"/>
                  <a:pt x="322256" y="566927"/>
                  <a:pt x="322256" y="572545"/>
                </a:cubicBezTo>
                <a:lnTo>
                  <a:pt x="322256" y="620542"/>
                </a:lnTo>
                <a:cubicBezTo>
                  <a:pt x="322256" y="622291"/>
                  <a:pt x="323335" y="623072"/>
                  <a:pt x="324266" y="623407"/>
                </a:cubicBezTo>
                <a:cubicBezTo>
                  <a:pt x="325159" y="623742"/>
                  <a:pt x="326498" y="623891"/>
                  <a:pt x="327652" y="622552"/>
                </a:cubicBezTo>
                <a:lnTo>
                  <a:pt x="377806" y="565774"/>
                </a:lnTo>
                <a:cubicBezTo>
                  <a:pt x="379741" y="563579"/>
                  <a:pt x="382494" y="562351"/>
                  <a:pt x="385397" y="562351"/>
                </a:cubicBezTo>
                <a:lnTo>
                  <a:pt x="478265" y="562351"/>
                </a:lnTo>
                <a:cubicBezTo>
                  <a:pt x="490915" y="562351"/>
                  <a:pt x="501184" y="552082"/>
                  <a:pt x="501184" y="539432"/>
                </a:cubicBezTo>
                <a:lnTo>
                  <a:pt x="501184" y="429742"/>
                </a:lnTo>
                <a:cubicBezTo>
                  <a:pt x="501184" y="417092"/>
                  <a:pt x="490915" y="406823"/>
                  <a:pt x="478265" y="406823"/>
                </a:cubicBezTo>
                <a:lnTo>
                  <a:pt x="290851" y="406823"/>
                </a:lnTo>
                <a:cubicBezTo>
                  <a:pt x="278201" y="406823"/>
                  <a:pt x="267932" y="417092"/>
                  <a:pt x="267932" y="429742"/>
                </a:cubicBezTo>
                <a:lnTo>
                  <a:pt x="267932" y="539498"/>
                </a:lnTo>
                <a:cubicBezTo>
                  <a:pt x="267932" y="552149"/>
                  <a:pt x="278201" y="562418"/>
                  <a:pt x="290851" y="562418"/>
                </a:cubicBezTo>
                <a:close/>
                <a:moveTo>
                  <a:pt x="403814" y="513907"/>
                </a:moveTo>
                <a:cubicBezTo>
                  <a:pt x="403814" y="508289"/>
                  <a:pt x="399275" y="503750"/>
                  <a:pt x="393657" y="503750"/>
                </a:cubicBezTo>
                <a:lnTo>
                  <a:pt x="306034" y="503750"/>
                </a:lnTo>
                <a:cubicBezTo>
                  <a:pt x="300453" y="503750"/>
                  <a:pt x="295877" y="508289"/>
                  <a:pt x="295877" y="513907"/>
                </a:cubicBezTo>
                <a:cubicBezTo>
                  <a:pt x="295877" y="519488"/>
                  <a:pt x="300416" y="524065"/>
                  <a:pt x="306034" y="524065"/>
                </a:cubicBezTo>
                <a:lnTo>
                  <a:pt x="393657" y="524065"/>
                </a:lnTo>
                <a:cubicBezTo>
                  <a:pt x="399275" y="524065"/>
                  <a:pt x="403814" y="519525"/>
                  <a:pt x="403814" y="513907"/>
                </a:cubicBezTo>
                <a:close/>
                <a:moveTo>
                  <a:pt x="306031" y="465427"/>
                </a:moveTo>
                <a:lnTo>
                  <a:pt x="463041" y="465427"/>
                </a:lnTo>
                <a:cubicBezTo>
                  <a:pt x="468659" y="465427"/>
                  <a:pt x="473198" y="460888"/>
                  <a:pt x="473198" y="455269"/>
                </a:cubicBezTo>
                <a:cubicBezTo>
                  <a:pt x="473198" y="449688"/>
                  <a:pt x="468659" y="445112"/>
                  <a:pt x="463041" y="445112"/>
                </a:cubicBezTo>
                <a:lnTo>
                  <a:pt x="306031" y="445149"/>
                </a:lnTo>
                <a:cubicBezTo>
                  <a:pt x="300450" y="445149"/>
                  <a:pt x="295873" y="449688"/>
                  <a:pt x="295873" y="455307"/>
                </a:cubicBezTo>
                <a:cubicBezTo>
                  <a:pt x="295910" y="460888"/>
                  <a:pt x="300450" y="465427"/>
                  <a:pt x="306031" y="465427"/>
                </a:cubicBezTo>
                <a:close/>
              </a:path>
            </a:pathLst>
          </a:custGeom>
          <a:solidFill>
            <a:schemeClr val="accent2"/>
          </a:solidFill>
          <a:ln w="9525" cap="flat">
            <a:noFill/>
            <a:prstDash val="solid"/>
            <a:miter/>
          </a:ln>
        </p:spPr>
        <p:txBody>
          <a:bodyPr/>
          <a:lstStyle/>
          <a:p>
            <a:endParaRPr lang="fr-FR"/>
          </a:p>
        </p:txBody>
      </p:sp>
      <p:sp>
        <p:nvSpPr>
          <p:cNvPr id="38" name="Forme libre : forme 37">
            <a:extLst>
              <a:ext uri="{FF2B5EF4-FFF2-40B4-BE49-F238E27FC236}">
                <a16:creationId xmlns:a16="http://schemas.microsoft.com/office/drawing/2014/main" id="{730752D2-4128-A8F1-0AF5-47850A0CF74B}"/>
              </a:ext>
            </a:extLst>
          </p:cNvPr>
          <p:cNvSpPr>
            <a:spLocks noChangeAspect="1"/>
          </p:cNvSpPr>
          <p:nvPr/>
        </p:nvSpPr>
        <p:spPr>
          <a:xfrm>
            <a:off x="7967741" y="2151024"/>
            <a:ext cx="360000" cy="388785"/>
          </a:xfrm>
          <a:custGeom>
            <a:avLst/>
            <a:gdLst>
              <a:gd name="csX0" fmla="*/ 570051 w 854418"/>
              <a:gd name="csY0" fmla="*/ 556505 h 922737"/>
              <a:gd name="csX1" fmla="*/ 584934 w 854418"/>
              <a:gd name="csY1" fmla="*/ 541585 h 922737"/>
              <a:gd name="csX2" fmla="*/ 584934 w 854418"/>
              <a:gd name="csY2" fmla="*/ 439639 h 922737"/>
              <a:gd name="csX3" fmla="*/ 591184 w 854418"/>
              <a:gd name="csY3" fmla="*/ 439639 h 922737"/>
              <a:gd name="csX4" fmla="*/ 649115 w 854418"/>
              <a:gd name="csY4" fmla="*/ 381708 h 922737"/>
              <a:gd name="csX5" fmla="*/ 649115 w 854418"/>
              <a:gd name="csY5" fmla="*/ 179635 h 922737"/>
              <a:gd name="csX6" fmla="*/ 591184 w 854418"/>
              <a:gd name="csY6" fmla="*/ 121704 h 922737"/>
              <a:gd name="csX7" fmla="*/ 518482 w 854418"/>
              <a:gd name="csY7" fmla="*/ 121704 h 922737"/>
              <a:gd name="csX8" fmla="*/ 518482 w 854418"/>
              <a:gd name="csY8" fmla="*/ 57968 h 922737"/>
              <a:gd name="csX9" fmla="*/ 460551 w 854418"/>
              <a:gd name="csY9" fmla="*/ 0 h 922737"/>
              <a:gd name="csX10" fmla="*/ 58005 w 854418"/>
              <a:gd name="csY10" fmla="*/ 0 h 922737"/>
              <a:gd name="csX11" fmla="*/ 0 w 854418"/>
              <a:gd name="csY11" fmla="*/ 57968 h 922737"/>
              <a:gd name="csX12" fmla="*/ 0 w 854418"/>
              <a:gd name="csY12" fmla="*/ 260003 h 922737"/>
              <a:gd name="csX13" fmla="*/ 58005 w 854418"/>
              <a:gd name="csY13" fmla="*/ 317971 h 922737"/>
              <a:gd name="csX14" fmla="*/ 64256 w 854418"/>
              <a:gd name="csY14" fmla="*/ 317971 h 922737"/>
              <a:gd name="csX15" fmla="*/ 64256 w 854418"/>
              <a:gd name="csY15" fmla="*/ 419879 h 922737"/>
              <a:gd name="csX16" fmla="*/ 73707 w 854418"/>
              <a:gd name="csY16" fmla="*/ 433757 h 922737"/>
              <a:gd name="csX17" fmla="*/ 90078 w 854418"/>
              <a:gd name="csY17" fmla="*/ 429999 h 922737"/>
              <a:gd name="csX18" fmla="*/ 130820 w 854418"/>
              <a:gd name="csY18" fmla="*/ 386057 h 922737"/>
              <a:gd name="csX19" fmla="*/ 188602 w 854418"/>
              <a:gd name="csY19" fmla="*/ 439636 h 922737"/>
              <a:gd name="csX20" fmla="*/ 455340 w 854418"/>
              <a:gd name="csY20" fmla="*/ 439859 h 922737"/>
              <a:gd name="csX21" fmla="*/ 559144 w 854418"/>
              <a:gd name="csY21" fmla="*/ 551740 h 922737"/>
              <a:gd name="csX22" fmla="*/ 559106 w 854418"/>
              <a:gd name="csY22" fmla="*/ 551740 h 922737"/>
              <a:gd name="csX23" fmla="*/ 570045 w 854418"/>
              <a:gd name="csY23" fmla="*/ 556502 h 922737"/>
              <a:gd name="csX24" fmla="*/ 94020 w 854418"/>
              <a:gd name="csY24" fmla="*/ 381893 h 922737"/>
              <a:gd name="csX25" fmla="*/ 94020 w 854418"/>
              <a:gd name="csY25" fmla="*/ 303088 h 922737"/>
              <a:gd name="csX26" fmla="*/ 89667 w 854418"/>
              <a:gd name="csY26" fmla="*/ 292558 h 922737"/>
              <a:gd name="csX27" fmla="*/ 79137 w 854418"/>
              <a:gd name="csY27" fmla="*/ 288168 h 922737"/>
              <a:gd name="csX28" fmla="*/ 58003 w 854418"/>
              <a:gd name="csY28" fmla="*/ 288168 h 922737"/>
              <a:gd name="csX29" fmla="*/ 29800 w 854418"/>
              <a:gd name="csY29" fmla="*/ 260003 h 922737"/>
              <a:gd name="csX30" fmla="*/ 29800 w 854418"/>
              <a:gd name="csY30" fmla="*/ 57968 h 922737"/>
              <a:gd name="csX31" fmla="*/ 58003 w 854418"/>
              <a:gd name="csY31" fmla="*/ 29765 h 922737"/>
              <a:gd name="csX32" fmla="*/ 460586 w 854418"/>
              <a:gd name="csY32" fmla="*/ 29765 h 922737"/>
              <a:gd name="csX33" fmla="*/ 460549 w 854418"/>
              <a:gd name="csY33" fmla="*/ 29765 h 922737"/>
              <a:gd name="csX34" fmla="*/ 488715 w 854418"/>
              <a:gd name="csY34" fmla="*/ 57968 h 922737"/>
              <a:gd name="csX35" fmla="*/ 488715 w 854418"/>
              <a:gd name="csY35" fmla="*/ 260003 h 922737"/>
              <a:gd name="csX36" fmla="*/ 460549 w 854418"/>
              <a:gd name="csY36" fmla="*/ 288168 h 922737"/>
              <a:gd name="csX37" fmla="*/ 187267 w 854418"/>
              <a:gd name="csY37" fmla="*/ 288317 h 922737"/>
              <a:gd name="csX38" fmla="*/ 187305 w 854418"/>
              <a:gd name="csY38" fmla="*/ 288354 h 922737"/>
              <a:gd name="csX39" fmla="*/ 176366 w 854418"/>
              <a:gd name="csY39" fmla="*/ 293117 h 922737"/>
              <a:gd name="csX40" fmla="*/ 555125 w 854418"/>
              <a:gd name="csY40" fmla="*/ 503632 h 922737"/>
              <a:gd name="csX41" fmla="*/ 472749 w 854418"/>
              <a:gd name="csY41" fmla="*/ 414819 h 922737"/>
              <a:gd name="csX42" fmla="*/ 461848 w 854418"/>
              <a:gd name="csY42" fmla="*/ 410056 h 922737"/>
              <a:gd name="csX43" fmla="*/ 188633 w 854418"/>
              <a:gd name="csY43" fmla="*/ 409833 h 922737"/>
              <a:gd name="csX44" fmla="*/ 188595 w 854418"/>
              <a:gd name="csY44" fmla="*/ 409833 h 922737"/>
              <a:gd name="csX45" fmla="*/ 160430 w 854418"/>
              <a:gd name="csY45" fmla="*/ 381705 h 922737"/>
              <a:gd name="csX46" fmla="*/ 160430 w 854418"/>
              <a:gd name="csY46" fmla="*/ 354134 h 922737"/>
              <a:gd name="csX47" fmla="*/ 193805 w 854418"/>
              <a:gd name="csY47" fmla="*/ 318156 h 922737"/>
              <a:gd name="csX48" fmla="*/ 460581 w 854418"/>
              <a:gd name="csY48" fmla="*/ 318007 h 922737"/>
              <a:gd name="csX49" fmla="*/ 460544 w 854418"/>
              <a:gd name="csY49" fmla="*/ 317970 h 922737"/>
              <a:gd name="csX50" fmla="*/ 518475 w 854418"/>
              <a:gd name="csY50" fmla="*/ 260001 h 922737"/>
              <a:gd name="csX51" fmla="*/ 518475 w 854418"/>
              <a:gd name="csY51" fmla="*/ 151502 h 922737"/>
              <a:gd name="csX52" fmla="*/ 591177 w 854418"/>
              <a:gd name="csY52" fmla="*/ 151502 h 922737"/>
              <a:gd name="csX53" fmla="*/ 619305 w 854418"/>
              <a:gd name="csY53" fmla="*/ 179630 h 922737"/>
              <a:gd name="csX54" fmla="*/ 619305 w 854418"/>
              <a:gd name="csY54" fmla="*/ 381703 h 922737"/>
              <a:gd name="csX55" fmla="*/ 591177 w 854418"/>
              <a:gd name="csY55" fmla="*/ 409832 h 922737"/>
              <a:gd name="csX56" fmla="*/ 570043 w 854418"/>
              <a:gd name="csY56" fmla="*/ 409832 h 922737"/>
              <a:gd name="csX57" fmla="*/ 559513 w 854418"/>
              <a:gd name="csY57" fmla="*/ 414185 h 922737"/>
              <a:gd name="csX58" fmla="*/ 555123 w 854418"/>
              <a:gd name="csY58" fmla="*/ 424715 h 922737"/>
              <a:gd name="csX59" fmla="*/ 378017 w 854418"/>
              <a:gd name="csY59" fmla="*/ 206166 h 922737"/>
              <a:gd name="csX60" fmla="*/ 421624 w 854418"/>
              <a:gd name="csY60" fmla="*/ 177033 h 922737"/>
              <a:gd name="csX61" fmla="*/ 411392 w 854418"/>
              <a:gd name="csY61" fmla="*/ 125613 h 922737"/>
              <a:gd name="csX62" fmla="*/ 359972 w 854418"/>
              <a:gd name="csY62" fmla="*/ 115381 h 922737"/>
              <a:gd name="csX63" fmla="*/ 330802 w 854418"/>
              <a:gd name="csY63" fmla="*/ 158950 h 922737"/>
              <a:gd name="csX64" fmla="*/ 378017 w 854418"/>
              <a:gd name="csY64" fmla="*/ 206166 h 922737"/>
              <a:gd name="csX65" fmla="*/ 378017 w 854418"/>
              <a:gd name="csY65" fmla="*/ 141575 h 922737"/>
              <a:gd name="csX66" fmla="*/ 394091 w 854418"/>
              <a:gd name="csY66" fmla="*/ 152365 h 922737"/>
              <a:gd name="csX67" fmla="*/ 390296 w 854418"/>
              <a:gd name="csY67" fmla="*/ 171303 h 922737"/>
              <a:gd name="csX68" fmla="*/ 371320 w 854418"/>
              <a:gd name="csY68" fmla="*/ 175061 h 922737"/>
              <a:gd name="csX69" fmla="*/ 360604 w 854418"/>
              <a:gd name="csY69" fmla="*/ 158951 h 922737"/>
              <a:gd name="csX70" fmla="*/ 365702 w 854418"/>
              <a:gd name="csY70" fmla="*/ 146672 h 922737"/>
              <a:gd name="csX71" fmla="*/ 378017 w 854418"/>
              <a:gd name="csY71" fmla="*/ 141575 h 922737"/>
              <a:gd name="csX72" fmla="*/ 259250 w 854418"/>
              <a:gd name="csY72" fmla="*/ 206166 h 922737"/>
              <a:gd name="csX73" fmla="*/ 259287 w 854418"/>
              <a:gd name="csY73" fmla="*/ 206166 h 922737"/>
              <a:gd name="csX74" fmla="*/ 302857 w 854418"/>
              <a:gd name="csY74" fmla="*/ 177033 h 922737"/>
              <a:gd name="csX75" fmla="*/ 292625 w 854418"/>
              <a:gd name="csY75" fmla="*/ 125613 h 922737"/>
              <a:gd name="csX76" fmla="*/ 241205 w 854418"/>
              <a:gd name="csY76" fmla="*/ 115381 h 922737"/>
              <a:gd name="csX77" fmla="*/ 212035 w 854418"/>
              <a:gd name="csY77" fmla="*/ 158950 h 922737"/>
              <a:gd name="csX78" fmla="*/ 259287 w 854418"/>
              <a:gd name="csY78" fmla="*/ 206166 h 922737"/>
              <a:gd name="csX79" fmla="*/ 259250 w 854418"/>
              <a:gd name="csY79" fmla="*/ 141575 h 922737"/>
              <a:gd name="csX80" fmla="*/ 259287 w 854418"/>
              <a:gd name="csY80" fmla="*/ 141575 h 922737"/>
              <a:gd name="csX81" fmla="*/ 275324 w 854418"/>
              <a:gd name="csY81" fmla="*/ 152365 h 922737"/>
              <a:gd name="csX82" fmla="*/ 271528 w 854418"/>
              <a:gd name="csY82" fmla="*/ 171303 h 922737"/>
              <a:gd name="csX83" fmla="*/ 252553 w 854418"/>
              <a:gd name="csY83" fmla="*/ 175061 h 922737"/>
              <a:gd name="csX84" fmla="*/ 241837 w 854418"/>
              <a:gd name="csY84" fmla="*/ 158951 h 922737"/>
              <a:gd name="csX85" fmla="*/ 246972 w 854418"/>
              <a:gd name="csY85" fmla="*/ 146672 h 922737"/>
              <a:gd name="csX86" fmla="*/ 259287 w 854418"/>
              <a:gd name="csY86" fmla="*/ 141575 h 922737"/>
              <a:gd name="csX87" fmla="*/ 140521 w 854418"/>
              <a:gd name="csY87" fmla="*/ 111772 h 922737"/>
              <a:gd name="csX88" fmla="*/ 96877 w 854418"/>
              <a:gd name="csY88" fmla="*/ 140905 h 922737"/>
              <a:gd name="csX89" fmla="*/ 107109 w 854418"/>
              <a:gd name="csY89" fmla="*/ 192362 h 922737"/>
              <a:gd name="csX90" fmla="*/ 158566 w 854418"/>
              <a:gd name="csY90" fmla="*/ 202594 h 922737"/>
              <a:gd name="csX91" fmla="*/ 187662 w 854418"/>
              <a:gd name="csY91" fmla="*/ 158950 h 922737"/>
              <a:gd name="csX92" fmla="*/ 140521 w 854418"/>
              <a:gd name="csY92" fmla="*/ 111772 h 922737"/>
              <a:gd name="csX93" fmla="*/ 140521 w 854418"/>
              <a:gd name="csY93" fmla="*/ 176363 h 922737"/>
              <a:gd name="csX94" fmla="*/ 140521 w 854418"/>
              <a:gd name="csY94" fmla="*/ 176400 h 922737"/>
              <a:gd name="csX95" fmla="*/ 124410 w 854418"/>
              <a:gd name="csY95" fmla="*/ 165685 h 922737"/>
              <a:gd name="csX96" fmla="*/ 128168 w 854418"/>
              <a:gd name="csY96" fmla="*/ 146709 h 922737"/>
              <a:gd name="csX97" fmla="*/ 147107 w 854418"/>
              <a:gd name="csY97" fmla="*/ 142877 h 922737"/>
              <a:gd name="csX98" fmla="*/ 157897 w 854418"/>
              <a:gd name="csY98" fmla="*/ 158950 h 922737"/>
              <a:gd name="csX99" fmla="*/ 140521 w 854418"/>
              <a:gd name="csY99" fmla="*/ 176400 h 922737"/>
              <a:gd name="csX100" fmla="*/ 739034 w 854418"/>
              <a:gd name="csY100" fmla="*/ 692018 h 922737"/>
              <a:gd name="csX101" fmla="*/ 737657 w 854418"/>
              <a:gd name="csY101" fmla="*/ 692018 h 922737"/>
              <a:gd name="csX102" fmla="*/ 727090 w 854418"/>
              <a:gd name="csY102" fmla="*/ 696446 h 922737"/>
              <a:gd name="csX103" fmla="*/ 685678 w 854418"/>
              <a:gd name="csY103" fmla="*/ 713710 h 922737"/>
              <a:gd name="csX104" fmla="*/ 644229 w 854418"/>
              <a:gd name="csY104" fmla="*/ 696446 h 922737"/>
              <a:gd name="csX105" fmla="*/ 633625 w 854418"/>
              <a:gd name="csY105" fmla="*/ 692018 h 922737"/>
              <a:gd name="csX106" fmla="*/ 632248 w 854418"/>
              <a:gd name="csY106" fmla="*/ 692018 h 922737"/>
              <a:gd name="csX107" fmla="*/ 516910 w 854418"/>
              <a:gd name="csY107" fmla="*/ 807394 h 922737"/>
              <a:gd name="csX108" fmla="*/ 516910 w 854418"/>
              <a:gd name="csY108" fmla="*/ 907854 h 922737"/>
              <a:gd name="csX109" fmla="*/ 521263 w 854418"/>
              <a:gd name="csY109" fmla="*/ 918384 h 922737"/>
              <a:gd name="csX110" fmla="*/ 531793 w 854418"/>
              <a:gd name="csY110" fmla="*/ 922738 h 922737"/>
              <a:gd name="csX111" fmla="*/ 839498 w 854418"/>
              <a:gd name="csY111" fmla="*/ 922738 h 922737"/>
              <a:gd name="csX112" fmla="*/ 850028 w 854418"/>
              <a:gd name="csY112" fmla="*/ 918384 h 922737"/>
              <a:gd name="csX113" fmla="*/ 854419 w 854418"/>
              <a:gd name="csY113" fmla="*/ 907854 h 922737"/>
              <a:gd name="csX114" fmla="*/ 854419 w 854418"/>
              <a:gd name="csY114" fmla="*/ 807394 h 922737"/>
              <a:gd name="csX115" fmla="*/ 739042 w 854418"/>
              <a:gd name="csY115" fmla="*/ 692018 h 922737"/>
              <a:gd name="csX116" fmla="*/ 824610 w 854418"/>
              <a:gd name="csY116" fmla="*/ 892938 h 922737"/>
              <a:gd name="csX117" fmla="*/ 546709 w 854418"/>
              <a:gd name="csY117" fmla="*/ 892938 h 922737"/>
              <a:gd name="csX118" fmla="*/ 546709 w 854418"/>
              <a:gd name="csY118" fmla="*/ 807399 h 922737"/>
              <a:gd name="csX119" fmla="*/ 627857 w 854418"/>
              <a:gd name="csY119" fmla="*/ 721934 h 922737"/>
              <a:gd name="csX120" fmla="*/ 743424 w 854418"/>
              <a:gd name="csY120" fmla="*/ 721934 h 922737"/>
              <a:gd name="csX121" fmla="*/ 824609 w 854418"/>
              <a:gd name="csY121" fmla="*/ 807399 h 922737"/>
              <a:gd name="csX122" fmla="*/ 597496 w 854418"/>
              <a:gd name="csY122" fmla="*/ 572251 h 922737"/>
              <a:gd name="csX123" fmla="*/ 685640 w 854418"/>
              <a:gd name="csY123" fmla="*/ 672558 h 922737"/>
              <a:gd name="csX124" fmla="*/ 773820 w 854418"/>
              <a:gd name="csY124" fmla="*/ 572251 h 922737"/>
              <a:gd name="csX125" fmla="*/ 685640 w 854418"/>
              <a:gd name="csY125" fmla="*/ 471943 h 922737"/>
              <a:gd name="csX126" fmla="*/ 597496 w 854418"/>
              <a:gd name="csY126" fmla="*/ 572251 h 922737"/>
              <a:gd name="csX127" fmla="*/ 685640 w 854418"/>
              <a:gd name="csY127" fmla="*/ 501707 h 922737"/>
              <a:gd name="csX128" fmla="*/ 744054 w 854418"/>
              <a:gd name="csY128" fmla="*/ 572251 h 922737"/>
              <a:gd name="csX129" fmla="*/ 685640 w 854418"/>
              <a:gd name="csY129" fmla="*/ 642795 h 922737"/>
              <a:gd name="csX130" fmla="*/ 627299 w 854418"/>
              <a:gd name="csY130" fmla="*/ 572251 h 922737"/>
              <a:gd name="csX131" fmla="*/ 685640 w 854418"/>
              <a:gd name="csY131" fmla="*/ 501707 h 922737"/>
              <a:gd name="csX132" fmla="*/ 269445 w 854418"/>
              <a:gd name="csY132" fmla="*/ 692016 h 922737"/>
              <a:gd name="csX133" fmla="*/ 268068 w 854418"/>
              <a:gd name="csY133" fmla="*/ 692016 h 922737"/>
              <a:gd name="csX134" fmla="*/ 257464 w 854418"/>
              <a:gd name="csY134" fmla="*/ 696444 h 922737"/>
              <a:gd name="csX135" fmla="*/ 216052 w 854418"/>
              <a:gd name="csY135" fmla="*/ 713708 h 922737"/>
              <a:gd name="csX136" fmla="*/ 174603 w 854418"/>
              <a:gd name="csY136" fmla="*/ 696444 h 922737"/>
              <a:gd name="csX137" fmla="*/ 164036 w 854418"/>
              <a:gd name="csY137" fmla="*/ 692016 h 922737"/>
              <a:gd name="csX138" fmla="*/ 162659 w 854418"/>
              <a:gd name="csY138" fmla="*/ 692016 h 922737"/>
              <a:gd name="csX139" fmla="*/ 47321 w 854418"/>
              <a:gd name="csY139" fmla="*/ 807392 h 922737"/>
              <a:gd name="csX140" fmla="*/ 47321 w 854418"/>
              <a:gd name="csY140" fmla="*/ 907853 h 922737"/>
              <a:gd name="csX141" fmla="*/ 51674 w 854418"/>
              <a:gd name="csY141" fmla="*/ 918382 h 922737"/>
              <a:gd name="csX142" fmla="*/ 62204 w 854418"/>
              <a:gd name="csY142" fmla="*/ 922736 h 922737"/>
              <a:gd name="csX143" fmla="*/ 369909 w 854418"/>
              <a:gd name="csY143" fmla="*/ 922736 h 922737"/>
              <a:gd name="csX144" fmla="*/ 380439 w 854418"/>
              <a:gd name="csY144" fmla="*/ 918382 h 922737"/>
              <a:gd name="csX145" fmla="*/ 384792 w 854418"/>
              <a:gd name="csY145" fmla="*/ 907853 h 922737"/>
              <a:gd name="csX146" fmla="*/ 384792 w 854418"/>
              <a:gd name="csY146" fmla="*/ 807392 h 922737"/>
              <a:gd name="csX147" fmla="*/ 269454 w 854418"/>
              <a:gd name="csY147" fmla="*/ 692016 h 922737"/>
              <a:gd name="csX148" fmla="*/ 355021 w 854418"/>
              <a:gd name="csY148" fmla="*/ 892936 h 922737"/>
              <a:gd name="csX149" fmla="*/ 77082 w 854418"/>
              <a:gd name="csY149" fmla="*/ 892936 h 922737"/>
              <a:gd name="csX150" fmla="*/ 77082 w 854418"/>
              <a:gd name="csY150" fmla="*/ 807397 h 922737"/>
              <a:gd name="csX151" fmla="*/ 158267 w 854418"/>
              <a:gd name="csY151" fmla="*/ 721932 h 922737"/>
              <a:gd name="csX152" fmla="*/ 273834 w 854418"/>
              <a:gd name="csY152" fmla="*/ 721932 h 922737"/>
              <a:gd name="csX153" fmla="*/ 355019 w 854418"/>
              <a:gd name="csY153" fmla="*/ 807397 h 922737"/>
              <a:gd name="csX154" fmla="*/ 304234 w 854418"/>
              <a:gd name="csY154" fmla="*/ 572249 h 922737"/>
              <a:gd name="csX155" fmla="*/ 216090 w 854418"/>
              <a:gd name="csY155" fmla="*/ 471941 h 922737"/>
              <a:gd name="csX156" fmla="*/ 127910 w 854418"/>
              <a:gd name="csY156" fmla="*/ 572249 h 922737"/>
              <a:gd name="csX157" fmla="*/ 216090 w 854418"/>
              <a:gd name="csY157" fmla="*/ 672556 h 922737"/>
              <a:gd name="csX158" fmla="*/ 304234 w 854418"/>
              <a:gd name="csY158" fmla="*/ 572249 h 922737"/>
              <a:gd name="csX159" fmla="*/ 157673 w 854418"/>
              <a:gd name="csY159" fmla="*/ 572249 h 922737"/>
              <a:gd name="csX160" fmla="*/ 216087 w 854418"/>
              <a:gd name="csY160" fmla="*/ 501705 h 922737"/>
              <a:gd name="csX161" fmla="*/ 274428 w 854418"/>
              <a:gd name="csY161" fmla="*/ 572249 h 922737"/>
              <a:gd name="csX162" fmla="*/ 216087 w 854418"/>
              <a:gd name="csY162" fmla="*/ 642793 h 922737"/>
              <a:gd name="csX163" fmla="*/ 157673 w 854418"/>
              <a:gd name="csY163" fmla="*/ 572249 h 9227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Lst>
            <a:rect l="l" t="t" r="r" b="b"/>
            <a:pathLst>
              <a:path w="854418" h="922737">
                <a:moveTo>
                  <a:pt x="570051" y="556505"/>
                </a:moveTo>
                <a:cubicBezTo>
                  <a:pt x="578274" y="556505"/>
                  <a:pt x="584934" y="549808"/>
                  <a:pt x="584934" y="541585"/>
                </a:cubicBezTo>
                <a:lnTo>
                  <a:pt x="584934" y="439639"/>
                </a:lnTo>
                <a:lnTo>
                  <a:pt x="591184" y="439639"/>
                </a:lnTo>
                <a:cubicBezTo>
                  <a:pt x="623183" y="439602"/>
                  <a:pt x="649078" y="413668"/>
                  <a:pt x="649115" y="381708"/>
                </a:cubicBezTo>
                <a:lnTo>
                  <a:pt x="649115" y="179635"/>
                </a:lnTo>
                <a:cubicBezTo>
                  <a:pt x="649078" y="147637"/>
                  <a:pt x="623182" y="121741"/>
                  <a:pt x="591184" y="121704"/>
                </a:cubicBezTo>
                <a:lnTo>
                  <a:pt x="518482" y="121704"/>
                </a:lnTo>
                <a:lnTo>
                  <a:pt x="518482" y="57968"/>
                </a:lnTo>
                <a:cubicBezTo>
                  <a:pt x="518482" y="25970"/>
                  <a:pt x="492548" y="37"/>
                  <a:pt x="460551" y="0"/>
                </a:cubicBezTo>
                <a:lnTo>
                  <a:pt x="58005" y="0"/>
                </a:lnTo>
                <a:cubicBezTo>
                  <a:pt x="25970" y="37"/>
                  <a:pt x="37" y="25971"/>
                  <a:pt x="0" y="57968"/>
                </a:cubicBezTo>
                <a:lnTo>
                  <a:pt x="0" y="260003"/>
                </a:lnTo>
                <a:cubicBezTo>
                  <a:pt x="37" y="292001"/>
                  <a:pt x="25971" y="317934"/>
                  <a:pt x="58005" y="317971"/>
                </a:cubicBezTo>
                <a:lnTo>
                  <a:pt x="64256" y="317971"/>
                </a:lnTo>
                <a:lnTo>
                  <a:pt x="64256" y="419879"/>
                </a:lnTo>
                <a:cubicBezTo>
                  <a:pt x="64256" y="426018"/>
                  <a:pt x="67977" y="431525"/>
                  <a:pt x="73707" y="433757"/>
                </a:cubicBezTo>
                <a:cubicBezTo>
                  <a:pt x="79399" y="435990"/>
                  <a:pt x="85910" y="434501"/>
                  <a:pt x="90078" y="429999"/>
                </a:cubicBezTo>
                <a:lnTo>
                  <a:pt x="130820" y="386057"/>
                </a:lnTo>
                <a:cubicBezTo>
                  <a:pt x="133126" y="416270"/>
                  <a:pt x="158315" y="439598"/>
                  <a:pt x="188602" y="439636"/>
                </a:cubicBezTo>
                <a:lnTo>
                  <a:pt x="455340" y="439859"/>
                </a:lnTo>
                <a:lnTo>
                  <a:pt x="559144" y="551740"/>
                </a:lnTo>
                <a:lnTo>
                  <a:pt x="559106" y="551740"/>
                </a:lnTo>
                <a:cubicBezTo>
                  <a:pt x="561934" y="554753"/>
                  <a:pt x="565878" y="556502"/>
                  <a:pt x="570045" y="556502"/>
                </a:cubicBezTo>
                <a:close/>
                <a:moveTo>
                  <a:pt x="94020" y="381893"/>
                </a:moveTo>
                <a:lnTo>
                  <a:pt x="94020" y="303088"/>
                </a:lnTo>
                <a:cubicBezTo>
                  <a:pt x="94020" y="299144"/>
                  <a:pt x="92457" y="295349"/>
                  <a:pt x="89667" y="292558"/>
                </a:cubicBezTo>
                <a:cubicBezTo>
                  <a:pt x="86876" y="289768"/>
                  <a:pt x="83081" y="288168"/>
                  <a:pt x="79137" y="288168"/>
                </a:cubicBezTo>
                <a:lnTo>
                  <a:pt x="58003" y="288168"/>
                </a:lnTo>
                <a:cubicBezTo>
                  <a:pt x="42413" y="288168"/>
                  <a:pt x="29837" y="275555"/>
                  <a:pt x="29800" y="260003"/>
                </a:cubicBezTo>
                <a:lnTo>
                  <a:pt x="29800" y="57968"/>
                </a:lnTo>
                <a:cubicBezTo>
                  <a:pt x="29837" y="42415"/>
                  <a:pt x="42413" y="29802"/>
                  <a:pt x="58003" y="29765"/>
                </a:cubicBezTo>
                <a:lnTo>
                  <a:pt x="460586" y="29765"/>
                </a:lnTo>
                <a:lnTo>
                  <a:pt x="460549" y="29765"/>
                </a:lnTo>
                <a:cubicBezTo>
                  <a:pt x="476102" y="29802"/>
                  <a:pt x="488715" y="42415"/>
                  <a:pt x="488715" y="57968"/>
                </a:cubicBezTo>
                <a:lnTo>
                  <a:pt x="488715" y="260003"/>
                </a:lnTo>
                <a:cubicBezTo>
                  <a:pt x="488677" y="275555"/>
                  <a:pt x="476102" y="288168"/>
                  <a:pt x="460549" y="288168"/>
                </a:cubicBezTo>
                <a:lnTo>
                  <a:pt x="187267" y="288317"/>
                </a:lnTo>
                <a:lnTo>
                  <a:pt x="187305" y="288354"/>
                </a:lnTo>
                <a:cubicBezTo>
                  <a:pt x="183137" y="288354"/>
                  <a:pt x="179193" y="290066"/>
                  <a:pt x="176366" y="293117"/>
                </a:cubicBezTo>
                <a:close/>
                <a:moveTo>
                  <a:pt x="555125" y="503632"/>
                </a:moveTo>
                <a:lnTo>
                  <a:pt x="472749" y="414819"/>
                </a:lnTo>
                <a:cubicBezTo>
                  <a:pt x="469921" y="411768"/>
                  <a:pt x="465977" y="410056"/>
                  <a:pt x="461848" y="410056"/>
                </a:cubicBezTo>
                <a:lnTo>
                  <a:pt x="188633" y="409833"/>
                </a:lnTo>
                <a:lnTo>
                  <a:pt x="188595" y="409833"/>
                </a:lnTo>
                <a:cubicBezTo>
                  <a:pt x="173080" y="409833"/>
                  <a:pt x="160467" y="397257"/>
                  <a:pt x="160430" y="381705"/>
                </a:cubicBezTo>
                <a:lnTo>
                  <a:pt x="160430" y="354134"/>
                </a:lnTo>
                <a:lnTo>
                  <a:pt x="193805" y="318156"/>
                </a:lnTo>
                <a:lnTo>
                  <a:pt x="460581" y="318007"/>
                </a:lnTo>
                <a:lnTo>
                  <a:pt x="460544" y="317970"/>
                </a:lnTo>
                <a:cubicBezTo>
                  <a:pt x="492542" y="317932"/>
                  <a:pt x="518475" y="291999"/>
                  <a:pt x="518475" y="260001"/>
                </a:cubicBezTo>
                <a:lnTo>
                  <a:pt x="518475" y="151502"/>
                </a:lnTo>
                <a:lnTo>
                  <a:pt x="591177" y="151502"/>
                </a:lnTo>
                <a:cubicBezTo>
                  <a:pt x="606730" y="151502"/>
                  <a:pt x="619305" y="164078"/>
                  <a:pt x="619305" y="179630"/>
                </a:cubicBezTo>
                <a:lnTo>
                  <a:pt x="619305" y="381703"/>
                </a:lnTo>
                <a:cubicBezTo>
                  <a:pt x="619305" y="397219"/>
                  <a:pt x="606730" y="409832"/>
                  <a:pt x="591177" y="409832"/>
                </a:cubicBezTo>
                <a:lnTo>
                  <a:pt x="570043" y="409832"/>
                </a:lnTo>
                <a:cubicBezTo>
                  <a:pt x="566099" y="409832"/>
                  <a:pt x="562304" y="411394"/>
                  <a:pt x="559513" y="414185"/>
                </a:cubicBezTo>
                <a:cubicBezTo>
                  <a:pt x="556722" y="416975"/>
                  <a:pt x="555123" y="420770"/>
                  <a:pt x="555123" y="424715"/>
                </a:cubicBezTo>
                <a:close/>
                <a:moveTo>
                  <a:pt x="378017" y="206166"/>
                </a:moveTo>
                <a:cubicBezTo>
                  <a:pt x="397104" y="206166"/>
                  <a:pt x="414331" y="194669"/>
                  <a:pt x="421624" y="177033"/>
                </a:cubicBezTo>
                <a:cubicBezTo>
                  <a:pt x="428916" y="159396"/>
                  <a:pt x="424861" y="139118"/>
                  <a:pt x="411392" y="125613"/>
                </a:cubicBezTo>
                <a:cubicBezTo>
                  <a:pt x="397885" y="112106"/>
                  <a:pt x="377571" y="108089"/>
                  <a:pt x="359972" y="115381"/>
                </a:cubicBezTo>
                <a:cubicBezTo>
                  <a:pt x="342336" y="122674"/>
                  <a:pt x="330802" y="139863"/>
                  <a:pt x="330802" y="158950"/>
                </a:cubicBezTo>
                <a:cubicBezTo>
                  <a:pt x="330839" y="185033"/>
                  <a:pt x="351973" y="206166"/>
                  <a:pt x="378017" y="206166"/>
                </a:cubicBezTo>
                <a:close/>
                <a:moveTo>
                  <a:pt x="378017" y="141575"/>
                </a:moveTo>
                <a:cubicBezTo>
                  <a:pt x="385087" y="141575"/>
                  <a:pt x="391411" y="145854"/>
                  <a:pt x="394091" y="152365"/>
                </a:cubicBezTo>
                <a:cubicBezTo>
                  <a:pt x="396770" y="158839"/>
                  <a:pt x="395281" y="166355"/>
                  <a:pt x="390296" y="171303"/>
                </a:cubicBezTo>
                <a:cubicBezTo>
                  <a:pt x="385310" y="176289"/>
                  <a:pt x="377831" y="177740"/>
                  <a:pt x="371320" y="175061"/>
                </a:cubicBezTo>
                <a:cubicBezTo>
                  <a:pt x="364809" y="172345"/>
                  <a:pt x="360604" y="165983"/>
                  <a:pt x="360604" y="158951"/>
                </a:cubicBezTo>
                <a:cubicBezTo>
                  <a:pt x="360604" y="154337"/>
                  <a:pt x="362427" y="149909"/>
                  <a:pt x="365702" y="146672"/>
                </a:cubicBezTo>
                <a:cubicBezTo>
                  <a:pt x="368976" y="143398"/>
                  <a:pt x="373403" y="141575"/>
                  <a:pt x="378017" y="141575"/>
                </a:cubicBezTo>
                <a:close/>
                <a:moveTo>
                  <a:pt x="259250" y="206166"/>
                </a:moveTo>
                <a:lnTo>
                  <a:pt x="259287" y="206166"/>
                </a:lnTo>
                <a:cubicBezTo>
                  <a:pt x="278337" y="206166"/>
                  <a:pt x="295564" y="194669"/>
                  <a:pt x="302857" y="177033"/>
                </a:cubicBezTo>
                <a:cubicBezTo>
                  <a:pt x="310149" y="159396"/>
                  <a:pt x="306093" y="139118"/>
                  <a:pt x="292625" y="125613"/>
                </a:cubicBezTo>
                <a:cubicBezTo>
                  <a:pt x="279118" y="112106"/>
                  <a:pt x="258841" y="108089"/>
                  <a:pt x="241205" y="115381"/>
                </a:cubicBezTo>
                <a:cubicBezTo>
                  <a:pt x="223568" y="122674"/>
                  <a:pt x="212072" y="139863"/>
                  <a:pt x="212035" y="158950"/>
                </a:cubicBezTo>
                <a:cubicBezTo>
                  <a:pt x="212072" y="185033"/>
                  <a:pt x="233206" y="206166"/>
                  <a:pt x="259287" y="206166"/>
                </a:cubicBezTo>
                <a:close/>
                <a:moveTo>
                  <a:pt x="259250" y="141575"/>
                </a:moveTo>
                <a:lnTo>
                  <a:pt x="259287" y="141575"/>
                </a:lnTo>
                <a:cubicBezTo>
                  <a:pt x="266319" y="141575"/>
                  <a:pt x="272644" y="145854"/>
                  <a:pt x="275324" y="152365"/>
                </a:cubicBezTo>
                <a:cubicBezTo>
                  <a:pt x="278002" y="158839"/>
                  <a:pt x="276514" y="166355"/>
                  <a:pt x="271528" y="171303"/>
                </a:cubicBezTo>
                <a:cubicBezTo>
                  <a:pt x="266543" y="176289"/>
                  <a:pt x="259064" y="177740"/>
                  <a:pt x="252553" y="175061"/>
                </a:cubicBezTo>
                <a:cubicBezTo>
                  <a:pt x="246041" y="172345"/>
                  <a:pt x="241837" y="165983"/>
                  <a:pt x="241837" y="158951"/>
                </a:cubicBezTo>
                <a:cubicBezTo>
                  <a:pt x="241837" y="154337"/>
                  <a:pt x="243697" y="149909"/>
                  <a:pt x="246972" y="146672"/>
                </a:cubicBezTo>
                <a:cubicBezTo>
                  <a:pt x="250209" y="143398"/>
                  <a:pt x="254636" y="141575"/>
                  <a:pt x="259287" y="141575"/>
                </a:cubicBezTo>
                <a:close/>
                <a:moveTo>
                  <a:pt x="140521" y="111772"/>
                </a:moveTo>
                <a:cubicBezTo>
                  <a:pt x="121434" y="111772"/>
                  <a:pt x="104207" y="123269"/>
                  <a:pt x="96877" y="140905"/>
                </a:cubicBezTo>
                <a:cubicBezTo>
                  <a:pt x="89585" y="158542"/>
                  <a:pt x="93603" y="178857"/>
                  <a:pt x="107109" y="192362"/>
                </a:cubicBezTo>
                <a:cubicBezTo>
                  <a:pt x="120616" y="205869"/>
                  <a:pt x="140930" y="209886"/>
                  <a:pt x="158566" y="202594"/>
                </a:cubicBezTo>
                <a:cubicBezTo>
                  <a:pt x="176203" y="195264"/>
                  <a:pt x="187699" y="178038"/>
                  <a:pt x="187662" y="158950"/>
                </a:cubicBezTo>
                <a:cubicBezTo>
                  <a:pt x="187625" y="132905"/>
                  <a:pt x="166528" y="111846"/>
                  <a:pt x="140521" y="111772"/>
                </a:cubicBezTo>
                <a:close/>
                <a:moveTo>
                  <a:pt x="140521" y="176363"/>
                </a:moveTo>
                <a:lnTo>
                  <a:pt x="140521" y="176400"/>
                </a:lnTo>
                <a:cubicBezTo>
                  <a:pt x="133489" y="176400"/>
                  <a:pt x="127127" y="172159"/>
                  <a:pt x="124410" y="165685"/>
                </a:cubicBezTo>
                <a:cubicBezTo>
                  <a:pt x="121694" y="159173"/>
                  <a:pt x="123182" y="151694"/>
                  <a:pt x="128168" y="146709"/>
                </a:cubicBezTo>
                <a:cubicBezTo>
                  <a:pt x="133117" y="141723"/>
                  <a:pt x="140595" y="140198"/>
                  <a:pt x="147107" y="142877"/>
                </a:cubicBezTo>
                <a:cubicBezTo>
                  <a:pt x="153618" y="145593"/>
                  <a:pt x="157860" y="151918"/>
                  <a:pt x="157897" y="158950"/>
                </a:cubicBezTo>
                <a:cubicBezTo>
                  <a:pt x="157859" y="168549"/>
                  <a:pt x="150120" y="176363"/>
                  <a:pt x="140521" y="176400"/>
                </a:cubicBezTo>
                <a:close/>
                <a:moveTo>
                  <a:pt x="739034" y="692018"/>
                </a:moveTo>
                <a:lnTo>
                  <a:pt x="737657" y="692018"/>
                </a:lnTo>
                <a:cubicBezTo>
                  <a:pt x="733713" y="692018"/>
                  <a:pt x="729881" y="693618"/>
                  <a:pt x="727090" y="696446"/>
                </a:cubicBezTo>
                <a:cubicBezTo>
                  <a:pt x="716152" y="707496"/>
                  <a:pt x="701232" y="713710"/>
                  <a:pt x="685678" y="713710"/>
                </a:cubicBezTo>
                <a:cubicBezTo>
                  <a:pt x="670089" y="713710"/>
                  <a:pt x="655206" y="707496"/>
                  <a:pt x="644229" y="696446"/>
                </a:cubicBezTo>
                <a:cubicBezTo>
                  <a:pt x="641439" y="693618"/>
                  <a:pt x="637607" y="692018"/>
                  <a:pt x="633625" y="692018"/>
                </a:cubicBezTo>
                <a:lnTo>
                  <a:pt x="632248" y="692018"/>
                </a:lnTo>
                <a:cubicBezTo>
                  <a:pt x="568587" y="692092"/>
                  <a:pt x="516977" y="743699"/>
                  <a:pt x="516910" y="807394"/>
                </a:cubicBezTo>
                <a:lnTo>
                  <a:pt x="516910" y="907854"/>
                </a:lnTo>
                <a:cubicBezTo>
                  <a:pt x="516910" y="911798"/>
                  <a:pt x="518473" y="915594"/>
                  <a:pt x="521263" y="918384"/>
                </a:cubicBezTo>
                <a:cubicBezTo>
                  <a:pt x="524054" y="921175"/>
                  <a:pt x="527849" y="922738"/>
                  <a:pt x="531793" y="922738"/>
                </a:cubicBezTo>
                <a:lnTo>
                  <a:pt x="839498" y="922738"/>
                </a:lnTo>
                <a:cubicBezTo>
                  <a:pt x="843480" y="922738"/>
                  <a:pt x="847238" y="921175"/>
                  <a:pt x="850028" y="918384"/>
                </a:cubicBezTo>
                <a:cubicBezTo>
                  <a:pt x="852856" y="915594"/>
                  <a:pt x="854419" y="911799"/>
                  <a:pt x="854419" y="907854"/>
                </a:cubicBezTo>
                <a:lnTo>
                  <a:pt x="854419" y="807394"/>
                </a:lnTo>
                <a:cubicBezTo>
                  <a:pt x="854344" y="743696"/>
                  <a:pt x="802738" y="692094"/>
                  <a:pt x="739042" y="692018"/>
                </a:cubicBezTo>
                <a:close/>
                <a:moveTo>
                  <a:pt x="824610" y="892938"/>
                </a:moveTo>
                <a:lnTo>
                  <a:pt x="546709" y="892938"/>
                </a:lnTo>
                <a:lnTo>
                  <a:pt x="546709" y="807399"/>
                </a:lnTo>
                <a:cubicBezTo>
                  <a:pt x="546746" y="761858"/>
                  <a:pt x="582390" y="724315"/>
                  <a:pt x="627857" y="721934"/>
                </a:cubicBezTo>
                <a:cubicBezTo>
                  <a:pt x="661009" y="750695"/>
                  <a:pt x="710270" y="750695"/>
                  <a:pt x="743424" y="721934"/>
                </a:cubicBezTo>
                <a:cubicBezTo>
                  <a:pt x="788891" y="724315"/>
                  <a:pt x="824535" y="761857"/>
                  <a:pt x="824609" y="807399"/>
                </a:cubicBezTo>
                <a:close/>
                <a:moveTo>
                  <a:pt x="597496" y="572251"/>
                </a:moveTo>
                <a:cubicBezTo>
                  <a:pt x="597496" y="627578"/>
                  <a:pt x="637047" y="672558"/>
                  <a:pt x="685640" y="672558"/>
                </a:cubicBezTo>
                <a:cubicBezTo>
                  <a:pt x="734269" y="672558"/>
                  <a:pt x="773820" y="627538"/>
                  <a:pt x="773820" y="572251"/>
                </a:cubicBezTo>
                <a:cubicBezTo>
                  <a:pt x="773820" y="516924"/>
                  <a:pt x="734269" y="471943"/>
                  <a:pt x="685640" y="471943"/>
                </a:cubicBezTo>
                <a:cubicBezTo>
                  <a:pt x="637010" y="471906"/>
                  <a:pt x="597496" y="516927"/>
                  <a:pt x="597496" y="572251"/>
                </a:cubicBezTo>
                <a:close/>
                <a:moveTo>
                  <a:pt x="685640" y="501707"/>
                </a:moveTo>
                <a:cubicBezTo>
                  <a:pt x="717861" y="501707"/>
                  <a:pt x="744054" y="533332"/>
                  <a:pt x="744054" y="572251"/>
                </a:cubicBezTo>
                <a:cubicBezTo>
                  <a:pt x="744054" y="611132"/>
                  <a:pt x="717861" y="642795"/>
                  <a:pt x="685640" y="642795"/>
                </a:cubicBezTo>
                <a:cubicBezTo>
                  <a:pt x="653456" y="642795"/>
                  <a:pt x="627299" y="611169"/>
                  <a:pt x="627299" y="572251"/>
                </a:cubicBezTo>
                <a:cubicBezTo>
                  <a:pt x="627262" y="533332"/>
                  <a:pt x="653456" y="501707"/>
                  <a:pt x="685640" y="501707"/>
                </a:cubicBezTo>
                <a:close/>
                <a:moveTo>
                  <a:pt x="269445" y="692016"/>
                </a:moveTo>
                <a:lnTo>
                  <a:pt x="268068" y="692016"/>
                </a:lnTo>
                <a:cubicBezTo>
                  <a:pt x="264087" y="692016"/>
                  <a:pt x="260292" y="693616"/>
                  <a:pt x="257464" y="696444"/>
                </a:cubicBezTo>
                <a:cubicBezTo>
                  <a:pt x="246525" y="707495"/>
                  <a:pt x="231605" y="713708"/>
                  <a:pt x="216052" y="713708"/>
                </a:cubicBezTo>
                <a:cubicBezTo>
                  <a:pt x="200462" y="713708"/>
                  <a:pt x="185580" y="707494"/>
                  <a:pt x="174603" y="696444"/>
                </a:cubicBezTo>
                <a:cubicBezTo>
                  <a:pt x="171812" y="693616"/>
                  <a:pt x="168017" y="692016"/>
                  <a:pt x="164036" y="692016"/>
                </a:cubicBezTo>
                <a:lnTo>
                  <a:pt x="162659" y="692016"/>
                </a:lnTo>
                <a:cubicBezTo>
                  <a:pt x="98961" y="692090"/>
                  <a:pt x="47388" y="743697"/>
                  <a:pt x="47321" y="807392"/>
                </a:cubicBezTo>
                <a:lnTo>
                  <a:pt x="47321" y="907853"/>
                </a:lnTo>
                <a:cubicBezTo>
                  <a:pt x="47321" y="911796"/>
                  <a:pt x="48884" y="915592"/>
                  <a:pt x="51674" y="918382"/>
                </a:cubicBezTo>
                <a:cubicBezTo>
                  <a:pt x="54465" y="921173"/>
                  <a:pt x="58260" y="922736"/>
                  <a:pt x="62204" y="922736"/>
                </a:cubicBezTo>
                <a:lnTo>
                  <a:pt x="369909" y="922736"/>
                </a:lnTo>
                <a:cubicBezTo>
                  <a:pt x="373853" y="922736"/>
                  <a:pt x="377648" y="921173"/>
                  <a:pt x="380439" y="918382"/>
                </a:cubicBezTo>
                <a:cubicBezTo>
                  <a:pt x="383230" y="915592"/>
                  <a:pt x="384792" y="911797"/>
                  <a:pt x="384792" y="907853"/>
                </a:cubicBezTo>
                <a:lnTo>
                  <a:pt x="384792" y="807392"/>
                </a:lnTo>
                <a:cubicBezTo>
                  <a:pt x="384755" y="743694"/>
                  <a:pt x="333149" y="692092"/>
                  <a:pt x="269454" y="692016"/>
                </a:cubicBezTo>
                <a:close/>
                <a:moveTo>
                  <a:pt x="355021" y="892936"/>
                </a:moveTo>
                <a:lnTo>
                  <a:pt x="77082" y="892936"/>
                </a:lnTo>
                <a:lnTo>
                  <a:pt x="77082" y="807397"/>
                </a:lnTo>
                <a:cubicBezTo>
                  <a:pt x="77156" y="761856"/>
                  <a:pt x="112800" y="724313"/>
                  <a:pt x="158267" y="721932"/>
                </a:cubicBezTo>
                <a:cubicBezTo>
                  <a:pt x="191419" y="750693"/>
                  <a:pt x="240680" y="750693"/>
                  <a:pt x="273834" y="721932"/>
                </a:cubicBezTo>
                <a:cubicBezTo>
                  <a:pt x="319300" y="724313"/>
                  <a:pt x="354945" y="761855"/>
                  <a:pt x="355019" y="807397"/>
                </a:cubicBezTo>
                <a:close/>
                <a:moveTo>
                  <a:pt x="304234" y="572249"/>
                </a:moveTo>
                <a:cubicBezTo>
                  <a:pt x="304234" y="516922"/>
                  <a:pt x="264683" y="471941"/>
                  <a:pt x="216090" y="471941"/>
                </a:cubicBezTo>
                <a:cubicBezTo>
                  <a:pt x="167460" y="471941"/>
                  <a:pt x="127910" y="516962"/>
                  <a:pt x="127910" y="572249"/>
                </a:cubicBezTo>
                <a:cubicBezTo>
                  <a:pt x="127910" y="627576"/>
                  <a:pt x="167460" y="672556"/>
                  <a:pt x="216090" y="672556"/>
                </a:cubicBezTo>
                <a:cubicBezTo>
                  <a:pt x="264683" y="672556"/>
                  <a:pt x="304234" y="627573"/>
                  <a:pt x="304234" y="572249"/>
                </a:cubicBezTo>
                <a:close/>
                <a:moveTo>
                  <a:pt x="157673" y="572249"/>
                </a:moveTo>
                <a:cubicBezTo>
                  <a:pt x="157673" y="533368"/>
                  <a:pt x="183866" y="501705"/>
                  <a:pt x="216087" y="501705"/>
                </a:cubicBezTo>
                <a:cubicBezTo>
                  <a:pt x="248272" y="501705"/>
                  <a:pt x="274428" y="533330"/>
                  <a:pt x="274428" y="572249"/>
                </a:cubicBezTo>
                <a:cubicBezTo>
                  <a:pt x="274428" y="611130"/>
                  <a:pt x="248234" y="642793"/>
                  <a:pt x="216087" y="642793"/>
                </a:cubicBezTo>
                <a:cubicBezTo>
                  <a:pt x="183866" y="642756"/>
                  <a:pt x="157673" y="611130"/>
                  <a:pt x="157673" y="572249"/>
                </a:cubicBezTo>
                <a:close/>
              </a:path>
            </a:pathLst>
          </a:custGeom>
          <a:solidFill>
            <a:schemeClr val="accent2"/>
          </a:solidFill>
          <a:ln w="9525" cap="flat">
            <a:noFill/>
            <a:prstDash val="solid"/>
            <a:miter/>
          </a:ln>
        </p:spPr>
        <p:txBody>
          <a:bodyPr/>
          <a:lstStyle/>
          <a:p>
            <a:endParaRPr lang="fr-FR"/>
          </a:p>
        </p:txBody>
      </p:sp>
      <p:sp>
        <p:nvSpPr>
          <p:cNvPr id="40" name="Forme libre : forme 39">
            <a:extLst>
              <a:ext uri="{FF2B5EF4-FFF2-40B4-BE49-F238E27FC236}">
                <a16:creationId xmlns:a16="http://schemas.microsoft.com/office/drawing/2014/main" id="{21E24971-3DA4-48AB-D623-EFC36AED8567}"/>
              </a:ext>
            </a:extLst>
          </p:cNvPr>
          <p:cNvSpPr>
            <a:spLocks noChangeAspect="1"/>
          </p:cNvSpPr>
          <p:nvPr/>
        </p:nvSpPr>
        <p:spPr>
          <a:xfrm>
            <a:off x="7973957" y="3953949"/>
            <a:ext cx="360000" cy="360005"/>
          </a:xfrm>
          <a:custGeom>
            <a:avLst/>
            <a:gdLst>
              <a:gd name="csX0" fmla="*/ 487456 w 857846"/>
              <a:gd name="csY0" fmla="*/ 389785 h 857858"/>
              <a:gd name="csX1" fmla="*/ 573218 w 857846"/>
              <a:gd name="csY1" fmla="*/ 389785 h 857858"/>
              <a:gd name="csX2" fmla="*/ 621662 w 857846"/>
              <a:gd name="csY2" fmla="*/ 323817 h 857858"/>
              <a:gd name="csX3" fmla="*/ 575711 w 857846"/>
              <a:gd name="csY3" fmla="*/ 261197 h 857858"/>
              <a:gd name="csX4" fmla="*/ 550968 w 857846"/>
              <a:gd name="csY4" fmla="*/ 261197 h 857858"/>
              <a:gd name="csX5" fmla="*/ 468405 w 857846"/>
              <a:gd name="csY5" fmla="*/ 373678 h 857858"/>
              <a:gd name="csX6" fmla="*/ 487455 w 857846"/>
              <a:gd name="csY6" fmla="*/ 389789 h 857858"/>
              <a:gd name="csX7" fmla="*/ 601194 w 857846"/>
              <a:gd name="csY7" fmla="*/ 389785 h 857858"/>
              <a:gd name="csX8" fmla="*/ 748203 w 857846"/>
              <a:gd name="csY8" fmla="*/ 189541 h 857858"/>
              <a:gd name="csX9" fmla="*/ 777485 w 857846"/>
              <a:gd name="csY9" fmla="*/ 189541 h 857858"/>
              <a:gd name="csX10" fmla="*/ 835267 w 857846"/>
              <a:gd name="csY10" fmla="*/ 268271 h 857858"/>
              <a:gd name="csX11" fmla="*/ 835267 w 857846"/>
              <a:gd name="csY11" fmla="*/ 370445 h 857858"/>
              <a:gd name="csX12" fmla="*/ 815882 w 857846"/>
              <a:gd name="csY12" fmla="*/ 389831 h 857858"/>
              <a:gd name="csX13" fmla="*/ 601198 w 857846"/>
              <a:gd name="csY13" fmla="*/ 389831 h 857858"/>
              <a:gd name="csX14" fmla="*/ 815840 w 857846"/>
              <a:gd name="csY14" fmla="*/ 412407 h 857858"/>
              <a:gd name="csX15" fmla="*/ 487447 w 857846"/>
              <a:gd name="csY15" fmla="*/ 412407 h 857858"/>
              <a:gd name="csX16" fmla="*/ 445439 w 857846"/>
              <a:gd name="csY16" fmla="*/ 370400 h 857858"/>
              <a:gd name="csX17" fmla="*/ 445439 w 857846"/>
              <a:gd name="csY17" fmla="*/ 107938 h 857858"/>
              <a:gd name="csX18" fmla="*/ 461587 w 857846"/>
              <a:gd name="csY18" fmla="*/ 68908 h 857858"/>
              <a:gd name="csX19" fmla="*/ 514347 w 857846"/>
              <a:gd name="csY19" fmla="*/ 16148 h 857858"/>
              <a:gd name="csX20" fmla="*/ 553378 w 857846"/>
              <a:gd name="csY20" fmla="*/ 0 h 857858"/>
              <a:gd name="csX21" fmla="*/ 815839 w 857846"/>
              <a:gd name="csY21" fmla="*/ 0 h 857858"/>
              <a:gd name="csX22" fmla="*/ 857846 w 857846"/>
              <a:gd name="csY22" fmla="*/ 42007 h 857858"/>
              <a:gd name="csX23" fmla="*/ 857846 w 857846"/>
              <a:gd name="csY23" fmla="*/ 370401 h 857858"/>
              <a:gd name="csX24" fmla="*/ 815839 w 857846"/>
              <a:gd name="csY24" fmla="*/ 412408 h 857858"/>
              <a:gd name="csX25" fmla="*/ 835225 w 857846"/>
              <a:gd name="csY25" fmla="*/ 230127 h 857858"/>
              <a:gd name="csX26" fmla="*/ 795638 w 857846"/>
              <a:gd name="csY26" fmla="*/ 176213 h 857858"/>
              <a:gd name="csX27" fmla="*/ 729967 w 857846"/>
              <a:gd name="csY27" fmla="*/ 176213 h 857858"/>
              <a:gd name="csX28" fmla="*/ 635611 w 857846"/>
              <a:gd name="csY28" fmla="*/ 304763 h 857858"/>
              <a:gd name="csX29" fmla="*/ 593865 w 857846"/>
              <a:gd name="csY29" fmla="*/ 247873 h 857858"/>
              <a:gd name="csX30" fmla="*/ 532696 w 857846"/>
              <a:gd name="csY30" fmla="*/ 247873 h 857858"/>
              <a:gd name="csX31" fmla="*/ 468067 w 857846"/>
              <a:gd name="csY31" fmla="*/ 335942 h 857858"/>
              <a:gd name="csX32" fmla="*/ 468030 w 857846"/>
              <a:gd name="csY32" fmla="*/ 107933 h 857858"/>
              <a:gd name="csX33" fmla="*/ 477592 w 857846"/>
              <a:gd name="csY33" fmla="*/ 84901 h 857858"/>
              <a:gd name="csX34" fmla="*/ 530352 w 857846"/>
              <a:gd name="csY34" fmla="*/ 32141 h 857858"/>
              <a:gd name="csX35" fmla="*/ 556657 w 857846"/>
              <a:gd name="csY35" fmla="*/ 22616 h 857858"/>
              <a:gd name="csX36" fmla="*/ 556657 w 857846"/>
              <a:gd name="csY36" fmla="*/ 37759 h 857858"/>
              <a:gd name="csX37" fmla="*/ 586981 w 857846"/>
              <a:gd name="csY37" fmla="*/ 68083 h 857858"/>
              <a:gd name="csX38" fmla="*/ 733428 w 857846"/>
              <a:gd name="csY38" fmla="*/ 68083 h 857858"/>
              <a:gd name="csX39" fmla="*/ 763752 w 857846"/>
              <a:gd name="csY39" fmla="*/ 37759 h 857858"/>
              <a:gd name="csX40" fmla="*/ 763752 w 857846"/>
              <a:gd name="csY40" fmla="*/ 22616 h 857858"/>
              <a:gd name="csX41" fmla="*/ 815804 w 857846"/>
              <a:gd name="csY41" fmla="*/ 22616 h 857858"/>
              <a:gd name="csX42" fmla="*/ 835189 w 857846"/>
              <a:gd name="csY42" fmla="*/ 42001 h 857858"/>
              <a:gd name="csX43" fmla="*/ 741166 w 857846"/>
              <a:gd name="csY43" fmla="*/ 22625 h 857858"/>
              <a:gd name="csX44" fmla="*/ 579279 w 857846"/>
              <a:gd name="csY44" fmla="*/ 22625 h 857858"/>
              <a:gd name="csX45" fmla="*/ 579279 w 857846"/>
              <a:gd name="csY45" fmla="*/ 37768 h 857858"/>
              <a:gd name="csX46" fmla="*/ 586981 w 857846"/>
              <a:gd name="csY46" fmla="*/ 45469 h 857858"/>
              <a:gd name="csX47" fmla="*/ 733428 w 857846"/>
              <a:gd name="csY47" fmla="*/ 45469 h 857858"/>
              <a:gd name="csX48" fmla="*/ 741130 w 857846"/>
              <a:gd name="csY48" fmla="*/ 37768 h 857858"/>
              <a:gd name="csX49" fmla="*/ 658380 w 857846"/>
              <a:gd name="csY49" fmla="*/ 88927 h 857858"/>
              <a:gd name="csX50" fmla="*/ 608895 w 857846"/>
              <a:gd name="csY50" fmla="*/ 138413 h 857858"/>
              <a:gd name="csX51" fmla="*/ 693392 w 857846"/>
              <a:gd name="csY51" fmla="*/ 173425 h 857858"/>
              <a:gd name="csX52" fmla="*/ 658380 w 857846"/>
              <a:gd name="csY52" fmla="*/ 88927 h 857858"/>
              <a:gd name="csX53" fmla="*/ 677393 w 857846"/>
              <a:gd name="csY53" fmla="*/ 119400 h 857858"/>
              <a:gd name="csX54" fmla="*/ 631517 w 857846"/>
              <a:gd name="csY54" fmla="*/ 138413 h 857858"/>
              <a:gd name="csX55" fmla="*/ 677393 w 857846"/>
              <a:gd name="csY55" fmla="*/ 157425 h 857858"/>
              <a:gd name="csX56" fmla="*/ 677393 w 857846"/>
              <a:gd name="csY56" fmla="*/ 119400 h 857858"/>
              <a:gd name="csX57" fmla="*/ 42009 w 857846"/>
              <a:gd name="csY57" fmla="*/ 389824 h 857858"/>
              <a:gd name="csX58" fmla="*/ 370402 w 857846"/>
              <a:gd name="csY58" fmla="*/ 389824 h 857858"/>
              <a:gd name="csX59" fmla="*/ 389788 w 857846"/>
              <a:gd name="csY59" fmla="*/ 370439 h 857858"/>
              <a:gd name="csX60" fmla="*/ 389825 w 857846"/>
              <a:gd name="csY60" fmla="*/ 42017 h 857858"/>
              <a:gd name="csX61" fmla="*/ 370440 w 857846"/>
              <a:gd name="csY61" fmla="*/ 22631 h 857858"/>
              <a:gd name="csX62" fmla="*/ 318387 w 857846"/>
              <a:gd name="csY62" fmla="*/ 22631 h 857858"/>
              <a:gd name="csX63" fmla="*/ 318387 w 857846"/>
              <a:gd name="csY63" fmla="*/ 37774 h 857858"/>
              <a:gd name="csX64" fmla="*/ 288064 w 857846"/>
              <a:gd name="csY64" fmla="*/ 68098 h 857858"/>
              <a:gd name="csX65" fmla="*/ 141579 w 857846"/>
              <a:gd name="csY65" fmla="*/ 68135 h 857858"/>
              <a:gd name="csX66" fmla="*/ 111255 w 857846"/>
              <a:gd name="csY66" fmla="*/ 37811 h 857858"/>
              <a:gd name="csX67" fmla="*/ 111255 w 857846"/>
              <a:gd name="csY67" fmla="*/ 22669 h 857858"/>
              <a:gd name="csX68" fmla="*/ 84950 w 857846"/>
              <a:gd name="csY68" fmla="*/ 32194 h 857858"/>
              <a:gd name="csX69" fmla="*/ 32190 w 857846"/>
              <a:gd name="csY69" fmla="*/ 84954 h 857858"/>
              <a:gd name="csX70" fmla="*/ 22665 w 857846"/>
              <a:gd name="csY70" fmla="*/ 107985 h 857858"/>
              <a:gd name="csX71" fmla="*/ 22665 w 857846"/>
              <a:gd name="csY71" fmla="*/ 370446 h 857858"/>
              <a:gd name="csX72" fmla="*/ 42012 w 857846"/>
              <a:gd name="csY72" fmla="*/ 389832 h 857858"/>
              <a:gd name="csX73" fmla="*/ 370431 w 857846"/>
              <a:gd name="csY73" fmla="*/ 412409 h 857858"/>
              <a:gd name="csX74" fmla="*/ 42009 w 857846"/>
              <a:gd name="csY74" fmla="*/ 412409 h 857858"/>
              <a:gd name="csX75" fmla="*/ 2 w 857846"/>
              <a:gd name="csY75" fmla="*/ 370402 h 857858"/>
              <a:gd name="csX76" fmla="*/ 2 w 857846"/>
              <a:gd name="csY76" fmla="*/ 107978 h 857858"/>
              <a:gd name="csX77" fmla="*/ 16150 w 857846"/>
              <a:gd name="csY77" fmla="*/ 68948 h 857858"/>
              <a:gd name="csX78" fmla="*/ 68910 w 857846"/>
              <a:gd name="csY78" fmla="*/ 16188 h 857858"/>
              <a:gd name="csX79" fmla="*/ 107940 w 857846"/>
              <a:gd name="csY79" fmla="*/ 40 h 857858"/>
              <a:gd name="csX80" fmla="*/ 370402 w 857846"/>
              <a:gd name="csY80" fmla="*/ 40 h 857858"/>
              <a:gd name="csX81" fmla="*/ 412409 w 857846"/>
              <a:gd name="csY81" fmla="*/ 42047 h 857858"/>
              <a:gd name="csX82" fmla="*/ 412409 w 857846"/>
              <a:gd name="csY82" fmla="*/ 370441 h 857858"/>
              <a:gd name="csX83" fmla="*/ 370440 w 857846"/>
              <a:gd name="csY83" fmla="*/ 412410 h 857858"/>
              <a:gd name="csX84" fmla="*/ 295757 w 857846"/>
              <a:gd name="csY84" fmla="*/ 22627 h 857858"/>
              <a:gd name="csX85" fmla="*/ 295757 w 857846"/>
              <a:gd name="csY85" fmla="*/ 37769 h 857858"/>
              <a:gd name="csX86" fmla="*/ 288055 w 857846"/>
              <a:gd name="csY86" fmla="*/ 45471 h 857858"/>
              <a:gd name="csX87" fmla="*/ 141570 w 857846"/>
              <a:gd name="csY87" fmla="*/ 45509 h 857858"/>
              <a:gd name="csX88" fmla="*/ 133868 w 857846"/>
              <a:gd name="csY88" fmla="*/ 37807 h 857858"/>
              <a:gd name="csX89" fmla="*/ 133868 w 857846"/>
              <a:gd name="csY89" fmla="*/ 22664 h 857858"/>
              <a:gd name="csX90" fmla="*/ 95437 w 857846"/>
              <a:gd name="csY90" fmla="*/ 147423 h 857858"/>
              <a:gd name="csX91" fmla="*/ 84126 w 857846"/>
              <a:gd name="csY91" fmla="*/ 136112 h 857858"/>
              <a:gd name="csX92" fmla="*/ 95437 w 857846"/>
              <a:gd name="csY92" fmla="*/ 124801 h 857858"/>
              <a:gd name="csX93" fmla="*/ 317007 w 857846"/>
              <a:gd name="csY93" fmla="*/ 124801 h 857858"/>
              <a:gd name="csX94" fmla="*/ 328318 w 857846"/>
              <a:gd name="csY94" fmla="*/ 136112 h 857858"/>
              <a:gd name="csX95" fmla="*/ 317007 w 857846"/>
              <a:gd name="csY95" fmla="*/ 147423 h 857858"/>
              <a:gd name="csX96" fmla="*/ 95437 w 857846"/>
              <a:gd name="csY96" fmla="*/ 326207 h 857858"/>
              <a:gd name="csX97" fmla="*/ 84126 w 857846"/>
              <a:gd name="csY97" fmla="*/ 314897 h 857858"/>
              <a:gd name="csX98" fmla="*/ 95437 w 857846"/>
              <a:gd name="csY98" fmla="*/ 303586 h 857858"/>
              <a:gd name="csX99" fmla="*/ 240026 w 857846"/>
              <a:gd name="csY99" fmla="*/ 303586 h 857858"/>
              <a:gd name="csX100" fmla="*/ 251337 w 857846"/>
              <a:gd name="csY100" fmla="*/ 314897 h 857858"/>
              <a:gd name="csX101" fmla="*/ 240026 w 857846"/>
              <a:gd name="csY101" fmla="*/ 326207 h 857858"/>
              <a:gd name="csX102" fmla="*/ 95437 w 857846"/>
              <a:gd name="csY102" fmla="*/ 266639 h 857858"/>
              <a:gd name="csX103" fmla="*/ 84126 w 857846"/>
              <a:gd name="csY103" fmla="*/ 255328 h 857858"/>
              <a:gd name="csX104" fmla="*/ 95437 w 857846"/>
              <a:gd name="csY104" fmla="*/ 244017 h 857858"/>
              <a:gd name="csX105" fmla="*/ 317007 w 857846"/>
              <a:gd name="csY105" fmla="*/ 244017 h 857858"/>
              <a:gd name="csX106" fmla="*/ 328318 w 857846"/>
              <a:gd name="csY106" fmla="*/ 255328 h 857858"/>
              <a:gd name="csX107" fmla="*/ 317007 w 857846"/>
              <a:gd name="csY107" fmla="*/ 266639 h 857858"/>
              <a:gd name="csX108" fmla="*/ 95437 w 857846"/>
              <a:gd name="csY108" fmla="*/ 207034 h 857858"/>
              <a:gd name="csX109" fmla="*/ 84126 w 857846"/>
              <a:gd name="csY109" fmla="*/ 195723 h 857858"/>
              <a:gd name="csX110" fmla="*/ 95437 w 857846"/>
              <a:gd name="csY110" fmla="*/ 184412 h 857858"/>
              <a:gd name="csX111" fmla="*/ 317007 w 857846"/>
              <a:gd name="csY111" fmla="*/ 184412 h 857858"/>
              <a:gd name="csX112" fmla="*/ 328318 w 857846"/>
              <a:gd name="csY112" fmla="*/ 195723 h 857858"/>
              <a:gd name="csX113" fmla="*/ 317007 w 857846"/>
              <a:gd name="csY113" fmla="*/ 207034 h 857858"/>
              <a:gd name="csX114" fmla="*/ 42007 w 857846"/>
              <a:gd name="csY114" fmla="*/ 835236 h 857858"/>
              <a:gd name="csX115" fmla="*/ 370401 w 857846"/>
              <a:gd name="csY115" fmla="*/ 835236 h 857858"/>
              <a:gd name="csX116" fmla="*/ 389786 w 857846"/>
              <a:gd name="csY116" fmla="*/ 815851 h 857858"/>
              <a:gd name="csX117" fmla="*/ 389823 w 857846"/>
              <a:gd name="csY117" fmla="*/ 487429 h 857858"/>
              <a:gd name="csX118" fmla="*/ 370438 w 857846"/>
              <a:gd name="csY118" fmla="*/ 468043 h 857858"/>
              <a:gd name="csX119" fmla="*/ 318386 w 857846"/>
              <a:gd name="csY119" fmla="*/ 468043 h 857858"/>
              <a:gd name="csX120" fmla="*/ 318386 w 857846"/>
              <a:gd name="csY120" fmla="*/ 483186 h 857858"/>
              <a:gd name="csX121" fmla="*/ 288062 w 857846"/>
              <a:gd name="csY121" fmla="*/ 513510 h 857858"/>
              <a:gd name="csX122" fmla="*/ 141577 w 857846"/>
              <a:gd name="csY122" fmla="*/ 513547 h 857858"/>
              <a:gd name="csX123" fmla="*/ 111253 w 857846"/>
              <a:gd name="csY123" fmla="*/ 483223 h 857858"/>
              <a:gd name="csX124" fmla="*/ 111253 w 857846"/>
              <a:gd name="csY124" fmla="*/ 468080 h 857858"/>
              <a:gd name="csX125" fmla="*/ 84948 w 857846"/>
              <a:gd name="csY125" fmla="*/ 477605 h 857858"/>
              <a:gd name="csX126" fmla="*/ 32188 w 857846"/>
              <a:gd name="csY126" fmla="*/ 530365 h 857858"/>
              <a:gd name="csX127" fmla="*/ 22663 w 857846"/>
              <a:gd name="csY127" fmla="*/ 553397 h 857858"/>
              <a:gd name="csX128" fmla="*/ 22626 w 857846"/>
              <a:gd name="csY128" fmla="*/ 815858 h 857858"/>
              <a:gd name="csX129" fmla="*/ 42011 w 857846"/>
              <a:gd name="csY129" fmla="*/ 835243 h 857858"/>
              <a:gd name="csX130" fmla="*/ 370429 w 857846"/>
              <a:gd name="csY130" fmla="*/ 857858 h 857858"/>
              <a:gd name="csX131" fmla="*/ 42007 w 857846"/>
              <a:gd name="csY131" fmla="*/ 857858 h 857858"/>
              <a:gd name="csX132" fmla="*/ 0 w 857846"/>
              <a:gd name="csY132" fmla="*/ 815851 h 857858"/>
              <a:gd name="csX133" fmla="*/ 0 w 857846"/>
              <a:gd name="csY133" fmla="*/ 553389 h 857858"/>
              <a:gd name="csX134" fmla="*/ 16148 w 857846"/>
              <a:gd name="csY134" fmla="*/ 514359 h 857858"/>
              <a:gd name="csX135" fmla="*/ 68908 w 857846"/>
              <a:gd name="csY135" fmla="*/ 461599 h 857858"/>
              <a:gd name="csX136" fmla="*/ 107938 w 857846"/>
              <a:gd name="csY136" fmla="*/ 445451 h 857858"/>
              <a:gd name="csX137" fmla="*/ 370400 w 857846"/>
              <a:gd name="csY137" fmla="*/ 445451 h 857858"/>
              <a:gd name="csX138" fmla="*/ 412407 w 857846"/>
              <a:gd name="csY138" fmla="*/ 487458 h 857858"/>
              <a:gd name="csX139" fmla="*/ 412444 w 857846"/>
              <a:gd name="csY139" fmla="*/ 815852 h 857858"/>
              <a:gd name="csX140" fmla="*/ 370437 w 857846"/>
              <a:gd name="csY140" fmla="*/ 857859 h 857858"/>
              <a:gd name="csX141" fmla="*/ 295755 w 857846"/>
              <a:gd name="csY141" fmla="*/ 468038 h 857858"/>
              <a:gd name="csX142" fmla="*/ 295755 w 857846"/>
              <a:gd name="csY142" fmla="*/ 483180 h 857858"/>
              <a:gd name="csX143" fmla="*/ 288053 w 857846"/>
              <a:gd name="csY143" fmla="*/ 490882 h 857858"/>
              <a:gd name="csX144" fmla="*/ 141568 w 857846"/>
              <a:gd name="csY144" fmla="*/ 490919 h 857858"/>
              <a:gd name="csX145" fmla="*/ 133866 w 857846"/>
              <a:gd name="csY145" fmla="*/ 483218 h 857858"/>
              <a:gd name="csX146" fmla="*/ 133866 w 857846"/>
              <a:gd name="csY146" fmla="*/ 468075 h 857858"/>
              <a:gd name="csX147" fmla="*/ 168206 w 857846"/>
              <a:gd name="csY147" fmla="*/ 765360 h 857858"/>
              <a:gd name="csX148" fmla="*/ 116674 w 857846"/>
              <a:gd name="csY148" fmla="*/ 735632 h 857858"/>
              <a:gd name="csX149" fmla="*/ 116636 w 857846"/>
              <a:gd name="csY149" fmla="*/ 608197 h 857858"/>
              <a:gd name="csX150" fmla="*/ 168169 w 857846"/>
              <a:gd name="csY150" fmla="*/ 578469 h 857858"/>
              <a:gd name="csX151" fmla="*/ 278525 w 857846"/>
              <a:gd name="csY151" fmla="*/ 642167 h 857858"/>
              <a:gd name="csX152" fmla="*/ 278525 w 857846"/>
              <a:gd name="csY152" fmla="*/ 701587 h 857858"/>
              <a:gd name="csX153" fmla="*/ 156895 w 857846"/>
              <a:gd name="csY153" fmla="*/ 745827 h 857858"/>
              <a:gd name="csX154" fmla="*/ 139296 w 857846"/>
              <a:gd name="csY154" fmla="*/ 735632 h 857858"/>
              <a:gd name="csX155" fmla="*/ 139296 w 857846"/>
              <a:gd name="csY155" fmla="*/ 608197 h 857858"/>
              <a:gd name="csX156" fmla="*/ 156895 w 857846"/>
              <a:gd name="csY156" fmla="*/ 598002 h 857858"/>
              <a:gd name="csX157" fmla="*/ 267252 w 857846"/>
              <a:gd name="csY157" fmla="*/ 661701 h 857858"/>
              <a:gd name="csX158" fmla="*/ 267252 w 857846"/>
              <a:gd name="csY158" fmla="*/ 682090 h 857858"/>
              <a:gd name="csX159" fmla="*/ 487403 w 857846"/>
              <a:gd name="csY159" fmla="*/ 835235 h 857858"/>
              <a:gd name="csX160" fmla="*/ 815825 w 857846"/>
              <a:gd name="csY160" fmla="*/ 835235 h 857858"/>
              <a:gd name="csX161" fmla="*/ 835210 w 857846"/>
              <a:gd name="csY161" fmla="*/ 815850 h 857858"/>
              <a:gd name="csX162" fmla="*/ 835210 w 857846"/>
              <a:gd name="csY162" fmla="*/ 487428 h 857858"/>
              <a:gd name="csX163" fmla="*/ 815825 w 857846"/>
              <a:gd name="csY163" fmla="*/ 468042 h 857858"/>
              <a:gd name="csX164" fmla="*/ 763773 w 857846"/>
              <a:gd name="csY164" fmla="*/ 468042 h 857858"/>
              <a:gd name="csX165" fmla="*/ 763773 w 857846"/>
              <a:gd name="csY165" fmla="*/ 483185 h 857858"/>
              <a:gd name="csX166" fmla="*/ 733449 w 857846"/>
              <a:gd name="csY166" fmla="*/ 513509 h 857858"/>
              <a:gd name="csX167" fmla="*/ 586964 w 857846"/>
              <a:gd name="csY167" fmla="*/ 513546 h 857858"/>
              <a:gd name="csX168" fmla="*/ 556640 w 857846"/>
              <a:gd name="csY168" fmla="*/ 483222 h 857858"/>
              <a:gd name="csX169" fmla="*/ 556640 w 857846"/>
              <a:gd name="csY169" fmla="*/ 468080 h 857858"/>
              <a:gd name="csX170" fmla="*/ 530335 w 857846"/>
              <a:gd name="csY170" fmla="*/ 477605 h 857858"/>
              <a:gd name="csX171" fmla="*/ 477575 w 857846"/>
              <a:gd name="csY171" fmla="*/ 530364 h 857858"/>
              <a:gd name="csX172" fmla="*/ 468050 w 857846"/>
              <a:gd name="csY172" fmla="*/ 553396 h 857858"/>
              <a:gd name="csX173" fmla="*/ 468013 w 857846"/>
              <a:gd name="csY173" fmla="*/ 815857 h 857858"/>
              <a:gd name="csX174" fmla="*/ 487398 w 857846"/>
              <a:gd name="csY174" fmla="*/ 835243 h 857858"/>
              <a:gd name="csX175" fmla="*/ 815825 w 857846"/>
              <a:gd name="csY175" fmla="*/ 857857 h 857858"/>
              <a:gd name="csX176" fmla="*/ 487403 w 857846"/>
              <a:gd name="csY176" fmla="*/ 857857 h 857858"/>
              <a:gd name="csX177" fmla="*/ 445396 w 857846"/>
              <a:gd name="csY177" fmla="*/ 815850 h 857858"/>
              <a:gd name="csX178" fmla="*/ 445396 w 857846"/>
              <a:gd name="csY178" fmla="*/ 553388 h 857858"/>
              <a:gd name="csX179" fmla="*/ 461543 w 857846"/>
              <a:gd name="csY179" fmla="*/ 514358 h 857858"/>
              <a:gd name="csX180" fmla="*/ 514303 w 857846"/>
              <a:gd name="csY180" fmla="*/ 461598 h 857858"/>
              <a:gd name="csX181" fmla="*/ 553334 w 857846"/>
              <a:gd name="csY181" fmla="*/ 445450 h 857858"/>
              <a:gd name="csX182" fmla="*/ 815833 w 857846"/>
              <a:gd name="csY182" fmla="*/ 445450 h 857858"/>
              <a:gd name="csX183" fmla="*/ 857841 w 857846"/>
              <a:gd name="csY183" fmla="*/ 487457 h 857858"/>
              <a:gd name="csX184" fmla="*/ 857841 w 857846"/>
              <a:gd name="csY184" fmla="*/ 815851 h 857858"/>
              <a:gd name="csX185" fmla="*/ 815833 w 857846"/>
              <a:gd name="csY185" fmla="*/ 857858 h 857858"/>
              <a:gd name="csX186" fmla="*/ 741151 w 857846"/>
              <a:gd name="csY186" fmla="*/ 468037 h 857858"/>
              <a:gd name="csX187" fmla="*/ 741151 w 857846"/>
              <a:gd name="csY187" fmla="*/ 483179 h 857858"/>
              <a:gd name="csX188" fmla="*/ 733449 w 857846"/>
              <a:gd name="csY188" fmla="*/ 490881 h 857858"/>
              <a:gd name="csX189" fmla="*/ 586964 w 857846"/>
              <a:gd name="csY189" fmla="*/ 490918 h 857858"/>
              <a:gd name="csX190" fmla="*/ 579262 w 857846"/>
              <a:gd name="csY190" fmla="*/ 483217 h 857858"/>
              <a:gd name="csX191" fmla="*/ 579262 w 857846"/>
              <a:gd name="csY191" fmla="*/ 468074 h 857858"/>
              <a:gd name="csX192" fmla="*/ 641805 w 857846"/>
              <a:gd name="csY192" fmla="*/ 573631 h 857858"/>
              <a:gd name="csX193" fmla="*/ 755362 w 857846"/>
              <a:gd name="csY193" fmla="*/ 573631 h 857858"/>
              <a:gd name="csX194" fmla="*/ 766673 w 857846"/>
              <a:gd name="csY194" fmla="*/ 584942 h 857858"/>
              <a:gd name="csX195" fmla="*/ 766673 w 857846"/>
              <a:gd name="csY195" fmla="*/ 654966 h 857858"/>
              <a:gd name="csX196" fmla="*/ 755362 w 857846"/>
              <a:gd name="csY196" fmla="*/ 666277 h 857858"/>
              <a:gd name="csX197" fmla="*/ 653121 w 857846"/>
              <a:gd name="csY197" fmla="*/ 666277 h 857858"/>
              <a:gd name="csX198" fmla="*/ 653121 w 857846"/>
              <a:gd name="csY198" fmla="*/ 755796 h 857858"/>
              <a:gd name="csX199" fmla="*/ 555566 w 857846"/>
              <a:gd name="csY199" fmla="*/ 786493 h 857858"/>
              <a:gd name="csX200" fmla="*/ 555566 w 857846"/>
              <a:gd name="csY200" fmla="*/ 725101 h 857858"/>
              <a:gd name="csX201" fmla="*/ 630501 w 857846"/>
              <a:gd name="csY201" fmla="*/ 722980 h 857858"/>
              <a:gd name="csX202" fmla="*/ 630501 w 857846"/>
              <a:gd name="csY202" fmla="*/ 584982 h 857858"/>
              <a:gd name="csX203" fmla="*/ 641812 w 857846"/>
              <a:gd name="csY203" fmla="*/ 573634 h 857858"/>
              <a:gd name="csX204" fmla="*/ 744046 w 857846"/>
              <a:gd name="csY204" fmla="*/ 596253 h 857858"/>
              <a:gd name="csX205" fmla="*/ 744046 w 857846"/>
              <a:gd name="csY205" fmla="*/ 643655 h 857858"/>
              <a:gd name="csX206" fmla="*/ 653112 w 857846"/>
              <a:gd name="csY206" fmla="*/ 643655 h 857858"/>
              <a:gd name="csX207" fmla="*/ 653112 w 857846"/>
              <a:gd name="csY207" fmla="*/ 596253 h 857858"/>
              <a:gd name="csX208" fmla="*/ 621974 w 857846"/>
              <a:gd name="csY208" fmla="*/ 744109 h 857858"/>
              <a:gd name="csX209" fmla="*/ 621974 w 857846"/>
              <a:gd name="csY209" fmla="*/ 767475 h 857858"/>
              <a:gd name="csX210" fmla="*/ 559168 w 857846"/>
              <a:gd name="csY210" fmla="*/ 755792 h 857858"/>
              <a:gd name="csX211" fmla="*/ 621974 w 857846"/>
              <a:gd name="csY211" fmla="*/ 744108 h 8578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Lst>
            <a:rect l="l" t="t" r="r" b="b"/>
            <a:pathLst>
              <a:path w="857846" h="857858">
                <a:moveTo>
                  <a:pt x="487456" y="389785"/>
                </a:moveTo>
                <a:lnTo>
                  <a:pt x="573218" y="389785"/>
                </a:lnTo>
                <a:lnTo>
                  <a:pt x="621662" y="323817"/>
                </a:lnTo>
                <a:lnTo>
                  <a:pt x="575711" y="261197"/>
                </a:lnTo>
                <a:cubicBezTo>
                  <a:pt x="569535" y="252789"/>
                  <a:pt x="557145" y="252789"/>
                  <a:pt x="550968" y="261197"/>
                </a:cubicBezTo>
                <a:lnTo>
                  <a:pt x="468405" y="373678"/>
                </a:lnTo>
                <a:cubicBezTo>
                  <a:pt x="469931" y="382868"/>
                  <a:pt x="477967" y="389789"/>
                  <a:pt x="487455" y="389789"/>
                </a:cubicBezTo>
                <a:close/>
                <a:moveTo>
                  <a:pt x="601194" y="389785"/>
                </a:moveTo>
                <a:lnTo>
                  <a:pt x="748203" y="189541"/>
                </a:lnTo>
                <a:cubicBezTo>
                  <a:pt x="755496" y="179606"/>
                  <a:pt x="770192" y="179606"/>
                  <a:pt x="777485" y="189541"/>
                </a:cubicBezTo>
                <a:lnTo>
                  <a:pt x="835267" y="268271"/>
                </a:lnTo>
                <a:lnTo>
                  <a:pt x="835267" y="370445"/>
                </a:lnTo>
                <a:cubicBezTo>
                  <a:pt x="835267" y="381087"/>
                  <a:pt x="826524" y="389831"/>
                  <a:pt x="815882" y="389831"/>
                </a:cubicBezTo>
                <a:lnTo>
                  <a:pt x="601198" y="389831"/>
                </a:lnTo>
                <a:close/>
                <a:moveTo>
                  <a:pt x="815840" y="412407"/>
                </a:moveTo>
                <a:lnTo>
                  <a:pt x="487447" y="412407"/>
                </a:lnTo>
                <a:cubicBezTo>
                  <a:pt x="464304" y="412407"/>
                  <a:pt x="445439" y="393543"/>
                  <a:pt x="445439" y="370400"/>
                </a:cubicBezTo>
                <a:lnTo>
                  <a:pt x="445439" y="107938"/>
                </a:lnTo>
                <a:cubicBezTo>
                  <a:pt x="445439" y="92981"/>
                  <a:pt x="451021" y="79475"/>
                  <a:pt x="461587" y="68908"/>
                </a:cubicBezTo>
                <a:lnTo>
                  <a:pt x="514347" y="16148"/>
                </a:lnTo>
                <a:cubicBezTo>
                  <a:pt x="524914" y="5581"/>
                  <a:pt x="538383" y="0"/>
                  <a:pt x="553378" y="0"/>
                </a:cubicBezTo>
                <a:lnTo>
                  <a:pt x="815839" y="0"/>
                </a:lnTo>
                <a:cubicBezTo>
                  <a:pt x="838982" y="0"/>
                  <a:pt x="857846" y="18864"/>
                  <a:pt x="857846" y="42007"/>
                </a:cubicBezTo>
                <a:lnTo>
                  <a:pt x="857846" y="370401"/>
                </a:lnTo>
                <a:cubicBezTo>
                  <a:pt x="857846" y="393543"/>
                  <a:pt x="838945" y="412408"/>
                  <a:pt x="815839" y="412408"/>
                </a:cubicBezTo>
                <a:close/>
                <a:moveTo>
                  <a:pt x="835225" y="230127"/>
                </a:moveTo>
                <a:lnTo>
                  <a:pt x="795638" y="176213"/>
                </a:lnTo>
                <a:cubicBezTo>
                  <a:pt x="779304" y="153964"/>
                  <a:pt x="746301" y="153964"/>
                  <a:pt x="729967" y="176213"/>
                </a:cubicBezTo>
                <a:lnTo>
                  <a:pt x="635611" y="304763"/>
                </a:lnTo>
                <a:lnTo>
                  <a:pt x="593865" y="247873"/>
                </a:lnTo>
                <a:cubicBezTo>
                  <a:pt x="578647" y="227148"/>
                  <a:pt x="547914" y="227148"/>
                  <a:pt x="532696" y="247873"/>
                </a:cubicBezTo>
                <a:lnTo>
                  <a:pt x="468067" y="335942"/>
                </a:lnTo>
                <a:lnTo>
                  <a:pt x="468030" y="107933"/>
                </a:lnTo>
                <a:cubicBezTo>
                  <a:pt x="468030" y="98742"/>
                  <a:pt x="471044" y="91412"/>
                  <a:pt x="477592" y="84901"/>
                </a:cubicBezTo>
                <a:lnTo>
                  <a:pt x="530352" y="32141"/>
                </a:lnTo>
                <a:cubicBezTo>
                  <a:pt x="538612" y="23918"/>
                  <a:pt x="545867" y="22616"/>
                  <a:pt x="556657" y="22616"/>
                </a:cubicBezTo>
                <a:lnTo>
                  <a:pt x="556657" y="37759"/>
                </a:lnTo>
                <a:cubicBezTo>
                  <a:pt x="556657" y="54465"/>
                  <a:pt x="570275" y="68083"/>
                  <a:pt x="586981" y="68083"/>
                </a:cubicBezTo>
                <a:lnTo>
                  <a:pt x="733428" y="68083"/>
                </a:lnTo>
                <a:cubicBezTo>
                  <a:pt x="750134" y="68083"/>
                  <a:pt x="763752" y="54465"/>
                  <a:pt x="763752" y="37759"/>
                </a:cubicBezTo>
                <a:lnTo>
                  <a:pt x="763752" y="22616"/>
                </a:lnTo>
                <a:lnTo>
                  <a:pt x="815804" y="22616"/>
                </a:lnTo>
                <a:cubicBezTo>
                  <a:pt x="826445" y="22616"/>
                  <a:pt x="835189" y="31360"/>
                  <a:pt x="835189" y="42001"/>
                </a:cubicBezTo>
                <a:close/>
                <a:moveTo>
                  <a:pt x="741166" y="22625"/>
                </a:moveTo>
                <a:lnTo>
                  <a:pt x="579279" y="22625"/>
                </a:lnTo>
                <a:lnTo>
                  <a:pt x="579279" y="37768"/>
                </a:lnTo>
                <a:cubicBezTo>
                  <a:pt x="579279" y="41972"/>
                  <a:pt x="582777" y="45469"/>
                  <a:pt x="586981" y="45469"/>
                </a:cubicBezTo>
                <a:lnTo>
                  <a:pt x="733428" y="45469"/>
                </a:lnTo>
                <a:cubicBezTo>
                  <a:pt x="737632" y="45469"/>
                  <a:pt x="741130" y="41972"/>
                  <a:pt x="741130" y="37768"/>
                </a:cubicBezTo>
                <a:close/>
                <a:moveTo>
                  <a:pt x="658380" y="88927"/>
                </a:moveTo>
                <a:cubicBezTo>
                  <a:pt x="631070" y="88927"/>
                  <a:pt x="608895" y="111102"/>
                  <a:pt x="608895" y="138413"/>
                </a:cubicBezTo>
                <a:cubicBezTo>
                  <a:pt x="608895" y="182354"/>
                  <a:pt x="662288" y="204529"/>
                  <a:pt x="693392" y="173425"/>
                </a:cubicBezTo>
                <a:cubicBezTo>
                  <a:pt x="724497" y="142283"/>
                  <a:pt x="702322" y="88927"/>
                  <a:pt x="658380" y="88927"/>
                </a:cubicBezTo>
                <a:close/>
                <a:moveTo>
                  <a:pt x="677393" y="119400"/>
                </a:moveTo>
                <a:cubicBezTo>
                  <a:pt x="660502" y="102508"/>
                  <a:pt x="631517" y="114526"/>
                  <a:pt x="631517" y="138413"/>
                </a:cubicBezTo>
                <a:cubicBezTo>
                  <a:pt x="631517" y="162300"/>
                  <a:pt x="660502" y="174280"/>
                  <a:pt x="677393" y="157425"/>
                </a:cubicBezTo>
                <a:cubicBezTo>
                  <a:pt x="687886" y="146896"/>
                  <a:pt x="687886" y="129892"/>
                  <a:pt x="677393" y="119400"/>
                </a:cubicBezTo>
                <a:close/>
                <a:moveTo>
                  <a:pt x="42009" y="389824"/>
                </a:moveTo>
                <a:lnTo>
                  <a:pt x="370402" y="389824"/>
                </a:lnTo>
                <a:cubicBezTo>
                  <a:pt x="381044" y="389824"/>
                  <a:pt x="389788" y="381080"/>
                  <a:pt x="389788" y="370439"/>
                </a:cubicBezTo>
                <a:lnTo>
                  <a:pt x="389825" y="42017"/>
                </a:lnTo>
                <a:cubicBezTo>
                  <a:pt x="389825" y="31375"/>
                  <a:pt x="381081" y="22631"/>
                  <a:pt x="370440" y="22631"/>
                </a:cubicBezTo>
                <a:lnTo>
                  <a:pt x="318387" y="22631"/>
                </a:lnTo>
                <a:lnTo>
                  <a:pt x="318387" y="37774"/>
                </a:lnTo>
                <a:cubicBezTo>
                  <a:pt x="318387" y="54480"/>
                  <a:pt x="304770" y="68098"/>
                  <a:pt x="288064" y="68098"/>
                </a:cubicBezTo>
                <a:lnTo>
                  <a:pt x="141579" y="68135"/>
                </a:lnTo>
                <a:cubicBezTo>
                  <a:pt x="124873" y="68135"/>
                  <a:pt x="111255" y="54517"/>
                  <a:pt x="111255" y="37811"/>
                </a:cubicBezTo>
                <a:lnTo>
                  <a:pt x="111255" y="22669"/>
                </a:lnTo>
                <a:cubicBezTo>
                  <a:pt x="100428" y="22669"/>
                  <a:pt x="93173" y="23971"/>
                  <a:pt x="84950" y="32194"/>
                </a:cubicBezTo>
                <a:lnTo>
                  <a:pt x="32190" y="84954"/>
                </a:lnTo>
                <a:cubicBezTo>
                  <a:pt x="25679" y="91465"/>
                  <a:pt x="22665" y="98794"/>
                  <a:pt x="22665" y="107985"/>
                </a:cubicBezTo>
                <a:lnTo>
                  <a:pt x="22665" y="370446"/>
                </a:lnTo>
                <a:cubicBezTo>
                  <a:pt x="22628" y="381088"/>
                  <a:pt x="31371" y="389832"/>
                  <a:pt x="42012" y="389832"/>
                </a:cubicBezTo>
                <a:close/>
                <a:moveTo>
                  <a:pt x="370431" y="412409"/>
                </a:moveTo>
                <a:lnTo>
                  <a:pt x="42009" y="412409"/>
                </a:lnTo>
                <a:cubicBezTo>
                  <a:pt x="18866" y="412409"/>
                  <a:pt x="2" y="393544"/>
                  <a:pt x="2" y="370402"/>
                </a:cubicBezTo>
                <a:lnTo>
                  <a:pt x="2" y="107978"/>
                </a:lnTo>
                <a:cubicBezTo>
                  <a:pt x="2" y="93021"/>
                  <a:pt x="5583" y="79515"/>
                  <a:pt x="16150" y="68948"/>
                </a:cubicBezTo>
                <a:lnTo>
                  <a:pt x="68910" y="16188"/>
                </a:lnTo>
                <a:cubicBezTo>
                  <a:pt x="79477" y="5621"/>
                  <a:pt x="92945" y="40"/>
                  <a:pt x="107940" y="40"/>
                </a:cubicBezTo>
                <a:lnTo>
                  <a:pt x="370402" y="40"/>
                </a:lnTo>
                <a:cubicBezTo>
                  <a:pt x="393544" y="40"/>
                  <a:pt x="412409" y="18904"/>
                  <a:pt x="412409" y="42047"/>
                </a:cubicBezTo>
                <a:lnTo>
                  <a:pt x="412409" y="370441"/>
                </a:lnTo>
                <a:cubicBezTo>
                  <a:pt x="412409" y="393546"/>
                  <a:pt x="393544" y="412410"/>
                  <a:pt x="370440" y="412410"/>
                </a:cubicBezTo>
                <a:close/>
                <a:moveTo>
                  <a:pt x="295757" y="22627"/>
                </a:moveTo>
                <a:lnTo>
                  <a:pt x="295757" y="37769"/>
                </a:lnTo>
                <a:cubicBezTo>
                  <a:pt x="295757" y="41974"/>
                  <a:pt x="292259" y="45471"/>
                  <a:pt x="288055" y="45471"/>
                </a:cubicBezTo>
                <a:lnTo>
                  <a:pt x="141570" y="45509"/>
                </a:lnTo>
                <a:cubicBezTo>
                  <a:pt x="137366" y="45509"/>
                  <a:pt x="133868" y="42011"/>
                  <a:pt x="133868" y="37807"/>
                </a:cubicBezTo>
                <a:lnTo>
                  <a:pt x="133868" y="22664"/>
                </a:lnTo>
                <a:close/>
                <a:moveTo>
                  <a:pt x="95437" y="147423"/>
                </a:moveTo>
                <a:cubicBezTo>
                  <a:pt x="89186" y="147423"/>
                  <a:pt x="84126" y="142363"/>
                  <a:pt x="84126" y="136112"/>
                </a:cubicBezTo>
                <a:cubicBezTo>
                  <a:pt x="84126" y="129861"/>
                  <a:pt x="89186" y="124801"/>
                  <a:pt x="95437" y="124801"/>
                </a:cubicBezTo>
                <a:lnTo>
                  <a:pt x="317007" y="124801"/>
                </a:lnTo>
                <a:cubicBezTo>
                  <a:pt x="323258" y="124801"/>
                  <a:pt x="328318" y="129861"/>
                  <a:pt x="328318" y="136112"/>
                </a:cubicBezTo>
                <a:cubicBezTo>
                  <a:pt x="328318" y="142363"/>
                  <a:pt x="323258" y="147423"/>
                  <a:pt x="317007" y="147423"/>
                </a:cubicBezTo>
                <a:close/>
                <a:moveTo>
                  <a:pt x="95437" y="326207"/>
                </a:moveTo>
                <a:cubicBezTo>
                  <a:pt x="89186" y="326207"/>
                  <a:pt x="84126" y="321147"/>
                  <a:pt x="84126" y="314897"/>
                </a:cubicBezTo>
                <a:cubicBezTo>
                  <a:pt x="84126" y="308646"/>
                  <a:pt x="89186" y="303586"/>
                  <a:pt x="95437" y="303586"/>
                </a:cubicBezTo>
                <a:lnTo>
                  <a:pt x="240026" y="303586"/>
                </a:lnTo>
                <a:cubicBezTo>
                  <a:pt x="246277" y="303586"/>
                  <a:pt x="251337" y="308646"/>
                  <a:pt x="251337" y="314897"/>
                </a:cubicBezTo>
                <a:cubicBezTo>
                  <a:pt x="251337" y="321147"/>
                  <a:pt x="246277" y="326207"/>
                  <a:pt x="240026" y="326207"/>
                </a:cubicBezTo>
                <a:close/>
                <a:moveTo>
                  <a:pt x="95437" y="266639"/>
                </a:moveTo>
                <a:cubicBezTo>
                  <a:pt x="89186" y="266639"/>
                  <a:pt x="84126" y="261579"/>
                  <a:pt x="84126" y="255328"/>
                </a:cubicBezTo>
                <a:cubicBezTo>
                  <a:pt x="84126" y="249077"/>
                  <a:pt x="89186" y="244017"/>
                  <a:pt x="95437" y="244017"/>
                </a:cubicBezTo>
                <a:lnTo>
                  <a:pt x="317007" y="244017"/>
                </a:lnTo>
                <a:cubicBezTo>
                  <a:pt x="323258" y="244017"/>
                  <a:pt x="328318" y="249077"/>
                  <a:pt x="328318" y="255328"/>
                </a:cubicBezTo>
                <a:cubicBezTo>
                  <a:pt x="328318" y="261579"/>
                  <a:pt x="323258" y="266639"/>
                  <a:pt x="317007" y="266639"/>
                </a:cubicBezTo>
                <a:close/>
                <a:moveTo>
                  <a:pt x="95437" y="207034"/>
                </a:moveTo>
                <a:cubicBezTo>
                  <a:pt x="89186" y="207034"/>
                  <a:pt x="84126" y="201973"/>
                  <a:pt x="84126" y="195723"/>
                </a:cubicBezTo>
                <a:cubicBezTo>
                  <a:pt x="84126" y="189472"/>
                  <a:pt x="89186" y="184412"/>
                  <a:pt x="95437" y="184412"/>
                </a:cubicBezTo>
                <a:lnTo>
                  <a:pt x="317007" y="184412"/>
                </a:lnTo>
                <a:cubicBezTo>
                  <a:pt x="323258" y="184412"/>
                  <a:pt x="328318" y="189472"/>
                  <a:pt x="328318" y="195723"/>
                </a:cubicBezTo>
                <a:cubicBezTo>
                  <a:pt x="328318" y="201973"/>
                  <a:pt x="323258" y="207034"/>
                  <a:pt x="317007" y="207034"/>
                </a:cubicBezTo>
                <a:close/>
                <a:moveTo>
                  <a:pt x="42007" y="835236"/>
                </a:moveTo>
                <a:lnTo>
                  <a:pt x="370401" y="835236"/>
                </a:lnTo>
                <a:cubicBezTo>
                  <a:pt x="381042" y="835236"/>
                  <a:pt x="389786" y="826492"/>
                  <a:pt x="389786" y="815851"/>
                </a:cubicBezTo>
                <a:lnTo>
                  <a:pt x="389823" y="487429"/>
                </a:lnTo>
                <a:cubicBezTo>
                  <a:pt x="389823" y="476787"/>
                  <a:pt x="381079" y="468043"/>
                  <a:pt x="370438" y="468043"/>
                </a:cubicBezTo>
                <a:lnTo>
                  <a:pt x="318386" y="468043"/>
                </a:lnTo>
                <a:lnTo>
                  <a:pt x="318386" y="483186"/>
                </a:lnTo>
                <a:cubicBezTo>
                  <a:pt x="318386" y="499892"/>
                  <a:pt x="304768" y="513510"/>
                  <a:pt x="288062" y="513510"/>
                </a:cubicBezTo>
                <a:lnTo>
                  <a:pt x="141577" y="513547"/>
                </a:lnTo>
                <a:cubicBezTo>
                  <a:pt x="124871" y="513547"/>
                  <a:pt x="111253" y="499929"/>
                  <a:pt x="111253" y="483223"/>
                </a:cubicBezTo>
                <a:lnTo>
                  <a:pt x="111253" y="468080"/>
                </a:lnTo>
                <a:cubicBezTo>
                  <a:pt x="100426" y="468080"/>
                  <a:pt x="93171" y="469383"/>
                  <a:pt x="84948" y="477605"/>
                </a:cubicBezTo>
                <a:lnTo>
                  <a:pt x="32188" y="530365"/>
                </a:lnTo>
                <a:cubicBezTo>
                  <a:pt x="25677" y="536877"/>
                  <a:pt x="22663" y="544206"/>
                  <a:pt x="22663" y="553397"/>
                </a:cubicBezTo>
                <a:lnTo>
                  <a:pt x="22626" y="815858"/>
                </a:lnTo>
                <a:cubicBezTo>
                  <a:pt x="22626" y="826500"/>
                  <a:pt x="31369" y="835243"/>
                  <a:pt x="42011" y="835243"/>
                </a:cubicBezTo>
                <a:close/>
                <a:moveTo>
                  <a:pt x="370429" y="857858"/>
                </a:moveTo>
                <a:lnTo>
                  <a:pt x="42007" y="857858"/>
                </a:lnTo>
                <a:cubicBezTo>
                  <a:pt x="18864" y="857858"/>
                  <a:pt x="0" y="838993"/>
                  <a:pt x="0" y="815851"/>
                </a:cubicBezTo>
                <a:lnTo>
                  <a:pt x="0" y="553389"/>
                </a:lnTo>
                <a:cubicBezTo>
                  <a:pt x="0" y="538432"/>
                  <a:pt x="5581" y="524926"/>
                  <a:pt x="16148" y="514359"/>
                </a:cubicBezTo>
                <a:lnTo>
                  <a:pt x="68908" y="461599"/>
                </a:lnTo>
                <a:cubicBezTo>
                  <a:pt x="79475" y="451032"/>
                  <a:pt x="92943" y="445451"/>
                  <a:pt x="107938" y="445451"/>
                </a:cubicBezTo>
                <a:lnTo>
                  <a:pt x="370400" y="445451"/>
                </a:lnTo>
                <a:cubicBezTo>
                  <a:pt x="393543" y="445451"/>
                  <a:pt x="412407" y="464315"/>
                  <a:pt x="412407" y="487458"/>
                </a:cubicBezTo>
                <a:lnTo>
                  <a:pt x="412444" y="815852"/>
                </a:lnTo>
                <a:cubicBezTo>
                  <a:pt x="412407" y="838957"/>
                  <a:pt x="393543" y="857859"/>
                  <a:pt x="370437" y="857859"/>
                </a:cubicBezTo>
                <a:close/>
                <a:moveTo>
                  <a:pt x="295755" y="468038"/>
                </a:moveTo>
                <a:lnTo>
                  <a:pt x="295755" y="483180"/>
                </a:lnTo>
                <a:cubicBezTo>
                  <a:pt x="295755" y="487385"/>
                  <a:pt x="292258" y="490882"/>
                  <a:pt x="288053" y="490882"/>
                </a:cubicBezTo>
                <a:lnTo>
                  <a:pt x="141568" y="490919"/>
                </a:lnTo>
                <a:cubicBezTo>
                  <a:pt x="137364" y="490919"/>
                  <a:pt x="133866" y="487422"/>
                  <a:pt x="133866" y="483218"/>
                </a:cubicBezTo>
                <a:lnTo>
                  <a:pt x="133866" y="468075"/>
                </a:lnTo>
                <a:close/>
                <a:moveTo>
                  <a:pt x="168206" y="765360"/>
                </a:moveTo>
                <a:cubicBezTo>
                  <a:pt x="145026" y="778717"/>
                  <a:pt x="116674" y="761826"/>
                  <a:pt x="116674" y="735632"/>
                </a:cubicBezTo>
                <a:lnTo>
                  <a:pt x="116636" y="608197"/>
                </a:lnTo>
                <a:cubicBezTo>
                  <a:pt x="116636" y="582003"/>
                  <a:pt x="145026" y="565112"/>
                  <a:pt x="168169" y="578469"/>
                </a:cubicBezTo>
                <a:lnTo>
                  <a:pt x="278525" y="642167"/>
                </a:lnTo>
                <a:cubicBezTo>
                  <a:pt x="301333" y="655338"/>
                  <a:pt x="301557" y="688266"/>
                  <a:pt x="278525" y="701587"/>
                </a:cubicBezTo>
                <a:close/>
                <a:moveTo>
                  <a:pt x="156895" y="745827"/>
                </a:moveTo>
                <a:cubicBezTo>
                  <a:pt x="149230" y="750254"/>
                  <a:pt x="139296" y="745008"/>
                  <a:pt x="139296" y="735632"/>
                </a:cubicBezTo>
                <a:lnTo>
                  <a:pt x="139296" y="608197"/>
                </a:lnTo>
                <a:cubicBezTo>
                  <a:pt x="139296" y="598821"/>
                  <a:pt x="149267" y="593574"/>
                  <a:pt x="156895" y="598002"/>
                </a:cubicBezTo>
                <a:lnTo>
                  <a:pt x="267252" y="661701"/>
                </a:lnTo>
                <a:cubicBezTo>
                  <a:pt x="275214" y="666166"/>
                  <a:pt x="275102" y="677439"/>
                  <a:pt x="267252" y="682090"/>
                </a:cubicBezTo>
                <a:close/>
                <a:moveTo>
                  <a:pt x="487403" y="835235"/>
                </a:moveTo>
                <a:lnTo>
                  <a:pt x="815825" y="835235"/>
                </a:lnTo>
                <a:cubicBezTo>
                  <a:pt x="826466" y="835235"/>
                  <a:pt x="835210" y="826491"/>
                  <a:pt x="835210" y="815850"/>
                </a:cubicBezTo>
                <a:lnTo>
                  <a:pt x="835210" y="487428"/>
                </a:lnTo>
                <a:cubicBezTo>
                  <a:pt x="835210" y="476786"/>
                  <a:pt x="826466" y="468042"/>
                  <a:pt x="815825" y="468042"/>
                </a:cubicBezTo>
                <a:lnTo>
                  <a:pt x="763773" y="468042"/>
                </a:lnTo>
                <a:lnTo>
                  <a:pt x="763773" y="483185"/>
                </a:lnTo>
                <a:cubicBezTo>
                  <a:pt x="763773" y="499891"/>
                  <a:pt x="750155" y="513509"/>
                  <a:pt x="733449" y="513509"/>
                </a:cubicBezTo>
                <a:lnTo>
                  <a:pt x="586964" y="513546"/>
                </a:lnTo>
                <a:cubicBezTo>
                  <a:pt x="570258" y="513546"/>
                  <a:pt x="556640" y="499928"/>
                  <a:pt x="556640" y="483222"/>
                </a:cubicBezTo>
                <a:lnTo>
                  <a:pt x="556640" y="468080"/>
                </a:lnTo>
                <a:cubicBezTo>
                  <a:pt x="545813" y="468080"/>
                  <a:pt x="538558" y="469382"/>
                  <a:pt x="530335" y="477605"/>
                </a:cubicBezTo>
                <a:lnTo>
                  <a:pt x="477575" y="530364"/>
                </a:lnTo>
                <a:cubicBezTo>
                  <a:pt x="471064" y="536876"/>
                  <a:pt x="468050" y="544205"/>
                  <a:pt x="468050" y="553396"/>
                </a:cubicBezTo>
                <a:lnTo>
                  <a:pt x="468013" y="815857"/>
                </a:lnTo>
                <a:cubicBezTo>
                  <a:pt x="468013" y="826499"/>
                  <a:pt x="476756" y="835243"/>
                  <a:pt x="487398" y="835243"/>
                </a:cubicBezTo>
                <a:close/>
                <a:moveTo>
                  <a:pt x="815825" y="857857"/>
                </a:moveTo>
                <a:lnTo>
                  <a:pt x="487403" y="857857"/>
                </a:lnTo>
                <a:cubicBezTo>
                  <a:pt x="464260" y="857857"/>
                  <a:pt x="445396" y="838993"/>
                  <a:pt x="445396" y="815850"/>
                </a:cubicBezTo>
                <a:lnTo>
                  <a:pt x="445396" y="553388"/>
                </a:lnTo>
                <a:cubicBezTo>
                  <a:pt x="445396" y="538431"/>
                  <a:pt x="450977" y="524925"/>
                  <a:pt x="461543" y="514358"/>
                </a:cubicBezTo>
                <a:lnTo>
                  <a:pt x="514303" y="461598"/>
                </a:lnTo>
                <a:cubicBezTo>
                  <a:pt x="524870" y="451031"/>
                  <a:pt x="538339" y="445450"/>
                  <a:pt x="553334" y="445450"/>
                </a:cubicBezTo>
                <a:lnTo>
                  <a:pt x="815833" y="445450"/>
                </a:lnTo>
                <a:cubicBezTo>
                  <a:pt x="838976" y="445450"/>
                  <a:pt x="857841" y="464314"/>
                  <a:pt x="857841" y="487457"/>
                </a:cubicBezTo>
                <a:lnTo>
                  <a:pt x="857841" y="815851"/>
                </a:lnTo>
                <a:cubicBezTo>
                  <a:pt x="857841" y="838956"/>
                  <a:pt x="838939" y="857858"/>
                  <a:pt x="815833" y="857858"/>
                </a:cubicBezTo>
                <a:close/>
                <a:moveTo>
                  <a:pt x="741151" y="468037"/>
                </a:moveTo>
                <a:lnTo>
                  <a:pt x="741151" y="483179"/>
                </a:lnTo>
                <a:cubicBezTo>
                  <a:pt x="741151" y="487384"/>
                  <a:pt x="737653" y="490881"/>
                  <a:pt x="733449" y="490881"/>
                </a:cubicBezTo>
                <a:lnTo>
                  <a:pt x="586964" y="490918"/>
                </a:lnTo>
                <a:cubicBezTo>
                  <a:pt x="582760" y="490918"/>
                  <a:pt x="579262" y="487421"/>
                  <a:pt x="579262" y="483217"/>
                </a:cubicBezTo>
                <a:lnTo>
                  <a:pt x="579262" y="468074"/>
                </a:lnTo>
                <a:close/>
                <a:moveTo>
                  <a:pt x="641805" y="573631"/>
                </a:moveTo>
                <a:lnTo>
                  <a:pt x="755362" y="573631"/>
                </a:lnTo>
                <a:cubicBezTo>
                  <a:pt x="761613" y="573631"/>
                  <a:pt x="766673" y="578691"/>
                  <a:pt x="766673" y="584942"/>
                </a:cubicBezTo>
                <a:lnTo>
                  <a:pt x="766673" y="654966"/>
                </a:lnTo>
                <a:cubicBezTo>
                  <a:pt x="766673" y="661216"/>
                  <a:pt x="761613" y="666277"/>
                  <a:pt x="755362" y="666277"/>
                </a:cubicBezTo>
                <a:lnTo>
                  <a:pt x="653121" y="666277"/>
                </a:lnTo>
                <a:lnTo>
                  <a:pt x="653121" y="755796"/>
                </a:lnTo>
                <a:cubicBezTo>
                  <a:pt x="653121" y="792669"/>
                  <a:pt x="591952" y="809710"/>
                  <a:pt x="555566" y="786493"/>
                </a:cubicBezTo>
                <a:cubicBezTo>
                  <a:pt x="530190" y="770308"/>
                  <a:pt x="530190" y="741323"/>
                  <a:pt x="555566" y="725101"/>
                </a:cubicBezTo>
                <a:cubicBezTo>
                  <a:pt x="576513" y="711744"/>
                  <a:pt x="608363" y="711037"/>
                  <a:pt x="630501" y="722980"/>
                </a:cubicBezTo>
                <a:lnTo>
                  <a:pt x="630501" y="584982"/>
                </a:lnTo>
                <a:cubicBezTo>
                  <a:pt x="630501" y="578731"/>
                  <a:pt x="635561" y="573634"/>
                  <a:pt x="641812" y="573634"/>
                </a:cubicBezTo>
                <a:close/>
                <a:moveTo>
                  <a:pt x="744046" y="596253"/>
                </a:moveTo>
                <a:lnTo>
                  <a:pt x="744046" y="643655"/>
                </a:lnTo>
                <a:lnTo>
                  <a:pt x="653112" y="643655"/>
                </a:lnTo>
                <a:lnTo>
                  <a:pt x="653112" y="596253"/>
                </a:lnTo>
                <a:close/>
                <a:moveTo>
                  <a:pt x="621974" y="744109"/>
                </a:moveTo>
                <a:cubicBezTo>
                  <a:pt x="633285" y="751327"/>
                  <a:pt x="633285" y="760294"/>
                  <a:pt x="621974" y="767475"/>
                </a:cubicBezTo>
                <a:cubicBezTo>
                  <a:pt x="598683" y="782358"/>
                  <a:pt x="559168" y="771196"/>
                  <a:pt x="559168" y="755792"/>
                </a:cubicBezTo>
                <a:cubicBezTo>
                  <a:pt x="559168" y="740388"/>
                  <a:pt x="598681" y="729225"/>
                  <a:pt x="621974" y="744108"/>
                </a:cubicBezTo>
                <a:close/>
              </a:path>
            </a:pathLst>
          </a:custGeom>
          <a:solidFill>
            <a:schemeClr val="accent2"/>
          </a:solidFill>
          <a:ln w="9525" cap="flat">
            <a:noFill/>
            <a:prstDash val="solid"/>
            <a:miter/>
          </a:ln>
        </p:spPr>
        <p:txBody>
          <a:bodyPr/>
          <a:lstStyle/>
          <a:p>
            <a:endParaRPr lang="fr-FR"/>
          </a:p>
        </p:txBody>
      </p:sp>
      <p:grpSp>
        <p:nvGrpSpPr>
          <p:cNvPr id="45" name="Graphique 10">
            <a:extLst>
              <a:ext uri="{FF2B5EF4-FFF2-40B4-BE49-F238E27FC236}">
                <a16:creationId xmlns:a16="http://schemas.microsoft.com/office/drawing/2014/main" id="{FC63AFF7-345B-435A-CD42-4D7675258556}"/>
              </a:ext>
            </a:extLst>
          </p:cNvPr>
          <p:cNvGrpSpPr>
            <a:grpSpLocks noChangeAspect="1"/>
          </p:cNvGrpSpPr>
          <p:nvPr/>
        </p:nvGrpSpPr>
        <p:grpSpPr>
          <a:xfrm>
            <a:off x="7967741" y="4556049"/>
            <a:ext cx="360000" cy="288474"/>
            <a:chOff x="3246122" y="3105454"/>
            <a:chExt cx="884769" cy="708974"/>
          </a:xfrm>
          <a:solidFill>
            <a:schemeClr val="accent2"/>
          </a:solidFill>
        </p:grpSpPr>
        <p:sp>
          <p:nvSpPr>
            <p:cNvPr id="46" name="Forme libre : forme 45">
              <a:extLst>
                <a:ext uri="{FF2B5EF4-FFF2-40B4-BE49-F238E27FC236}">
                  <a16:creationId xmlns:a16="http://schemas.microsoft.com/office/drawing/2014/main" id="{48643E51-DCF4-5F89-2540-DFA0502EB874}"/>
                </a:ext>
              </a:extLst>
            </p:cNvPr>
            <p:cNvSpPr/>
            <p:nvPr/>
          </p:nvSpPr>
          <p:spPr>
            <a:xfrm>
              <a:off x="3570218" y="3105454"/>
              <a:ext cx="230695" cy="230695"/>
            </a:xfrm>
            <a:custGeom>
              <a:avLst/>
              <a:gdLst>
                <a:gd name="csX0" fmla="*/ 115348 w 230695"/>
                <a:gd name="csY0" fmla="*/ 230696 h 230695"/>
                <a:gd name="csX1" fmla="*/ 230695 w 230695"/>
                <a:gd name="csY1" fmla="*/ 115338 h 230695"/>
                <a:gd name="csX2" fmla="*/ 115348 w 230695"/>
                <a:gd name="csY2" fmla="*/ 0 h 230695"/>
                <a:gd name="csX3" fmla="*/ 0 w 230695"/>
                <a:gd name="csY3" fmla="*/ 115338 h 230695"/>
                <a:gd name="csX4" fmla="*/ 115348 w 230695"/>
                <a:gd name="csY4" fmla="*/ 230696 h 230695"/>
                <a:gd name="csX5" fmla="*/ 115348 w 230695"/>
                <a:gd name="csY5" fmla="*/ 28565 h 230695"/>
                <a:gd name="csX6" fmla="*/ 202120 w 230695"/>
                <a:gd name="csY6" fmla="*/ 115329 h 230695"/>
                <a:gd name="csX7" fmla="*/ 115348 w 230695"/>
                <a:gd name="csY7" fmla="*/ 202111 h 230695"/>
                <a:gd name="csX8" fmla="*/ 28575 w 230695"/>
                <a:gd name="csY8" fmla="*/ 115329 h 230695"/>
                <a:gd name="csX9" fmla="*/ 115348 w 230695"/>
                <a:gd name="csY9" fmla="*/ 28565 h 2306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30695" h="230695">
                  <a:moveTo>
                    <a:pt x="115348" y="230696"/>
                  </a:moveTo>
                  <a:cubicBezTo>
                    <a:pt x="178956" y="230696"/>
                    <a:pt x="230695" y="178937"/>
                    <a:pt x="230695" y="115338"/>
                  </a:cubicBezTo>
                  <a:cubicBezTo>
                    <a:pt x="230695" y="51740"/>
                    <a:pt x="178946" y="0"/>
                    <a:pt x="115348" y="0"/>
                  </a:cubicBezTo>
                  <a:cubicBezTo>
                    <a:pt x="51749" y="0"/>
                    <a:pt x="0" y="51749"/>
                    <a:pt x="0" y="115338"/>
                  </a:cubicBezTo>
                  <a:cubicBezTo>
                    <a:pt x="0" y="178937"/>
                    <a:pt x="51749" y="230696"/>
                    <a:pt x="115348" y="230696"/>
                  </a:cubicBezTo>
                  <a:close/>
                  <a:moveTo>
                    <a:pt x="115348" y="28565"/>
                  </a:moveTo>
                  <a:cubicBezTo>
                    <a:pt x="163192" y="28565"/>
                    <a:pt x="202120" y="67494"/>
                    <a:pt x="202120" y="115329"/>
                  </a:cubicBezTo>
                  <a:cubicBezTo>
                    <a:pt x="202120" y="163182"/>
                    <a:pt x="163192" y="202111"/>
                    <a:pt x="115348" y="202111"/>
                  </a:cubicBezTo>
                  <a:cubicBezTo>
                    <a:pt x="67504" y="202111"/>
                    <a:pt x="28575" y="163182"/>
                    <a:pt x="28575" y="115329"/>
                  </a:cubicBezTo>
                  <a:cubicBezTo>
                    <a:pt x="28575" y="67494"/>
                    <a:pt x="67504" y="28565"/>
                    <a:pt x="115348" y="28565"/>
                  </a:cubicBezTo>
                  <a:close/>
                </a:path>
              </a:pathLst>
            </a:custGeom>
            <a:grpFill/>
            <a:ln w="9525" cap="flat">
              <a:noFill/>
              <a:prstDash val="solid"/>
              <a:miter/>
            </a:ln>
          </p:spPr>
          <p:txBody>
            <a:bodyPr/>
            <a:lstStyle/>
            <a:p>
              <a:endParaRPr lang="fr-FR"/>
            </a:p>
          </p:txBody>
        </p:sp>
        <p:sp>
          <p:nvSpPr>
            <p:cNvPr id="50" name="Forme libre : forme 49">
              <a:extLst>
                <a:ext uri="{FF2B5EF4-FFF2-40B4-BE49-F238E27FC236}">
                  <a16:creationId xmlns:a16="http://schemas.microsoft.com/office/drawing/2014/main" id="{142309D8-ACCF-04E1-5309-49DE043B5CFD}"/>
                </a:ext>
              </a:extLst>
            </p:cNvPr>
            <p:cNvSpPr/>
            <p:nvPr/>
          </p:nvSpPr>
          <p:spPr>
            <a:xfrm>
              <a:off x="3297536" y="3164033"/>
              <a:ext cx="183013" cy="183003"/>
            </a:xfrm>
            <a:custGeom>
              <a:avLst/>
              <a:gdLst>
                <a:gd name="csX0" fmla="*/ 91507 w 183013"/>
                <a:gd name="csY0" fmla="*/ 183004 h 183003"/>
                <a:gd name="csX1" fmla="*/ 183013 w 183013"/>
                <a:gd name="csY1" fmla="*/ 91507 h 183003"/>
                <a:gd name="csX2" fmla="*/ 91507 w 183013"/>
                <a:gd name="csY2" fmla="*/ 0 h 183003"/>
                <a:gd name="csX3" fmla="*/ 0 w 183013"/>
                <a:gd name="csY3" fmla="*/ 91507 h 183003"/>
                <a:gd name="csX4" fmla="*/ 91507 w 183013"/>
                <a:gd name="csY4" fmla="*/ 183004 h 183003"/>
                <a:gd name="csX5" fmla="*/ 91507 w 183013"/>
                <a:gd name="csY5" fmla="*/ 28575 h 183003"/>
                <a:gd name="csX6" fmla="*/ 154438 w 183013"/>
                <a:gd name="csY6" fmla="*/ 91507 h 183003"/>
                <a:gd name="csX7" fmla="*/ 91507 w 183013"/>
                <a:gd name="csY7" fmla="*/ 154429 h 183003"/>
                <a:gd name="csX8" fmla="*/ 28575 w 183013"/>
                <a:gd name="csY8" fmla="*/ 91507 h 183003"/>
                <a:gd name="csX9" fmla="*/ 91507 w 183013"/>
                <a:gd name="csY9" fmla="*/ 28575 h 1830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83013" h="183003">
                  <a:moveTo>
                    <a:pt x="91507" y="183004"/>
                  </a:moveTo>
                  <a:cubicBezTo>
                    <a:pt x="141961" y="183004"/>
                    <a:pt x="183013" y="141951"/>
                    <a:pt x="183013" y="91507"/>
                  </a:cubicBezTo>
                  <a:cubicBezTo>
                    <a:pt x="183013" y="41043"/>
                    <a:pt x="141961" y="0"/>
                    <a:pt x="91507" y="0"/>
                  </a:cubicBezTo>
                  <a:cubicBezTo>
                    <a:pt x="41053" y="0"/>
                    <a:pt x="0" y="41053"/>
                    <a:pt x="0" y="91507"/>
                  </a:cubicBezTo>
                  <a:cubicBezTo>
                    <a:pt x="0" y="141961"/>
                    <a:pt x="41053" y="183004"/>
                    <a:pt x="91507" y="183004"/>
                  </a:cubicBezTo>
                  <a:close/>
                  <a:moveTo>
                    <a:pt x="91507" y="28575"/>
                  </a:moveTo>
                  <a:cubicBezTo>
                    <a:pt x="126206" y="28575"/>
                    <a:pt x="154438" y="56807"/>
                    <a:pt x="154438" y="91507"/>
                  </a:cubicBezTo>
                  <a:cubicBezTo>
                    <a:pt x="154438" y="126206"/>
                    <a:pt x="126206" y="154429"/>
                    <a:pt x="91507" y="154429"/>
                  </a:cubicBezTo>
                  <a:cubicBezTo>
                    <a:pt x="56807" y="154429"/>
                    <a:pt x="28575" y="126197"/>
                    <a:pt x="28575" y="91507"/>
                  </a:cubicBezTo>
                  <a:cubicBezTo>
                    <a:pt x="28575" y="56798"/>
                    <a:pt x="56807" y="28575"/>
                    <a:pt x="91507" y="28575"/>
                  </a:cubicBezTo>
                  <a:close/>
                </a:path>
              </a:pathLst>
            </a:custGeom>
            <a:grpFill/>
            <a:ln w="9525" cap="flat">
              <a:noFill/>
              <a:prstDash val="solid"/>
              <a:miter/>
            </a:ln>
          </p:spPr>
          <p:txBody>
            <a:bodyPr/>
            <a:lstStyle/>
            <a:p>
              <a:endParaRPr lang="fr-FR"/>
            </a:p>
          </p:txBody>
        </p:sp>
        <p:sp>
          <p:nvSpPr>
            <p:cNvPr id="52" name="Forme libre : forme 51">
              <a:extLst>
                <a:ext uri="{FF2B5EF4-FFF2-40B4-BE49-F238E27FC236}">
                  <a16:creationId xmlns:a16="http://schemas.microsoft.com/office/drawing/2014/main" id="{AFC353A1-1E0B-FB76-A0F4-1204C5C575BF}"/>
                </a:ext>
              </a:extLst>
            </p:cNvPr>
            <p:cNvSpPr/>
            <p:nvPr/>
          </p:nvSpPr>
          <p:spPr>
            <a:xfrm>
              <a:off x="3246122" y="3353157"/>
              <a:ext cx="884769" cy="461271"/>
            </a:xfrm>
            <a:custGeom>
              <a:avLst/>
              <a:gdLst>
                <a:gd name="csX0" fmla="*/ 883718 w 884769"/>
                <a:gd name="csY0" fmla="*/ 55364 h 461271"/>
                <a:gd name="csX1" fmla="*/ 811671 w 884769"/>
                <a:gd name="csY1" fmla="*/ 157 h 461271"/>
                <a:gd name="csX2" fmla="*/ 671882 w 884769"/>
                <a:gd name="csY2" fmla="*/ 157 h 461271"/>
                <a:gd name="csX3" fmla="*/ 606988 w 884769"/>
                <a:gd name="csY3" fmla="*/ 39257 h 461271"/>
                <a:gd name="csX4" fmla="*/ 531017 w 884769"/>
                <a:gd name="csY4" fmla="*/ 24 h 461271"/>
                <a:gd name="csX5" fmla="*/ 347956 w 884769"/>
                <a:gd name="csY5" fmla="*/ 24 h 461271"/>
                <a:gd name="csX6" fmla="*/ 276423 w 884769"/>
                <a:gd name="csY6" fmla="*/ 35742 h 461271"/>
                <a:gd name="csX7" fmla="*/ 212806 w 884769"/>
                <a:gd name="csY7" fmla="*/ 157 h 461271"/>
                <a:gd name="csX8" fmla="*/ 73017 w 884769"/>
                <a:gd name="csY8" fmla="*/ 157 h 461271"/>
                <a:gd name="csX9" fmla="*/ 4722 w 884769"/>
                <a:gd name="csY9" fmla="*/ 45248 h 461271"/>
                <a:gd name="csX10" fmla="*/ 7913 w 884769"/>
                <a:gd name="csY10" fmla="*/ 119239 h 461271"/>
                <a:gd name="csX11" fmla="*/ 54862 w 884769"/>
                <a:gd name="csY11" fmla="*/ 304776 h 461271"/>
                <a:gd name="csX12" fmla="*/ 140987 w 884769"/>
                <a:gd name="csY12" fmla="*/ 359316 h 461271"/>
                <a:gd name="csX13" fmla="*/ 141387 w 884769"/>
                <a:gd name="csY13" fmla="*/ 359316 h 461271"/>
                <a:gd name="csX14" fmla="*/ 226865 w 884769"/>
                <a:gd name="csY14" fmla="*/ 314673 h 461271"/>
                <a:gd name="csX15" fmla="*/ 267822 w 884769"/>
                <a:gd name="csY15" fmla="*/ 153491 h 461271"/>
                <a:gd name="csX16" fmla="*/ 328487 w 884769"/>
                <a:gd name="csY16" fmla="*/ 393235 h 461271"/>
                <a:gd name="csX17" fmla="*/ 436910 w 884769"/>
                <a:gd name="csY17" fmla="*/ 461272 h 461271"/>
                <a:gd name="csX18" fmla="*/ 437434 w 884769"/>
                <a:gd name="csY18" fmla="*/ 461272 h 461271"/>
                <a:gd name="csX19" fmla="*/ 545419 w 884769"/>
                <a:gd name="csY19" fmla="*/ 405189 h 461271"/>
                <a:gd name="csX20" fmla="*/ 546228 w 884769"/>
                <a:gd name="csY20" fmla="*/ 403665 h 461271"/>
                <a:gd name="csX21" fmla="*/ 608769 w 884769"/>
                <a:gd name="csY21" fmla="*/ 155405 h 461271"/>
                <a:gd name="csX22" fmla="*/ 612351 w 884769"/>
                <a:gd name="csY22" fmla="*/ 141241 h 461271"/>
                <a:gd name="csX23" fmla="*/ 653737 w 884769"/>
                <a:gd name="csY23" fmla="*/ 304786 h 461271"/>
                <a:gd name="csX24" fmla="*/ 739852 w 884769"/>
                <a:gd name="csY24" fmla="*/ 359326 h 461271"/>
                <a:gd name="csX25" fmla="*/ 740253 w 884769"/>
                <a:gd name="csY25" fmla="*/ 359326 h 461271"/>
                <a:gd name="csX26" fmla="*/ 825730 w 884769"/>
                <a:gd name="csY26" fmla="*/ 314682 h 461271"/>
                <a:gd name="csX27" fmla="*/ 874412 w 884769"/>
                <a:gd name="csY27" fmla="*/ 123115 h 461271"/>
                <a:gd name="csX28" fmla="*/ 883718 w 884769"/>
                <a:gd name="csY28" fmla="*/ 55364 h 461271"/>
                <a:gd name="csX29" fmla="*/ 154532 w 884769"/>
                <a:gd name="csY29" fmla="*/ 65146 h 461271"/>
                <a:gd name="csX30" fmla="*/ 142463 w 884769"/>
                <a:gd name="csY30" fmla="*/ 140527 h 461271"/>
                <a:gd name="csX31" fmla="*/ 131214 w 884769"/>
                <a:gd name="csY31" fmla="*/ 66746 h 461271"/>
                <a:gd name="csX32" fmla="*/ 142749 w 884769"/>
                <a:gd name="csY32" fmla="*/ 47134 h 461271"/>
                <a:gd name="csX33" fmla="*/ 154532 w 884769"/>
                <a:gd name="csY33" fmla="*/ 65146 h 461271"/>
                <a:gd name="csX34" fmla="*/ 200880 w 884769"/>
                <a:gd name="csY34" fmla="*/ 302500 h 461271"/>
                <a:gd name="csX35" fmla="*/ 141159 w 884769"/>
                <a:gd name="csY35" fmla="*/ 330741 h 461271"/>
                <a:gd name="csX36" fmla="*/ 140978 w 884769"/>
                <a:gd name="csY36" fmla="*/ 345029 h 461271"/>
                <a:gd name="csX37" fmla="*/ 140978 w 884769"/>
                <a:gd name="csY37" fmla="*/ 330741 h 461271"/>
                <a:gd name="csX38" fmla="*/ 82570 w 884769"/>
                <a:gd name="csY38" fmla="*/ 297804 h 461271"/>
                <a:gd name="csX39" fmla="*/ 35507 w 884769"/>
                <a:gd name="csY39" fmla="*/ 111781 h 461271"/>
                <a:gd name="csX40" fmla="*/ 35241 w 884769"/>
                <a:gd name="csY40" fmla="*/ 110857 h 461271"/>
                <a:gd name="csX41" fmla="*/ 30669 w 884769"/>
                <a:gd name="csY41" fmla="*/ 57212 h 461271"/>
                <a:gd name="csX42" fmla="*/ 73017 w 884769"/>
                <a:gd name="csY42" fmla="*/ 28723 h 461271"/>
                <a:gd name="csX43" fmla="*/ 120432 w 884769"/>
                <a:gd name="csY43" fmla="*/ 28723 h 461271"/>
                <a:gd name="csX44" fmla="*/ 104011 w 884769"/>
                <a:gd name="csY44" fmla="*/ 56631 h 461271"/>
                <a:gd name="csX45" fmla="*/ 102201 w 884769"/>
                <a:gd name="csY45" fmla="*/ 66022 h 461271"/>
                <a:gd name="csX46" fmla="*/ 127985 w 884769"/>
                <a:gd name="csY46" fmla="*/ 235244 h 461271"/>
                <a:gd name="csX47" fmla="*/ 142054 w 884769"/>
                <a:gd name="csY47" fmla="*/ 247378 h 461271"/>
                <a:gd name="csX48" fmla="*/ 142111 w 884769"/>
                <a:gd name="csY48" fmla="*/ 247378 h 461271"/>
                <a:gd name="csX49" fmla="*/ 156218 w 884769"/>
                <a:gd name="csY49" fmla="*/ 235348 h 461271"/>
                <a:gd name="csX50" fmla="*/ 183611 w 884769"/>
                <a:gd name="csY50" fmla="*/ 64194 h 461271"/>
                <a:gd name="csX51" fmla="*/ 181459 w 884769"/>
                <a:gd name="csY51" fmla="*/ 54107 h 461271"/>
                <a:gd name="csX52" fmla="*/ 164857 w 884769"/>
                <a:gd name="csY52" fmla="*/ 28713 h 461271"/>
                <a:gd name="csX53" fmla="*/ 213082 w 884769"/>
                <a:gd name="csY53" fmla="*/ 28713 h 461271"/>
                <a:gd name="csX54" fmla="*/ 214320 w 884769"/>
                <a:gd name="csY54" fmla="*/ 28684 h 461271"/>
                <a:gd name="csX55" fmla="*/ 257240 w 884769"/>
                <a:gd name="csY55" fmla="*/ 62774 h 461271"/>
                <a:gd name="csX56" fmla="*/ 247858 w 884769"/>
                <a:gd name="csY56" fmla="*/ 115943 h 461271"/>
                <a:gd name="csX57" fmla="*/ 200880 w 884769"/>
                <a:gd name="csY57" fmla="*/ 302500 h 461271"/>
                <a:gd name="csX58" fmla="*/ 581090 w 884769"/>
                <a:gd name="csY58" fmla="*/ 148252 h 461271"/>
                <a:gd name="csX59" fmla="*/ 519415 w 884769"/>
                <a:gd name="csY59" fmla="*/ 393044 h 461271"/>
                <a:gd name="csX60" fmla="*/ 437196 w 884769"/>
                <a:gd name="csY60" fmla="*/ 432687 h 461271"/>
                <a:gd name="csX61" fmla="*/ 436900 w 884769"/>
                <a:gd name="csY61" fmla="*/ 446975 h 461271"/>
                <a:gd name="csX62" fmla="*/ 436900 w 884769"/>
                <a:gd name="csY62" fmla="*/ 432687 h 461271"/>
                <a:gd name="csX63" fmla="*/ 356176 w 884769"/>
                <a:gd name="csY63" fmla="*/ 386253 h 461271"/>
                <a:gd name="csX64" fmla="*/ 294578 w 884769"/>
                <a:gd name="csY64" fmla="*/ 142784 h 461271"/>
                <a:gd name="csX65" fmla="*/ 294311 w 884769"/>
                <a:gd name="csY65" fmla="*/ 141870 h 461271"/>
                <a:gd name="csX66" fmla="*/ 288548 w 884769"/>
                <a:gd name="csY66" fmla="*/ 68356 h 461271"/>
                <a:gd name="csX67" fmla="*/ 347946 w 884769"/>
                <a:gd name="csY67" fmla="*/ 28580 h 461271"/>
                <a:gd name="csX68" fmla="*/ 411116 w 884769"/>
                <a:gd name="csY68" fmla="*/ 28580 h 461271"/>
                <a:gd name="csX69" fmla="*/ 382865 w 884769"/>
                <a:gd name="csY69" fmla="*/ 65289 h 461271"/>
                <a:gd name="csX70" fmla="*/ 380188 w 884769"/>
                <a:gd name="csY70" fmla="*/ 76795 h 461271"/>
                <a:gd name="csX71" fmla="*/ 425975 w 884769"/>
                <a:gd name="csY71" fmla="*/ 306538 h 461271"/>
                <a:gd name="csX72" fmla="*/ 439920 w 884769"/>
                <a:gd name="csY72" fmla="*/ 318035 h 461271"/>
                <a:gd name="csX73" fmla="*/ 439986 w 884769"/>
                <a:gd name="csY73" fmla="*/ 318035 h 461271"/>
                <a:gd name="csX74" fmla="*/ 453979 w 884769"/>
                <a:gd name="csY74" fmla="*/ 306681 h 461271"/>
                <a:gd name="csX75" fmla="*/ 502623 w 884769"/>
                <a:gd name="csY75" fmla="*/ 74309 h 461271"/>
                <a:gd name="csX76" fmla="*/ 499499 w 884769"/>
                <a:gd name="csY76" fmla="*/ 62098 h 461271"/>
                <a:gd name="csX77" fmla="*/ 470828 w 884769"/>
                <a:gd name="csY77" fmla="*/ 28580 h 461271"/>
                <a:gd name="csX78" fmla="*/ 531293 w 884769"/>
                <a:gd name="csY78" fmla="*/ 28580 h 461271"/>
                <a:gd name="csX79" fmla="*/ 532912 w 884769"/>
                <a:gd name="csY79" fmla="*/ 28542 h 461271"/>
                <a:gd name="csX80" fmla="*/ 593434 w 884769"/>
                <a:gd name="csY80" fmla="*/ 76671 h 461271"/>
                <a:gd name="csX81" fmla="*/ 581090 w 884769"/>
                <a:gd name="csY81" fmla="*/ 148252 h 461271"/>
                <a:gd name="csX82" fmla="*/ 440586 w 884769"/>
                <a:gd name="csY82" fmla="*/ 37181 h 461271"/>
                <a:gd name="csX83" fmla="*/ 473219 w 884769"/>
                <a:gd name="csY83" fmla="*/ 75338 h 461271"/>
                <a:gd name="csX84" fmla="*/ 440348 w 884769"/>
                <a:gd name="csY84" fmla="*/ 232386 h 461271"/>
                <a:gd name="csX85" fmla="*/ 409487 w 884769"/>
                <a:gd name="csY85" fmla="*/ 77586 h 461271"/>
                <a:gd name="csX86" fmla="*/ 440586 w 884769"/>
                <a:gd name="csY86" fmla="*/ 37181 h 461271"/>
                <a:gd name="csX87" fmla="*/ 754607 w 884769"/>
                <a:gd name="csY87" fmla="*/ 65146 h 461271"/>
                <a:gd name="csX88" fmla="*/ 742529 w 884769"/>
                <a:gd name="csY88" fmla="*/ 140527 h 461271"/>
                <a:gd name="csX89" fmla="*/ 731289 w 884769"/>
                <a:gd name="csY89" fmla="*/ 66746 h 461271"/>
                <a:gd name="csX90" fmla="*/ 742824 w 884769"/>
                <a:gd name="csY90" fmla="*/ 47134 h 461271"/>
                <a:gd name="csX91" fmla="*/ 754607 w 884769"/>
                <a:gd name="csY91" fmla="*/ 65146 h 461271"/>
                <a:gd name="csX92" fmla="*/ 846733 w 884769"/>
                <a:gd name="csY92" fmla="*/ 115962 h 461271"/>
                <a:gd name="csX93" fmla="*/ 799736 w 884769"/>
                <a:gd name="csY93" fmla="*/ 302500 h 461271"/>
                <a:gd name="csX94" fmla="*/ 740014 w 884769"/>
                <a:gd name="csY94" fmla="*/ 330741 h 461271"/>
                <a:gd name="csX95" fmla="*/ 739824 w 884769"/>
                <a:gd name="csY95" fmla="*/ 345029 h 461271"/>
                <a:gd name="csX96" fmla="*/ 739824 w 884769"/>
                <a:gd name="csY96" fmla="*/ 330741 h 461271"/>
                <a:gd name="csX97" fmla="*/ 681417 w 884769"/>
                <a:gd name="csY97" fmla="*/ 297804 h 461271"/>
                <a:gd name="csX98" fmla="*/ 634354 w 884769"/>
                <a:gd name="csY98" fmla="*/ 111790 h 461271"/>
                <a:gd name="csX99" fmla="*/ 634087 w 884769"/>
                <a:gd name="csY99" fmla="*/ 110866 h 461271"/>
                <a:gd name="csX100" fmla="*/ 629496 w 884769"/>
                <a:gd name="csY100" fmla="*/ 57288 h 461271"/>
                <a:gd name="csX101" fmla="*/ 671873 w 884769"/>
                <a:gd name="csY101" fmla="*/ 28732 h 461271"/>
                <a:gd name="csX102" fmla="*/ 720507 w 884769"/>
                <a:gd name="csY102" fmla="*/ 28732 h 461271"/>
                <a:gd name="csX103" fmla="*/ 704086 w 884769"/>
                <a:gd name="csY103" fmla="*/ 56640 h 461271"/>
                <a:gd name="csX104" fmla="*/ 702276 w 884769"/>
                <a:gd name="csY104" fmla="*/ 66032 h 461271"/>
                <a:gd name="csX105" fmla="*/ 728060 w 884769"/>
                <a:gd name="csY105" fmla="*/ 235253 h 461271"/>
                <a:gd name="csX106" fmla="*/ 742138 w 884769"/>
                <a:gd name="csY106" fmla="*/ 247388 h 461271"/>
                <a:gd name="csX107" fmla="*/ 742196 w 884769"/>
                <a:gd name="csY107" fmla="*/ 247388 h 461271"/>
                <a:gd name="csX108" fmla="*/ 756302 w 884769"/>
                <a:gd name="csY108" fmla="*/ 235358 h 461271"/>
                <a:gd name="csX109" fmla="*/ 783687 w 884769"/>
                <a:gd name="csY109" fmla="*/ 64203 h 461271"/>
                <a:gd name="csX110" fmla="*/ 781543 w 884769"/>
                <a:gd name="csY110" fmla="*/ 54116 h 461271"/>
                <a:gd name="csX111" fmla="*/ 764932 w 884769"/>
                <a:gd name="csY111" fmla="*/ 28723 h 461271"/>
                <a:gd name="csX112" fmla="*/ 811957 w 884769"/>
                <a:gd name="csY112" fmla="*/ 28723 h 461271"/>
                <a:gd name="csX113" fmla="*/ 813195 w 884769"/>
                <a:gd name="csY113" fmla="*/ 28694 h 461271"/>
                <a:gd name="csX114" fmla="*/ 856115 w 884769"/>
                <a:gd name="csY114" fmla="*/ 62784 h 461271"/>
                <a:gd name="csX115" fmla="*/ 846733 w 884769"/>
                <a:gd name="csY115" fmla="*/ 115962 h 4612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Lst>
              <a:rect l="l" t="t" r="r" b="b"/>
              <a:pathLst>
                <a:path w="884769" h="461271">
                  <a:moveTo>
                    <a:pt x="883718" y="55364"/>
                  </a:moveTo>
                  <a:cubicBezTo>
                    <a:pt x="866716" y="-1643"/>
                    <a:pt x="814214" y="43"/>
                    <a:pt x="811671" y="157"/>
                  </a:cubicBezTo>
                  <a:lnTo>
                    <a:pt x="671882" y="157"/>
                  </a:lnTo>
                  <a:cubicBezTo>
                    <a:pt x="635478" y="157"/>
                    <a:pt x="614637" y="26951"/>
                    <a:pt x="606988" y="39257"/>
                  </a:cubicBezTo>
                  <a:cubicBezTo>
                    <a:pt x="579261" y="-1567"/>
                    <a:pt x="533084" y="-52"/>
                    <a:pt x="531017" y="24"/>
                  </a:cubicBezTo>
                  <a:lnTo>
                    <a:pt x="347956" y="24"/>
                  </a:lnTo>
                  <a:cubicBezTo>
                    <a:pt x="313209" y="24"/>
                    <a:pt x="289815" y="19626"/>
                    <a:pt x="276423" y="35742"/>
                  </a:cubicBezTo>
                  <a:cubicBezTo>
                    <a:pt x="254820" y="-1167"/>
                    <a:pt x="215015" y="52"/>
                    <a:pt x="212806" y="157"/>
                  </a:cubicBezTo>
                  <a:lnTo>
                    <a:pt x="73017" y="157"/>
                  </a:lnTo>
                  <a:cubicBezTo>
                    <a:pt x="27040" y="157"/>
                    <a:pt x="5818" y="42962"/>
                    <a:pt x="4722" y="45248"/>
                  </a:cubicBezTo>
                  <a:cubicBezTo>
                    <a:pt x="-6631" y="71109"/>
                    <a:pt x="5780" y="112543"/>
                    <a:pt x="7913" y="119239"/>
                  </a:cubicBezTo>
                  <a:lnTo>
                    <a:pt x="54862" y="304776"/>
                  </a:lnTo>
                  <a:cubicBezTo>
                    <a:pt x="68121" y="357783"/>
                    <a:pt x="133567" y="359316"/>
                    <a:pt x="140987" y="359316"/>
                  </a:cubicBezTo>
                  <a:lnTo>
                    <a:pt x="141387" y="359316"/>
                  </a:lnTo>
                  <a:cubicBezTo>
                    <a:pt x="202509" y="359316"/>
                    <a:pt x="225902" y="316501"/>
                    <a:pt x="226865" y="314673"/>
                  </a:cubicBezTo>
                  <a:lnTo>
                    <a:pt x="267822" y="153491"/>
                  </a:lnTo>
                  <a:lnTo>
                    <a:pt x="328487" y="393235"/>
                  </a:lnTo>
                  <a:cubicBezTo>
                    <a:pt x="345013" y="459357"/>
                    <a:pt x="427547" y="461272"/>
                    <a:pt x="436910" y="461272"/>
                  </a:cubicBezTo>
                  <a:lnTo>
                    <a:pt x="437434" y="461272"/>
                  </a:lnTo>
                  <a:cubicBezTo>
                    <a:pt x="514815" y="461272"/>
                    <a:pt x="544199" y="407484"/>
                    <a:pt x="545419" y="405189"/>
                  </a:cubicBezTo>
                  <a:lnTo>
                    <a:pt x="546228" y="403665"/>
                  </a:lnTo>
                  <a:lnTo>
                    <a:pt x="608769" y="155405"/>
                  </a:lnTo>
                  <a:cubicBezTo>
                    <a:pt x="610103" y="150376"/>
                    <a:pt x="611265" y="145718"/>
                    <a:pt x="612351" y="141241"/>
                  </a:cubicBezTo>
                  <a:lnTo>
                    <a:pt x="653737" y="304786"/>
                  </a:lnTo>
                  <a:cubicBezTo>
                    <a:pt x="666996" y="357792"/>
                    <a:pt x="732442" y="359326"/>
                    <a:pt x="739852" y="359326"/>
                  </a:cubicBezTo>
                  <a:lnTo>
                    <a:pt x="740253" y="359326"/>
                  </a:lnTo>
                  <a:cubicBezTo>
                    <a:pt x="801374" y="359326"/>
                    <a:pt x="824758" y="316511"/>
                    <a:pt x="825730" y="314682"/>
                  </a:cubicBezTo>
                  <a:lnTo>
                    <a:pt x="874412" y="123115"/>
                  </a:lnTo>
                  <a:cubicBezTo>
                    <a:pt x="886566" y="77081"/>
                    <a:pt x="885433" y="60774"/>
                    <a:pt x="883718" y="55364"/>
                  </a:cubicBezTo>
                  <a:close/>
                  <a:moveTo>
                    <a:pt x="154532" y="65146"/>
                  </a:moveTo>
                  <a:lnTo>
                    <a:pt x="142463" y="140527"/>
                  </a:lnTo>
                  <a:lnTo>
                    <a:pt x="131214" y="66746"/>
                  </a:lnTo>
                  <a:lnTo>
                    <a:pt x="142749" y="47134"/>
                  </a:lnTo>
                  <a:lnTo>
                    <a:pt x="154532" y="65146"/>
                  </a:lnTo>
                  <a:close/>
                  <a:moveTo>
                    <a:pt x="200880" y="302500"/>
                  </a:moveTo>
                  <a:cubicBezTo>
                    <a:pt x="197318" y="308024"/>
                    <a:pt x="180297" y="330741"/>
                    <a:pt x="141159" y="330741"/>
                  </a:cubicBezTo>
                  <a:lnTo>
                    <a:pt x="140978" y="345029"/>
                  </a:lnTo>
                  <a:lnTo>
                    <a:pt x="140978" y="330741"/>
                  </a:lnTo>
                  <a:cubicBezTo>
                    <a:pt x="138930" y="330741"/>
                    <a:pt x="90714" y="330370"/>
                    <a:pt x="82570" y="297804"/>
                  </a:cubicBezTo>
                  <a:lnTo>
                    <a:pt x="35507" y="111781"/>
                  </a:lnTo>
                  <a:lnTo>
                    <a:pt x="35241" y="110857"/>
                  </a:lnTo>
                  <a:cubicBezTo>
                    <a:pt x="31326" y="98865"/>
                    <a:pt x="25115" y="69861"/>
                    <a:pt x="30669" y="57212"/>
                  </a:cubicBezTo>
                  <a:cubicBezTo>
                    <a:pt x="30802" y="56926"/>
                    <a:pt x="44766" y="28723"/>
                    <a:pt x="73017" y="28723"/>
                  </a:cubicBezTo>
                  <a:lnTo>
                    <a:pt x="120432" y="28723"/>
                  </a:lnTo>
                  <a:lnTo>
                    <a:pt x="104011" y="56631"/>
                  </a:lnTo>
                  <a:cubicBezTo>
                    <a:pt x="102344" y="59469"/>
                    <a:pt x="101706" y="62784"/>
                    <a:pt x="102201" y="66022"/>
                  </a:cubicBezTo>
                  <a:lnTo>
                    <a:pt x="127985" y="235244"/>
                  </a:lnTo>
                  <a:cubicBezTo>
                    <a:pt x="129043" y="242206"/>
                    <a:pt x="135015" y="247350"/>
                    <a:pt x="142054" y="247378"/>
                  </a:cubicBezTo>
                  <a:lnTo>
                    <a:pt x="142111" y="247378"/>
                  </a:lnTo>
                  <a:cubicBezTo>
                    <a:pt x="149131" y="247378"/>
                    <a:pt x="155113" y="242283"/>
                    <a:pt x="156218" y="235348"/>
                  </a:cubicBezTo>
                  <a:lnTo>
                    <a:pt x="183611" y="64194"/>
                  </a:lnTo>
                  <a:cubicBezTo>
                    <a:pt x="184173" y="60679"/>
                    <a:pt x="183411" y="57088"/>
                    <a:pt x="181459" y="54107"/>
                  </a:cubicBezTo>
                  <a:lnTo>
                    <a:pt x="164857" y="28713"/>
                  </a:lnTo>
                  <a:lnTo>
                    <a:pt x="213082" y="28713"/>
                  </a:lnTo>
                  <a:lnTo>
                    <a:pt x="214320" y="28684"/>
                  </a:lnTo>
                  <a:cubicBezTo>
                    <a:pt x="221931" y="28684"/>
                    <a:pt x="247324" y="31151"/>
                    <a:pt x="257240" y="62774"/>
                  </a:cubicBezTo>
                  <a:cubicBezTo>
                    <a:pt x="257440" y="65013"/>
                    <a:pt x="257887" y="78014"/>
                    <a:pt x="247858" y="115943"/>
                  </a:cubicBezTo>
                  <a:lnTo>
                    <a:pt x="200880" y="302500"/>
                  </a:lnTo>
                  <a:close/>
                  <a:moveTo>
                    <a:pt x="581090" y="148252"/>
                  </a:moveTo>
                  <a:lnTo>
                    <a:pt x="519415" y="393044"/>
                  </a:lnTo>
                  <a:cubicBezTo>
                    <a:pt x="515139" y="399893"/>
                    <a:pt x="491755" y="432687"/>
                    <a:pt x="437196" y="432687"/>
                  </a:cubicBezTo>
                  <a:lnTo>
                    <a:pt x="436900" y="446975"/>
                  </a:lnTo>
                  <a:lnTo>
                    <a:pt x="436900" y="432687"/>
                  </a:lnTo>
                  <a:cubicBezTo>
                    <a:pt x="429833" y="432687"/>
                    <a:pt x="367473" y="431382"/>
                    <a:pt x="356176" y="386253"/>
                  </a:cubicBezTo>
                  <a:lnTo>
                    <a:pt x="294578" y="142784"/>
                  </a:lnTo>
                  <a:lnTo>
                    <a:pt x="294311" y="141870"/>
                  </a:lnTo>
                  <a:cubicBezTo>
                    <a:pt x="288063" y="122610"/>
                    <a:pt x="281024" y="85492"/>
                    <a:pt x="288548" y="68356"/>
                  </a:cubicBezTo>
                  <a:cubicBezTo>
                    <a:pt x="288739" y="67956"/>
                    <a:pt x="308227" y="28580"/>
                    <a:pt x="347946" y="28580"/>
                  </a:cubicBezTo>
                  <a:lnTo>
                    <a:pt x="411116" y="28580"/>
                  </a:lnTo>
                  <a:lnTo>
                    <a:pt x="382865" y="65289"/>
                  </a:lnTo>
                  <a:cubicBezTo>
                    <a:pt x="380350" y="68566"/>
                    <a:pt x="379379" y="72757"/>
                    <a:pt x="380188" y="76795"/>
                  </a:cubicBezTo>
                  <a:lnTo>
                    <a:pt x="425975" y="306538"/>
                  </a:lnTo>
                  <a:cubicBezTo>
                    <a:pt x="427309" y="313196"/>
                    <a:pt x="433138" y="317997"/>
                    <a:pt x="439920" y="318035"/>
                  </a:cubicBezTo>
                  <a:lnTo>
                    <a:pt x="439986" y="318035"/>
                  </a:lnTo>
                  <a:cubicBezTo>
                    <a:pt x="446749" y="318035"/>
                    <a:pt x="452588" y="313301"/>
                    <a:pt x="453979" y="306681"/>
                  </a:cubicBezTo>
                  <a:lnTo>
                    <a:pt x="502623" y="74309"/>
                  </a:lnTo>
                  <a:cubicBezTo>
                    <a:pt x="503537" y="69975"/>
                    <a:pt x="502385" y="65460"/>
                    <a:pt x="499499" y="62098"/>
                  </a:cubicBezTo>
                  <a:lnTo>
                    <a:pt x="470828" y="28580"/>
                  </a:lnTo>
                  <a:lnTo>
                    <a:pt x="531293" y="28580"/>
                  </a:lnTo>
                  <a:lnTo>
                    <a:pt x="532912" y="28542"/>
                  </a:lnTo>
                  <a:cubicBezTo>
                    <a:pt x="543685" y="28542"/>
                    <a:pt x="579699" y="32018"/>
                    <a:pt x="593434" y="76671"/>
                  </a:cubicBezTo>
                  <a:cubicBezTo>
                    <a:pt x="593710" y="78996"/>
                    <a:pt x="594977" y="95693"/>
                    <a:pt x="581090" y="148252"/>
                  </a:cubicBezTo>
                  <a:close/>
                  <a:moveTo>
                    <a:pt x="440586" y="37181"/>
                  </a:moveTo>
                  <a:lnTo>
                    <a:pt x="473219" y="75338"/>
                  </a:lnTo>
                  <a:lnTo>
                    <a:pt x="440348" y="232386"/>
                  </a:lnTo>
                  <a:lnTo>
                    <a:pt x="409487" y="77586"/>
                  </a:lnTo>
                  <a:lnTo>
                    <a:pt x="440586" y="37181"/>
                  </a:lnTo>
                  <a:close/>
                  <a:moveTo>
                    <a:pt x="754607" y="65146"/>
                  </a:moveTo>
                  <a:lnTo>
                    <a:pt x="742529" y="140527"/>
                  </a:lnTo>
                  <a:lnTo>
                    <a:pt x="731289" y="66746"/>
                  </a:lnTo>
                  <a:lnTo>
                    <a:pt x="742824" y="47134"/>
                  </a:lnTo>
                  <a:lnTo>
                    <a:pt x="754607" y="65146"/>
                  </a:lnTo>
                  <a:close/>
                  <a:moveTo>
                    <a:pt x="846733" y="115962"/>
                  </a:moveTo>
                  <a:lnTo>
                    <a:pt x="799736" y="302500"/>
                  </a:lnTo>
                  <a:cubicBezTo>
                    <a:pt x="796174" y="308024"/>
                    <a:pt x="779153" y="330741"/>
                    <a:pt x="740014" y="330741"/>
                  </a:cubicBezTo>
                  <a:lnTo>
                    <a:pt x="739824" y="345029"/>
                  </a:lnTo>
                  <a:lnTo>
                    <a:pt x="739824" y="330741"/>
                  </a:lnTo>
                  <a:cubicBezTo>
                    <a:pt x="737776" y="330741"/>
                    <a:pt x="689560" y="330370"/>
                    <a:pt x="681417" y="297804"/>
                  </a:cubicBezTo>
                  <a:lnTo>
                    <a:pt x="634354" y="111790"/>
                  </a:lnTo>
                  <a:lnTo>
                    <a:pt x="634087" y="110866"/>
                  </a:lnTo>
                  <a:cubicBezTo>
                    <a:pt x="630182" y="98874"/>
                    <a:pt x="623962" y="69871"/>
                    <a:pt x="629496" y="57288"/>
                  </a:cubicBezTo>
                  <a:cubicBezTo>
                    <a:pt x="630077" y="56126"/>
                    <a:pt x="644002" y="28732"/>
                    <a:pt x="671873" y="28732"/>
                  </a:cubicBezTo>
                  <a:lnTo>
                    <a:pt x="720507" y="28732"/>
                  </a:lnTo>
                  <a:lnTo>
                    <a:pt x="704086" y="56640"/>
                  </a:lnTo>
                  <a:cubicBezTo>
                    <a:pt x="702419" y="59479"/>
                    <a:pt x="701791" y="62793"/>
                    <a:pt x="702276" y="66032"/>
                  </a:cubicBezTo>
                  <a:lnTo>
                    <a:pt x="728060" y="235253"/>
                  </a:lnTo>
                  <a:cubicBezTo>
                    <a:pt x="729118" y="242216"/>
                    <a:pt x="735090" y="247359"/>
                    <a:pt x="742138" y="247388"/>
                  </a:cubicBezTo>
                  <a:lnTo>
                    <a:pt x="742196" y="247388"/>
                  </a:lnTo>
                  <a:cubicBezTo>
                    <a:pt x="749215" y="247388"/>
                    <a:pt x="755188" y="242292"/>
                    <a:pt x="756302" y="235358"/>
                  </a:cubicBezTo>
                  <a:lnTo>
                    <a:pt x="783687" y="64203"/>
                  </a:lnTo>
                  <a:cubicBezTo>
                    <a:pt x="784258" y="60688"/>
                    <a:pt x="783486" y="57098"/>
                    <a:pt x="781543" y="54116"/>
                  </a:cubicBezTo>
                  <a:lnTo>
                    <a:pt x="764932" y="28723"/>
                  </a:lnTo>
                  <a:lnTo>
                    <a:pt x="811957" y="28723"/>
                  </a:lnTo>
                  <a:lnTo>
                    <a:pt x="813195" y="28694"/>
                  </a:lnTo>
                  <a:cubicBezTo>
                    <a:pt x="820805" y="28694"/>
                    <a:pt x="846199" y="31161"/>
                    <a:pt x="856115" y="62784"/>
                  </a:cubicBezTo>
                  <a:cubicBezTo>
                    <a:pt x="856305" y="65032"/>
                    <a:pt x="856762" y="78024"/>
                    <a:pt x="846733" y="115962"/>
                  </a:cubicBezTo>
                  <a:close/>
                </a:path>
              </a:pathLst>
            </a:custGeom>
            <a:grpFill/>
            <a:ln w="9525" cap="flat">
              <a:noFill/>
              <a:prstDash val="solid"/>
              <a:miter/>
            </a:ln>
          </p:spPr>
          <p:txBody>
            <a:bodyPr/>
            <a:lstStyle/>
            <a:p>
              <a:endParaRPr lang="fr-FR"/>
            </a:p>
          </p:txBody>
        </p:sp>
        <p:sp>
          <p:nvSpPr>
            <p:cNvPr id="53" name="Forme libre : forme 52">
              <a:extLst>
                <a:ext uri="{FF2B5EF4-FFF2-40B4-BE49-F238E27FC236}">
                  <a16:creationId xmlns:a16="http://schemas.microsoft.com/office/drawing/2014/main" id="{6DA02960-2B67-430C-A5FE-E781D39E2693}"/>
                </a:ext>
              </a:extLst>
            </p:cNvPr>
            <p:cNvSpPr/>
            <p:nvPr/>
          </p:nvSpPr>
          <p:spPr>
            <a:xfrm>
              <a:off x="3896411" y="3164033"/>
              <a:ext cx="182994" cy="183003"/>
            </a:xfrm>
            <a:custGeom>
              <a:avLst/>
              <a:gdLst>
                <a:gd name="csX0" fmla="*/ 91497 w 182994"/>
                <a:gd name="csY0" fmla="*/ 183004 h 183003"/>
                <a:gd name="csX1" fmla="*/ 182994 w 182994"/>
                <a:gd name="csY1" fmla="*/ 91507 h 183003"/>
                <a:gd name="csX2" fmla="*/ 91497 w 182994"/>
                <a:gd name="csY2" fmla="*/ 0 h 183003"/>
                <a:gd name="csX3" fmla="*/ 0 w 182994"/>
                <a:gd name="csY3" fmla="*/ 91507 h 183003"/>
                <a:gd name="csX4" fmla="*/ 91497 w 182994"/>
                <a:gd name="csY4" fmla="*/ 183004 h 183003"/>
                <a:gd name="csX5" fmla="*/ 91497 w 182994"/>
                <a:gd name="csY5" fmla="*/ 28575 h 183003"/>
                <a:gd name="csX6" fmla="*/ 154419 w 182994"/>
                <a:gd name="csY6" fmla="*/ 91507 h 183003"/>
                <a:gd name="csX7" fmla="*/ 91497 w 182994"/>
                <a:gd name="csY7" fmla="*/ 154429 h 183003"/>
                <a:gd name="csX8" fmla="*/ 28575 w 182994"/>
                <a:gd name="csY8" fmla="*/ 91507 h 183003"/>
                <a:gd name="csX9" fmla="*/ 91497 w 182994"/>
                <a:gd name="csY9" fmla="*/ 28575 h 1830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82994" h="183003">
                  <a:moveTo>
                    <a:pt x="91497" y="183004"/>
                  </a:moveTo>
                  <a:cubicBezTo>
                    <a:pt x="141961" y="183004"/>
                    <a:pt x="182994" y="141951"/>
                    <a:pt x="182994" y="91507"/>
                  </a:cubicBezTo>
                  <a:cubicBezTo>
                    <a:pt x="182994" y="41043"/>
                    <a:pt x="141951" y="0"/>
                    <a:pt x="91497" y="0"/>
                  </a:cubicBezTo>
                  <a:cubicBezTo>
                    <a:pt x="41043" y="0"/>
                    <a:pt x="0" y="41053"/>
                    <a:pt x="0" y="91507"/>
                  </a:cubicBezTo>
                  <a:cubicBezTo>
                    <a:pt x="-10" y="141961"/>
                    <a:pt x="41034" y="183004"/>
                    <a:pt x="91497" y="183004"/>
                  </a:cubicBezTo>
                  <a:close/>
                  <a:moveTo>
                    <a:pt x="91497" y="28575"/>
                  </a:moveTo>
                  <a:cubicBezTo>
                    <a:pt x="126206" y="28575"/>
                    <a:pt x="154419" y="56807"/>
                    <a:pt x="154419" y="91507"/>
                  </a:cubicBezTo>
                  <a:cubicBezTo>
                    <a:pt x="154419" y="126206"/>
                    <a:pt x="126197" y="154429"/>
                    <a:pt x="91497" y="154429"/>
                  </a:cubicBezTo>
                  <a:cubicBezTo>
                    <a:pt x="56798" y="154429"/>
                    <a:pt x="28575" y="126197"/>
                    <a:pt x="28575" y="91507"/>
                  </a:cubicBezTo>
                  <a:cubicBezTo>
                    <a:pt x="28565" y="56798"/>
                    <a:pt x="56788" y="28575"/>
                    <a:pt x="91497" y="28575"/>
                  </a:cubicBezTo>
                  <a:close/>
                </a:path>
              </a:pathLst>
            </a:custGeom>
            <a:grpFill/>
            <a:ln w="9525" cap="flat">
              <a:noFill/>
              <a:prstDash val="solid"/>
              <a:miter/>
            </a:ln>
          </p:spPr>
          <p:txBody>
            <a:bodyPr/>
            <a:lstStyle/>
            <a:p>
              <a:endParaRPr lang="fr-FR"/>
            </a:p>
          </p:txBody>
        </p:sp>
      </p:grpSp>
      <p:grpSp>
        <p:nvGrpSpPr>
          <p:cNvPr id="89" name="Groupe 88">
            <a:extLst>
              <a:ext uri="{FF2B5EF4-FFF2-40B4-BE49-F238E27FC236}">
                <a16:creationId xmlns:a16="http://schemas.microsoft.com/office/drawing/2014/main" id="{4E635870-F5C0-9352-1207-853CF93FF088}"/>
              </a:ext>
            </a:extLst>
          </p:cNvPr>
          <p:cNvGrpSpPr>
            <a:grpSpLocks noChangeAspect="1"/>
          </p:cNvGrpSpPr>
          <p:nvPr/>
        </p:nvGrpSpPr>
        <p:grpSpPr>
          <a:xfrm>
            <a:off x="7967741" y="2737201"/>
            <a:ext cx="360000" cy="360000"/>
            <a:chOff x="5883010" y="3122838"/>
            <a:chExt cx="647701" cy="647701"/>
          </a:xfrm>
          <a:solidFill>
            <a:schemeClr val="accent2"/>
          </a:solidFill>
        </p:grpSpPr>
        <p:sp>
          <p:nvSpPr>
            <p:cNvPr id="90" name="Forme libre : forme 89">
              <a:extLst>
                <a:ext uri="{FF2B5EF4-FFF2-40B4-BE49-F238E27FC236}">
                  <a16:creationId xmlns:a16="http://schemas.microsoft.com/office/drawing/2014/main" id="{4C202251-2ED3-B20B-00A6-513F90862BB3}"/>
                </a:ext>
              </a:extLst>
            </p:cNvPr>
            <p:cNvSpPr/>
            <p:nvPr/>
          </p:nvSpPr>
          <p:spPr>
            <a:xfrm>
              <a:off x="5885089" y="3122838"/>
              <a:ext cx="198985" cy="198986"/>
            </a:xfrm>
            <a:custGeom>
              <a:avLst/>
              <a:gdLst>
                <a:gd name="csX0" fmla="*/ 84686 w 198985"/>
                <a:gd name="csY0" fmla="*/ 179936 h 198986"/>
                <a:gd name="csX1" fmla="*/ 103736 w 198985"/>
                <a:gd name="csY1" fmla="*/ 198986 h 198986"/>
                <a:gd name="csX2" fmla="*/ 179936 w 198985"/>
                <a:gd name="csY2" fmla="*/ 198986 h 198986"/>
                <a:gd name="csX3" fmla="*/ 198986 w 198985"/>
                <a:gd name="csY3" fmla="*/ 179936 h 198986"/>
                <a:gd name="csX4" fmla="*/ 198986 w 198985"/>
                <a:gd name="csY4" fmla="*/ 103736 h 198986"/>
                <a:gd name="csX5" fmla="*/ 179936 w 198985"/>
                <a:gd name="csY5" fmla="*/ 84686 h 198986"/>
                <a:gd name="csX6" fmla="*/ 160886 w 198985"/>
                <a:gd name="csY6" fmla="*/ 103736 h 198986"/>
                <a:gd name="csX7" fmla="*/ 160886 w 198985"/>
                <a:gd name="csY7" fmla="*/ 133931 h 198986"/>
                <a:gd name="csX8" fmla="*/ 31441 w 198985"/>
                <a:gd name="csY8" fmla="*/ 4581 h 198986"/>
                <a:gd name="csX9" fmla="*/ 4581 w 198985"/>
                <a:gd name="csY9" fmla="*/ 6659 h 198986"/>
                <a:gd name="csX10" fmla="*/ 4581 w 198985"/>
                <a:gd name="csY10" fmla="*/ 31442 h 198986"/>
                <a:gd name="csX11" fmla="*/ 133930 w 198985"/>
                <a:gd name="csY11" fmla="*/ 160886 h 198986"/>
                <a:gd name="csX12" fmla="*/ 103736 w 198985"/>
                <a:gd name="csY12" fmla="*/ 160886 h 198986"/>
                <a:gd name="csX13" fmla="*/ 84686 w 198985"/>
                <a:gd name="csY13" fmla="*/ 179936 h 1989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98985" h="198986">
                  <a:moveTo>
                    <a:pt x="84686" y="179936"/>
                  </a:moveTo>
                  <a:cubicBezTo>
                    <a:pt x="84686" y="190457"/>
                    <a:pt x="93215" y="198986"/>
                    <a:pt x="103736" y="198986"/>
                  </a:cubicBezTo>
                  <a:lnTo>
                    <a:pt x="179936" y="198986"/>
                  </a:lnTo>
                  <a:cubicBezTo>
                    <a:pt x="190457" y="198986"/>
                    <a:pt x="198986" y="190457"/>
                    <a:pt x="198986" y="179936"/>
                  </a:cubicBezTo>
                  <a:lnTo>
                    <a:pt x="198986" y="103736"/>
                  </a:lnTo>
                  <a:cubicBezTo>
                    <a:pt x="198986" y="93215"/>
                    <a:pt x="190457" y="84686"/>
                    <a:pt x="179936" y="84686"/>
                  </a:cubicBezTo>
                  <a:cubicBezTo>
                    <a:pt x="169415" y="84686"/>
                    <a:pt x="160886" y="93215"/>
                    <a:pt x="160886" y="103736"/>
                  </a:cubicBezTo>
                  <a:lnTo>
                    <a:pt x="160886" y="133931"/>
                  </a:lnTo>
                  <a:lnTo>
                    <a:pt x="31441" y="4581"/>
                  </a:lnTo>
                  <a:cubicBezTo>
                    <a:pt x="23450" y="-2262"/>
                    <a:pt x="11424" y="-1332"/>
                    <a:pt x="4581" y="6659"/>
                  </a:cubicBezTo>
                  <a:cubicBezTo>
                    <a:pt x="-1527" y="13791"/>
                    <a:pt x="-1527" y="24310"/>
                    <a:pt x="4581" y="31442"/>
                  </a:cubicBezTo>
                  <a:lnTo>
                    <a:pt x="133930" y="160886"/>
                  </a:lnTo>
                  <a:lnTo>
                    <a:pt x="103736" y="160886"/>
                  </a:lnTo>
                  <a:cubicBezTo>
                    <a:pt x="93215" y="160886"/>
                    <a:pt x="84686" y="169415"/>
                    <a:pt x="84686" y="179936"/>
                  </a:cubicBezTo>
                  <a:close/>
                </a:path>
              </a:pathLst>
            </a:custGeom>
            <a:grpFill/>
            <a:ln w="9525" cap="flat">
              <a:noFill/>
              <a:prstDash val="solid"/>
              <a:miter/>
            </a:ln>
          </p:spPr>
          <p:txBody>
            <a:bodyPr/>
            <a:lstStyle/>
            <a:p>
              <a:endParaRPr lang="fr-FR"/>
            </a:p>
          </p:txBody>
        </p:sp>
        <p:sp>
          <p:nvSpPr>
            <p:cNvPr id="91" name="Forme libre : forme 90">
              <a:extLst>
                <a:ext uri="{FF2B5EF4-FFF2-40B4-BE49-F238E27FC236}">
                  <a16:creationId xmlns:a16="http://schemas.microsoft.com/office/drawing/2014/main" id="{53044075-F4A4-1469-BB0E-CFE6DAB18B2E}"/>
                </a:ext>
              </a:extLst>
            </p:cNvPr>
            <p:cNvSpPr/>
            <p:nvPr/>
          </p:nvSpPr>
          <p:spPr>
            <a:xfrm>
              <a:off x="5883010" y="3569475"/>
              <a:ext cx="201064" cy="201064"/>
            </a:xfrm>
            <a:custGeom>
              <a:avLst/>
              <a:gdLst>
                <a:gd name="csX0" fmla="*/ 182014 w 201064"/>
                <a:gd name="csY0" fmla="*/ 0 h 201064"/>
                <a:gd name="csX1" fmla="*/ 105814 w 201064"/>
                <a:gd name="csY1" fmla="*/ 0 h 201064"/>
                <a:gd name="csX2" fmla="*/ 86764 w 201064"/>
                <a:gd name="csY2" fmla="*/ 19050 h 201064"/>
                <a:gd name="csX3" fmla="*/ 105814 w 201064"/>
                <a:gd name="csY3" fmla="*/ 38100 h 201064"/>
                <a:gd name="csX4" fmla="*/ 136009 w 201064"/>
                <a:gd name="csY4" fmla="*/ 38100 h 201064"/>
                <a:gd name="csX5" fmla="*/ 6659 w 201064"/>
                <a:gd name="csY5" fmla="*/ 167545 h 201064"/>
                <a:gd name="csX6" fmla="*/ 4581 w 201064"/>
                <a:gd name="csY6" fmla="*/ 194405 h 201064"/>
                <a:gd name="csX7" fmla="*/ 31442 w 201064"/>
                <a:gd name="csY7" fmla="*/ 196483 h 201064"/>
                <a:gd name="csX8" fmla="*/ 33520 w 201064"/>
                <a:gd name="csY8" fmla="*/ 194405 h 201064"/>
                <a:gd name="csX9" fmla="*/ 162964 w 201064"/>
                <a:gd name="csY9" fmla="*/ 65056 h 201064"/>
                <a:gd name="csX10" fmla="*/ 162964 w 201064"/>
                <a:gd name="csY10" fmla="*/ 95250 h 201064"/>
                <a:gd name="csX11" fmla="*/ 182014 w 201064"/>
                <a:gd name="csY11" fmla="*/ 114300 h 201064"/>
                <a:gd name="csX12" fmla="*/ 201064 w 201064"/>
                <a:gd name="csY12" fmla="*/ 95250 h 201064"/>
                <a:gd name="csX13" fmla="*/ 201064 w 201064"/>
                <a:gd name="csY13" fmla="*/ 19050 h 201064"/>
                <a:gd name="csX14" fmla="*/ 182014 w 201064"/>
                <a:gd name="csY14" fmla="*/ 0 h 2010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01064" h="201064">
                  <a:moveTo>
                    <a:pt x="182014" y="0"/>
                  </a:moveTo>
                  <a:lnTo>
                    <a:pt x="105814" y="0"/>
                  </a:lnTo>
                  <a:cubicBezTo>
                    <a:pt x="95293" y="0"/>
                    <a:pt x="86764" y="8529"/>
                    <a:pt x="86764" y="19050"/>
                  </a:cubicBezTo>
                  <a:cubicBezTo>
                    <a:pt x="86764" y="29571"/>
                    <a:pt x="95293" y="38100"/>
                    <a:pt x="105814" y="38100"/>
                  </a:cubicBezTo>
                  <a:lnTo>
                    <a:pt x="136009" y="38100"/>
                  </a:lnTo>
                  <a:lnTo>
                    <a:pt x="6659" y="167545"/>
                  </a:lnTo>
                  <a:cubicBezTo>
                    <a:pt x="-1332" y="174388"/>
                    <a:pt x="-2262" y="186414"/>
                    <a:pt x="4581" y="194405"/>
                  </a:cubicBezTo>
                  <a:cubicBezTo>
                    <a:pt x="11425" y="202396"/>
                    <a:pt x="23450" y="203327"/>
                    <a:pt x="31442" y="196483"/>
                  </a:cubicBezTo>
                  <a:cubicBezTo>
                    <a:pt x="32187" y="195845"/>
                    <a:pt x="32882" y="195150"/>
                    <a:pt x="33520" y="194405"/>
                  </a:cubicBezTo>
                  <a:lnTo>
                    <a:pt x="162964" y="65056"/>
                  </a:lnTo>
                  <a:lnTo>
                    <a:pt x="162964" y="95250"/>
                  </a:lnTo>
                  <a:cubicBezTo>
                    <a:pt x="162964" y="105771"/>
                    <a:pt x="171493" y="114300"/>
                    <a:pt x="182014" y="114300"/>
                  </a:cubicBezTo>
                  <a:cubicBezTo>
                    <a:pt x="192535" y="114300"/>
                    <a:pt x="201064" y="105771"/>
                    <a:pt x="201064" y="95250"/>
                  </a:cubicBezTo>
                  <a:lnTo>
                    <a:pt x="201064" y="19050"/>
                  </a:lnTo>
                  <a:cubicBezTo>
                    <a:pt x="201064" y="8529"/>
                    <a:pt x="192535" y="0"/>
                    <a:pt x="182014" y="0"/>
                  </a:cubicBezTo>
                  <a:close/>
                </a:path>
              </a:pathLst>
            </a:custGeom>
            <a:grpFill/>
            <a:ln w="9525" cap="flat">
              <a:noFill/>
              <a:prstDash val="solid"/>
              <a:miter/>
            </a:ln>
          </p:spPr>
          <p:txBody>
            <a:bodyPr/>
            <a:lstStyle/>
            <a:p>
              <a:endParaRPr lang="fr-FR"/>
            </a:p>
          </p:txBody>
        </p:sp>
        <p:sp>
          <p:nvSpPr>
            <p:cNvPr id="92" name="Forme libre : forme 91">
              <a:extLst>
                <a:ext uri="{FF2B5EF4-FFF2-40B4-BE49-F238E27FC236}">
                  <a16:creationId xmlns:a16="http://schemas.microsoft.com/office/drawing/2014/main" id="{1EC39078-91E9-5777-949D-6E0001E1080E}"/>
                </a:ext>
              </a:extLst>
            </p:cNvPr>
            <p:cNvSpPr/>
            <p:nvPr/>
          </p:nvSpPr>
          <p:spPr>
            <a:xfrm>
              <a:off x="6331725" y="3569475"/>
              <a:ext cx="198985" cy="198986"/>
            </a:xfrm>
            <a:custGeom>
              <a:avLst/>
              <a:gdLst>
                <a:gd name="csX0" fmla="*/ 65056 w 198985"/>
                <a:gd name="csY0" fmla="*/ 38100 h 198986"/>
                <a:gd name="csX1" fmla="*/ 95250 w 198985"/>
                <a:gd name="csY1" fmla="*/ 38100 h 198986"/>
                <a:gd name="csX2" fmla="*/ 114300 w 198985"/>
                <a:gd name="csY2" fmla="*/ 19050 h 198986"/>
                <a:gd name="csX3" fmla="*/ 95250 w 198985"/>
                <a:gd name="csY3" fmla="*/ 0 h 198986"/>
                <a:gd name="csX4" fmla="*/ 19050 w 198985"/>
                <a:gd name="csY4" fmla="*/ 0 h 198986"/>
                <a:gd name="csX5" fmla="*/ 0 w 198985"/>
                <a:gd name="csY5" fmla="*/ 19050 h 198986"/>
                <a:gd name="csX6" fmla="*/ 0 w 198985"/>
                <a:gd name="csY6" fmla="*/ 95250 h 198986"/>
                <a:gd name="csX7" fmla="*/ 19050 w 198985"/>
                <a:gd name="csY7" fmla="*/ 114300 h 198986"/>
                <a:gd name="csX8" fmla="*/ 38100 w 198985"/>
                <a:gd name="csY8" fmla="*/ 95250 h 198986"/>
                <a:gd name="csX9" fmla="*/ 38100 w 198985"/>
                <a:gd name="csY9" fmla="*/ 65056 h 198986"/>
                <a:gd name="csX10" fmla="*/ 167545 w 198985"/>
                <a:gd name="csY10" fmla="*/ 194405 h 198986"/>
                <a:gd name="csX11" fmla="*/ 194405 w 198985"/>
                <a:gd name="csY11" fmla="*/ 192327 h 198986"/>
                <a:gd name="csX12" fmla="*/ 194405 w 198985"/>
                <a:gd name="csY12" fmla="*/ 167545 h 1989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98985" h="198986">
                  <a:moveTo>
                    <a:pt x="65056" y="38100"/>
                  </a:moveTo>
                  <a:lnTo>
                    <a:pt x="95250" y="38100"/>
                  </a:lnTo>
                  <a:cubicBezTo>
                    <a:pt x="105771" y="38100"/>
                    <a:pt x="114300" y="29571"/>
                    <a:pt x="114300" y="19050"/>
                  </a:cubicBezTo>
                  <a:cubicBezTo>
                    <a:pt x="114300" y="8529"/>
                    <a:pt x="105771" y="0"/>
                    <a:pt x="95250" y="0"/>
                  </a:cubicBezTo>
                  <a:lnTo>
                    <a:pt x="19050" y="0"/>
                  </a:lnTo>
                  <a:cubicBezTo>
                    <a:pt x="8529" y="0"/>
                    <a:pt x="0" y="8529"/>
                    <a:pt x="0" y="19050"/>
                  </a:cubicBezTo>
                  <a:lnTo>
                    <a:pt x="0" y="95250"/>
                  </a:lnTo>
                  <a:cubicBezTo>
                    <a:pt x="0" y="105771"/>
                    <a:pt x="8529" y="114300"/>
                    <a:pt x="19050" y="114300"/>
                  </a:cubicBezTo>
                  <a:cubicBezTo>
                    <a:pt x="29571" y="114300"/>
                    <a:pt x="38100" y="105771"/>
                    <a:pt x="38100" y="95250"/>
                  </a:cubicBezTo>
                  <a:lnTo>
                    <a:pt x="38100" y="65056"/>
                  </a:lnTo>
                  <a:lnTo>
                    <a:pt x="167545" y="194405"/>
                  </a:lnTo>
                  <a:cubicBezTo>
                    <a:pt x="175536" y="201249"/>
                    <a:pt x="187562" y="200318"/>
                    <a:pt x="194405" y="192327"/>
                  </a:cubicBezTo>
                  <a:cubicBezTo>
                    <a:pt x="200513" y="185195"/>
                    <a:pt x="200513" y="174677"/>
                    <a:pt x="194405" y="167545"/>
                  </a:cubicBezTo>
                  <a:close/>
                </a:path>
              </a:pathLst>
            </a:custGeom>
            <a:grpFill/>
            <a:ln w="9525" cap="flat">
              <a:noFill/>
              <a:prstDash val="solid"/>
              <a:miter/>
            </a:ln>
          </p:spPr>
          <p:txBody>
            <a:bodyPr/>
            <a:lstStyle/>
            <a:p>
              <a:endParaRPr lang="fr-FR"/>
            </a:p>
          </p:txBody>
        </p:sp>
        <p:sp>
          <p:nvSpPr>
            <p:cNvPr id="93" name="Forme libre : forme 92">
              <a:extLst>
                <a:ext uri="{FF2B5EF4-FFF2-40B4-BE49-F238E27FC236}">
                  <a16:creationId xmlns:a16="http://schemas.microsoft.com/office/drawing/2014/main" id="{8D9D4CFB-6622-4244-DACA-C0CAA76B01C5}"/>
                </a:ext>
              </a:extLst>
            </p:cNvPr>
            <p:cNvSpPr/>
            <p:nvPr/>
          </p:nvSpPr>
          <p:spPr>
            <a:xfrm>
              <a:off x="6331725" y="3122839"/>
              <a:ext cx="198986" cy="198985"/>
            </a:xfrm>
            <a:custGeom>
              <a:avLst/>
              <a:gdLst>
                <a:gd name="csX0" fmla="*/ 167545 w 198986"/>
                <a:gd name="csY0" fmla="*/ 4581 h 198985"/>
                <a:gd name="csX1" fmla="*/ 38100 w 198986"/>
                <a:gd name="csY1" fmla="*/ 133930 h 198985"/>
                <a:gd name="csX2" fmla="*/ 38100 w 198986"/>
                <a:gd name="csY2" fmla="*/ 103736 h 198985"/>
                <a:gd name="csX3" fmla="*/ 19050 w 198986"/>
                <a:gd name="csY3" fmla="*/ 84686 h 198985"/>
                <a:gd name="csX4" fmla="*/ 0 w 198986"/>
                <a:gd name="csY4" fmla="*/ 103736 h 198985"/>
                <a:gd name="csX5" fmla="*/ 0 w 198986"/>
                <a:gd name="csY5" fmla="*/ 179936 h 198985"/>
                <a:gd name="csX6" fmla="*/ 19050 w 198986"/>
                <a:gd name="csY6" fmla="*/ 198986 h 198985"/>
                <a:gd name="csX7" fmla="*/ 95250 w 198986"/>
                <a:gd name="csY7" fmla="*/ 198986 h 198985"/>
                <a:gd name="csX8" fmla="*/ 114300 w 198986"/>
                <a:gd name="csY8" fmla="*/ 179936 h 198985"/>
                <a:gd name="csX9" fmla="*/ 95250 w 198986"/>
                <a:gd name="csY9" fmla="*/ 160886 h 198985"/>
                <a:gd name="csX10" fmla="*/ 65056 w 198986"/>
                <a:gd name="csY10" fmla="*/ 160886 h 198985"/>
                <a:gd name="csX11" fmla="*/ 194405 w 198986"/>
                <a:gd name="csY11" fmla="*/ 31441 h 198985"/>
                <a:gd name="csX12" fmla="*/ 192327 w 198986"/>
                <a:gd name="csY12" fmla="*/ 4581 h 198985"/>
                <a:gd name="csX13" fmla="*/ 167545 w 198986"/>
                <a:gd name="csY13" fmla="*/ 4581 h 1989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98986" h="198985">
                  <a:moveTo>
                    <a:pt x="167545" y="4581"/>
                  </a:moveTo>
                  <a:lnTo>
                    <a:pt x="38100" y="133930"/>
                  </a:lnTo>
                  <a:lnTo>
                    <a:pt x="38100" y="103736"/>
                  </a:lnTo>
                  <a:cubicBezTo>
                    <a:pt x="38100" y="93215"/>
                    <a:pt x="29571" y="84686"/>
                    <a:pt x="19050" y="84686"/>
                  </a:cubicBezTo>
                  <a:cubicBezTo>
                    <a:pt x="8529" y="84686"/>
                    <a:pt x="0" y="93215"/>
                    <a:pt x="0" y="103736"/>
                  </a:cubicBezTo>
                  <a:lnTo>
                    <a:pt x="0" y="179936"/>
                  </a:lnTo>
                  <a:cubicBezTo>
                    <a:pt x="0" y="190457"/>
                    <a:pt x="8529" y="198986"/>
                    <a:pt x="19050" y="198986"/>
                  </a:cubicBezTo>
                  <a:lnTo>
                    <a:pt x="95250" y="198986"/>
                  </a:lnTo>
                  <a:cubicBezTo>
                    <a:pt x="105771" y="198986"/>
                    <a:pt x="114300" y="190457"/>
                    <a:pt x="114300" y="179936"/>
                  </a:cubicBezTo>
                  <a:cubicBezTo>
                    <a:pt x="114300" y="169415"/>
                    <a:pt x="105771" y="160886"/>
                    <a:pt x="95250" y="160886"/>
                  </a:cubicBezTo>
                  <a:lnTo>
                    <a:pt x="65056" y="160886"/>
                  </a:lnTo>
                  <a:lnTo>
                    <a:pt x="194405" y="31441"/>
                  </a:lnTo>
                  <a:cubicBezTo>
                    <a:pt x="201249" y="23450"/>
                    <a:pt x="200318" y="11424"/>
                    <a:pt x="192327" y="4581"/>
                  </a:cubicBezTo>
                  <a:cubicBezTo>
                    <a:pt x="185195" y="-1527"/>
                    <a:pt x="174677" y="-1527"/>
                    <a:pt x="167545" y="4581"/>
                  </a:cubicBezTo>
                  <a:close/>
                </a:path>
              </a:pathLst>
            </a:custGeom>
            <a:grpFill/>
            <a:ln w="9525" cap="flat">
              <a:noFill/>
              <a:prstDash val="solid"/>
              <a:miter/>
            </a:ln>
          </p:spPr>
          <p:txBody>
            <a:bodyPr/>
            <a:lstStyle/>
            <a:p>
              <a:endParaRPr lang="fr-FR"/>
            </a:p>
          </p:txBody>
        </p:sp>
        <p:sp>
          <p:nvSpPr>
            <p:cNvPr id="94" name="Forme libre : forme 93">
              <a:extLst>
                <a:ext uri="{FF2B5EF4-FFF2-40B4-BE49-F238E27FC236}">
                  <a16:creationId xmlns:a16="http://schemas.microsoft.com/office/drawing/2014/main" id="{0B40501B-6EAE-07C0-B5B6-A987BA228FA7}"/>
                </a:ext>
              </a:extLst>
            </p:cNvPr>
            <p:cNvSpPr/>
            <p:nvPr/>
          </p:nvSpPr>
          <p:spPr>
            <a:xfrm>
              <a:off x="6084075" y="3321825"/>
              <a:ext cx="247650" cy="247650"/>
            </a:xfrm>
            <a:custGeom>
              <a:avLst/>
              <a:gdLst>
                <a:gd name="csX0" fmla="*/ 123825 w 247650"/>
                <a:gd name="csY0" fmla="*/ 0 h 247650"/>
                <a:gd name="csX1" fmla="*/ 0 w 247650"/>
                <a:gd name="csY1" fmla="*/ 123825 h 247650"/>
                <a:gd name="csX2" fmla="*/ 123825 w 247650"/>
                <a:gd name="csY2" fmla="*/ 247650 h 247650"/>
                <a:gd name="csX3" fmla="*/ 247650 w 247650"/>
                <a:gd name="csY3" fmla="*/ 123825 h 247650"/>
                <a:gd name="csX4" fmla="*/ 123825 w 247650"/>
                <a:gd name="csY4" fmla="*/ 0 h 247650"/>
                <a:gd name="csX5" fmla="*/ 123825 w 247650"/>
                <a:gd name="csY5" fmla="*/ 209550 h 247650"/>
                <a:gd name="csX6" fmla="*/ 38100 w 247650"/>
                <a:gd name="csY6" fmla="*/ 123825 h 247650"/>
                <a:gd name="csX7" fmla="*/ 123825 w 247650"/>
                <a:gd name="csY7" fmla="*/ 38100 h 247650"/>
                <a:gd name="csX8" fmla="*/ 209550 w 247650"/>
                <a:gd name="csY8" fmla="*/ 123825 h 247650"/>
                <a:gd name="csX9" fmla="*/ 123825 w 247650"/>
                <a:gd name="csY9" fmla="*/ 209550 h 2476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47650" h="247650">
                  <a:moveTo>
                    <a:pt x="123825" y="0"/>
                  </a:moveTo>
                  <a:cubicBezTo>
                    <a:pt x="55438" y="0"/>
                    <a:pt x="0" y="55438"/>
                    <a:pt x="0" y="123825"/>
                  </a:cubicBezTo>
                  <a:cubicBezTo>
                    <a:pt x="0" y="192212"/>
                    <a:pt x="55438" y="247650"/>
                    <a:pt x="123825" y="247650"/>
                  </a:cubicBezTo>
                  <a:cubicBezTo>
                    <a:pt x="192212" y="247650"/>
                    <a:pt x="247650" y="192212"/>
                    <a:pt x="247650" y="123825"/>
                  </a:cubicBezTo>
                  <a:cubicBezTo>
                    <a:pt x="247650" y="55438"/>
                    <a:pt x="192212" y="0"/>
                    <a:pt x="123825" y="0"/>
                  </a:cubicBezTo>
                  <a:close/>
                  <a:moveTo>
                    <a:pt x="123825" y="209550"/>
                  </a:moveTo>
                  <a:cubicBezTo>
                    <a:pt x="76480" y="209550"/>
                    <a:pt x="38100" y="171170"/>
                    <a:pt x="38100" y="123825"/>
                  </a:cubicBezTo>
                  <a:cubicBezTo>
                    <a:pt x="38100" y="76480"/>
                    <a:pt x="76480" y="38100"/>
                    <a:pt x="123825" y="38100"/>
                  </a:cubicBezTo>
                  <a:cubicBezTo>
                    <a:pt x="171170" y="38100"/>
                    <a:pt x="209550" y="76480"/>
                    <a:pt x="209550" y="123825"/>
                  </a:cubicBezTo>
                  <a:cubicBezTo>
                    <a:pt x="209550" y="171170"/>
                    <a:pt x="171170" y="209550"/>
                    <a:pt x="123825" y="209550"/>
                  </a:cubicBezTo>
                  <a:close/>
                </a:path>
              </a:pathLst>
            </a:custGeom>
            <a:grpFill/>
            <a:ln w="9525" cap="flat">
              <a:noFill/>
              <a:prstDash val="solid"/>
              <a:miter/>
            </a:ln>
          </p:spPr>
          <p:txBody>
            <a:bodyPr/>
            <a:lstStyle/>
            <a:p>
              <a:endParaRPr lang="fr-FR"/>
            </a:p>
          </p:txBody>
        </p:sp>
        <p:sp>
          <p:nvSpPr>
            <p:cNvPr id="95" name="Forme libre : forme 94">
              <a:extLst>
                <a:ext uri="{FF2B5EF4-FFF2-40B4-BE49-F238E27FC236}">
                  <a16:creationId xmlns:a16="http://schemas.microsoft.com/office/drawing/2014/main" id="{17DA86C6-2122-633B-0786-2540FB7810D1}"/>
                </a:ext>
              </a:extLst>
            </p:cNvPr>
            <p:cNvSpPr/>
            <p:nvPr/>
          </p:nvSpPr>
          <p:spPr>
            <a:xfrm>
              <a:off x="6188850" y="3378975"/>
              <a:ext cx="65635" cy="113261"/>
            </a:xfrm>
            <a:custGeom>
              <a:avLst/>
              <a:gdLst>
                <a:gd name="csX0" fmla="*/ 38100 w 65635"/>
                <a:gd name="csY0" fmla="*/ 58769 h 113261"/>
                <a:gd name="csX1" fmla="*/ 38100 w 65635"/>
                <a:gd name="csY1" fmla="*/ 19050 h 113261"/>
                <a:gd name="csX2" fmla="*/ 19050 w 65635"/>
                <a:gd name="csY2" fmla="*/ 0 h 113261"/>
                <a:gd name="csX3" fmla="*/ 0 w 65635"/>
                <a:gd name="csY3" fmla="*/ 19050 h 113261"/>
                <a:gd name="csX4" fmla="*/ 0 w 65635"/>
                <a:gd name="csY4" fmla="*/ 66675 h 113261"/>
                <a:gd name="csX5" fmla="*/ 5620 w 65635"/>
                <a:gd name="csY5" fmla="*/ 80105 h 113261"/>
                <a:gd name="csX6" fmla="*/ 34195 w 65635"/>
                <a:gd name="csY6" fmla="*/ 108680 h 113261"/>
                <a:gd name="csX7" fmla="*/ 61055 w 65635"/>
                <a:gd name="csY7" fmla="*/ 106602 h 113261"/>
                <a:gd name="csX8" fmla="*/ 61055 w 65635"/>
                <a:gd name="csY8" fmla="*/ 81820 h 1132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5635" h="113261">
                  <a:moveTo>
                    <a:pt x="38100" y="58769"/>
                  </a:moveTo>
                  <a:lnTo>
                    <a:pt x="38100" y="19050"/>
                  </a:lnTo>
                  <a:cubicBezTo>
                    <a:pt x="38100" y="8529"/>
                    <a:pt x="29571" y="0"/>
                    <a:pt x="19050" y="0"/>
                  </a:cubicBezTo>
                  <a:cubicBezTo>
                    <a:pt x="8529" y="0"/>
                    <a:pt x="0" y="8529"/>
                    <a:pt x="0" y="19050"/>
                  </a:cubicBezTo>
                  <a:lnTo>
                    <a:pt x="0" y="66675"/>
                  </a:lnTo>
                  <a:cubicBezTo>
                    <a:pt x="21" y="71719"/>
                    <a:pt x="2042" y="76549"/>
                    <a:pt x="5620" y="80105"/>
                  </a:cubicBezTo>
                  <a:lnTo>
                    <a:pt x="34195" y="108680"/>
                  </a:lnTo>
                  <a:cubicBezTo>
                    <a:pt x="42186" y="115524"/>
                    <a:pt x="54212" y="114593"/>
                    <a:pt x="61055" y="106602"/>
                  </a:cubicBezTo>
                  <a:cubicBezTo>
                    <a:pt x="67163" y="99470"/>
                    <a:pt x="67163" y="88952"/>
                    <a:pt x="61055" y="81820"/>
                  </a:cubicBezTo>
                  <a:close/>
                </a:path>
              </a:pathLst>
            </a:custGeom>
            <a:grpFill/>
            <a:ln w="9525" cap="flat">
              <a:noFill/>
              <a:prstDash val="solid"/>
              <a:miter/>
            </a:ln>
          </p:spPr>
          <p:txBody>
            <a:bodyPr/>
            <a:lstStyle/>
            <a:p>
              <a:endParaRPr lang="fr-FR"/>
            </a:p>
          </p:txBody>
        </p:sp>
      </p:grpSp>
      <p:grpSp>
        <p:nvGrpSpPr>
          <p:cNvPr id="118" name="Groupe 117">
            <a:extLst>
              <a:ext uri="{FF2B5EF4-FFF2-40B4-BE49-F238E27FC236}">
                <a16:creationId xmlns:a16="http://schemas.microsoft.com/office/drawing/2014/main" id="{4149F6CA-465D-D86B-3BEE-AE627BE3B355}"/>
              </a:ext>
            </a:extLst>
          </p:cNvPr>
          <p:cNvGrpSpPr>
            <a:grpSpLocks noChangeAspect="1"/>
          </p:cNvGrpSpPr>
          <p:nvPr/>
        </p:nvGrpSpPr>
        <p:grpSpPr>
          <a:xfrm>
            <a:off x="7965827" y="5185033"/>
            <a:ext cx="360000" cy="366246"/>
            <a:chOff x="6653317" y="1686771"/>
            <a:chExt cx="926909" cy="942986"/>
          </a:xfrm>
          <a:solidFill>
            <a:schemeClr val="accent2"/>
          </a:solidFill>
        </p:grpSpPr>
        <p:sp>
          <p:nvSpPr>
            <p:cNvPr id="113" name="Forme libre : forme 112">
              <a:extLst>
                <a:ext uri="{FF2B5EF4-FFF2-40B4-BE49-F238E27FC236}">
                  <a16:creationId xmlns:a16="http://schemas.microsoft.com/office/drawing/2014/main" id="{E6E07BEC-E02A-3C3D-B8A0-F2A7DE1C0AE2}"/>
                </a:ext>
              </a:extLst>
            </p:cNvPr>
            <p:cNvSpPr/>
            <p:nvPr/>
          </p:nvSpPr>
          <p:spPr>
            <a:xfrm>
              <a:off x="7304538" y="1822678"/>
              <a:ext cx="157725" cy="209568"/>
            </a:xfrm>
            <a:custGeom>
              <a:avLst/>
              <a:gdLst>
                <a:gd name="csX0" fmla="*/ 19155 w 157725"/>
                <a:gd name="csY0" fmla="*/ 47158 h 209568"/>
                <a:gd name="csX1" fmla="*/ 107833 w 157725"/>
                <a:gd name="csY1" fmla="*/ 180984 h 209568"/>
                <a:gd name="csX2" fmla="*/ 126406 w 157725"/>
                <a:gd name="csY2" fmla="*/ 209083 h 209568"/>
                <a:gd name="csX3" fmla="*/ 154505 w 157725"/>
                <a:gd name="csY3" fmla="*/ 190509 h 209568"/>
                <a:gd name="csX4" fmla="*/ 28584 w 157725"/>
                <a:gd name="csY4" fmla="*/ 486 h 209568"/>
                <a:gd name="csX5" fmla="*/ 486 w 157725"/>
                <a:gd name="csY5" fmla="*/ 19059 h 209568"/>
                <a:gd name="csX6" fmla="*/ 19059 w 157725"/>
                <a:gd name="csY6" fmla="*/ 47158 h 20956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57725" h="209568">
                  <a:moveTo>
                    <a:pt x="19155" y="47158"/>
                  </a:moveTo>
                  <a:cubicBezTo>
                    <a:pt x="80560" y="59682"/>
                    <a:pt x="120233" y="119555"/>
                    <a:pt x="107833" y="180984"/>
                  </a:cubicBezTo>
                  <a:cubicBezTo>
                    <a:pt x="105202" y="193873"/>
                    <a:pt x="113518" y="206453"/>
                    <a:pt x="126406" y="209083"/>
                  </a:cubicBezTo>
                  <a:cubicBezTo>
                    <a:pt x="139294" y="211713"/>
                    <a:pt x="151875" y="203398"/>
                    <a:pt x="154505" y="190509"/>
                  </a:cubicBezTo>
                  <a:cubicBezTo>
                    <a:pt x="172111" y="103282"/>
                    <a:pt x="115776" y="18268"/>
                    <a:pt x="28584" y="486"/>
                  </a:cubicBezTo>
                  <a:cubicBezTo>
                    <a:pt x="15696" y="-2145"/>
                    <a:pt x="3116" y="6171"/>
                    <a:pt x="486" y="19059"/>
                  </a:cubicBezTo>
                  <a:cubicBezTo>
                    <a:pt x="-2145" y="31948"/>
                    <a:pt x="6171" y="44528"/>
                    <a:pt x="19059" y="47158"/>
                  </a:cubicBezTo>
                  <a:close/>
                </a:path>
              </a:pathLst>
            </a:custGeom>
            <a:grpFill/>
            <a:ln w="9525" cap="flat">
              <a:noFill/>
              <a:prstDash val="solid"/>
              <a:miter/>
            </a:ln>
          </p:spPr>
          <p:txBody>
            <a:bodyPr/>
            <a:lstStyle/>
            <a:p>
              <a:endParaRPr lang="fr-FR"/>
            </a:p>
          </p:txBody>
        </p:sp>
        <p:sp>
          <p:nvSpPr>
            <p:cNvPr id="114" name="Forme libre : forme 113">
              <a:extLst>
                <a:ext uri="{FF2B5EF4-FFF2-40B4-BE49-F238E27FC236}">
                  <a16:creationId xmlns:a16="http://schemas.microsoft.com/office/drawing/2014/main" id="{27432AF6-E048-EA32-82D7-A9B0186719D2}"/>
                </a:ext>
              </a:extLst>
            </p:cNvPr>
            <p:cNvSpPr/>
            <p:nvPr/>
          </p:nvSpPr>
          <p:spPr>
            <a:xfrm>
              <a:off x="7327970" y="1707235"/>
              <a:ext cx="252256" cy="348348"/>
            </a:xfrm>
            <a:custGeom>
              <a:avLst/>
              <a:gdLst>
                <a:gd name="csX0" fmla="*/ 19060 w 252256"/>
                <a:gd name="csY0" fmla="*/ 47158 h 348348"/>
                <a:gd name="csX1" fmla="*/ 200035 w 252256"/>
                <a:gd name="csY1" fmla="*/ 319764 h 348348"/>
                <a:gd name="csX2" fmla="*/ 218608 w 252256"/>
                <a:gd name="csY2" fmla="*/ 347862 h 348348"/>
                <a:gd name="csX3" fmla="*/ 246707 w 252256"/>
                <a:gd name="csY3" fmla="*/ 329289 h 348348"/>
                <a:gd name="csX4" fmla="*/ 28584 w 252256"/>
                <a:gd name="csY4" fmla="*/ 486 h 348348"/>
                <a:gd name="csX5" fmla="*/ 486 w 252256"/>
                <a:gd name="csY5" fmla="*/ 19059 h 348348"/>
                <a:gd name="csX6" fmla="*/ 19059 w 252256"/>
                <a:gd name="csY6" fmla="*/ 47158 h 34834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2256" h="348348">
                  <a:moveTo>
                    <a:pt x="19060" y="47158"/>
                  </a:moveTo>
                  <a:cubicBezTo>
                    <a:pt x="144252" y="72551"/>
                    <a:pt x="225232" y="194532"/>
                    <a:pt x="200035" y="319764"/>
                  </a:cubicBezTo>
                  <a:cubicBezTo>
                    <a:pt x="197404" y="332652"/>
                    <a:pt x="205720" y="345232"/>
                    <a:pt x="218608" y="347862"/>
                  </a:cubicBezTo>
                  <a:cubicBezTo>
                    <a:pt x="231496" y="350493"/>
                    <a:pt x="244077" y="342177"/>
                    <a:pt x="246707" y="329289"/>
                  </a:cubicBezTo>
                  <a:cubicBezTo>
                    <a:pt x="277114" y="178290"/>
                    <a:pt x="179525" y="31181"/>
                    <a:pt x="28584" y="486"/>
                  </a:cubicBezTo>
                  <a:cubicBezTo>
                    <a:pt x="15696" y="-2145"/>
                    <a:pt x="3116" y="6171"/>
                    <a:pt x="486" y="19059"/>
                  </a:cubicBezTo>
                  <a:cubicBezTo>
                    <a:pt x="-2145" y="31948"/>
                    <a:pt x="6171" y="44528"/>
                    <a:pt x="19059" y="47158"/>
                  </a:cubicBezTo>
                  <a:close/>
                </a:path>
              </a:pathLst>
            </a:custGeom>
            <a:grpFill/>
            <a:ln w="9525" cap="flat">
              <a:noFill/>
              <a:prstDash val="solid"/>
              <a:miter/>
            </a:ln>
          </p:spPr>
          <p:txBody>
            <a:bodyPr/>
            <a:lstStyle/>
            <a:p>
              <a:endParaRPr lang="fr-FR"/>
            </a:p>
          </p:txBody>
        </p:sp>
        <p:sp>
          <p:nvSpPr>
            <p:cNvPr id="115" name="Forme libre : forme 114">
              <a:extLst>
                <a:ext uri="{FF2B5EF4-FFF2-40B4-BE49-F238E27FC236}">
                  <a16:creationId xmlns:a16="http://schemas.microsoft.com/office/drawing/2014/main" id="{5E3A60A8-FC99-B347-60FB-C001279CF42A}"/>
                </a:ext>
              </a:extLst>
            </p:cNvPr>
            <p:cNvSpPr/>
            <p:nvPr/>
          </p:nvSpPr>
          <p:spPr>
            <a:xfrm>
              <a:off x="6653317" y="1686771"/>
              <a:ext cx="841974" cy="942986"/>
            </a:xfrm>
            <a:custGeom>
              <a:avLst/>
              <a:gdLst>
                <a:gd name="csX0" fmla="*/ 44679 w 841974"/>
                <a:gd name="csY0" fmla="*/ 730467 h 942986"/>
                <a:gd name="csX1" fmla="*/ 88399 w 841974"/>
                <a:gd name="csY1" fmla="*/ 759899 h 942986"/>
                <a:gd name="csX2" fmla="*/ 102210 w 841974"/>
                <a:gd name="csY2" fmla="*/ 761328 h 942986"/>
                <a:gd name="csX3" fmla="*/ 140310 w 841974"/>
                <a:gd name="csY3" fmla="*/ 749803 h 942986"/>
                <a:gd name="csX4" fmla="*/ 175553 w 841974"/>
                <a:gd name="csY4" fmla="*/ 726466 h 942986"/>
                <a:gd name="csX5" fmla="*/ 230607 w 841974"/>
                <a:gd name="csY5" fmla="*/ 755803 h 942986"/>
                <a:gd name="csX6" fmla="*/ 252515 w 841974"/>
                <a:gd name="csY6" fmla="*/ 757994 h 942986"/>
                <a:gd name="csX7" fmla="*/ 312618 w 841974"/>
                <a:gd name="csY7" fmla="*/ 739801 h 942986"/>
                <a:gd name="csX8" fmla="*/ 336049 w 841974"/>
                <a:gd name="csY8" fmla="*/ 724276 h 942986"/>
                <a:gd name="csX9" fmla="*/ 460350 w 841974"/>
                <a:gd name="csY9" fmla="*/ 912490 h 942986"/>
                <a:gd name="csX10" fmla="*/ 519691 w 841974"/>
                <a:gd name="csY10" fmla="*/ 942970 h 942986"/>
                <a:gd name="csX11" fmla="*/ 566173 w 841974"/>
                <a:gd name="csY11" fmla="*/ 928682 h 942986"/>
                <a:gd name="csX12" fmla="*/ 592462 w 841974"/>
                <a:gd name="csY12" fmla="*/ 824955 h 942986"/>
                <a:gd name="csX13" fmla="*/ 468637 w 841974"/>
                <a:gd name="csY13" fmla="*/ 637313 h 942986"/>
                <a:gd name="csX14" fmla="*/ 689236 w 841974"/>
                <a:gd name="csY14" fmla="*/ 607690 h 942986"/>
                <a:gd name="csX15" fmla="*/ 696761 w 841974"/>
                <a:gd name="csY15" fmla="*/ 619024 h 942986"/>
                <a:gd name="csX16" fmla="*/ 805922 w 841974"/>
                <a:gd name="csY16" fmla="*/ 641246 h 942986"/>
                <a:gd name="csX17" fmla="*/ 806108 w 841974"/>
                <a:gd name="csY17" fmla="*/ 641122 h 942986"/>
                <a:gd name="csX18" fmla="*/ 806965 w 841974"/>
                <a:gd name="csY18" fmla="*/ 640551 h 942986"/>
                <a:gd name="csX19" fmla="*/ 828873 w 841974"/>
                <a:gd name="csY19" fmla="*/ 531490 h 942986"/>
                <a:gd name="csX20" fmla="*/ 499879 w 841974"/>
                <a:gd name="csY20" fmla="*/ 35142 h 942986"/>
                <a:gd name="csX21" fmla="*/ 390818 w 841974"/>
                <a:gd name="csY21" fmla="*/ 13044 h 942986"/>
                <a:gd name="csX22" fmla="*/ 389961 w 841974"/>
                <a:gd name="csY22" fmla="*/ 13615 h 942986"/>
                <a:gd name="csX23" fmla="*/ 367958 w 841974"/>
                <a:gd name="csY23" fmla="*/ 122772 h 942986"/>
                <a:gd name="csX24" fmla="*/ 375483 w 841974"/>
                <a:gd name="csY24" fmla="*/ 134107 h 942986"/>
                <a:gd name="csX25" fmla="*/ 244133 w 841974"/>
                <a:gd name="csY25" fmla="*/ 338132 h 942986"/>
                <a:gd name="csX26" fmla="*/ 106782 w 841974"/>
                <a:gd name="csY26" fmla="*/ 429763 h 942986"/>
                <a:gd name="csX27" fmla="*/ 65730 w 841974"/>
                <a:gd name="csY27" fmla="*/ 561208 h 942986"/>
                <a:gd name="csX28" fmla="*/ 30487 w 841974"/>
                <a:gd name="csY28" fmla="*/ 584544 h 942986"/>
                <a:gd name="csX29" fmla="*/ 11437 w 841974"/>
                <a:gd name="csY29" fmla="*/ 679794 h 942986"/>
                <a:gd name="csX30" fmla="*/ 539408 w 841974"/>
                <a:gd name="csY30" fmla="*/ 888963 h 942986"/>
                <a:gd name="csX31" fmla="*/ 499593 w 841974"/>
                <a:gd name="csY31" fmla="*/ 886201 h 942986"/>
                <a:gd name="csX32" fmla="*/ 375483 w 841974"/>
                <a:gd name="csY32" fmla="*/ 697987 h 942986"/>
                <a:gd name="csX33" fmla="*/ 428156 w 841974"/>
                <a:gd name="csY33" fmla="*/ 663030 h 942986"/>
                <a:gd name="csX34" fmla="*/ 552743 w 841974"/>
                <a:gd name="csY34" fmla="*/ 851244 h 942986"/>
                <a:gd name="csX35" fmla="*/ 539408 w 841974"/>
                <a:gd name="csY35" fmla="*/ 888963 h 942986"/>
                <a:gd name="csX36" fmla="*/ 402915 w 841974"/>
                <a:gd name="csY36" fmla="*/ 73051 h 942986"/>
                <a:gd name="csX37" fmla="*/ 416250 w 841974"/>
                <a:gd name="csY37" fmla="*/ 53335 h 942986"/>
                <a:gd name="csX38" fmla="*/ 417107 w 841974"/>
                <a:gd name="csY38" fmla="*/ 52382 h 942986"/>
                <a:gd name="csX39" fmla="*/ 460149 w 841974"/>
                <a:gd name="csY39" fmla="*/ 61741 h 942986"/>
                <a:gd name="csX40" fmla="*/ 460255 w 841974"/>
                <a:gd name="csY40" fmla="*/ 61907 h 942986"/>
                <a:gd name="csX41" fmla="*/ 789154 w 841974"/>
                <a:gd name="csY41" fmla="*/ 558160 h 942986"/>
                <a:gd name="csX42" fmla="*/ 780391 w 841974"/>
                <a:gd name="csY42" fmla="*/ 601308 h 942986"/>
                <a:gd name="csX43" fmla="*/ 780391 w 841974"/>
                <a:gd name="csY43" fmla="*/ 601308 h 942986"/>
                <a:gd name="csX44" fmla="*/ 779533 w 841974"/>
                <a:gd name="csY44" fmla="*/ 601879 h 942986"/>
                <a:gd name="csX45" fmla="*/ 736385 w 841974"/>
                <a:gd name="csY45" fmla="*/ 593116 h 942986"/>
                <a:gd name="csX46" fmla="*/ 407487 w 841974"/>
                <a:gd name="csY46" fmla="*/ 96483 h 942986"/>
                <a:gd name="csX47" fmla="*/ 402915 w 841974"/>
                <a:gd name="csY47" fmla="*/ 73051 h 942986"/>
                <a:gd name="csX48" fmla="*/ 410249 w 841974"/>
                <a:gd name="csY48" fmla="*/ 186780 h 942986"/>
                <a:gd name="csX49" fmla="*/ 654279 w 841974"/>
                <a:gd name="csY49" fmla="*/ 555016 h 942986"/>
                <a:gd name="csX50" fmla="*/ 441777 w 841974"/>
                <a:gd name="csY50" fmla="*/ 597593 h 942986"/>
                <a:gd name="csX51" fmla="*/ 288234 w 841974"/>
                <a:gd name="csY51" fmla="*/ 365945 h 942986"/>
                <a:gd name="csX52" fmla="*/ 410249 w 841974"/>
                <a:gd name="csY52" fmla="*/ 186780 h 942986"/>
                <a:gd name="csX53" fmla="*/ 106782 w 841974"/>
                <a:gd name="csY53" fmla="*/ 508439 h 942986"/>
                <a:gd name="csX54" fmla="*/ 133071 w 841974"/>
                <a:gd name="csY54" fmla="*/ 469387 h 942986"/>
                <a:gd name="csX55" fmla="*/ 248895 w 841974"/>
                <a:gd name="csY55" fmla="*/ 392710 h 942986"/>
                <a:gd name="csX56" fmla="*/ 401772 w 841974"/>
                <a:gd name="csY56" fmla="*/ 623882 h 942986"/>
                <a:gd name="csX57" fmla="*/ 286043 w 841974"/>
                <a:gd name="csY57" fmla="*/ 700082 h 942986"/>
                <a:gd name="csX58" fmla="*/ 200664 w 841974"/>
                <a:gd name="csY58" fmla="*/ 683268 h 942986"/>
                <a:gd name="csX59" fmla="*/ 200318 w 841974"/>
                <a:gd name="csY59" fmla="*/ 682747 h 942986"/>
                <a:gd name="csX60" fmla="*/ 115831 w 841974"/>
                <a:gd name="csY60" fmla="*/ 554731 h 942986"/>
                <a:gd name="csX61" fmla="*/ 106782 w 841974"/>
                <a:gd name="csY61" fmla="*/ 508439 h 942986"/>
                <a:gd name="csX62" fmla="*/ 56776 w 841974"/>
                <a:gd name="csY62" fmla="*/ 623882 h 942986"/>
                <a:gd name="csX63" fmla="*/ 90114 w 841974"/>
                <a:gd name="csY63" fmla="*/ 601784 h 942986"/>
                <a:gd name="csX64" fmla="*/ 147264 w 841974"/>
                <a:gd name="csY64" fmla="*/ 687509 h 942986"/>
                <a:gd name="csX65" fmla="*/ 113736 w 841974"/>
                <a:gd name="csY65" fmla="*/ 709607 h 942986"/>
                <a:gd name="csX66" fmla="*/ 84303 w 841974"/>
                <a:gd name="csY66" fmla="*/ 703607 h 942986"/>
                <a:gd name="csX67" fmla="*/ 50775 w 841974"/>
                <a:gd name="csY67" fmla="*/ 653124 h 942986"/>
                <a:gd name="csX68" fmla="*/ 56776 w 841974"/>
                <a:gd name="csY68" fmla="*/ 623882 h 9429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Lst>
              <a:rect l="l" t="t" r="r" b="b"/>
              <a:pathLst>
                <a:path w="841974" h="942986">
                  <a:moveTo>
                    <a:pt x="44679" y="730467"/>
                  </a:moveTo>
                  <a:cubicBezTo>
                    <a:pt x="54735" y="745725"/>
                    <a:pt x="70479" y="756323"/>
                    <a:pt x="88399" y="759899"/>
                  </a:cubicBezTo>
                  <a:cubicBezTo>
                    <a:pt x="92944" y="760836"/>
                    <a:pt x="97571" y="761314"/>
                    <a:pt x="102210" y="761328"/>
                  </a:cubicBezTo>
                  <a:cubicBezTo>
                    <a:pt x="115772" y="761349"/>
                    <a:pt x="129034" y="757337"/>
                    <a:pt x="140310" y="749803"/>
                  </a:cubicBezTo>
                  <a:lnTo>
                    <a:pt x="175553" y="726466"/>
                  </a:lnTo>
                  <a:cubicBezTo>
                    <a:pt x="190633" y="741429"/>
                    <a:pt x="209778" y="751631"/>
                    <a:pt x="230607" y="755803"/>
                  </a:cubicBezTo>
                  <a:cubicBezTo>
                    <a:pt x="237819" y="757262"/>
                    <a:pt x="245158" y="757996"/>
                    <a:pt x="252515" y="757994"/>
                  </a:cubicBezTo>
                  <a:cubicBezTo>
                    <a:pt x="273905" y="757993"/>
                    <a:pt x="294817" y="751663"/>
                    <a:pt x="312618" y="739801"/>
                  </a:cubicBezTo>
                  <a:lnTo>
                    <a:pt x="336049" y="724276"/>
                  </a:lnTo>
                  <a:lnTo>
                    <a:pt x="460350" y="912490"/>
                  </a:lnTo>
                  <a:cubicBezTo>
                    <a:pt x="473707" y="932027"/>
                    <a:pt x="496031" y="943493"/>
                    <a:pt x="519691" y="942970"/>
                  </a:cubicBezTo>
                  <a:cubicBezTo>
                    <a:pt x="536252" y="942877"/>
                    <a:pt x="552419" y="937907"/>
                    <a:pt x="566173" y="928682"/>
                  </a:cubicBezTo>
                  <a:cubicBezTo>
                    <a:pt x="602559" y="904584"/>
                    <a:pt x="614370" y="858007"/>
                    <a:pt x="592462" y="824955"/>
                  </a:cubicBezTo>
                  <a:lnTo>
                    <a:pt x="468637" y="637313"/>
                  </a:lnTo>
                  <a:cubicBezTo>
                    <a:pt x="540265" y="595307"/>
                    <a:pt x="606083" y="594164"/>
                    <a:pt x="689236" y="607690"/>
                  </a:cubicBezTo>
                  <a:lnTo>
                    <a:pt x="696761" y="619024"/>
                  </a:lnTo>
                  <a:cubicBezTo>
                    <a:pt x="720769" y="655305"/>
                    <a:pt x="769642" y="665254"/>
                    <a:pt x="805922" y="641246"/>
                  </a:cubicBezTo>
                  <a:cubicBezTo>
                    <a:pt x="805984" y="641205"/>
                    <a:pt x="806046" y="641164"/>
                    <a:pt x="806108" y="641122"/>
                  </a:cubicBezTo>
                  <a:lnTo>
                    <a:pt x="806965" y="640551"/>
                  </a:lnTo>
                  <a:cubicBezTo>
                    <a:pt x="843028" y="616415"/>
                    <a:pt x="852818" y="567680"/>
                    <a:pt x="828873" y="531490"/>
                  </a:cubicBezTo>
                  <a:lnTo>
                    <a:pt x="499879" y="35142"/>
                  </a:lnTo>
                  <a:cubicBezTo>
                    <a:pt x="475805" y="-987"/>
                    <a:pt x="427057" y="-10864"/>
                    <a:pt x="390818" y="13044"/>
                  </a:cubicBezTo>
                  <a:lnTo>
                    <a:pt x="389961" y="13615"/>
                  </a:lnTo>
                  <a:cubicBezTo>
                    <a:pt x="353759" y="37694"/>
                    <a:pt x="343911" y="86549"/>
                    <a:pt x="367958" y="122772"/>
                  </a:cubicBezTo>
                  <a:lnTo>
                    <a:pt x="375483" y="134107"/>
                  </a:lnTo>
                  <a:cubicBezTo>
                    <a:pt x="353480" y="223165"/>
                    <a:pt x="323857" y="285840"/>
                    <a:pt x="244133" y="338132"/>
                  </a:cubicBezTo>
                  <a:lnTo>
                    <a:pt x="106782" y="429763"/>
                  </a:lnTo>
                  <a:cubicBezTo>
                    <a:pt x="63701" y="458330"/>
                    <a:pt x="46564" y="513199"/>
                    <a:pt x="65730" y="561208"/>
                  </a:cubicBezTo>
                  <a:lnTo>
                    <a:pt x="30487" y="584544"/>
                  </a:lnTo>
                  <a:cubicBezTo>
                    <a:pt x="-940" y="605677"/>
                    <a:pt x="-9445" y="648199"/>
                    <a:pt x="11437" y="679794"/>
                  </a:cubicBezTo>
                  <a:close/>
                  <a:moveTo>
                    <a:pt x="539408" y="888963"/>
                  </a:moveTo>
                  <a:cubicBezTo>
                    <a:pt x="525121" y="898488"/>
                    <a:pt x="506928" y="897154"/>
                    <a:pt x="499593" y="886201"/>
                  </a:cubicBezTo>
                  <a:lnTo>
                    <a:pt x="375483" y="697987"/>
                  </a:lnTo>
                  <a:lnTo>
                    <a:pt x="428156" y="663030"/>
                  </a:lnTo>
                  <a:lnTo>
                    <a:pt x="552743" y="851244"/>
                  </a:lnTo>
                  <a:cubicBezTo>
                    <a:pt x="560077" y="862007"/>
                    <a:pt x="554172" y="879533"/>
                    <a:pt x="539408" y="888963"/>
                  </a:cubicBezTo>
                  <a:close/>
                  <a:moveTo>
                    <a:pt x="402915" y="73051"/>
                  </a:moveTo>
                  <a:cubicBezTo>
                    <a:pt x="404554" y="64965"/>
                    <a:pt x="409355" y="57867"/>
                    <a:pt x="416250" y="53335"/>
                  </a:cubicBezTo>
                  <a:lnTo>
                    <a:pt x="417107" y="52382"/>
                  </a:lnTo>
                  <a:cubicBezTo>
                    <a:pt x="431577" y="43081"/>
                    <a:pt x="450848" y="47271"/>
                    <a:pt x="460149" y="61741"/>
                  </a:cubicBezTo>
                  <a:cubicBezTo>
                    <a:pt x="460185" y="61797"/>
                    <a:pt x="460220" y="61852"/>
                    <a:pt x="460255" y="61907"/>
                  </a:cubicBezTo>
                  <a:lnTo>
                    <a:pt x="789154" y="558160"/>
                  </a:lnTo>
                  <a:cubicBezTo>
                    <a:pt x="798641" y="572496"/>
                    <a:pt x="794719" y="591808"/>
                    <a:pt x="780391" y="601308"/>
                  </a:cubicBezTo>
                  <a:lnTo>
                    <a:pt x="780391" y="601308"/>
                  </a:lnTo>
                  <a:lnTo>
                    <a:pt x="779533" y="601879"/>
                  </a:lnTo>
                  <a:cubicBezTo>
                    <a:pt x="765197" y="611367"/>
                    <a:pt x="745885" y="607445"/>
                    <a:pt x="736385" y="593116"/>
                  </a:cubicBezTo>
                  <a:lnTo>
                    <a:pt x="407487" y="96483"/>
                  </a:lnTo>
                  <a:cubicBezTo>
                    <a:pt x="402881" y="89602"/>
                    <a:pt x="401234" y="81159"/>
                    <a:pt x="402915" y="73051"/>
                  </a:cubicBezTo>
                  <a:close/>
                  <a:moveTo>
                    <a:pt x="410249" y="186780"/>
                  </a:moveTo>
                  <a:lnTo>
                    <a:pt x="654279" y="555016"/>
                  </a:lnTo>
                  <a:cubicBezTo>
                    <a:pt x="579318" y="547492"/>
                    <a:pt x="513214" y="555016"/>
                    <a:pt x="441777" y="597593"/>
                  </a:cubicBezTo>
                  <a:lnTo>
                    <a:pt x="288234" y="365945"/>
                  </a:lnTo>
                  <a:cubicBezTo>
                    <a:pt x="354909" y="316510"/>
                    <a:pt x="387960" y="258694"/>
                    <a:pt x="410249" y="186780"/>
                  </a:cubicBezTo>
                  <a:close/>
                  <a:moveTo>
                    <a:pt x="106782" y="508439"/>
                  </a:moveTo>
                  <a:cubicBezTo>
                    <a:pt x="109973" y="492431"/>
                    <a:pt x="119440" y="478367"/>
                    <a:pt x="133071" y="469387"/>
                  </a:cubicBezTo>
                  <a:lnTo>
                    <a:pt x="248895" y="392710"/>
                  </a:lnTo>
                  <a:lnTo>
                    <a:pt x="401772" y="623882"/>
                  </a:lnTo>
                  <a:lnTo>
                    <a:pt x="286043" y="700082"/>
                  </a:lnTo>
                  <a:cubicBezTo>
                    <a:pt x="257823" y="719016"/>
                    <a:pt x="219598" y="711488"/>
                    <a:pt x="200664" y="683268"/>
                  </a:cubicBezTo>
                  <a:cubicBezTo>
                    <a:pt x="200548" y="683095"/>
                    <a:pt x="200432" y="682921"/>
                    <a:pt x="200318" y="682747"/>
                  </a:cubicBezTo>
                  <a:lnTo>
                    <a:pt x="115831" y="554731"/>
                  </a:lnTo>
                  <a:cubicBezTo>
                    <a:pt x="106746" y="541131"/>
                    <a:pt x="103487" y="524459"/>
                    <a:pt x="106782" y="508439"/>
                  </a:cubicBezTo>
                  <a:close/>
                  <a:moveTo>
                    <a:pt x="56776" y="623882"/>
                  </a:moveTo>
                  <a:lnTo>
                    <a:pt x="90114" y="601784"/>
                  </a:lnTo>
                  <a:lnTo>
                    <a:pt x="147264" y="687509"/>
                  </a:lnTo>
                  <a:lnTo>
                    <a:pt x="113736" y="709607"/>
                  </a:lnTo>
                  <a:cubicBezTo>
                    <a:pt x="103951" y="716077"/>
                    <a:pt x="90774" y="713391"/>
                    <a:pt x="84303" y="703607"/>
                  </a:cubicBezTo>
                  <a:lnTo>
                    <a:pt x="50775" y="653124"/>
                  </a:lnTo>
                  <a:cubicBezTo>
                    <a:pt x="44435" y="643377"/>
                    <a:pt x="47109" y="630344"/>
                    <a:pt x="56776" y="623882"/>
                  </a:cubicBezTo>
                  <a:close/>
                </a:path>
              </a:pathLst>
            </a:custGeom>
            <a:grpFill/>
            <a:ln w="9525" cap="flat">
              <a:noFill/>
              <a:prstDash val="solid"/>
              <a:miter/>
            </a:ln>
          </p:spPr>
          <p:txBody>
            <a:bodyPr/>
            <a:lstStyle/>
            <a:p>
              <a:endParaRPr lang="fr-FR"/>
            </a:p>
          </p:txBody>
        </p:sp>
      </p:grpSp>
      <p:grpSp>
        <p:nvGrpSpPr>
          <p:cNvPr id="109" name="Groupe 108">
            <a:extLst>
              <a:ext uri="{FF2B5EF4-FFF2-40B4-BE49-F238E27FC236}">
                <a16:creationId xmlns:a16="http://schemas.microsoft.com/office/drawing/2014/main" id="{63C6649B-0EC0-DD6B-A57D-8301FD05B3A5}"/>
              </a:ext>
            </a:extLst>
          </p:cNvPr>
          <p:cNvGrpSpPr/>
          <p:nvPr/>
        </p:nvGrpSpPr>
        <p:grpSpPr>
          <a:xfrm>
            <a:off x="3431761" y="6331759"/>
            <a:ext cx="5328478" cy="504000"/>
            <a:chOff x="3611761" y="6331759"/>
            <a:chExt cx="5328478" cy="504000"/>
          </a:xfrm>
        </p:grpSpPr>
        <p:sp>
          <p:nvSpPr>
            <p:cNvPr id="51" name="Rectangle : coins arrondis 50">
              <a:extLst>
                <a:ext uri="{FF2B5EF4-FFF2-40B4-BE49-F238E27FC236}">
                  <a16:creationId xmlns:a16="http://schemas.microsoft.com/office/drawing/2014/main" id="{E22EE405-3BD8-D4B6-2F1C-D648229C4351}"/>
                </a:ext>
              </a:extLst>
            </p:cNvPr>
            <p:cNvSpPr/>
            <p:nvPr/>
          </p:nvSpPr>
          <p:spPr>
            <a:xfrm>
              <a:off x="3913090" y="6485140"/>
              <a:ext cx="4968000" cy="198530"/>
            </a:xfrm>
            <a:prstGeom prst="roundRect">
              <a:avLst>
                <a:gd name="adj" fmla="val 50000"/>
              </a:avLst>
            </a:prstGeom>
            <a:solidFill>
              <a:schemeClr val="accent6">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1050">
                <a:solidFill>
                  <a:schemeClr val="tx1"/>
                </a:solidFill>
                <a:latin typeface="Avenir LT Std 35 Light" panose="020B0402020203020204" pitchFamily="34" charset="0"/>
              </a:endParaRPr>
            </a:p>
          </p:txBody>
        </p:sp>
        <p:sp>
          <p:nvSpPr>
            <p:cNvPr id="54" name="Rectangle 53">
              <a:extLst>
                <a:ext uri="{FF2B5EF4-FFF2-40B4-BE49-F238E27FC236}">
                  <a16:creationId xmlns:a16="http://schemas.microsoft.com/office/drawing/2014/main" id="{ABC6D1DC-EEC9-1E64-A697-A5879E7F79A6}"/>
                </a:ext>
              </a:extLst>
            </p:cNvPr>
            <p:cNvSpPr/>
            <p:nvPr/>
          </p:nvSpPr>
          <p:spPr>
            <a:xfrm>
              <a:off x="4080239" y="6440235"/>
              <a:ext cx="4860000" cy="28704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vl1pPr marL="0" algn="l" defTabSz="228600" rtl="0" eaLnBrk="1" latinLnBrk="0" hangingPunct="1">
                <a:defRPr sz="900" kern="1200">
                  <a:solidFill>
                    <a:schemeClr val="lt1"/>
                  </a:solidFill>
                  <a:latin typeface="+mn-lt"/>
                  <a:ea typeface="+mn-ea"/>
                  <a:cs typeface="+mn-cs"/>
                </a:defRPr>
              </a:lvl1pPr>
              <a:lvl2pPr marL="228600" algn="l" defTabSz="228600" rtl="0" eaLnBrk="1" latinLnBrk="0" hangingPunct="1">
                <a:defRPr sz="900" kern="1200">
                  <a:solidFill>
                    <a:schemeClr val="lt1"/>
                  </a:solidFill>
                  <a:latin typeface="+mn-lt"/>
                  <a:ea typeface="+mn-ea"/>
                  <a:cs typeface="+mn-cs"/>
                </a:defRPr>
              </a:lvl2pPr>
              <a:lvl3pPr marL="457200" algn="l" defTabSz="228600" rtl="0" eaLnBrk="1" latinLnBrk="0" hangingPunct="1">
                <a:defRPr sz="900" kern="1200">
                  <a:solidFill>
                    <a:schemeClr val="lt1"/>
                  </a:solidFill>
                  <a:latin typeface="+mn-lt"/>
                  <a:ea typeface="+mn-ea"/>
                  <a:cs typeface="+mn-cs"/>
                </a:defRPr>
              </a:lvl3pPr>
              <a:lvl4pPr marL="685800" algn="l" defTabSz="228600" rtl="0" eaLnBrk="1" latinLnBrk="0" hangingPunct="1">
                <a:defRPr sz="900" kern="1200">
                  <a:solidFill>
                    <a:schemeClr val="lt1"/>
                  </a:solidFill>
                  <a:latin typeface="+mn-lt"/>
                  <a:ea typeface="+mn-ea"/>
                  <a:cs typeface="+mn-cs"/>
                </a:defRPr>
              </a:lvl4pPr>
              <a:lvl5pPr marL="914400" algn="l" defTabSz="228600" rtl="0" eaLnBrk="1" latinLnBrk="0" hangingPunct="1">
                <a:defRPr sz="900" kern="1200">
                  <a:solidFill>
                    <a:schemeClr val="lt1"/>
                  </a:solidFill>
                  <a:latin typeface="+mn-lt"/>
                  <a:ea typeface="+mn-ea"/>
                  <a:cs typeface="+mn-cs"/>
                </a:defRPr>
              </a:lvl5pPr>
              <a:lvl6pPr marL="1143000" algn="l" defTabSz="228600" rtl="0" eaLnBrk="1" latinLnBrk="0" hangingPunct="1">
                <a:defRPr sz="900" kern="1200">
                  <a:solidFill>
                    <a:schemeClr val="lt1"/>
                  </a:solidFill>
                  <a:latin typeface="+mn-lt"/>
                  <a:ea typeface="+mn-ea"/>
                  <a:cs typeface="+mn-cs"/>
                </a:defRPr>
              </a:lvl6pPr>
              <a:lvl7pPr marL="1371600" algn="l" defTabSz="228600" rtl="0" eaLnBrk="1" latinLnBrk="0" hangingPunct="1">
                <a:defRPr sz="900" kern="1200">
                  <a:solidFill>
                    <a:schemeClr val="lt1"/>
                  </a:solidFill>
                  <a:latin typeface="+mn-lt"/>
                  <a:ea typeface="+mn-ea"/>
                  <a:cs typeface="+mn-cs"/>
                </a:defRPr>
              </a:lvl7pPr>
              <a:lvl8pPr marL="1600200" algn="l" defTabSz="228600" rtl="0" eaLnBrk="1" latinLnBrk="0" hangingPunct="1">
                <a:defRPr sz="900" kern="1200">
                  <a:solidFill>
                    <a:schemeClr val="lt1"/>
                  </a:solidFill>
                  <a:latin typeface="+mn-lt"/>
                  <a:ea typeface="+mn-ea"/>
                  <a:cs typeface="+mn-cs"/>
                </a:defRPr>
              </a:lvl8pPr>
              <a:lvl9pPr marL="1828800" algn="l" defTabSz="228600" rtl="0" eaLnBrk="1" latinLnBrk="0" hangingPunct="1">
                <a:defRPr sz="900" kern="1200">
                  <a:solidFill>
                    <a:schemeClr val="lt1"/>
                  </a:solidFill>
                  <a:latin typeface="+mn-lt"/>
                  <a:ea typeface="+mn-ea"/>
                  <a:cs typeface="+mn-cs"/>
                </a:defRPr>
              </a:lvl9pPr>
            </a:lstStyle>
            <a:p>
              <a:pPr algn="ctr"/>
              <a:r>
                <a:rPr lang="fr-FR" sz="1100" i="1">
                  <a:solidFill>
                    <a:schemeClr val="tx1">
                      <a:lumMod val="75000"/>
                      <a:lumOff val="25000"/>
                    </a:schemeClr>
                  </a:solidFill>
                  <a:latin typeface="Avenir LT Std 45 Book" panose="020B0502020203020204" pitchFamily="34" charset="0"/>
                </a:rPr>
                <a:t>Merci à la BU Axe TGV Sud–Est pour le partage de ces bonnes pratiques</a:t>
              </a:r>
            </a:p>
          </p:txBody>
        </p:sp>
        <p:grpSp>
          <p:nvGrpSpPr>
            <p:cNvPr id="96" name="Groupe 95">
              <a:extLst>
                <a:ext uri="{FF2B5EF4-FFF2-40B4-BE49-F238E27FC236}">
                  <a16:creationId xmlns:a16="http://schemas.microsoft.com/office/drawing/2014/main" id="{6DF0441B-CFBF-A25A-AE08-877F34B3F475}"/>
                </a:ext>
              </a:extLst>
            </p:cNvPr>
            <p:cNvGrpSpPr/>
            <p:nvPr/>
          </p:nvGrpSpPr>
          <p:grpSpPr>
            <a:xfrm>
              <a:off x="3611761" y="6331759"/>
              <a:ext cx="504000" cy="504000"/>
              <a:chOff x="2021007" y="6331759"/>
              <a:chExt cx="504000" cy="504000"/>
            </a:xfrm>
          </p:grpSpPr>
          <p:pic>
            <p:nvPicPr>
              <p:cNvPr id="97" name="Graphique 96" descr="Informations contour">
                <a:extLst>
                  <a:ext uri="{FF2B5EF4-FFF2-40B4-BE49-F238E27FC236}">
                    <a16:creationId xmlns:a16="http://schemas.microsoft.com/office/drawing/2014/main" id="{548A843E-F4F6-E610-B972-D3534BFF2B8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92329" y="6443982"/>
                <a:ext cx="324000" cy="324000"/>
              </a:xfrm>
              <a:prstGeom prst="rect">
                <a:avLst/>
              </a:prstGeom>
            </p:spPr>
          </p:pic>
          <p:sp>
            <p:nvSpPr>
              <p:cNvPr id="98" name="Étoile : 10 branches 97">
                <a:extLst>
                  <a:ext uri="{FF2B5EF4-FFF2-40B4-BE49-F238E27FC236}">
                    <a16:creationId xmlns:a16="http://schemas.microsoft.com/office/drawing/2014/main" id="{B3B77965-E89E-D539-9F8B-C6FE0FECAB37}"/>
                  </a:ext>
                </a:extLst>
              </p:cNvPr>
              <p:cNvSpPr/>
              <p:nvPr/>
            </p:nvSpPr>
            <p:spPr>
              <a:xfrm>
                <a:off x="2021007" y="6331759"/>
                <a:ext cx="504000" cy="504000"/>
              </a:xfrm>
              <a:prstGeom prst="star10">
                <a:avLst/>
              </a:prstGeom>
              <a:solidFill>
                <a:schemeClr val="tx2">
                  <a:lumMod val="20000"/>
                  <a:lumOff val="8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sp>
            <p:nvSpPr>
              <p:cNvPr id="105" name="Étoile : 10 branches 104">
                <a:extLst>
                  <a:ext uri="{FF2B5EF4-FFF2-40B4-BE49-F238E27FC236}">
                    <a16:creationId xmlns:a16="http://schemas.microsoft.com/office/drawing/2014/main" id="{F72057E3-F7AE-E871-7AD7-41F092697C6B}"/>
                  </a:ext>
                </a:extLst>
              </p:cNvPr>
              <p:cNvSpPr/>
              <p:nvPr/>
            </p:nvSpPr>
            <p:spPr>
              <a:xfrm>
                <a:off x="2057007" y="6367759"/>
                <a:ext cx="432000" cy="432000"/>
              </a:xfrm>
              <a:prstGeom prst="star10">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sp>
            <p:nvSpPr>
              <p:cNvPr id="107" name="Forme libre : forme 106">
                <a:extLst>
                  <a:ext uri="{FF2B5EF4-FFF2-40B4-BE49-F238E27FC236}">
                    <a16:creationId xmlns:a16="http://schemas.microsoft.com/office/drawing/2014/main" id="{293EE4A9-5F4F-C818-B858-6721EF49EBA2}"/>
                  </a:ext>
                </a:extLst>
              </p:cNvPr>
              <p:cNvSpPr>
                <a:spLocks noChangeAspect="1"/>
              </p:cNvSpPr>
              <p:nvPr/>
            </p:nvSpPr>
            <p:spPr>
              <a:xfrm>
                <a:off x="2159772" y="6454434"/>
                <a:ext cx="253915" cy="253862"/>
              </a:xfrm>
              <a:custGeom>
                <a:avLst/>
                <a:gdLst>
                  <a:gd name="csX0" fmla="*/ 52027 w 797772"/>
                  <a:gd name="csY0" fmla="*/ 620680 h 797611"/>
                  <a:gd name="csX1" fmla="*/ 47227 w 797772"/>
                  <a:gd name="csY1" fmla="*/ 527216 h 797611"/>
                  <a:gd name="csX2" fmla="*/ 119818 w 797772"/>
                  <a:gd name="csY2" fmla="*/ 447891 h 797611"/>
                  <a:gd name="csX3" fmla="*/ 185786 w 797772"/>
                  <a:gd name="csY3" fmla="*/ 429064 h 797611"/>
                  <a:gd name="csX4" fmla="*/ 142701 w 797772"/>
                  <a:gd name="csY4" fmla="*/ 278188 h 797611"/>
                  <a:gd name="csX5" fmla="*/ 75171 w 797772"/>
                  <a:gd name="csY5" fmla="*/ 218917 h 797611"/>
                  <a:gd name="csX6" fmla="*/ 55711 w 797772"/>
                  <a:gd name="csY6" fmla="*/ 139034 h 797611"/>
                  <a:gd name="csX7" fmla="*/ 81645 w 797772"/>
                  <a:gd name="csY7" fmla="*/ 60973 h 797611"/>
                  <a:gd name="csX8" fmla="*/ 160226 w 797772"/>
                  <a:gd name="csY8" fmla="*/ 5907 h 797611"/>
                  <a:gd name="csX9" fmla="*/ 256000 w 797772"/>
                  <a:gd name="csY9" fmla="*/ 11154 h 797611"/>
                  <a:gd name="csX10" fmla="*/ 319252 w 797772"/>
                  <a:gd name="csY10" fmla="*/ 63801 h 797611"/>
                  <a:gd name="csX11" fmla="*/ 344924 w 797772"/>
                  <a:gd name="csY11" fmla="*/ 141936 h 797611"/>
                  <a:gd name="csX12" fmla="*/ 318879 w 797772"/>
                  <a:gd name="csY12" fmla="*/ 227921 h 797611"/>
                  <a:gd name="csX13" fmla="*/ 362784 w 797772"/>
                  <a:gd name="csY13" fmla="*/ 381664 h 797611"/>
                  <a:gd name="csX14" fmla="*/ 429719 w 797772"/>
                  <a:gd name="csY14" fmla="*/ 364884 h 797611"/>
                  <a:gd name="csX15" fmla="*/ 457326 w 797772"/>
                  <a:gd name="csY15" fmla="*/ 361386 h 797611"/>
                  <a:gd name="csX16" fmla="*/ 475260 w 797772"/>
                  <a:gd name="csY16" fmla="*/ 363098 h 797611"/>
                  <a:gd name="csX17" fmla="*/ 592979 w 797772"/>
                  <a:gd name="csY17" fmla="*/ 299883 h 797611"/>
                  <a:gd name="csX18" fmla="*/ 727853 w 797772"/>
                  <a:gd name="csY18" fmla="*/ 337760 h 797611"/>
                  <a:gd name="csX19" fmla="*/ 796463 w 797772"/>
                  <a:gd name="csY19" fmla="*/ 459909 h 797611"/>
                  <a:gd name="csX20" fmla="*/ 758585 w 797772"/>
                  <a:gd name="csY20" fmla="*/ 594783 h 797611"/>
                  <a:gd name="csX21" fmla="*/ 636437 w 797772"/>
                  <a:gd name="csY21" fmla="*/ 663392 h 797611"/>
                  <a:gd name="csX22" fmla="*/ 603806 w 797772"/>
                  <a:gd name="csY22" fmla="*/ 664397 h 797611"/>
                  <a:gd name="csX23" fmla="*/ 596253 w 797772"/>
                  <a:gd name="csY23" fmla="*/ 671950 h 797611"/>
                  <a:gd name="csX24" fmla="*/ 578952 w 797772"/>
                  <a:gd name="csY24" fmla="*/ 680656 h 797611"/>
                  <a:gd name="csX25" fmla="*/ 148393 w 797772"/>
                  <a:gd name="csY25" fmla="*/ 795995 h 797611"/>
                  <a:gd name="csX26" fmla="*/ 112228 w 797772"/>
                  <a:gd name="csY26" fmla="*/ 791158 h 797611"/>
                  <a:gd name="csX27" fmla="*/ 112191 w 797772"/>
                  <a:gd name="csY27" fmla="*/ 791121 h 797611"/>
                  <a:gd name="csX28" fmla="*/ 112191 w 797772"/>
                  <a:gd name="csY28" fmla="*/ 791158 h 797611"/>
                  <a:gd name="csX29" fmla="*/ 89941 w 797772"/>
                  <a:gd name="csY29" fmla="*/ 762173 h 797611"/>
                  <a:gd name="csX30" fmla="*/ 84025 w 797772"/>
                  <a:gd name="csY30" fmla="*/ 740109 h 797611"/>
                  <a:gd name="csX31" fmla="*/ 15862 w 797772"/>
                  <a:gd name="csY31" fmla="*/ 722287 h 797611"/>
                  <a:gd name="csX32" fmla="*/ 2133 w 797772"/>
                  <a:gd name="csY32" fmla="*/ 698810 h 797611"/>
                  <a:gd name="csX33" fmla="*/ 1426 w 797772"/>
                  <a:gd name="csY33" fmla="*/ 671500 h 797611"/>
                  <a:gd name="csX34" fmla="*/ 52028 w 797772"/>
                  <a:gd name="csY34" fmla="*/ 620675 h 797611"/>
                  <a:gd name="csX35" fmla="*/ 670409 w 797772"/>
                  <a:gd name="csY35" fmla="*/ 399300 h 797611"/>
                  <a:gd name="csX36" fmla="*/ 609836 w 797772"/>
                  <a:gd name="csY36" fmla="*/ 524278 h 797611"/>
                  <a:gd name="csX37" fmla="*/ 608980 w 797772"/>
                  <a:gd name="csY37" fmla="*/ 525729 h 797611"/>
                  <a:gd name="csX38" fmla="*/ 602580 w 797772"/>
                  <a:gd name="csY38" fmla="*/ 530268 h 797611"/>
                  <a:gd name="csX39" fmla="*/ 594692 w 797772"/>
                  <a:gd name="csY39" fmla="*/ 529524 h 797611"/>
                  <a:gd name="csX40" fmla="*/ 593241 w 797772"/>
                  <a:gd name="csY40" fmla="*/ 528668 h 797611"/>
                  <a:gd name="csX41" fmla="*/ 539737 w 797772"/>
                  <a:gd name="csY41" fmla="*/ 492206 h 797611"/>
                  <a:gd name="csX42" fmla="*/ 521878 w 797772"/>
                  <a:gd name="csY42" fmla="*/ 495554 h 797611"/>
                  <a:gd name="csX43" fmla="*/ 525227 w 797772"/>
                  <a:gd name="csY43" fmla="*/ 513414 h 797611"/>
                  <a:gd name="csX44" fmla="*/ 578730 w 797772"/>
                  <a:gd name="csY44" fmla="*/ 549876 h 797611"/>
                  <a:gd name="csX45" fmla="*/ 583493 w 797772"/>
                  <a:gd name="csY45" fmla="*/ 552630 h 797611"/>
                  <a:gd name="csX46" fmla="*/ 609091 w 797772"/>
                  <a:gd name="csY46" fmla="*/ 555048 h 797611"/>
                  <a:gd name="csX47" fmla="*/ 630187 w 797772"/>
                  <a:gd name="csY47" fmla="*/ 540165 h 797611"/>
                  <a:gd name="csX48" fmla="*/ 632941 w 797772"/>
                  <a:gd name="csY48" fmla="*/ 535403 h 797611"/>
                  <a:gd name="csX49" fmla="*/ 693514 w 797772"/>
                  <a:gd name="csY49" fmla="*/ 410425 h 797611"/>
                  <a:gd name="csX50" fmla="*/ 687524 w 797772"/>
                  <a:gd name="csY50" fmla="*/ 393273 h 797611"/>
                  <a:gd name="csX51" fmla="*/ 670408 w 797772"/>
                  <a:gd name="csY51" fmla="*/ 399300 h 797611"/>
                  <a:gd name="csX52" fmla="*/ 457954 w 797772"/>
                  <a:gd name="csY52" fmla="*/ 387022 h 797611"/>
                  <a:gd name="csX53" fmla="*/ 457284 w 797772"/>
                  <a:gd name="csY53" fmla="*/ 387022 h 797611"/>
                  <a:gd name="csX54" fmla="*/ 435890 w 797772"/>
                  <a:gd name="csY54" fmla="*/ 389812 h 797611"/>
                  <a:gd name="csX55" fmla="*/ 126851 w 797772"/>
                  <a:gd name="csY55" fmla="*/ 472635 h 797611"/>
                  <a:gd name="csX56" fmla="*/ 72380 w 797772"/>
                  <a:gd name="csY56" fmla="*/ 532352 h 797611"/>
                  <a:gd name="csX57" fmla="*/ 76696 w 797772"/>
                  <a:gd name="csY57" fmla="*/ 613315 h 797611"/>
                  <a:gd name="csX58" fmla="*/ 435112 w 797772"/>
                  <a:gd name="csY58" fmla="*/ 517283 h 797611"/>
                  <a:gd name="csX59" fmla="*/ 432917 w 797772"/>
                  <a:gd name="csY59" fmla="*/ 503406 h 797611"/>
                  <a:gd name="csX60" fmla="*/ 457957 w 797772"/>
                  <a:gd name="csY60" fmla="*/ 387020 h 797611"/>
                  <a:gd name="csX61" fmla="*/ 441806 w 797772"/>
                  <a:gd name="csY61" fmla="*/ 542060 h 797611"/>
                  <a:gd name="csX62" fmla="*/ 71036 w 797772"/>
                  <a:gd name="csY62" fmla="*/ 641406 h 797611"/>
                  <a:gd name="csX63" fmla="*/ 26462 w 797772"/>
                  <a:gd name="csY63" fmla="*/ 677385 h 797611"/>
                  <a:gd name="csX64" fmla="*/ 26759 w 797772"/>
                  <a:gd name="csY64" fmla="*/ 691821 h 797611"/>
                  <a:gd name="csX65" fmla="*/ 34238 w 797772"/>
                  <a:gd name="csY65" fmla="*/ 704434 h 797611"/>
                  <a:gd name="csX66" fmla="*/ 86625 w 797772"/>
                  <a:gd name="csY66" fmla="*/ 713103 h 797611"/>
                  <a:gd name="csX67" fmla="*/ 89639 w 797772"/>
                  <a:gd name="csY67" fmla="*/ 712285 h 797611"/>
                  <a:gd name="csX68" fmla="*/ 89825 w 797772"/>
                  <a:gd name="csY68" fmla="*/ 712247 h 797611"/>
                  <a:gd name="csX69" fmla="*/ 430125 w 797772"/>
                  <a:gd name="csY69" fmla="*/ 621053 h 797611"/>
                  <a:gd name="csX70" fmla="*/ 481545 w 797772"/>
                  <a:gd name="csY70" fmla="*/ 607287 h 797611"/>
                  <a:gd name="csX71" fmla="*/ 441807 w 797772"/>
                  <a:gd name="csY71" fmla="*/ 542062 h 797611"/>
                  <a:gd name="csX72" fmla="*/ 504425 w 797772"/>
                  <a:gd name="csY72" fmla="*/ 627785 h 797611"/>
                  <a:gd name="csX73" fmla="*/ 108881 w 797772"/>
                  <a:gd name="csY73" fmla="*/ 733789 h 797611"/>
                  <a:gd name="csX74" fmla="*/ 114722 w 797772"/>
                  <a:gd name="csY74" fmla="*/ 755593 h 797611"/>
                  <a:gd name="csX75" fmla="*/ 125028 w 797772"/>
                  <a:gd name="csY75" fmla="*/ 768987 h 797611"/>
                  <a:gd name="csX76" fmla="*/ 125028 w 797772"/>
                  <a:gd name="csY76" fmla="*/ 769024 h 797611"/>
                  <a:gd name="csX77" fmla="*/ 141771 w 797772"/>
                  <a:gd name="csY77" fmla="*/ 771219 h 797611"/>
                  <a:gd name="csX78" fmla="*/ 564815 w 797772"/>
                  <a:gd name="csY78" fmla="*/ 657853 h 797611"/>
                  <a:gd name="csX79" fmla="*/ 504428 w 797772"/>
                  <a:gd name="csY79" fmla="*/ 627790 h 797611"/>
                  <a:gd name="csX80" fmla="*/ 711889 w 797772"/>
                  <a:gd name="csY80" fmla="*/ 357923 h 797611"/>
                  <a:gd name="csX81" fmla="*/ 595913 w 797772"/>
                  <a:gd name="csY81" fmla="*/ 325404 h 797611"/>
                  <a:gd name="csX82" fmla="*/ 490947 w 797772"/>
                  <a:gd name="csY82" fmla="*/ 384377 h 797611"/>
                  <a:gd name="csX83" fmla="*/ 458428 w 797772"/>
                  <a:gd name="csY83" fmla="*/ 500353 h 797611"/>
                  <a:gd name="csX84" fmla="*/ 517401 w 797772"/>
                  <a:gd name="csY84" fmla="*/ 605319 h 797611"/>
                  <a:gd name="csX85" fmla="*/ 633378 w 797772"/>
                  <a:gd name="csY85" fmla="*/ 637838 h 797611"/>
                  <a:gd name="csX86" fmla="*/ 738343 w 797772"/>
                  <a:gd name="csY86" fmla="*/ 578865 h 797611"/>
                  <a:gd name="csX87" fmla="*/ 770862 w 797772"/>
                  <a:gd name="csY87" fmla="*/ 462888 h 797611"/>
                  <a:gd name="csX88" fmla="*/ 711889 w 797772"/>
                  <a:gd name="csY88" fmla="*/ 357923 h 797611"/>
                  <a:gd name="csX89" fmla="*/ 210484 w 797772"/>
                  <a:gd name="csY89" fmla="*/ 421994 h 797611"/>
                  <a:gd name="csX90" fmla="*/ 273847 w 797772"/>
                  <a:gd name="csY90" fmla="*/ 403911 h 797611"/>
                  <a:gd name="csX91" fmla="*/ 274628 w 797772"/>
                  <a:gd name="csY91" fmla="*/ 403725 h 797611"/>
                  <a:gd name="csX92" fmla="*/ 337769 w 797772"/>
                  <a:gd name="csY92" fmla="*/ 387912 h 797611"/>
                  <a:gd name="csX93" fmla="*/ 292376 w 797772"/>
                  <a:gd name="csY93" fmla="*/ 228930 h 797611"/>
                  <a:gd name="csX94" fmla="*/ 294906 w 797772"/>
                  <a:gd name="csY94" fmla="*/ 217098 h 797611"/>
                  <a:gd name="csX95" fmla="*/ 319240 w 797772"/>
                  <a:gd name="csY95" fmla="*/ 142721 h 797611"/>
                  <a:gd name="csX96" fmla="*/ 297994 w 797772"/>
                  <a:gd name="csY96" fmla="*/ 78168 h 797611"/>
                  <a:gd name="csX97" fmla="*/ 245904 w 797772"/>
                  <a:gd name="csY97" fmla="*/ 34747 h 797611"/>
                  <a:gd name="csX98" fmla="*/ 167211 w 797772"/>
                  <a:gd name="csY98" fmla="*/ 30617 h 797611"/>
                  <a:gd name="csX99" fmla="*/ 102582 w 797772"/>
                  <a:gd name="csY99" fmla="*/ 75638 h 797611"/>
                  <a:gd name="csX100" fmla="*/ 81300 w 797772"/>
                  <a:gd name="csY100" fmla="*/ 140043 h 797611"/>
                  <a:gd name="csX101" fmla="*/ 97336 w 797772"/>
                  <a:gd name="csY101" fmla="*/ 206086 h 797611"/>
                  <a:gd name="csX102" fmla="*/ 157835 w 797772"/>
                  <a:gd name="csY102" fmla="*/ 256650 h 797611"/>
                  <a:gd name="csX103" fmla="*/ 165648 w 797772"/>
                  <a:gd name="csY103" fmla="*/ 265133 h 79761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Lst>
                <a:rect l="l" t="t" r="r" b="b"/>
                <a:pathLst>
                  <a:path w="797772" h="797611">
                    <a:moveTo>
                      <a:pt x="52027" y="620680"/>
                    </a:moveTo>
                    <a:cubicBezTo>
                      <a:pt x="44734" y="590878"/>
                      <a:pt x="41088" y="557205"/>
                      <a:pt x="47227" y="527216"/>
                    </a:cubicBezTo>
                    <a:cubicBezTo>
                      <a:pt x="54631" y="491051"/>
                      <a:pt x="75579" y="460541"/>
                      <a:pt x="119818" y="447891"/>
                    </a:cubicBezTo>
                    <a:lnTo>
                      <a:pt x="185786" y="429064"/>
                    </a:lnTo>
                    <a:lnTo>
                      <a:pt x="142701" y="278188"/>
                    </a:lnTo>
                    <a:cubicBezTo>
                      <a:pt x="112154" y="265128"/>
                      <a:pt x="89644" y="243957"/>
                      <a:pt x="75171" y="218917"/>
                    </a:cubicBezTo>
                    <a:cubicBezTo>
                      <a:pt x="61069" y="194583"/>
                      <a:pt x="54633" y="166641"/>
                      <a:pt x="55711" y="139034"/>
                    </a:cubicBezTo>
                    <a:cubicBezTo>
                      <a:pt x="56790" y="111426"/>
                      <a:pt x="65459" y="84079"/>
                      <a:pt x="81645" y="60973"/>
                    </a:cubicBezTo>
                    <a:cubicBezTo>
                      <a:pt x="99207" y="35896"/>
                      <a:pt x="125438" y="15841"/>
                      <a:pt x="160226" y="5907"/>
                    </a:cubicBezTo>
                    <a:cubicBezTo>
                      <a:pt x="195051" y="-4027"/>
                      <a:pt x="227869" y="-864"/>
                      <a:pt x="256000" y="11154"/>
                    </a:cubicBezTo>
                    <a:cubicBezTo>
                      <a:pt x="281896" y="22242"/>
                      <a:pt x="303699" y="40882"/>
                      <a:pt x="319252" y="63801"/>
                    </a:cubicBezTo>
                    <a:cubicBezTo>
                      <a:pt x="334767" y="86683"/>
                      <a:pt x="344032" y="113807"/>
                      <a:pt x="344924" y="141936"/>
                    </a:cubicBezTo>
                    <a:cubicBezTo>
                      <a:pt x="345817" y="170846"/>
                      <a:pt x="337929" y="200723"/>
                      <a:pt x="318879" y="227921"/>
                    </a:cubicBezTo>
                    <a:lnTo>
                      <a:pt x="362784" y="381664"/>
                    </a:lnTo>
                    <a:lnTo>
                      <a:pt x="429719" y="364884"/>
                    </a:lnTo>
                    <a:cubicBezTo>
                      <a:pt x="439318" y="362465"/>
                      <a:pt x="448546" y="361349"/>
                      <a:pt x="457326" y="361386"/>
                    </a:cubicBezTo>
                    <a:cubicBezTo>
                      <a:pt x="463577" y="361386"/>
                      <a:pt x="469529" y="361981"/>
                      <a:pt x="475260" y="363098"/>
                    </a:cubicBezTo>
                    <a:cubicBezTo>
                      <a:pt x="504095" y="329165"/>
                      <a:pt x="545284" y="305612"/>
                      <a:pt x="592979" y="299883"/>
                    </a:cubicBezTo>
                    <a:cubicBezTo>
                      <a:pt x="643134" y="293893"/>
                      <a:pt x="691020" y="308775"/>
                      <a:pt x="727853" y="337760"/>
                    </a:cubicBezTo>
                    <a:cubicBezTo>
                      <a:pt x="764688" y="366708"/>
                      <a:pt x="790472" y="409719"/>
                      <a:pt x="796463" y="459909"/>
                    </a:cubicBezTo>
                    <a:cubicBezTo>
                      <a:pt x="802453" y="510064"/>
                      <a:pt x="787570" y="557950"/>
                      <a:pt x="758585" y="594783"/>
                    </a:cubicBezTo>
                    <a:cubicBezTo>
                      <a:pt x="729638" y="631618"/>
                      <a:pt x="686627" y="657402"/>
                      <a:pt x="636437" y="663392"/>
                    </a:cubicBezTo>
                    <a:cubicBezTo>
                      <a:pt x="625424" y="664695"/>
                      <a:pt x="614485" y="665029"/>
                      <a:pt x="603806" y="664397"/>
                    </a:cubicBezTo>
                    <a:cubicBezTo>
                      <a:pt x="601574" y="667187"/>
                      <a:pt x="599044" y="669717"/>
                      <a:pt x="596253" y="671950"/>
                    </a:cubicBezTo>
                    <a:cubicBezTo>
                      <a:pt x="591267" y="675894"/>
                      <a:pt x="585426" y="678908"/>
                      <a:pt x="578952" y="680656"/>
                    </a:cubicBezTo>
                    <a:lnTo>
                      <a:pt x="148393" y="795995"/>
                    </a:lnTo>
                    <a:cubicBezTo>
                      <a:pt x="135706" y="799380"/>
                      <a:pt x="122795" y="797297"/>
                      <a:pt x="112228" y="791158"/>
                    </a:cubicBezTo>
                    <a:lnTo>
                      <a:pt x="112191" y="791121"/>
                    </a:lnTo>
                    <a:lnTo>
                      <a:pt x="112191" y="791158"/>
                    </a:lnTo>
                    <a:cubicBezTo>
                      <a:pt x="101586" y="785056"/>
                      <a:pt x="93326" y="774899"/>
                      <a:pt x="89941" y="762173"/>
                    </a:cubicBezTo>
                    <a:lnTo>
                      <a:pt x="84025" y="740109"/>
                    </a:lnTo>
                    <a:cubicBezTo>
                      <a:pt x="54334" y="745802"/>
                      <a:pt x="30447" y="737245"/>
                      <a:pt x="15862" y="722287"/>
                    </a:cubicBezTo>
                    <a:cubicBezTo>
                      <a:pt x="9314" y="715590"/>
                      <a:pt x="4663" y="707553"/>
                      <a:pt x="2133" y="698810"/>
                    </a:cubicBezTo>
                    <a:cubicBezTo>
                      <a:pt x="-397" y="690029"/>
                      <a:pt x="-732" y="680728"/>
                      <a:pt x="1426" y="671500"/>
                    </a:cubicBezTo>
                    <a:cubicBezTo>
                      <a:pt x="6077" y="651743"/>
                      <a:pt x="22002" y="632321"/>
                      <a:pt x="52028" y="620675"/>
                    </a:cubicBezTo>
                    <a:close/>
                    <a:moveTo>
                      <a:pt x="670409" y="399300"/>
                    </a:moveTo>
                    <a:lnTo>
                      <a:pt x="609836" y="524278"/>
                    </a:lnTo>
                    <a:cubicBezTo>
                      <a:pt x="609612" y="524762"/>
                      <a:pt x="609315" y="525283"/>
                      <a:pt x="608980" y="525729"/>
                    </a:cubicBezTo>
                    <a:cubicBezTo>
                      <a:pt x="607417" y="528036"/>
                      <a:pt x="605110" y="529599"/>
                      <a:pt x="602580" y="530268"/>
                    </a:cubicBezTo>
                    <a:cubicBezTo>
                      <a:pt x="600013" y="530975"/>
                      <a:pt x="597185" y="530752"/>
                      <a:pt x="594692" y="529524"/>
                    </a:cubicBezTo>
                    <a:cubicBezTo>
                      <a:pt x="594209" y="529301"/>
                      <a:pt x="593725" y="529003"/>
                      <a:pt x="593241" y="528668"/>
                    </a:cubicBezTo>
                    <a:lnTo>
                      <a:pt x="539737" y="492206"/>
                    </a:lnTo>
                    <a:cubicBezTo>
                      <a:pt x="533896" y="488224"/>
                      <a:pt x="525897" y="489713"/>
                      <a:pt x="521878" y="495554"/>
                    </a:cubicBezTo>
                    <a:cubicBezTo>
                      <a:pt x="517897" y="501396"/>
                      <a:pt x="519385" y="509395"/>
                      <a:pt x="525227" y="513414"/>
                    </a:cubicBezTo>
                    <a:lnTo>
                      <a:pt x="578730" y="549876"/>
                    </a:lnTo>
                    <a:cubicBezTo>
                      <a:pt x="580256" y="550918"/>
                      <a:pt x="581856" y="551848"/>
                      <a:pt x="583493" y="552630"/>
                    </a:cubicBezTo>
                    <a:cubicBezTo>
                      <a:pt x="591716" y="556611"/>
                      <a:pt x="600794" y="557281"/>
                      <a:pt x="609091" y="555048"/>
                    </a:cubicBezTo>
                    <a:cubicBezTo>
                      <a:pt x="617463" y="552816"/>
                      <a:pt x="625016" y="547718"/>
                      <a:pt x="630187" y="540165"/>
                    </a:cubicBezTo>
                    <a:cubicBezTo>
                      <a:pt x="631192" y="538677"/>
                      <a:pt x="632122" y="537077"/>
                      <a:pt x="632941" y="535403"/>
                    </a:cubicBezTo>
                    <a:lnTo>
                      <a:pt x="693514" y="410425"/>
                    </a:lnTo>
                    <a:cubicBezTo>
                      <a:pt x="696602" y="404026"/>
                      <a:pt x="693923" y="396361"/>
                      <a:pt x="687524" y="393273"/>
                    </a:cubicBezTo>
                    <a:cubicBezTo>
                      <a:pt x="681161" y="390259"/>
                      <a:pt x="673496" y="392938"/>
                      <a:pt x="670408" y="399300"/>
                    </a:cubicBezTo>
                    <a:close/>
                    <a:moveTo>
                      <a:pt x="457954" y="387022"/>
                    </a:moveTo>
                    <a:lnTo>
                      <a:pt x="457284" y="387022"/>
                    </a:lnTo>
                    <a:cubicBezTo>
                      <a:pt x="450698" y="387022"/>
                      <a:pt x="443555" y="387877"/>
                      <a:pt x="435890" y="389812"/>
                    </a:cubicBezTo>
                    <a:cubicBezTo>
                      <a:pt x="330000" y="416341"/>
                      <a:pt x="231807" y="442647"/>
                      <a:pt x="126851" y="472635"/>
                    </a:cubicBezTo>
                    <a:cubicBezTo>
                      <a:pt x="93699" y="482123"/>
                      <a:pt x="77924" y="505079"/>
                      <a:pt x="72380" y="532352"/>
                    </a:cubicBezTo>
                    <a:cubicBezTo>
                      <a:pt x="67208" y="557690"/>
                      <a:pt x="70333" y="586935"/>
                      <a:pt x="76696" y="613315"/>
                    </a:cubicBezTo>
                    <a:lnTo>
                      <a:pt x="435112" y="517283"/>
                    </a:lnTo>
                    <a:cubicBezTo>
                      <a:pt x="434219" y="512744"/>
                      <a:pt x="433475" y="508093"/>
                      <a:pt x="432917" y="503406"/>
                    </a:cubicBezTo>
                    <a:cubicBezTo>
                      <a:pt x="427856" y="461250"/>
                      <a:pt x="437568" y="420731"/>
                      <a:pt x="457957" y="387020"/>
                    </a:cubicBezTo>
                    <a:close/>
                    <a:moveTo>
                      <a:pt x="441806" y="542060"/>
                    </a:moveTo>
                    <a:lnTo>
                      <a:pt x="71036" y="641406"/>
                    </a:lnTo>
                    <a:cubicBezTo>
                      <a:pt x="43540" y="649257"/>
                      <a:pt x="29736" y="663395"/>
                      <a:pt x="26462" y="677385"/>
                    </a:cubicBezTo>
                    <a:cubicBezTo>
                      <a:pt x="25308" y="682370"/>
                      <a:pt x="25457" y="687282"/>
                      <a:pt x="26759" y="691821"/>
                    </a:cubicBezTo>
                    <a:cubicBezTo>
                      <a:pt x="28099" y="696397"/>
                      <a:pt x="30629" y="700713"/>
                      <a:pt x="34238" y="704434"/>
                    </a:cubicBezTo>
                    <a:cubicBezTo>
                      <a:pt x="44358" y="714814"/>
                      <a:pt x="62702" y="719949"/>
                      <a:pt x="86625" y="713103"/>
                    </a:cubicBezTo>
                    <a:lnTo>
                      <a:pt x="89639" y="712285"/>
                    </a:lnTo>
                    <a:lnTo>
                      <a:pt x="89825" y="712247"/>
                    </a:lnTo>
                    <a:lnTo>
                      <a:pt x="430125" y="621053"/>
                    </a:lnTo>
                    <a:lnTo>
                      <a:pt x="481545" y="607287"/>
                    </a:lnTo>
                    <a:cubicBezTo>
                      <a:pt x="464132" y="588906"/>
                      <a:pt x="450440" y="566805"/>
                      <a:pt x="441807" y="542062"/>
                    </a:cubicBezTo>
                    <a:close/>
                    <a:moveTo>
                      <a:pt x="504425" y="627785"/>
                    </a:moveTo>
                    <a:lnTo>
                      <a:pt x="108881" y="733789"/>
                    </a:lnTo>
                    <a:lnTo>
                      <a:pt x="114722" y="755593"/>
                    </a:lnTo>
                    <a:cubicBezTo>
                      <a:pt x="116285" y="761471"/>
                      <a:pt x="120117" y="766160"/>
                      <a:pt x="125028" y="768987"/>
                    </a:cubicBezTo>
                    <a:lnTo>
                      <a:pt x="125028" y="769024"/>
                    </a:lnTo>
                    <a:cubicBezTo>
                      <a:pt x="129902" y="771814"/>
                      <a:pt x="135892" y="772782"/>
                      <a:pt x="141771" y="771219"/>
                    </a:cubicBezTo>
                    <a:lnTo>
                      <a:pt x="564815" y="657853"/>
                    </a:lnTo>
                    <a:cubicBezTo>
                      <a:pt x="542862" y="651602"/>
                      <a:pt x="522399" y="641332"/>
                      <a:pt x="504428" y="627790"/>
                    </a:cubicBezTo>
                    <a:close/>
                    <a:moveTo>
                      <a:pt x="711889" y="357923"/>
                    </a:moveTo>
                    <a:cubicBezTo>
                      <a:pt x="680226" y="333031"/>
                      <a:pt x="639075" y="320232"/>
                      <a:pt x="595913" y="325404"/>
                    </a:cubicBezTo>
                    <a:cubicBezTo>
                      <a:pt x="552790" y="330575"/>
                      <a:pt x="515806" y="352714"/>
                      <a:pt x="490947" y="384377"/>
                    </a:cubicBezTo>
                    <a:cubicBezTo>
                      <a:pt x="466056" y="416040"/>
                      <a:pt x="453257" y="457191"/>
                      <a:pt x="458428" y="500353"/>
                    </a:cubicBezTo>
                    <a:cubicBezTo>
                      <a:pt x="463600" y="543476"/>
                      <a:pt x="485738" y="580460"/>
                      <a:pt x="517401" y="605319"/>
                    </a:cubicBezTo>
                    <a:cubicBezTo>
                      <a:pt x="549064" y="630210"/>
                      <a:pt x="590215" y="643009"/>
                      <a:pt x="633378" y="637838"/>
                    </a:cubicBezTo>
                    <a:cubicBezTo>
                      <a:pt x="676500" y="632666"/>
                      <a:pt x="713485" y="610528"/>
                      <a:pt x="738343" y="578865"/>
                    </a:cubicBezTo>
                    <a:cubicBezTo>
                      <a:pt x="763235" y="547202"/>
                      <a:pt x="776033" y="506051"/>
                      <a:pt x="770862" y="462888"/>
                    </a:cubicBezTo>
                    <a:cubicBezTo>
                      <a:pt x="765728" y="419803"/>
                      <a:pt x="743552" y="382819"/>
                      <a:pt x="711889" y="357923"/>
                    </a:cubicBezTo>
                    <a:close/>
                    <a:moveTo>
                      <a:pt x="210484" y="421994"/>
                    </a:moveTo>
                    <a:lnTo>
                      <a:pt x="273847" y="403911"/>
                    </a:lnTo>
                    <a:cubicBezTo>
                      <a:pt x="274107" y="403837"/>
                      <a:pt x="274368" y="403763"/>
                      <a:pt x="274628" y="403725"/>
                    </a:cubicBezTo>
                    <a:lnTo>
                      <a:pt x="337769" y="387912"/>
                    </a:lnTo>
                    <a:lnTo>
                      <a:pt x="292376" y="228930"/>
                    </a:lnTo>
                    <a:cubicBezTo>
                      <a:pt x="291148" y="224651"/>
                      <a:pt x="292265" y="220261"/>
                      <a:pt x="294906" y="217098"/>
                    </a:cubicBezTo>
                    <a:cubicBezTo>
                      <a:pt x="312654" y="193658"/>
                      <a:pt x="320021" y="167687"/>
                      <a:pt x="319240" y="142721"/>
                    </a:cubicBezTo>
                    <a:cubicBezTo>
                      <a:pt x="318496" y="119541"/>
                      <a:pt x="310831" y="97105"/>
                      <a:pt x="297994" y="78168"/>
                    </a:cubicBezTo>
                    <a:cubicBezTo>
                      <a:pt x="285195" y="59266"/>
                      <a:pt x="267224" y="43900"/>
                      <a:pt x="245904" y="34747"/>
                    </a:cubicBezTo>
                    <a:cubicBezTo>
                      <a:pt x="222947" y="24925"/>
                      <a:pt x="195972" y="22394"/>
                      <a:pt x="167211" y="30617"/>
                    </a:cubicBezTo>
                    <a:cubicBezTo>
                      <a:pt x="138451" y="38840"/>
                      <a:pt x="116870" y="55211"/>
                      <a:pt x="102582" y="75638"/>
                    </a:cubicBezTo>
                    <a:cubicBezTo>
                      <a:pt x="89300" y="94614"/>
                      <a:pt x="82193" y="117161"/>
                      <a:pt x="81300" y="140043"/>
                    </a:cubicBezTo>
                    <a:cubicBezTo>
                      <a:pt x="80407" y="162888"/>
                      <a:pt x="85727" y="185994"/>
                      <a:pt x="97336" y="206086"/>
                    </a:cubicBezTo>
                    <a:cubicBezTo>
                      <a:pt x="109949" y="227889"/>
                      <a:pt x="130078" y="246157"/>
                      <a:pt x="157835" y="256650"/>
                    </a:cubicBezTo>
                    <a:cubicBezTo>
                      <a:pt x="161779" y="258138"/>
                      <a:pt x="164569" y="261375"/>
                      <a:pt x="165648" y="265133"/>
                    </a:cubicBezTo>
                    <a:close/>
                  </a:path>
                </a:pathLst>
              </a:custGeom>
              <a:solidFill>
                <a:schemeClr val="accent6">
                  <a:lumMod val="75000"/>
                </a:schemeClr>
              </a:solidFill>
              <a:ln w="9525" cap="flat">
                <a:solidFill>
                  <a:schemeClr val="accent6">
                    <a:lumMod val="75000"/>
                  </a:schemeClr>
                </a:solidFill>
                <a:prstDash val="solid"/>
                <a:miter/>
              </a:ln>
            </p:spPr>
            <p:txBody>
              <a:bodyPr/>
              <a:lstStyle>
                <a:defPPr>
                  <a:defRPr lang="fr-FR"/>
                </a:defPPr>
                <a:lvl1pPr marL="0" algn="l" defTabSz="228600" rtl="0" eaLnBrk="1" latinLnBrk="0" hangingPunct="1">
                  <a:defRPr sz="900" kern="1200">
                    <a:solidFill>
                      <a:schemeClr val="tx1"/>
                    </a:solidFill>
                    <a:latin typeface="+mn-lt"/>
                    <a:ea typeface="+mn-ea"/>
                    <a:cs typeface="+mn-cs"/>
                  </a:defRPr>
                </a:lvl1pPr>
                <a:lvl2pPr marL="228600" algn="l" defTabSz="228600" rtl="0" eaLnBrk="1" latinLnBrk="0" hangingPunct="1">
                  <a:defRPr sz="900" kern="1200">
                    <a:solidFill>
                      <a:schemeClr val="tx1"/>
                    </a:solidFill>
                    <a:latin typeface="+mn-lt"/>
                    <a:ea typeface="+mn-ea"/>
                    <a:cs typeface="+mn-cs"/>
                  </a:defRPr>
                </a:lvl2pPr>
                <a:lvl3pPr marL="457200" algn="l" defTabSz="228600" rtl="0" eaLnBrk="1" latinLnBrk="0" hangingPunct="1">
                  <a:defRPr sz="900" kern="1200">
                    <a:solidFill>
                      <a:schemeClr val="tx1"/>
                    </a:solidFill>
                    <a:latin typeface="+mn-lt"/>
                    <a:ea typeface="+mn-ea"/>
                    <a:cs typeface="+mn-cs"/>
                  </a:defRPr>
                </a:lvl3pPr>
                <a:lvl4pPr marL="685800" algn="l" defTabSz="228600" rtl="0" eaLnBrk="1" latinLnBrk="0" hangingPunct="1">
                  <a:defRPr sz="900" kern="1200">
                    <a:solidFill>
                      <a:schemeClr val="tx1"/>
                    </a:solidFill>
                    <a:latin typeface="+mn-lt"/>
                    <a:ea typeface="+mn-ea"/>
                    <a:cs typeface="+mn-cs"/>
                  </a:defRPr>
                </a:lvl4pPr>
                <a:lvl5pPr marL="914400" algn="l" defTabSz="228600" rtl="0" eaLnBrk="1" latinLnBrk="0" hangingPunct="1">
                  <a:defRPr sz="900" kern="1200">
                    <a:solidFill>
                      <a:schemeClr val="tx1"/>
                    </a:solidFill>
                    <a:latin typeface="+mn-lt"/>
                    <a:ea typeface="+mn-ea"/>
                    <a:cs typeface="+mn-cs"/>
                  </a:defRPr>
                </a:lvl5pPr>
                <a:lvl6pPr marL="1143000" algn="l" defTabSz="228600" rtl="0" eaLnBrk="1" latinLnBrk="0" hangingPunct="1">
                  <a:defRPr sz="900" kern="1200">
                    <a:solidFill>
                      <a:schemeClr val="tx1"/>
                    </a:solidFill>
                    <a:latin typeface="+mn-lt"/>
                    <a:ea typeface="+mn-ea"/>
                    <a:cs typeface="+mn-cs"/>
                  </a:defRPr>
                </a:lvl6pPr>
                <a:lvl7pPr marL="1371600" algn="l" defTabSz="228600" rtl="0" eaLnBrk="1" latinLnBrk="0" hangingPunct="1">
                  <a:defRPr sz="900" kern="1200">
                    <a:solidFill>
                      <a:schemeClr val="tx1"/>
                    </a:solidFill>
                    <a:latin typeface="+mn-lt"/>
                    <a:ea typeface="+mn-ea"/>
                    <a:cs typeface="+mn-cs"/>
                  </a:defRPr>
                </a:lvl7pPr>
                <a:lvl8pPr marL="1600200" algn="l" defTabSz="228600" rtl="0" eaLnBrk="1" latinLnBrk="0" hangingPunct="1">
                  <a:defRPr sz="900" kern="1200">
                    <a:solidFill>
                      <a:schemeClr val="tx1"/>
                    </a:solidFill>
                    <a:latin typeface="+mn-lt"/>
                    <a:ea typeface="+mn-ea"/>
                    <a:cs typeface="+mn-cs"/>
                  </a:defRPr>
                </a:lvl8pPr>
                <a:lvl9pPr marL="1828800" algn="l" defTabSz="228600" rtl="0" eaLnBrk="1" latinLnBrk="0" hangingPunct="1">
                  <a:defRPr sz="900" kern="1200">
                    <a:solidFill>
                      <a:schemeClr val="tx1"/>
                    </a:solidFill>
                    <a:latin typeface="+mn-lt"/>
                    <a:ea typeface="+mn-ea"/>
                    <a:cs typeface="+mn-cs"/>
                  </a:defRPr>
                </a:lvl9pPr>
              </a:lstStyle>
              <a:p>
                <a:endParaRPr lang="fr-FR">
                  <a:solidFill>
                    <a:srgbClr val="F2827F"/>
                  </a:solidFill>
                </a:endParaRPr>
              </a:p>
            </p:txBody>
          </p:sp>
        </p:grpSp>
      </p:grpSp>
      <p:sp>
        <p:nvSpPr>
          <p:cNvPr id="123" name="Forme libre : forme 122">
            <a:extLst>
              <a:ext uri="{FF2B5EF4-FFF2-40B4-BE49-F238E27FC236}">
                <a16:creationId xmlns:a16="http://schemas.microsoft.com/office/drawing/2014/main" id="{66B01F76-9FD1-8837-8C6A-C7AAFAB759A8}"/>
              </a:ext>
            </a:extLst>
          </p:cNvPr>
          <p:cNvSpPr>
            <a:spLocks noChangeAspect="1"/>
          </p:cNvSpPr>
          <p:nvPr/>
        </p:nvSpPr>
        <p:spPr>
          <a:xfrm>
            <a:off x="7973957" y="5854543"/>
            <a:ext cx="360000" cy="360045"/>
          </a:xfrm>
          <a:custGeom>
            <a:avLst/>
            <a:gdLst>
              <a:gd name="csX0" fmla="*/ 122716 w 904875"/>
              <a:gd name="csY0" fmla="*/ 439756 h 904986"/>
              <a:gd name="csX1" fmla="*/ 219490 w 904875"/>
              <a:gd name="csY1" fmla="*/ 536530 h 904986"/>
              <a:gd name="csX2" fmla="*/ 122716 w 904875"/>
              <a:gd name="csY2" fmla="*/ 633304 h 904986"/>
              <a:gd name="csX3" fmla="*/ 25942 w 904875"/>
              <a:gd name="csY3" fmla="*/ 536530 h 904986"/>
              <a:gd name="csX4" fmla="*/ 122716 w 904875"/>
              <a:gd name="csY4" fmla="*/ 439756 h 904986"/>
              <a:gd name="csX5" fmla="*/ 619131 w 904875"/>
              <a:gd name="csY5" fmla="*/ 138194 h 904986"/>
              <a:gd name="csX6" fmla="*/ 632860 w 904875"/>
              <a:gd name="csY6" fmla="*/ 151923 h 904986"/>
              <a:gd name="csX7" fmla="*/ 619131 w 904875"/>
              <a:gd name="csY7" fmla="*/ 165653 h 904986"/>
              <a:gd name="csX8" fmla="*/ 579914 w 904875"/>
              <a:gd name="csY8" fmla="*/ 165653 h 904986"/>
              <a:gd name="csX9" fmla="*/ 566222 w 904875"/>
              <a:gd name="csY9" fmla="*/ 151923 h 904986"/>
              <a:gd name="csX10" fmla="*/ 579914 w 904875"/>
              <a:gd name="csY10" fmla="*/ 138194 h 904986"/>
              <a:gd name="csX11" fmla="*/ 760777 w 904875"/>
              <a:gd name="csY11" fmla="*/ 204237 h 904986"/>
              <a:gd name="csX12" fmla="*/ 774469 w 904875"/>
              <a:gd name="csY12" fmla="*/ 217966 h 904986"/>
              <a:gd name="csX13" fmla="*/ 760777 w 904875"/>
              <a:gd name="csY13" fmla="*/ 231658 h 904986"/>
              <a:gd name="csX14" fmla="*/ 579916 w 904875"/>
              <a:gd name="csY14" fmla="*/ 231658 h 904986"/>
              <a:gd name="csX15" fmla="*/ 566224 w 904875"/>
              <a:gd name="csY15" fmla="*/ 217966 h 904986"/>
              <a:gd name="csX16" fmla="*/ 579916 w 904875"/>
              <a:gd name="csY16" fmla="*/ 204237 h 904986"/>
              <a:gd name="csX17" fmla="*/ 760777 w 904875"/>
              <a:gd name="csY17" fmla="*/ 138194 h 904986"/>
              <a:gd name="csX18" fmla="*/ 774469 w 904875"/>
              <a:gd name="csY18" fmla="*/ 151923 h 904986"/>
              <a:gd name="csX19" fmla="*/ 760777 w 904875"/>
              <a:gd name="csY19" fmla="*/ 165653 h 904986"/>
              <a:gd name="csX20" fmla="*/ 666978 w 904875"/>
              <a:gd name="csY20" fmla="*/ 165653 h 904986"/>
              <a:gd name="csX21" fmla="*/ 653285 w 904875"/>
              <a:gd name="csY21" fmla="*/ 151923 h 904986"/>
              <a:gd name="csX22" fmla="*/ 666978 w 904875"/>
              <a:gd name="csY22" fmla="*/ 138194 h 904986"/>
              <a:gd name="csX23" fmla="*/ 740648 w 904875"/>
              <a:gd name="csY23" fmla="*/ 371147 h 904986"/>
              <a:gd name="csX24" fmla="*/ 742248 w 904875"/>
              <a:gd name="csY24" fmla="*/ 326126 h 904986"/>
              <a:gd name="csX25" fmla="*/ 749429 w 904875"/>
              <a:gd name="csY25" fmla="*/ 314555 h 904986"/>
              <a:gd name="csX26" fmla="*/ 753112 w 904875"/>
              <a:gd name="csY26" fmla="*/ 48417 h 904986"/>
              <a:gd name="csX27" fmla="*/ 534971 w 904875"/>
              <a:gd name="csY27" fmla="*/ 103521 h 904986"/>
              <a:gd name="csX28" fmla="*/ 515548 w 904875"/>
              <a:gd name="csY28" fmla="*/ 202943 h 904986"/>
              <a:gd name="csX29" fmla="*/ 687446 w 904875"/>
              <a:gd name="csY29" fmla="*/ 340903 h 904986"/>
              <a:gd name="csX30" fmla="*/ 696673 w 904875"/>
              <a:gd name="csY30" fmla="*/ 342950 h 904986"/>
              <a:gd name="csX31" fmla="*/ 740652 w 904875"/>
              <a:gd name="csY31" fmla="*/ 371115 h 904986"/>
              <a:gd name="csX32" fmla="*/ 746043 w 904875"/>
              <a:gd name="csY32" fmla="*/ 407089 h 904986"/>
              <a:gd name="csX33" fmla="*/ 767102 w 904875"/>
              <a:gd name="csY33" fmla="*/ 395368 h 904986"/>
              <a:gd name="csX34" fmla="*/ 769260 w 904875"/>
              <a:gd name="csY34" fmla="*/ 334721 h 904986"/>
              <a:gd name="csX35" fmla="*/ 832066 w 904875"/>
              <a:gd name="csY35" fmla="*/ 91985 h 904986"/>
              <a:gd name="csX36" fmla="*/ 626649 w 904875"/>
              <a:gd name="csY36" fmla="*/ 5479 h 904986"/>
              <a:gd name="csX37" fmla="*/ 511197 w 904875"/>
              <a:gd name="csY37" fmla="*/ 89902 h 904986"/>
              <a:gd name="csX38" fmla="*/ 488389 w 904875"/>
              <a:gd name="csY38" fmla="*/ 206622 h 904986"/>
              <a:gd name="csX39" fmla="*/ 581147 w 904875"/>
              <a:gd name="csY39" fmla="*/ 346744 h 904986"/>
              <a:gd name="csX40" fmla="*/ 685960 w 904875"/>
              <a:gd name="csY40" fmla="*/ 368696 h 904986"/>
              <a:gd name="csX41" fmla="*/ 746012 w 904875"/>
              <a:gd name="csY41" fmla="*/ 407132 h 904986"/>
              <a:gd name="csX42" fmla="*/ 212900 w 904875"/>
              <a:gd name="csY42" fmla="*/ 145113 h 904986"/>
              <a:gd name="csX43" fmla="*/ 212900 w 904875"/>
              <a:gd name="csY43" fmla="*/ 239731 h 904986"/>
              <a:gd name="csX44" fmla="*/ 307182 w 904875"/>
              <a:gd name="csY44" fmla="*/ 239731 h 904986"/>
              <a:gd name="csX45" fmla="*/ 307182 w 904875"/>
              <a:gd name="csY45" fmla="*/ 156834 h 904986"/>
              <a:gd name="csX46" fmla="*/ 259185 w 904875"/>
              <a:gd name="csY46" fmla="*/ 156796 h 904986"/>
              <a:gd name="csX47" fmla="*/ 246162 w 904875"/>
              <a:gd name="csY47" fmla="*/ 147346 h 904986"/>
              <a:gd name="csX48" fmla="*/ 229047 w 904875"/>
              <a:gd name="csY48" fmla="*/ 94810 h 904986"/>
              <a:gd name="csX49" fmla="*/ 185478 w 904875"/>
              <a:gd name="csY49" fmla="*/ 239731 h 904986"/>
              <a:gd name="csX50" fmla="*/ 185478 w 904875"/>
              <a:gd name="csY50" fmla="*/ 156834 h 904986"/>
              <a:gd name="csX51" fmla="*/ 161889 w 904875"/>
              <a:gd name="csY51" fmla="*/ 156834 h 904986"/>
              <a:gd name="csX52" fmla="*/ 161889 w 904875"/>
              <a:gd name="csY52" fmla="*/ 239731 h 904986"/>
              <a:gd name="csX53" fmla="*/ 148159 w 904875"/>
              <a:gd name="csY53" fmla="*/ 267152 h 904986"/>
              <a:gd name="csX54" fmla="*/ 134467 w 904875"/>
              <a:gd name="csY54" fmla="*/ 253423 h 904986"/>
              <a:gd name="csX55" fmla="*/ 134467 w 904875"/>
              <a:gd name="csY55" fmla="*/ 143104 h 904986"/>
              <a:gd name="csX56" fmla="*/ 148159 w 904875"/>
              <a:gd name="csY56" fmla="*/ 129375 h 904986"/>
              <a:gd name="csX57" fmla="*/ 189236 w 904875"/>
              <a:gd name="csY57" fmla="*/ 129375 h 904986"/>
              <a:gd name="csX58" fmla="*/ 203301 w 904875"/>
              <a:gd name="csY58" fmla="*/ 85470 h 904986"/>
              <a:gd name="csX59" fmla="*/ 254758 w 904875"/>
              <a:gd name="csY59" fmla="*/ 85396 h 904986"/>
              <a:gd name="csX60" fmla="*/ 269082 w 904875"/>
              <a:gd name="csY60" fmla="*/ 129375 h 904986"/>
              <a:gd name="csX61" fmla="*/ 320874 w 904875"/>
              <a:gd name="csY61" fmla="*/ 129375 h 904986"/>
              <a:gd name="csX62" fmla="*/ 334604 w 904875"/>
              <a:gd name="csY62" fmla="*/ 143104 h 904986"/>
              <a:gd name="csX63" fmla="*/ 334604 w 904875"/>
              <a:gd name="csY63" fmla="*/ 253423 h 904986"/>
              <a:gd name="csX64" fmla="*/ 320874 w 904875"/>
              <a:gd name="csY64" fmla="*/ 267152 h 904986"/>
              <a:gd name="csX65" fmla="*/ 158801 w 904875"/>
              <a:gd name="csY65" fmla="*/ 407160 h 904986"/>
              <a:gd name="csX66" fmla="*/ 137742 w 904875"/>
              <a:gd name="csY66" fmla="*/ 395440 h 904986"/>
              <a:gd name="csX67" fmla="*/ 135584 w 904875"/>
              <a:gd name="csY67" fmla="*/ 334792 h 904986"/>
              <a:gd name="csX68" fmla="*/ 138077 w 904875"/>
              <a:gd name="csY68" fmla="*/ 24820 h 904986"/>
              <a:gd name="csX69" fmla="*/ 278199 w 904875"/>
              <a:gd name="csY69" fmla="*/ 5547 h 904986"/>
              <a:gd name="csX70" fmla="*/ 393690 w 904875"/>
              <a:gd name="csY70" fmla="*/ 90007 h 904986"/>
              <a:gd name="csX71" fmla="*/ 218858 w 904875"/>
              <a:gd name="csY71" fmla="*/ 368728 h 904986"/>
              <a:gd name="csX72" fmla="*/ 164196 w 904875"/>
              <a:gd name="csY72" fmla="*/ 371218 h 904986"/>
              <a:gd name="csX73" fmla="*/ 162596 w 904875"/>
              <a:gd name="csY73" fmla="*/ 326198 h 904986"/>
              <a:gd name="csX74" fmla="*/ 155415 w 904875"/>
              <a:gd name="csY74" fmla="*/ 314627 h 904986"/>
              <a:gd name="csX75" fmla="*/ 96814 w 904875"/>
              <a:gd name="csY75" fmla="*/ 105000 h 904986"/>
              <a:gd name="csX76" fmla="*/ 369915 w 904875"/>
              <a:gd name="csY76" fmla="*/ 103587 h 904986"/>
              <a:gd name="csX77" fmla="*/ 389300 w 904875"/>
              <a:gd name="csY77" fmla="*/ 203008 h 904986"/>
              <a:gd name="csX78" fmla="*/ 217403 w 904875"/>
              <a:gd name="csY78" fmla="*/ 340969 h 904986"/>
              <a:gd name="csX79" fmla="*/ 208175 w 904875"/>
              <a:gd name="csY79" fmla="*/ 343015 h 904986"/>
              <a:gd name="csX80" fmla="*/ 164197 w 904875"/>
              <a:gd name="csY80" fmla="*/ 371143 h 904986"/>
              <a:gd name="csX81" fmla="*/ 247280 w 904875"/>
              <a:gd name="csY81" fmla="*/ 585979 h 904986"/>
              <a:gd name="csX82" fmla="*/ 240917 w 904875"/>
              <a:gd name="csY82" fmla="*/ 567710 h 904986"/>
              <a:gd name="csX83" fmla="*/ 259186 w 904875"/>
              <a:gd name="csY83" fmla="*/ 561347 h 904986"/>
              <a:gd name="csX84" fmla="*/ 279167 w 904875"/>
              <a:gd name="csY84" fmla="*/ 571021 h 904986"/>
              <a:gd name="csX85" fmla="*/ 285529 w 904875"/>
              <a:gd name="csY85" fmla="*/ 589290 h 904986"/>
              <a:gd name="csX86" fmla="*/ 267260 w 904875"/>
              <a:gd name="csY86" fmla="*/ 595652 h 904986"/>
              <a:gd name="csX87" fmla="*/ 247280 w 904875"/>
              <a:gd name="csY87" fmla="*/ 585941 h 904986"/>
              <a:gd name="csX88" fmla="*/ 253828 w 904875"/>
              <a:gd name="csY88" fmla="*/ 487785 h 904986"/>
              <a:gd name="csX89" fmla="*/ 234852 w 904875"/>
              <a:gd name="csY89" fmla="*/ 484139 h 904986"/>
              <a:gd name="csX90" fmla="*/ 238499 w 904875"/>
              <a:gd name="csY90" fmla="*/ 465201 h 904986"/>
              <a:gd name="csX91" fmla="*/ 256879 w 904875"/>
              <a:gd name="csY91" fmla="*/ 452736 h 904986"/>
              <a:gd name="csX92" fmla="*/ 275818 w 904875"/>
              <a:gd name="csY92" fmla="*/ 456382 h 904986"/>
              <a:gd name="csX93" fmla="*/ 272171 w 904875"/>
              <a:gd name="csY93" fmla="*/ 475321 h 904986"/>
              <a:gd name="csX94" fmla="*/ 253791 w 904875"/>
              <a:gd name="csY94" fmla="*/ 487785 h 904986"/>
              <a:gd name="csX95" fmla="*/ 263688 w 904875"/>
              <a:gd name="csY95" fmla="*/ 537792 h 904986"/>
              <a:gd name="csX96" fmla="*/ 249066 w 904875"/>
              <a:gd name="csY96" fmla="*/ 525104 h 904986"/>
              <a:gd name="csX97" fmla="*/ 261753 w 904875"/>
              <a:gd name="csY97" fmla="*/ 510482 h 904986"/>
              <a:gd name="csX98" fmla="*/ 283891 w 904875"/>
              <a:gd name="csY98" fmla="*/ 508882 h 904986"/>
              <a:gd name="csX99" fmla="*/ 298514 w 904875"/>
              <a:gd name="csY99" fmla="*/ 521569 h 904986"/>
              <a:gd name="csX100" fmla="*/ 285826 w 904875"/>
              <a:gd name="csY100" fmla="*/ 536192 h 904986"/>
              <a:gd name="csX101" fmla="*/ 782134 w 904875"/>
              <a:gd name="csY101" fmla="*/ 439827 h 904986"/>
              <a:gd name="csX102" fmla="*/ 878946 w 904875"/>
              <a:gd name="csY102" fmla="*/ 536601 h 904986"/>
              <a:gd name="csX103" fmla="*/ 782134 w 904875"/>
              <a:gd name="csY103" fmla="*/ 633375 h 904986"/>
              <a:gd name="csX104" fmla="*/ 685360 w 904875"/>
              <a:gd name="csY104" fmla="*/ 536601 h 904986"/>
              <a:gd name="csX105" fmla="*/ 782134 w 904875"/>
              <a:gd name="csY105" fmla="*/ 439827 h 904986"/>
              <a:gd name="csX106" fmla="*/ 831210 w 904875"/>
              <a:gd name="csY106" fmla="*/ 487564 h 904986"/>
              <a:gd name="csX107" fmla="*/ 733093 w 904875"/>
              <a:gd name="csY107" fmla="*/ 487564 h 904986"/>
              <a:gd name="csX108" fmla="*/ 733093 w 904875"/>
              <a:gd name="csY108" fmla="*/ 585681 h 904986"/>
              <a:gd name="csX109" fmla="*/ 831210 w 904875"/>
              <a:gd name="csY109" fmla="*/ 585681 h 904986"/>
              <a:gd name="csX110" fmla="*/ 831210 w 904875"/>
              <a:gd name="csY110" fmla="*/ 487564 h 904986"/>
              <a:gd name="csX111" fmla="*/ 671885 w 904875"/>
              <a:gd name="csY111" fmla="*/ 816024 h 904986"/>
              <a:gd name="csX112" fmla="*/ 732681 w 904875"/>
              <a:gd name="csY112" fmla="*/ 816061 h 904986"/>
              <a:gd name="csX113" fmla="*/ 758094 w 904875"/>
              <a:gd name="csY113" fmla="*/ 754111 h 904986"/>
              <a:gd name="csX114" fmla="*/ 775916 w 904875"/>
              <a:gd name="csY114" fmla="*/ 746670 h 904986"/>
              <a:gd name="csX115" fmla="*/ 783358 w 904875"/>
              <a:gd name="csY115" fmla="*/ 764492 h 904986"/>
              <a:gd name="csX116" fmla="*/ 754485 w 904875"/>
              <a:gd name="csY116" fmla="*/ 834925 h 904986"/>
              <a:gd name="csX117" fmla="*/ 741872 w 904875"/>
              <a:gd name="csY117" fmla="*/ 843371 h 904986"/>
              <a:gd name="csX118" fmla="*/ 686881 w 904875"/>
              <a:gd name="csY118" fmla="*/ 843333 h 904986"/>
              <a:gd name="csX119" fmla="*/ 686881 w 904875"/>
              <a:gd name="csY119" fmla="*/ 891256 h 904986"/>
              <a:gd name="csX120" fmla="*/ 673189 w 904875"/>
              <a:gd name="csY120" fmla="*/ 904948 h 904986"/>
              <a:gd name="csX121" fmla="*/ 659459 w 904875"/>
              <a:gd name="csY121" fmla="*/ 891256 h 904986"/>
              <a:gd name="csX122" fmla="*/ 659459 w 904875"/>
              <a:gd name="csY122" fmla="*/ 843333 h 904986"/>
              <a:gd name="csX123" fmla="*/ 553084 w 904875"/>
              <a:gd name="csY123" fmla="*/ 843259 h 904986"/>
              <a:gd name="csX124" fmla="*/ 509478 w 904875"/>
              <a:gd name="csY124" fmla="*/ 794890 h 904986"/>
              <a:gd name="csX125" fmla="*/ 552973 w 904875"/>
              <a:gd name="csY125" fmla="*/ 742986 h 904986"/>
              <a:gd name="csX126" fmla="*/ 659462 w 904875"/>
              <a:gd name="csY126" fmla="*/ 742986 h 904986"/>
              <a:gd name="csX127" fmla="*/ 659462 w 904875"/>
              <a:gd name="csY127" fmla="*/ 717425 h 904986"/>
              <a:gd name="csX128" fmla="*/ 725690 w 904875"/>
              <a:gd name="csY128" fmla="*/ 651197 h 904986"/>
              <a:gd name="csX129" fmla="*/ 838647 w 904875"/>
              <a:gd name="csY129" fmla="*/ 651197 h 904986"/>
              <a:gd name="csX130" fmla="*/ 904876 w 904875"/>
              <a:gd name="csY130" fmla="*/ 717425 h 904986"/>
              <a:gd name="csX131" fmla="*/ 904876 w 904875"/>
              <a:gd name="csY131" fmla="*/ 891295 h 904986"/>
              <a:gd name="csX132" fmla="*/ 891109 w 904875"/>
              <a:gd name="csY132" fmla="*/ 904987 h 904986"/>
              <a:gd name="csX133" fmla="*/ 877454 w 904875"/>
              <a:gd name="csY133" fmla="*/ 891295 h 904986"/>
              <a:gd name="csX134" fmla="*/ 877454 w 904875"/>
              <a:gd name="csY134" fmla="*/ 717425 h 904986"/>
              <a:gd name="csX135" fmla="*/ 838684 w 904875"/>
              <a:gd name="csY135" fmla="*/ 678618 h 904986"/>
              <a:gd name="csX136" fmla="*/ 725727 w 904875"/>
              <a:gd name="csY136" fmla="*/ 678618 h 904986"/>
              <a:gd name="csX137" fmla="*/ 686921 w 904875"/>
              <a:gd name="csY137" fmla="*/ 717425 h 904986"/>
              <a:gd name="csX138" fmla="*/ 686921 w 904875"/>
              <a:gd name="csY138" fmla="*/ 756716 h 904986"/>
              <a:gd name="csX139" fmla="*/ 673229 w 904875"/>
              <a:gd name="csY139" fmla="*/ 770408 h 904986"/>
              <a:gd name="csX140" fmla="*/ 553014 w 904875"/>
              <a:gd name="csY140" fmla="*/ 770408 h 904986"/>
              <a:gd name="csX141" fmla="*/ 552307 w 904875"/>
              <a:gd name="csY141" fmla="*/ 815987 h 904986"/>
              <a:gd name="csX142" fmla="*/ 553162 w 904875"/>
              <a:gd name="csY142" fmla="*/ 815987 h 904986"/>
              <a:gd name="csX143" fmla="*/ 671968 w 904875"/>
              <a:gd name="csY143" fmla="*/ 816061 h 904986"/>
              <a:gd name="csX144" fmla="*/ 27424 w 904875"/>
              <a:gd name="csY144" fmla="*/ 891256 h 904986"/>
              <a:gd name="csX145" fmla="*/ 27424 w 904875"/>
              <a:gd name="csY145" fmla="*/ 723940 h 904986"/>
              <a:gd name="csX146" fmla="*/ 72779 w 904875"/>
              <a:gd name="csY146" fmla="*/ 678585 h 904986"/>
              <a:gd name="csX147" fmla="*/ 285158 w 904875"/>
              <a:gd name="csY147" fmla="*/ 678585 h 904986"/>
              <a:gd name="csX148" fmla="*/ 295352 w 904875"/>
              <a:gd name="csY148" fmla="*/ 674045 h 904986"/>
              <a:gd name="csX149" fmla="*/ 364483 w 904875"/>
              <a:gd name="csY149" fmla="*/ 607445 h 904986"/>
              <a:gd name="csX150" fmla="*/ 401727 w 904875"/>
              <a:gd name="csY150" fmla="*/ 640856 h 904986"/>
              <a:gd name="csX151" fmla="*/ 310868 w 904875"/>
              <a:gd name="csY151" fmla="*/ 735883 h 904986"/>
              <a:gd name="csX152" fmla="*/ 231691 w 904875"/>
              <a:gd name="csY152" fmla="*/ 735883 h 904986"/>
              <a:gd name="csX153" fmla="*/ 217962 w 904875"/>
              <a:gd name="csY153" fmla="*/ 749576 h 904986"/>
              <a:gd name="csX154" fmla="*/ 217962 w 904875"/>
              <a:gd name="csY154" fmla="*/ 891260 h 904986"/>
              <a:gd name="csX155" fmla="*/ 231691 w 904875"/>
              <a:gd name="csY155" fmla="*/ 904952 h 904986"/>
              <a:gd name="csX156" fmla="*/ 245383 w 904875"/>
              <a:gd name="csY156" fmla="*/ 891260 h 904986"/>
              <a:gd name="csX157" fmla="*/ 245383 w 904875"/>
              <a:gd name="csY157" fmla="*/ 763263 h 904986"/>
              <a:gd name="csX158" fmla="*/ 316672 w 904875"/>
              <a:gd name="csY158" fmla="*/ 763263 h 904986"/>
              <a:gd name="csX159" fmla="*/ 316672 w 904875"/>
              <a:gd name="csY159" fmla="*/ 763226 h 904986"/>
              <a:gd name="csX160" fmla="*/ 326569 w 904875"/>
              <a:gd name="csY160" fmla="*/ 758984 h 904986"/>
              <a:gd name="csX161" fmla="*/ 421559 w 904875"/>
              <a:gd name="csY161" fmla="*/ 659677 h 904986"/>
              <a:gd name="csX162" fmla="*/ 429819 w 904875"/>
              <a:gd name="csY162" fmla="*/ 608740 h 904986"/>
              <a:gd name="csX163" fmla="*/ 345545 w 904875"/>
              <a:gd name="csY163" fmla="*/ 587681 h 904986"/>
              <a:gd name="csX164" fmla="*/ 279688 w 904875"/>
              <a:gd name="csY164" fmla="*/ 651119 h 904986"/>
              <a:gd name="csX165" fmla="*/ 72777 w 904875"/>
              <a:gd name="csY165" fmla="*/ 651082 h 904986"/>
              <a:gd name="csX166" fmla="*/ 0 w 904875"/>
              <a:gd name="csY166" fmla="*/ 723859 h 904986"/>
              <a:gd name="csX167" fmla="*/ 0 w 904875"/>
              <a:gd name="csY167" fmla="*/ 891175 h 904986"/>
              <a:gd name="csX168" fmla="*/ 13729 w 904875"/>
              <a:gd name="csY168" fmla="*/ 904867 h 904986"/>
              <a:gd name="csX169" fmla="*/ 27459 w 904875"/>
              <a:gd name="csY169" fmla="*/ 891175 h 904986"/>
              <a:gd name="csX170" fmla="*/ 171746 w 904875"/>
              <a:gd name="csY170" fmla="*/ 487558 h 904986"/>
              <a:gd name="csX171" fmla="*/ 73629 w 904875"/>
              <a:gd name="csY171" fmla="*/ 487558 h 904986"/>
              <a:gd name="csX172" fmla="*/ 73629 w 904875"/>
              <a:gd name="csY172" fmla="*/ 585675 h 904986"/>
              <a:gd name="csX173" fmla="*/ 171746 w 904875"/>
              <a:gd name="csY173" fmla="*/ 585675 h 904986"/>
              <a:gd name="csX174" fmla="*/ 171746 w 904875"/>
              <a:gd name="csY174" fmla="*/ 487558 h 9049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Lst>
            <a:rect l="l" t="t" r="r" b="b"/>
            <a:pathLst>
              <a:path w="904875" h="904986">
                <a:moveTo>
                  <a:pt x="122716" y="439756"/>
                </a:moveTo>
                <a:cubicBezTo>
                  <a:pt x="176183" y="439756"/>
                  <a:pt x="219490" y="483102"/>
                  <a:pt x="219490" y="536530"/>
                </a:cubicBezTo>
                <a:cubicBezTo>
                  <a:pt x="219490" y="589996"/>
                  <a:pt x="176144" y="633304"/>
                  <a:pt x="122716" y="633304"/>
                </a:cubicBezTo>
                <a:cubicBezTo>
                  <a:pt x="69287" y="633304"/>
                  <a:pt x="25942" y="589957"/>
                  <a:pt x="25942" y="536530"/>
                </a:cubicBezTo>
                <a:cubicBezTo>
                  <a:pt x="25942" y="483102"/>
                  <a:pt x="69289" y="439756"/>
                  <a:pt x="122716" y="439756"/>
                </a:cubicBezTo>
                <a:close/>
                <a:moveTo>
                  <a:pt x="619131" y="138194"/>
                </a:moveTo>
                <a:cubicBezTo>
                  <a:pt x="626721" y="138194"/>
                  <a:pt x="632860" y="144333"/>
                  <a:pt x="632860" y="151923"/>
                </a:cubicBezTo>
                <a:cubicBezTo>
                  <a:pt x="632860" y="159514"/>
                  <a:pt x="626721" y="165653"/>
                  <a:pt x="619131" y="165653"/>
                </a:cubicBezTo>
                <a:lnTo>
                  <a:pt x="579914" y="165653"/>
                </a:lnTo>
                <a:cubicBezTo>
                  <a:pt x="572361" y="165653"/>
                  <a:pt x="566222" y="159514"/>
                  <a:pt x="566222" y="151923"/>
                </a:cubicBezTo>
                <a:cubicBezTo>
                  <a:pt x="566222" y="144333"/>
                  <a:pt x="572361" y="138194"/>
                  <a:pt x="579914" y="138194"/>
                </a:cubicBezTo>
                <a:close/>
                <a:moveTo>
                  <a:pt x="760777" y="204237"/>
                </a:moveTo>
                <a:cubicBezTo>
                  <a:pt x="768367" y="204237"/>
                  <a:pt x="774469" y="210376"/>
                  <a:pt x="774469" y="217966"/>
                </a:cubicBezTo>
                <a:cubicBezTo>
                  <a:pt x="774469" y="225556"/>
                  <a:pt x="768330" y="231658"/>
                  <a:pt x="760777" y="231658"/>
                </a:cubicBezTo>
                <a:lnTo>
                  <a:pt x="579916" y="231658"/>
                </a:lnTo>
                <a:cubicBezTo>
                  <a:pt x="572363" y="231658"/>
                  <a:pt x="566224" y="225519"/>
                  <a:pt x="566224" y="217966"/>
                </a:cubicBezTo>
                <a:cubicBezTo>
                  <a:pt x="566224" y="210376"/>
                  <a:pt x="572363" y="204237"/>
                  <a:pt x="579916" y="204237"/>
                </a:cubicBezTo>
                <a:close/>
                <a:moveTo>
                  <a:pt x="760777" y="138194"/>
                </a:moveTo>
                <a:cubicBezTo>
                  <a:pt x="768367" y="138194"/>
                  <a:pt x="774469" y="144333"/>
                  <a:pt x="774469" y="151923"/>
                </a:cubicBezTo>
                <a:cubicBezTo>
                  <a:pt x="774469" y="159514"/>
                  <a:pt x="768330" y="165653"/>
                  <a:pt x="760777" y="165653"/>
                </a:cubicBezTo>
                <a:lnTo>
                  <a:pt x="666978" y="165653"/>
                </a:lnTo>
                <a:cubicBezTo>
                  <a:pt x="659387" y="165653"/>
                  <a:pt x="653285" y="159514"/>
                  <a:pt x="653285" y="151923"/>
                </a:cubicBezTo>
                <a:cubicBezTo>
                  <a:pt x="653285" y="144333"/>
                  <a:pt x="659425" y="138194"/>
                  <a:pt x="666978" y="138194"/>
                </a:cubicBezTo>
                <a:close/>
                <a:moveTo>
                  <a:pt x="740648" y="371147"/>
                </a:moveTo>
                <a:lnTo>
                  <a:pt x="742248" y="326126"/>
                </a:lnTo>
                <a:cubicBezTo>
                  <a:pt x="742434" y="321103"/>
                  <a:pt x="745299" y="316787"/>
                  <a:pt x="749429" y="314555"/>
                </a:cubicBezTo>
                <a:cubicBezTo>
                  <a:pt x="849698" y="260530"/>
                  <a:pt x="853870" y="106758"/>
                  <a:pt x="753112" y="48417"/>
                </a:cubicBezTo>
                <a:cubicBezTo>
                  <a:pt x="680596" y="6410"/>
                  <a:pt x="578462" y="28325"/>
                  <a:pt x="534971" y="103521"/>
                </a:cubicBezTo>
                <a:cubicBezTo>
                  <a:pt x="516553" y="134105"/>
                  <a:pt x="511195" y="170903"/>
                  <a:pt x="515548" y="202943"/>
                </a:cubicBezTo>
                <a:cubicBezTo>
                  <a:pt x="526822" y="285580"/>
                  <a:pt x="599152" y="352886"/>
                  <a:pt x="687446" y="340903"/>
                </a:cubicBezTo>
                <a:cubicBezTo>
                  <a:pt x="690794" y="340457"/>
                  <a:pt x="694032" y="341238"/>
                  <a:pt x="696673" y="342950"/>
                </a:cubicBezTo>
                <a:lnTo>
                  <a:pt x="740652" y="371115"/>
                </a:lnTo>
                <a:close/>
                <a:moveTo>
                  <a:pt x="746043" y="407089"/>
                </a:moveTo>
                <a:cubicBezTo>
                  <a:pt x="754749" y="412707"/>
                  <a:pt x="766990" y="407014"/>
                  <a:pt x="767102" y="395368"/>
                </a:cubicBezTo>
                <a:lnTo>
                  <a:pt x="769260" y="334721"/>
                </a:lnTo>
                <a:cubicBezTo>
                  <a:pt x="852231" y="284974"/>
                  <a:pt x="876454" y="174320"/>
                  <a:pt x="832066" y="91985"/>
                </a:cubicBezTo>
                <a:cubicBezTo>
                  <a:pt x="792589" y="18725"/>
                  <a:pt x="707307" y="-13866"/>
                  <a:pt x="626649" y="5479"/>
                </a:cubicBezTo>
                <a:cubicBezTo>
                  <a:pt x="579694" y="16753"/>
                  <a:pt x="536943" y="45291"/>
                  <a:pt x="511197" y="89902"/>
                </a:cubicBezTo>
                <a:cubicBezTo>
                  <a:pt x="489914" y="127370"/>
                  <a:pt x="483106" y="167888"/>
                  <a:pt x="488389" y="206622"/>
                </a:cubicBezTo>
                <a:cubicBezTo>
                  <a:pt x="496240" y="264330"/>
                  <a:pt x="530656" y="317569"/>
                  <a:pt x="581147" y="346744"/>
                </a:cubicBezTo>
                <a:cubicBezTo>
                  <a:pt x="611359" y="364194"/>
                  <a:pt x="647115" y="372901"/>
                  <a:pt x="685960" y="368696"/>
                </a:cubicBezTo>
                <a:lnTo>
                  <a:pt x="746012" y="407132"/>
                </a:lnTo>
                <a:close/>
                <a:moveTo>
                  <a:pt x="212900" y="145113"/>
                </a:moveTo>
                <a:lnTo>
                  <a:pt x="212900" y="239731"/>
                </a:lnTo>
                <a:lnTo>
                  <a:pt x="307182" y="239731"/>
                </a:lnTo>
                <a:lnTo>
                  <a:pt x="307182" y="156834"/>
                </a:lnTo>
                <a:lnTo>
                  <a:pt x="259185" y="156796"/>
                </a:lnTo>
                <a:cubicBezTo>
                  <a:pt x="253418" y="156796"/>
                  <a:pt x="248060" y="153113"/>
                  <a:pt x="246162" y="147346"/>
                </a:cubicBezTo>
                <a:lnTo>
                  <a:pt x="229047" y="94810"/>
                </a:lnTo>
                <a:close/>
                <a:moveTo>
                  <a:pt x="185478" y="239731"/>
                </a:moveTo>
                <a:lnTo>
                  <a:pt x="185478" y="156834"/>
                </a:lnTo>
                <a:lnTo>
                  <a:pt x="161889" y="156834"/>
                </a:lnTo>
                <a:lnTo>
                  <a:pt x="161889" y="239731"/>
                </a:lnTo>
                <a:close/>
                <a:moveTo>
                  <a:pt x="148159" y="267152"/>
                </a:moveTo>
                <a:cubicBezTo>
                  <a:pt x="140569" y="267152"/>
                  <a:pt x="134467" y="261013"/>
                  <a:pt x="134467" y="253423"/>
                </a:cubicBezTo>
                <a:lnTo>
                  <a:pt x="134467" y="143104"/>
                </a:lnTo>
                <a:cubicBezTo>
                  <a:pt x="134467" y="135514"/>
                  <a:pt x="140606" y="129375"/>
                  <a:pt x="148159" y="129375"/>
                </a:cubicBezTo>
                <a:lnTo>
                  <a:pt x="189236" y="129375"/>
                </a:lnTo>
                <a:lnTo>
                  <a:pt x="203301" y="85470"/>
                </a:lnTo>
                <a:cubicBezTo>
                  <a:pt x="211114" y="61063"/>
                  <a:pt x="246758" y="60877"/>
                  <a:pt x="254758" y="85396"/>
                </a:cubicBezTo>
                <a:lnTo>
                  <a:pt x="269082" y="129375"/>
                </a:lnTo>
                <a:lnTo>
                  <a:pt x="320874" y="129375"/>
                </a:lnTo>
                <a:cubicBezTo>
                  <a:pt x="328465" y="129375"/>
                  <a:pt x="334604" y="135514"/>
                  <a:pt x="334604" y="143104"/>
                </a:cubicBezTo>
                <a:lnTo>
                  <a:pt x="334604" y="253423"/>
                </a:lnTo>
                <a:cubicBezTo>
                  <a:pt x="334604" y="261013"/>
                  <a:pt x="328465" y="267152"/>
                  <a:pt x="320874" y="267152"/>
                </a:cubicBezTo>
                <a:close/>
                <a:moveTo>
                  <a:pt x="158801" y="407160"/>
                </a:moveTo>
                <a:cubicBezTo>
                  <a:pt x="150057" y="412778"/>
                  <a:pt x="137853" y="407049"/>
                  <a:pt x="137742" y="395440"/>
                </a:cubicBezTo>
                <a:lnTo>
                  <a:pt x="135584" y="334792"/>
                </a:lnTo>
                <a:cubicBezTo>
                  <a:pt x="23218" y="267410"/>
                  <a:pt x="21360" y="92314"/>
                  <a:pt x="138077" y="24820"/>
                </a:cubicBezTo>
                <a:cubicBezTo>
                  <a:pt x="180381" y="375"/>
                  <a:pt x="231541" y="-5652"/>
                  <a:pt x="278199" y="5547"/>
                </a:cubicBezTo>
                <a:cubicBezTo>
                  <a:pt x="324596" y="16672"/>
                  <a:pt x="368612" y="45693"/>
                  <a:pt x="393690" y="90007"/>
                </a:cubicBezTo>
                <a:cubicBezTo>
                  <a:pt x="467360" y="218890"/>
                  <a:pt x="364445" y="384501"/>
                  <a:pt x="218858" y="368728"/>
                </a:cubicBezTo>
                <a:close/>
                <a:moveTo>
                  <a:pt x="164196" y="371218"/>
                </a:moveTo>
                <a:lnTo>
                  <a:pt x="162596" y="326198"/>
                </a:lnTo>
                <a:cubicBezTo>
                  <a:pt x="162410" y="321175"/>
                  <a:pt x="159545" y="316859"/>
                  <a:pt x="155415" y="314627"/>
                </a:cubicBezTo>
                <a:cubicBezTo>
                  <a:pt x="80554" y="274294"/>
                  <a:pt x="58117" y="176771"/>
                  <a:pt x="96814" y="105000"/>
                </a:cubicBezTo>
                <a:cubicBezTo>
                  <a:pt x="153071" y="635"/>
                  <a:pt x="311755" y="3016"/>
                  <a:pt x="369915" y="103587"/>
                </a:cubicBezTo>
                <a:cubicBezTo>
                  <a:pt x="388295" y="134729"/>
                  <a:pt x="393765" y="170559"/>
                  <a:pt x="389300" y="203008"/>
                </a:cubicBezTo>
                <a:cubicBezTo>
                  <a:pt x="378027" y="285645"/>
                  <a:pt x="305697" y="352951"/>
                  <a:pt x="217403" y="340969"/>
                </a:cubicBezTo>
                <a:cubicBezTo>
                  <a:pt x="214054" y="340522"/>
                  <a:pt x="210817" y="341303"/>
                  <a:pt x="208175" y="343015"/>
                </a:cubicBezTo>
                <a:lnTo>
                  <a:pt x="164197" y="371143"/>
                </a:lnTo>
                <a:close/>
                <a:moveTo>
                  <a:pt x="247280" y="585979"/>
                </a:moveTo>
                <a:cubicBezTo>
                  <a:pt x="240471" y="582704"/>
                  <a:pt x="237606" y="574519"/>
                  <a:pt x="240917" y="567710"/>
                </a:cubicBezTo>
                <a:cubicBezTo>
                  <a:pt x="244191" y="560901"/>
                  <a:pt x="252377" y="558036"/>
                  <a:pt x="259186" y="561347"/>
                </a:cubicBezTo>
                <a:lnTo>
                  <a:pt x="279167" y="571021"/>
                </a:lnTo>
                <a:cubicBezTo>
                  <a:pt x="285976" y="574295"/>
                  <a:pt x="288840" y="582480"/>
                  <a:pt x="285529" y="589290"/>
                </a:cubicBezTo>
                <a:cubicBezTo>
                  <a:pt x="282255" y="596099"/>
                  <a:pt x="274070" y="598926"/>
                  <a:pt x="267260" y="595652"/>
                </a:cubicBezTo>
                <a:lnTo>
                  <a:pt x="247280" y="585941"/>
                </a:lnTo>
                <a:close/>
                <a:moveTo>
                  <a:pt x="253828" y="487785"/>
                </a:moveTo>
                <a:cubicBezTo>
                  <a:pt x="247577" y="492027"/>
                  <a:pt x="239094" y="490390"/>
                  <a:pt x="234852" y="484139"/>
                </a:cubicBezTo>
                <a:cubicBezTo>
                  <a:pt x="230611" y="477888"/>
                  <a:pt x="232248" y="469405"/>
                  <a:pt x="238499" y="465201"/>
                </a:cubicBezTo>
                <a:lnTo>
                  <a:pt x="256879" y="452736"/>
                </a:lnTo>
                <a:cubicBezTo>
                  <a:pt x="263130" y="448495"/>
                  <a:pt x="271613" y="450132"/>
                  <a:pt x="275818" y="456382"/>
                </a:cubicBezTo>
                <a:cubicBezTo>
                  <a:pt x="280059" y="462633"/>
                  <a:pt x="278422" y="471117"/>
                  <a:pt x="272171" y="475321"/>
                </a:cubicBezTo>
                <a:lnTo>
                  <a:pt x="253791" y="487785"/>
                </a:lnTo>
                <a:close/>
                <a:moveTo>
                  <a:pt x="263688" y="537792"/>
                </a:moveTo>
                <a:cubicBezTo>
                  <a:pt x="256135" y="538313"/>
                  <a:pt x="249587" y="532657"/>
                  <a:pt x="249066" y="525104"/>
                </a:cubicBezTo>
                <a:cubicBezTo>
                  <a:pt x="248545" y="517551"/>
                  <a:pt x="254200" y="511003"/>
                  <a:pt x="261753" y="510482"/>
                </a:cubicBezTo>
                <a:lnTo>
                  <a:pt x="283891" y="508882"/>
                </a:lnTo>
                <a:cubicBezTo>
                  <a:pt x="291444" y="508361"/>
                  <a:pt x="297993" y="514016"/>
                  <a:pt x="298514" y="521569"/>
                </a:cubicBezTo>
                <a:cubicBezTo>
                  <a:pt x="299035" y="529085"/>
                  <a:pt x="293379" y="535671"/>
                  <a:pt x="285826" y="536192"/>
                </a:cubicBezTo>
                <a:close/>
                <a:moveTo>
                  <a:pt x="782134" y="439827"/>
                </a:moveTo>
                <a:cubicBezTo>
                  <a:pt x="835638" y="439827"/>
                  <a:pt x="878946" y="483173"/>
                  <a:pt x="878946" y="536601"/>
                </a:cubicBezTo>
                <a:cubicBezTo>
                  <a:pt x="878946" y="590068"/>
                  <a:pt x="835637" y="633375"/>
                  <a:pt x="782134" y="633375"/>
                </a:cubicBezTo>
                <a:cubicBezTo>
                  <a:pt x="728630" y="633375"/>
                  <a:pt x="685360" y="590029"/>
                  <a:pt x="685360" y="536601"/>
                </a:cubicBezTo>
                <a:cubicBezTo>
                  <a:pt x="685360" y="483173"/>
                  <a:pt x="728706" y="439827"/>
                  <a:pt x="782134" y="439827"/>
                </a:cubicBezTo>
                <a:close/>
                <a:moveTo>
                  <a:pt x="831210" y="487564"/>
                </a:moveTo>
                <a:cubicBezTo>
                  <a:pt x="804123" y="460476"/>
                  <a:pt x="760182" y="460476"/>
                  <a:pt x="733093" y="487564"/>
                </a:cubicBezTo>
                <a:cubicBezTo>
                  <a:pt x="706004" y="514651"/>
                  <a:pt x="706006" y="558591"/>
                  <a:pt x="733093" y="585681"/>
                </a:cubicBezTo>
                <a:cubicBezTo>
                  <a:pt x="760180" y="612770"/>
                  <a:pt x="804121" y="612768"/>
                  <a:pt x="831210" y="585681"/>
                </a:cubicBezTo>
                <a:cubicBezTo>
                  <a:pt x="858299" y="558593"/>
                  <a:pt x="858297" y="514690"/>
                  <a:pt x="831210" y="487564"/>
                </a:cubicBezTo>
                <a:close/>
                <a:moveTo>
                  <a:pt x="671885" y="816024"/>
                </a:moveTo>
                <a:lnTo>
                  <a:pt x="732681" y="816061"/>
                </a:lnTo>
                <a:lnTo>
                  <a:pt x="758094" y="754111"/>
                </a:lnTo>
                <a:cubicBezTo>
                  <a:pt x="760959" y="747116"/>
                  <a:pt x="768958" y="743768"/>
                  <a:pt x="775916" y="746670"/>
                </a:cubicBezTo>
                <a:cubicBezTo>
                  <a:pt x="782911" y="749535"/>
                  <a:pt x="786222" y="757534"/>
                  <a:pt x="783358" y="764492"/>
                </a:cubicBezTo>
                <a:lnTo>
                  <a:pt x="754485" y="834925"/>
                </a:lnTo>
                <a:cubicBezTo>
                  <a:pt x="752439" y="839873"/>
                  <a:pt x="747565" y="843371"/>
                  <a:pt x="741872" y="843371"/>
                </a:cubicBezTo>
                <a:lnTo>
                  <a:pt x="686881" y="843333"/>
                </a:lnTo>
                <a:lnTo>
                  <a:pt x="686881" y="891256"/>
                </a:lnTo>
                <a:cubicBezTo>
                  <a:pt x="686881" y="898846"/>
                  <a:pt x="680742" y="904948"/>
                  <a:pt x="673189" y="904948"/>
                </a:cubicBezTo>
                <a:cubicBezTo>
                  <a:pt x="665636" y="904948"/>
                  <a:pt x="659459" y="898809"/>
                  <a:pt x="659459" y="891256"/>
                </a:cubicBezTo>
                <a:lnTo>
                  <a:pt x="659459" y="843333"/>
                </a:lnTo>
                <a:lnTo>
                  <a:pt x="553084" y="843259"/>
                </a:lnTo>
                <a:cubicBezTo>
                  <a:pt x="523877" y="843705"/>
                  <a:pt x="509812" y="819409"/>
                  <a:pt x="509478" y="794890"/>
                </a:cubicBezTo>
                <a:cubicBezTo>
                  <a:pt x="509143" y="769627"/>
                  <a:pt x="524025" y="742986"/>
                  <a:pt x="552973" y="742986"/>
                </a:cubicBezTo>
                <a:lnTo>
                  <a:pt x="659462" y="742986"/>
                </a:lnTo>
                <a:lnTo>
                  <a:pt x="659462" y="717425"/>
                </a:lnTo>
                <a:cubicBezTo>
                  <a:pt x="659462" y="680963"/>
                  <a:pt x="689228" y="651197"/>
                  <a:pt x="725690" y="651197"/>
                </a:cubicBezTo>
                <a:lnTo>
                  <a:pt x="838647" y="651197"/>
                </a:lnTo>
                <a:cubicBezTo>
                  <a:pt x="875036" y="651197"/>
                  <a:pt x="904876" y="680963"/>
                  <a:pt x="904876" y="717425"/>
                </a:cubicBezTo>
                <a:lnTo>
                  <a:pt x="904876" y="891295"/>
                </a:lnTo>
                <a:cubicBezTo>
                  <a:pt x="904876" y="898885"/>
                  <a:pt x="898736" y="904987"/>
                  <a:pt x="891109" y="904987"/>
                </a:cubicBezTo>
                <a:cubicBezTo>
                  <a:pt x="883556" y="904987"/>
                  <a:pt x="877454" y="898848"/>
                  <a:pt x="877454" y="891295"/>
                </a:cubicBezTo>
                <a:lnTo>
                  <a:pt x="877454" y="717425"/>
                </a:lnTo>
                <a:cubicBezTo>
                  <a:pt x="877454" y="696105"/>
                  <a:pt x="859967" y="678618"/>
                  <a:pt x="838684" y="678618"/>
                </a:cubicBezTo>
                <a:lnTo>
                  <a:pt x="725727" y="678618"/>
                </a:lnTo>
                <a:cubicBezTo>
                  <a:pt x="704408" y="678618"/>
                  <a:pt x="686921" y="696105"/>
                  <a:pt x="686921" y="717425"/>
                </a:cubicBezTo>
                <a:lnTo>
                  <a:pt x="686921" y="756716"/>
                </a:lnTo>
                <a:cubicBezTo>
                  <a:pt x="686921" y="764306"/>
                  <a:pt x="680782" y="770408"/>
                  <a:pt x="673229" y="770408"/>
                </a:cubicBezTo>
                <a:lnTo>
                  <a:pt x="553014" y="770408"/>
                </a:lnTo>
                <a:cubicBezTo>
                  <a:pt x="532140" y="770408"/>
                  <a:pt x="530987" y="816657"/>
                  <a:pt x="552307" y="815987"/>
                </a:cubicBezTo>
                <a:lnTo>
                  <a:pt x="553162" y="815987"/>
                </a:lnTo>
                <a:lnTo>
                  <a:pt x="671968" y="816061"/>
                </a:lnTo>
                <a:close/>
                <a:moveTo>
                  <a:pt x="27424" y="891256"/>
                </a:moveTo>
                <a:lnTo>
                  <a:pt x="27424" y="723940"/>
                </a:lnTo>
                <a:cubicBezTo>
                  <a:pt x="27424" y="699011"/>
                  <a:pt x="47850" y="678585"/>
                  <a:pt x="72779" y="678585"/>
                </a:cubicBezTo>
                <a:lnTo>
                  <a:pt x="285158" y="678585"/>
                </a:lnTo>
                <a:cubicBezTo>
                  <a:pt x="289213" y="678585"/>
                  <a:pt x="292859" y="676836"/>
                  <a:pt x="295352" y="674045"/>
                </a:cubicBezTo>
                <a:lnTo>
                  <a:pt x="364483" y="607445"/>
                </a:lnTo>
                <a:cubicBezTo>
                  <a:pt x="383756" y="588878"/>
                  <a:pt x="420219" y="621509"/>
                  <a:pt x="401727" y="640856"/>
                </a:cubicBezTo>
                <a:lnTo>
                  <a:pt x="310868" y="735883"/>
                </a:lnTo>
                <a:lnTo>
                  <a:pt x="231691" y="735883"/>
                </a:lnTo>
                <a:cubicBezTo>
                  <a:pt x="224101" y="735883"/>
                  <a:pt x="217962" y="742023"/>
                  <a:pt x="217962" y="749576"/>
                </a:cubicBezTo>
                <a:lnTo>
                  <a:pt x="217962" y="891260"/>
                </a:lnTo>
                <a:cubicBezTo>
                  <a:pt x="217962" y="898850"/>
                  <a:pt x="224101" y="904952"/>
                  <a:pt x="231691" y="904952"/>
                </a:cubicBezTo>
                <a:cubicBezTo>
                  <a:pt x="239281" y="904952"/>
                  <a:pt x="245383" y="898813"/>
                  <a:pt x="245383" y="891260"/>
                </a:cubicBezTo>
                <a:lnTo>
                  <a:pt x="245383" y="763263"/>
                </a:lnTo>
                <a:lnTo>
                  <a:pt x="316672" y="763263"/>
                </a:lnTo>
                <a:lnTo>
                  <a:pt x="316672" y="763226"/>
                </a:lnTo>
                <a:cubicBezTo>
                  <a:pt x="320281" y="763226"/>
                  <a:pt x="323890" y="761812"/>
                  <a:pt x="326569" y="758984"/>
                </a:cubicBezTo>
                <a:lnTo>
                  <a:pt x="421559" y="659677"/>
                </a:lnTo>
                <a:cubicBezTo>
                  <a:pt x="436665" y="643901"/>
                  <a:pt x="437298" y="625000"/>
                  <a:pt x="429819" y="608740"/>
                </a:cubicBezTo>
                <a:cubicBezTo>
                  <a:pt x="415681" y="578081"/>
                  <a:pt x="373525" y="560742"/>
                  <a:pt x="345545" y="587681"/>
                </a:cubicBezTo>
                <a:lnTo>
                  <a:pt x="279688" y="651119"/>
                </a:lnTo>
                <a:lnTo>
                  <a:pt x="72777" y="651082"/>
                </a:lnTo>
                <a:cubicBezTo>
                  <a:pt x="32705" y="651082"/>
                  <a:pt x="0" y="683824"/>
                  <a:pt x="0" y="723859"/>
                </a:cubicBezTo>
                <a:lnTo>
                  <a:pt x="0" y="891175"/>
                </a:lnTo>
                <a:cubicBezTo>
                  <a:pt x="0" y="898765"/>
                  <a:pt x="6139" y="904867"/>
                  <a:pt x="13729" y="904867"/>
                </a:cubicBezTo>
                <a:cubicBezTo>
                  <a:pt x="21320" y="904867"/>
                  <a:pt x="27459" y="898728"/>
                  <a:pt x="27459" y="891175"/>
                </a:cubicBezTo>
                <a:close/>
                <a:moveTo>
                  <a:pt x="171746" y="487558"/>
                </a:moveTo>
                <a:cubicBezTo>
                  <a:pt x="144659" y="460471"/>
                  <a:pt x="100718" y="460471"/>
                  <a:pt x="73629" y="487558"/>
                </a:cubicBezTo>
                <a:cubicBezTo>
                  <a:pt x="46540" y="514645"/>
                  <a:pt x="46542" y="558586"/>
                  <a:pt x="73629" y="585675"/>
                </a:cubicBezTo>
                <a:cubicBezTo>
                  <a:pt x="100717" y="612764"/>
                  <a:pt x="144657" y="612762"/>
                  <a:pt x="171746" y="585675"/>
                </a:cubicBezTo>
                <a:cubicBezTo>
                  <a:pt x="198835" y="558588"/>
                  <a:pt x="198834" y="514684"/>
                  <a:pt x="171746" y="487558"/>
                </a:cubicBezTo>
                <a:close/>
              </a:path>
            </a:pathLst>
          </a:custGeom>
          <a:solidFill>
            <a:schemeClr val="accent2"/>
          </a:solidFill>
          <a:ln w="9525" cap="flat">
            <a:noFill/>
            <a:prstDash val="solid"/>
            <a:miter/>
          </a:ln>
        </p:spPr>
        <p:txBody>
          <a:bodyPr/>
          <a:lstStyle/>
          <a:p>
            <a:endParaRPr lang="fr-FR"/>
          </a:p>
        </p:txBody>
      </p:sp>
      <p:grpSp>
        <p:nvGrpSpPr>
          <p:cNvPr id="7" name="Groupe 6">
            <a:extLst>
              <a:ext uri="{FF2B5EF4-FFF2-40B4-BE49-F238E27FC236}">
                <a16:creationId xmlns:a16="http://schemas.microsoft.com/office/drawing/2014/main" id="{D7AB10DB-446B-AF19-2410-9B723FBCB0D1}"/>
              </a:ext>
            </a:extLst>
          </p:cNvPr>
          <p:cNvGrpSpPr>
            <a:grpSpLocks noChangeAspect="1"/>
          </p:cNvGrpSpPr>
          <p:nvPr/>
        </p:nvGrpSpPr>
        <p:grpSpPr>
          <a:xfrm>
            <a:off x="11001871" y="6336764"/>
            <a:ext cx="1082632" cy="444130"/>
            <a:chOff x="5810" y="1578917"/>
            <a:chExt cx="559801" cy="229645"/>
          </a:xfrm>
        </p:grpSpPr>
        <p:sp>
          <p:nvSpPr>
            <p:cNvPr id="55" name="Rectangle : coins arrondis 54">
              <a:hlinkClick r:id="rId5" action="ppaction://hlinksldjump"/>
              <a:extLst>
                <a:ext uri="{FF2B5EF4-FFF2-40B4-BE49-F238E27FC236}">
                  <a16:creationId xmlns:a16="http://schemas.microsoft.com/office/drawing/2014/main" id="{E3ECDBFD-D2B8-52C8-CA4A-34B89A93C719}"/>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indent="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hlinkClick r:id="rId5"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endParaRPr>
            </a:p>
          </p:txBody>
        </p:sp>
        <p:pic>
          <p:nvPicPr>
            <p:cNvPr id="56" name="Graphique 55" descr="Retour avec un remplissage uni">
              <a:hlinkClick r:id="rId5" action="ppaction://hlinksldjump"/>
              <a:extLst>
                <a:ext uri="{FF2B5EF4-FFF2-40B4-BE49-F238E27FC236}">
                  <a16:creationId xmlns:a16="http://schemas.microsoft.com/office/drawing/2014/main" id="{26CD657B-160C-D31D-46BC-19E8FF14A45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9060" y="1578917"/>
              <a:ext cx="229645" cy="229645"/>
            </a:xfrm>
            <a:prstGeom prst="rect">
              <a:avLst/>
            </a:prstGeom>
          </p:spPr>
        </p:pic>
      </p:grpSp>
    </p:spTree>
    <p:extLst>
      <p:ext uri="{BB962C8B-B14F-4D97-AF65-F5344CB8AC3E}">
        <p14:creationId xmlns:p14="http://schemas.microsoft.com/office/powerpoint/2010/main" val="7450772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231DA-8F1D-3BCE-3817-873F28CF544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02A2923-B07E-EC2B-33D3-716A28FE625B}"/>
              </a:ext>
            </a:extLst>
          </p:cNvPr>
          <p:cNvSpPr>
            <a:spLocks noGrp="1"/>
          </p:cNvSpPr>
          <p:nvPr>
            <p:ph type="ctrTitle"/>
          </p:nvPr>
        </p:nvSpPr>
        <p:spPr/>
        <p:txBody>
          <a:bodyPr/>
          <a:lstStyle/>
          <a:p>
            <a:r>
              <a:rPr lang="fr-FR"/>
              <a:t>Ressources pour la partie 2 du kit</a:t>
            </a:r>
          </a:p>
        </p:txBody>
      </p:sp>
      <p:sp>
        <p:nvSpPr>
          <p:cNvPr id="3" name="Sous-titre 2">
            <a:extLst>
              <a:ext uri="{FF2B5EF4-FFF2-40B4-BE49-F238E27FC236}">
                <a16:creationId xmlns:a16="http://schemas.microsoft.com/office/drawing/2014/main" id="{80A0A7C5-2C10-F253-7EF4-B2E699DA1E18}"/>
              </a:ext>
            </a:extLst>
          </p:cNvPr>
          <p:cNvSpPr>
            <a:spLocks noGrp="1"/>
          </p:cNvSpPr>
          <p:nvPr>
            <p:ph type="subTitle" idx="1"/>
          </p:nvPr>
        </p:nvSpPr>
        <p:spPr>
          <a:xfrm>
            <a:off x="3935413" y="3004272"/>
            <a:ext cx="7338987" cy="757130"/>
          </a:xfrm>
        </p:spPr>
        <p:txBody>
          <a:bodyPr/>
          <a:lstStyle/>
          <a:p>
            <a:pPr lvl="0">
              <a:spcBef>
                <a:spcPts val="600"/>
              </a:spcBef>
              <a:defRPr/>
            </a:pPr>
            <a:r>
              <a:rPr lang="fr-FR">
                <a:solidFill>
                  <a:schemeClr val="accent2">
                    <a:lumMod val="50000"/>
                  </a:schemeClr>
                </a:solidFill>
                <a:latin typeface="Avenir LT Std 65 Medium" panose="020B0803020203020204" pitchFamily="34" charset="0"/>
              </a:rPr>
              <a:t>Comment je gère la prévention et l’accompagnement des RPS au quotidien ?</a:t>
            </a:r>
            <a:endParaRPr lang="fr-FR" b="1">
              <a:solidFill>
                <a:schemeClr val="accent2">
                  <a:lumMod val="50000"/>
                </a:schemeClr>
              </a:solidFill>
              <a:latin typeface="Avenir LT Std 65 Medium" panose="020B0803020203020204" pitchFamily="34" charset="0"/>
            </a:endParaRPr>
          </a:p>
        </p:txBody>
      </p:sp>
      <p:sp>
        <p:nvSpPr>
          <p:cNvPr id="5" name="Rectangle 4">
            <a:extLst>
              <a:ext uri="{FF2B5EF4-FFF2-40B4-BE49-F238E27FC236}">
                <a16:creationId xmlns:a16="http://schemas.microsoft.com/office/drawing/2014/main" id="{08EC79C4-BA2B-8B81-EA9E-3544552F2ED3}"/>
              </a:ext>
            </a:extLst>
          </p:cNvPr>
          <p:cNvSpPr>
            <a:spLocks noGrp="1" noRot="1" noMove="1" noResize="1" noEditPoints="1" noAdjustHandles="1" noChangeArrowheads="1" noChangeShapeType="1"/>
          </p:cNvSpPr>
          <p:nvPr/>
        </p:nvSpPr>
        <p:spPr>
          <a:xfrm>
            <a:off x="8624047" y="6239435"/>
            <a:ext cx="3567953" cy="6185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spTree>
    <p:extLst>
      <p:ext uri="{BB962C8B-B14F-4D97-AF65-F5344CB8AC3E}">
        <p14:creationId xmlns:p14="http://schemas.microsoft.com/office/powerpoint/2010/main" val="97472039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1F774-E5F7-60DD-3755-EA371C8B39F6}"/>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6331905-D2DB-51BD-1DDE-08376C6F573E}"/>
              </a:ext>
            </a:extLst>
          </p:cNvPr>
          <p:cNvSpPr>
            <a:spLocks noGrp="1" noRot="1" noMove="1" noResize="1" noEditPoints="1" noAdjustHandles="1" noChangeArrowheads="1" noChangeShapeType="1"/>
          </p:cNvSpPr>
          <p:nvPr/>
        </p:nvSpPr>
        <p:spPr>
          <a:xfrm>
            <a:off x="13840" y="-1274"/>
            <a:ext cx="12160800" cy="6840000"/>
          </a:xfrm>
          <a:prstGeom prst="rect">
            <a:avLst/>
          </a:prstGeom>
          <a:solidFill>
            <a:schemeClr val="bg1"/>
          </a:solidFill>
          <a:ln w="28575">
            <a:gradFill>
              <a:gsLst>
                <a:gs pos="0">
                  <a:srgbClr val="00205B"/>
                </a:gs>
                <a:gs pos="100000">
                  <a:srgbClr val="0084D4"/>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venir LT Std 45 Book" panose="020B0502020203020204" pitchFamily="34" charset="0"/>
              <a:ea typeface="+mn-ea"/>
              <a:cs typeface="+mn-cs"/>
            </a:endParaRPr>
          </a:p>
        </p:txBody>
      </p:sp>
      <p:grpSp>
        <p:nvGrpSpPr>
          <p:cNvPr id="143" name="Groupe 142">
            <a:extLst>
              <a:ext uri="{FF2B5EF4-FFF2-40B4-BE49-F238E27FC236}">
                <a16:creationId xmlns:a16="http://schemas.microsoft.com/office/drawing/2014/main" id="{23499A1B-F4A9-6466-7A29-68CFEF9ECD35}"/>
              </a:ext>
            </a:extLst>
          </p:cNvPr>
          <p:cNvGrpSpPr/>
          <p:nvPr/>
        </p:nvGrpSpPr>
        <p:grpSpPr>
          <a:xfrm>
            <a:off x="2798375" y="996293"/>
            <a:ext cx="8555760" cy="4923222"/>
            <a:chOff x="2578000" y="972786"/>
            <a:chExt cx="8555760" cy="4923222"/>
          </a:xfrm>
        </p:grpSpPr>
        <p:sp>
          <p:nvSpPr>
            <p:cNvPr id="140" name="Forme libre : forme 139">
              <a:extLst>
                <a:ext uri="{FF2B5EF4-FFF2-40B4-BE49-F238E27FC236}">
                  <a16:creationId xmlns:a16="http://schemas.microsoft.com/office/drawing/2014/main" id="{B9A5372C-8FF2-1BB1-212F-543D8C8A892A}"/>
                </a:ext>
              </a:extLst>
            </p:cNvPr>
            <p:cNvSpPr/>
            <p:nvPr/>
          </p:nvSpPr>
          <p:spPr>
            <a:xfrm>
              <a:off x="2657227" y="984331"/>
              <a:ext cx="8370144" cy="4911677"/>
            </a:xfrm>
            <a:custGeom>
              <a:avLst/>
              <a:gdLst>
                <a:gd name="csX0" fmla="*/ 299671 w 8405309"/>
                <a:gd name="csY0" fmla="*/ 0 h 4643527"/>
                <a:gd name="csX1" fmla="*/ 3835 w 8405309"/>
                <a:gd name="csY1" fmla="*/ 842682 h 4643527"/>
                <a:gd name="csX2" fmla="*/ 174165 w 8405309"/>
                <a:gd name="csY2" fmla="*/ 1210235 h 4643527"/>
                <a:gd name="csX3" fmla="*/ 756871 w 8405309"/>
                <a:gd name="csY3" fmla="*/ 1739153 h 4643527"/>
                <a:gd name="csX4" fmla="*/ 1232000 w 8405309"/>
                <a:gd name="csY4" fmla="*/ 2097741 h 4643527"/>
                <a:gd name="csX5" fmla="*/ 1931247 w 8405309"/>
                <a:gd name="csY5" fmla="*/ 2590800 h 4643527"/>
                <a:gd name="csX6" fmla="*/ 2540847 w 8405309"/>
                <a:gd name="csY6" fmla="*/ 2823882 h 4643527"/>
                <a:gd name="csX7" fmla="*/ 3150447 w 8405309"/>
                <a:gd name="csY7" fmla="*/ 2868706 h 4643527"/>
                <a:gd name="csX8" fmla="*/ 3786941 w 8405309"/>
                <a:gd name="csY8" fmla="*/ 1425388 h 4643527"/>
                <a:gd name="csX9" fmla="*/ 6395671 w 8405309"/>
                <a:gd name="csY9" fmla="*/ 1667435 h 4643527"/>
                <a:gd name="csX10" fmla="*/ 8385835 w 8405309"/>
                <a:gd name="csY10" fmla="*/ 2814918 h 4643527"/>
                <a:gd name="csX11" fmla="*/ 7399718 w 8405309"/>
                <a:gd name="csY11" fmla="*/ 4428565 h 4643527"/>
                <a:gd name="csX12" fmla="*/ 7229388 w 8405309"/>
                <a:gd name="csY12" fmla="*/ 4580965 h 46435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8405309" h="4643527">
                  <a:moveTo>
                    <a:pt x="299671" y="0"/>
                  </a:moveTo>
                  <a:cubicBezTo>
                    <a:pt x="162212" y="320488"/>
                    <a:pt x="24753" y="640976"/>
                    <a:pt x="3835" y="842682"/>
                  </a:cubicBezTo>
                  <a:cubicBezTo>
                    <a:pt x="-17083" y="1044388"/>
                    <a:pt x="48659" y="1060823"/>
                    <a:pt x="174165" y="1210235"/>
                  </a:cubicBezTo>
                  <a:cubicBezTo>
                    <a:pt x="299671" y="1359647"/>
                    <a:pt x="580565" y="1591235"/>
                    <a:pt x="756871" y="1739153"/>
                  </a:cubicBezTo>
                  <a:cubicBezTo>
                    <a:pt x="933177" y="1887071"/>
                    <a:pt x="1036271" y="1955800"/>
                    <a:pt x="1232000" y="2097741"/>
                  </a:cubicBezTo>
                  <a:cubicBezTo>
                    <a:pt x="1427729" y="2239682"/>
                    <a:pt x="1713106" y="2469777"/>
                    <a:pt x="1931247" y="2590800"/>
                  </a:cubicBezTo>
                  <a:cubicBezTo>
                    <a:pt x="2149388" y="2711824"/>
                    <a:pt x="2337647" y="2777564"/>
                    <a:pt x="2540847" y="2823882"/>
                  </a:cubicBezTo>
                  <a:cubicBezTo>
                    <a:pt x="2744047" y="2870200"/>
                    <a:pt x="2942765" y="3101788"/>
                    <a:pt x="3150447" y="2868706"/>
                  </a:cubicBezTo>
                  <a:cubicBezTo>
                    <a:pt x="3358129" y="2635624"/>
                    <a:pt x="3246070" y="1625600"/>
                    <a:pt x="3786941" y="1425388"/>
                  </a:cubicBezTo>
                  <a:cubicBezTo>
                    <a:pt x="4327812" y="1225176"/>
                    <a:pt x="5629189" y="1435847"/>
                    <a:pt x="6395671" y="1667435"/>
                  </a:cubicBezTo>
                  <a:cubicBezTo>
                    <a:pt x="7162153" y="1899023"/>
                    <a:pt x="8218494" y="2354730"/>
                    <a:pt x="8385835" y="2814918"/>
                  </a:cubicBezTo>
                  <a:cubicBezTo>
                    <a:pt x="8553176" y="3275106"/>
                    <a:pt x="7592459" y="4134224"/>
                    <a:pt x="7399718" y="4428565"/>
                  </a:cubicBezTo>
                  <a:cubicBezTo>
                    <a:pt x="7206977" y="4722906"/>
                    <a:pt x="7218182" y="4651935"/>
                    <a:pt x="7229388" y="4580965"/>
                  </a:cubicBezTo>
                </a:path>
              </a:pathLst>
            </a:custGeom>
            <a:noFill/>
            <a:ln w="381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FFFFFF"/>
                </a:solidFill>
                <a:effectLst/>
                <a:uLnTx/>
                <a:uFillTx/>
                <a:latin typeface="Arial"/>
                <a:ea typeface="+mn-ea"/>
                <a:cs typeface="+mn-cs"/>
              </a:endParaRPr>
            </a:p>
          </p:txBody>
        </p:sp>
        <p:sp>
          <p:nvSpPr>
            <p:cNvPr id="139" name="Forme libre : forme 138">
              <a:extLst>
                <a:ext uri="{FF2B5EF4-FFF2-40B4-BE49-F238E27FC236}">
                  <a16:creationId xmlns:a16="http://schemas.microsoft.com/office/drawing/2014/main" id="{2520F347-C1B4-0F5C-2876-7BD47B06903B}"/>
                </a:ext>
              </a:extLst>
            </p:cNvPr>
            <p:cNvSpPr/>
            <p:nvPr/>
          </p:nvSpPr>
          <p:spPr>
            <a:xfrm>
              <a:off x="2728451" y="1026576"/>
              <a:ext cx="8405309" cy="4863047"/>
            </a:xfrm>
            <a:custGeom>
              <a:avLst/>
              <a:gdLst>
                <a:gd name="csX0" fmla="*/ 299671 w 8405309"/>
                <a:gd name="csY0" fmla="*/ 0 h 4643527"/>
                <a:gd name="csX1" fmla="*/ 3835 w 8405309"/>
                <a:gd name="csY1" fmla="*/ 842682 h 4643527"/>
                <a:gd name="csX2" fmla="*/ 174165 w 8405309"/>
                <a:gd name="csY2" fmla="*/ 1210235 h 4643527"/>
                <a:gd name="csX3" fmla="*/ 756871 w 8405309"/>
                <a:gd name="csY3" fmla="*/ 1739153 h 4643527"/>
                <a:gd name="csX4" fmla="*/ 1232000 w 8405309"/>
                <a:gd name="csY4" fmla="*/ 2097741 h 4643527"/>
                <a:gd name="csX5" fmla="*/ 1931247 w 8405309"/>
                <a:gd name="csY5" fmla="*/ 2590800 h 4643527"/>
                <a:gd name="csX6" fmla="*/ 2540847 w 8405309"/>
                <a:gd name="csY6" fmla="*/ 2823882 h 4643527"/>
                <a:gd name="csX7" fmla="*/ 3150447 w 8405309"/>
                <a:gd name="csY7" fmla="*/ 2868706 h 4643527"/>
                <a:gd name="csX8" fmla="*/ 3786941 w 8405309"/>
                <a:gd name="csY8" fmla="*/ 1425388 h 4643527"/>
                <a:gd name="csX9" fmla="*/ 6395671 w 8405309"/>
                <a:gd name="csY9" fmla="*/ 1667435 h 4643527"/>
                <a:gd name="csX10" fmla="*/ 8385835 w 8405309"/>
                <a:gd name="csY10" fmla="*/ 2814918 h 4643527"/>
                <a:gd name="csX11" fmla="*/ 7399718 w 8405309"/>
                <a:gd name="csY11" fmla="*/ 4428565 h 4643527"/>
                <a:gd name="csX12" fmla="*/ 7229388 w 8405309"/>
                <a:gd name="csY12" fmla="*/ 4580965 h 46435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8405309" h="4643527">
                  <a:moveTo>
                    <a:pt x="299671" y="0"/>
                  </a:moveTo>
                  <a:cubicBezTo>
                    <a:pt x="162212" y="320488"/>
                    <a:pt x="24753" y="640976"/>
                    <a:pt x="3835" y="842682"/>
                  </a:cubicBezTo>
                  <a:cubicBezTo>
                    <a:pt x="-17083" y="1044388"/>
                    <a:pt x="48659" y="1060823"/>
                    <a:pt x="174165" y="1210235"/>
                  </a:cubicBezTo>
                  <a:cubicBezTo>
                    <a:pt x="299671" y="1359647"/>
                    <a:pt x="580565" y="1591235"/>
                    <a:pt x="756871" y="1739153"/>
                  </a:cubicBezTo>
                  <a:cubicBezTo>
                    <a:pt x="933177" y="1887071"/>
                    <a:pt x="1036271" y="1955800"/>
                    <a:pt x="1232000" y="2097741"/>
                  </a:cubicBezTo>
                  <a:cubicBezTo>
                    <a:pt x="1427729" y="2239682"/>
                    <a:pt x="1713106" y="2469777"/>
                    <a:pt x="1931247" y="2590800"/>
                  </a:cubicBezTo>
                  <a:cubicBezTo>
                    <a:pt x="2149388" y="2711824"/>
                    <a:pt x="2337647" y="2777564"/>
                    <a:pt x="2540847" y="2823882"/>
                  </a:cubicBezTo>
                  <a:cubicBezTo>
                    <a:pt x="2744047" y="2870200"/>
                    <a:pt x="2942765" y="3101788"/>
                    <a:pt x="3150447" y="2868706"/>
                  </a:cubicBezTo>
                  <a:cubicBezTo>
                    <a:pt x="3358129" y="2635624"/>
                    <a:pt x="3246070" y="1625600"/>
                    <a:pt x="3786941" y="1425388"/>
                  </a:cubicBezTo>
                  <a:cubicBezTo>
                    <a:pt x="4327812" y="1225176"/>
                    <a:pt x="5629189" y="1435847"/>
                    <a:pt x="6395671" y="1667435"/>
                  </a:cubicBezTo>
                  <a:cubicBezTo>
                    <a:pt x="7162153" y="1899023"/>
                    <a:pt x="8218494" y="2354730"/>
                    <a:pt x="8385835" y="2814918"/>
                  </a:cubicBezTo>
                  <a:cubicBezTo>
                    <a:pt x="8553176" y="3275106"/>
                    <a:pt x="7592459" y="4134224"/>
                    <a:pt x="7399718" y="4428565"/>
                  </a:cubicBezTo>
                  <a:cubicBezTo>
                    <a:pt x="7206977" y="4722906"/>
                    <a:pt x="7218182" y="4651935"/>
                    <a:pt x="7229388" y="4580965"/>
                  </a:cubicBezTo>
                </a:path>
              </a:pathLst>
            </a:custGeom>
            <a:noFill/>
            <a:ln w="381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FFFFFF"/>
                </a:solidFill>
                <a:effectLst/>
                <a:uLnTx/>
                <a:uFillTx/>
                <a:latin typeface="Arial"/>
                <a:ea typeface="+mn-ea"/>
                <a:cs typeface="+mn-cs"/>
              </a:endParaRPr>
            </a:p>
          </p:txBody>
        </p:sp>
        <p:sp>
          <p:nvSpPr>
            <p:cNvPr id="138" name="Forme libre : forme 137">
              <a:extLst>
                <a:ext uri="{FF2B5EF4-FFF2-40B4-BE49-F238E27FC236}">
                  <a16:creationId xmlns:a16="http://schemas.microsoft.com/office/drawing/2014/main" id="{763BC3F4-69B8-9887-9981-88BC790B780F}"/>
                </a:ext>
              </a:extLst>
            </p:cNvPr>
            <p:cNvSpPr/>
            <p:nvPr/>
          </p:nvSpPr>
          <p:spPr>
            <a:xfrm>
              <a:off x="2578000" y="972786"/>
              <a:ext cx="8405309" cy="4863047"/>
            </a:xfrm>
            <a:custGeom>
              <a:avLst/>
              <a:gdLst>
                <a:gd name="csX0" fmla="*/ 299671 w 8405309"/>
                <a:gd name="csY0" fmla="*/ 0 h 4643527"/>
                <a:gd name="csX1" fmla="*/ 3835 w 8405309"/>
                <a:gd name="csY1" fmla="*/ 842682 h 4643527"/>
                <a:gd name="csX2" fmla="*/ 174165 w 8405309"/>
                <a:gd name="csY2" fmla="*/ 1210235 h 4643527"/>
                <a:gd name="csX3" fmla="*/ 756871 w 8405309"/>
                <a:gd name="csY3" fmla="*/ 1739153 h 4643527"/>
                <a:gd name="csX4" fmla="*/ 1232000 w 8405309"/>
                <a:gd name="csY4" fmla="*/ 2097741 h 4643527"/>
                <a:gd name="csX5" fmla="*/ 1931247 w 8405309"/>
                <a:gd name="csY5" fmla="*/ 2590800 h 4643527"/>
                <a:gd name="csX6" fmla="*/ 2540847 w 8405309"/>
                <a:gd name="csY6" fmla="*/ 2823882 h 4643527"/>
                <a:gd name="csX7" fmla="*/ 3150447 w 8405309"/>
                <a:gd name="csY7" fmla="*/ 2868706 h 4643527"/>
                <a:gd name="csX8" fmla="*/ 3786941 w 8405309"/>
                <a:gd name="csY8" fmla="*/ 1425388 h 4643527"/>
                <a:gd name="csX9" fmla="*/ 6395671 w 8405309"/>
                <a:gd name="csY9" fmla="*/ 1667435 h 4643527"/>
                <a:gd name="csX10" fmla="*/ 8385835 w 8405309"/>
                <a:gd name="csY10" fmla="*/ 2814918 h 4643527"/>
                <a:gd name="csX11" fmla="*/ 7399718 w 8405309"/>
                <a:gd name="csY11" fmla="*/ 4428565 h 4643527"/>
                <a:gd name="csX12" fmla="*/ 7229388 w 8405309"/>
                <a:gd name="csY12" fmla="*/ 4580965 h 46435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8405309" h="4643527">
                  <a:moveTo>
                    <a:pt x="299671" y="0"/>
                  </a:moveTo>
                  <a:cubicBezTo>
                    <a:pt x="162212" y="320488"/>
                    <a:pt x="24753" y="640976"/>
                    <a:pt x="3835" y="842682"/>
                  </a:cubicBezTo>
                  <a:cubicBezTo>
                    <a:pt x="-17083" y="1044388"/>
                    <a:pt x="48659" y="1060823"/>
                    <a:pt x="174165" y="1210235"/>
                  </a:cubicBezTo>
                  <a:cubicBezTo>
                    <a:pt x="299671" y="1359647"/>
                    <a:pt x="580565" y="1591235"/>
                    <a:pt x="756871" y="1739153"/>
                  </a:cubicBezTo>
                  <a:cubicBezTo>
                    <a:pt x="933177" y="1887071"/>
                    <a:pt x="1036271" y="1955800"/>
                    <a:pt x="1232000" y="2097741"/>
                  </a:cubicBezTo>
                  <a:cubicBezTo>
                    <a:pt x="1427729" y="2239682"/>
                    <a:pt x="1713106" y="2469777"/>
                    <a:pt x="1931247" y="2590800"/>
                  </a:cubicBezTo>
                  <a:cubicBezTo>
                    <a:pt x="2149388" y="2711824"/>
                    <a:pt x="2337647" y="2777564"/>
                    <a:pt x="2540847" y="2823882"/>
                  </a:cubicBezTo>
                  <a:cubicBezTo>
                    <a:pt x="2744047" y="2870200"/>
                    <a:pt x="2942765" y="3101788"/>
                    <a:pt x="3150447" y="2868706"/>
                  </a:cubicBezTo>
                  <a:cubicBezTo>
                    <a:pt x="3358129" y="2635624"/>
                    <a:pt x="3246070" y="1625600"/>
                    <a:pt x="3786941" y="1425388"/>
                  </a:cubicBezTo>
                  <a:cubicBezTo>
                    <a:pt x="4327812" y="1225176"/>
                    <a:pt x="5629189" y="1435847"/>
                    <a:pt x="6395671" y="1667435"/>
                  </a:cubicBezTo>
                  <a:cubicBezTo>
                    <a:pt x="7162153" y="1899023"/>
                    <a:pt x="8218494" y="2354730"/>
                    <a:pt x="8385835" y="2814918"/>
                  </a:cubicBezTo>
                  <a:cubicBezTo>
                    <a:pt x="8553176" y="3275106"/>
                    <a:pt x="7592459" y="4134224"/>
                    <a:pt x="7399718" y="4428565"/>
                  </a:cubicBezTo>
                  <a:cubicBezTo>
                    <a:pt x="7206977" y="4722906"/>
                    <a:pt x="7218182" y="4651935"/>
                    <a:pt x="7229388" y="4580965"/>
                  </a:cubicBezTo>
                </a:path>
              </a:pathLst>
            </a:custGeom>
            <a:noFill/>
            <a:ln w="381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FFFFFF"/>
                </a:solidFill>
                <a:effectLst/>
                <a:uLnTx/>
                <a:uFillTx/>
                <a:latin typeface="Arial"/>
                <a:ea typeface="+mn-ea"/>
                <a:cs typeface="+mn-cs"/>
              </a:endParaRPr>
            </a:p>
          </p:txBody>
        </p:sp>
      </p:grpSp>
      <p:sp>
        <p:nvSpPr>
          <p:cNvPr id="5" name="Rectangle : coins arrondis 4">
            <a:extLst>
              <a:ext uri="{FF2B5EF4-FFF2-40B4-BE49-F238E27FC236}">
                <a16:creationId xmlns:a16="http://schemas.microsoft.com/office/drawing/2014/main" id="{42915670-9175-850D-938A-5FC28B726CB2}"/>
              </a:ext>
            </a:extLst>
          </p:cNvPr>
          <p:cNvSpPr/>
          <p:nvPr/>
        </p:nvSpPr>
        <p:spPr>
          <a:xfrm>
            <a:off x="57901" y="473937"/>
            <a:ext cx="12074378" cy="603584"/>
          </a:xfrm>
          <a:prstGeom prst="roundRect">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42913" marR="0" lvl="1" indent="0" algn="l" defTabSz="228600" rtl="0" eaLnBrk="1" fontAlgn="auto" latinLnBrk="0" hangingPunct="1">
              <a:lnSpc>
                <a:spcPct val="100000"/>
              </a:lnSpc>
              <a:spcBef>
                <a:spcPts val="400"/>
              </a:spcBef>
              <a:spcAft>
                <a:spcPts val="0"/>
              </a:spcAft>
              <a:buClrTx/>
              <a:buSzTx/>
              <a:buFontTx/>
              <a:buNone/>
              <a:tabLst/>
              <a:defRPr/>
            </a:pPr>
            <a:r>
              <a:rPr kumimoji="0" lang="fr-FR" sz="115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La charge de travail se situe au carrefour des objectifs de chacun et des ressources dont ils disposent. Son déséquilibre (surcharge, sous-charge)  peut générer des risques psychosociaux. Son analyse régulière permet de repérer les situations en écart et d'y répondre avec le collectif. </a:t>
            </a:r>
            <a:r>
              <a:rPr kumimoji="0" lang="fr-FR" sz="115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Le manager joue un rôle central : en parler sans tabou pour mieux l’organiser.</a:t>
            </a:r>
          </a:p>
        </p:txBody>
      </p:sp>
      <p:sp>
        <p:nvSpPr>
          <p:cNvPr id="25" name="Titre 7">
            <a:extLst>
              <a:ext uri="{FF2B5EF4-FFF2-40B4-BE49-F238E27FC236}">
                <a16:creationId xmlns:a16="http://schemas.microsoft.com/office/drawing/2014/main" id="{BD3AFBD6-DB2D-1DFA-0B23-DA1AA8BD5465}"/>
              </a:ext>
            </a:extLst>
          </p:cNvPr>
          <p:cNvSpPr>
            <a:spLocks noGrp="1"/>
          </p:cNvSpPr>
          <p:nvPr>
            <p:ph type="title"/>
          </p:nvPr>
        </p:nvSpPr>
        <p:spPr>
          <a:xfrm>
            <a:off x="477881" y="104074"/>
            <a:ext cx="11308752" cy="281103"/>
          </a:xfrm>
        </p:spPr>
        <p:txBody>
          <a:bodyPr/>
          <a:lstStyle/>
          <a:p>
            <a:pPr algn="ctr"/>
            <a:r>
              <a:rPr lang="fr-FR" sz="2000">
                <a:solidFill>
                  <a:schemeClr val="accent1"/>
                </a:solidFill>
                <a:latin typeface="Avenir LT Std 45 Book" panose="020B0502020203020204" pitchFamily="34" charset="0"/>
              </a:rPr>
              <a:t>ABORDER LA CHARGE DE TRAVAIL AVEC LES ÉQUIPES</a:t>
            </a:r>
          </a:p>
        </p:txBody>
      </p:sp>
      <p:pic>
        <p:nvPicPr>
          <p:cNvPr id="8" name="Graphique 7" descr="Ampoule et engrenage contour">
            <a:extLst>
              <a:ext uri="{FF2B5EF4-FFF2-40B4-BE49-F238E27FC236}">
                <a16:creationId xmlns:a16="http://schemas.microsoft.com/office/drawing/2014/main" id="{2B3F5246-E20A-DB0F-CA45-CFF2E612558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722" y="540786"/>
            <a:ext cx="432000" cy="432000"/>
          </a:xfrm>
          <a:prstGeom prst="rect">
            <a:avLst/>
          </a:prstGeom>
        </p:spPr>
      </p:pic>
      <p:sp>
        <p:nvSpPr>
          <p:cNvPr id="2" name="Rectangle : coins arrondis 1">
            <a:extLst>
              <a:ext uri="{FF2B5EF4-FFF2-40B4-BE49-F238E27FC236}">
                <a16:creationId xmlns:a16="http://schemas.microsoft.com/office/drawing/2014/main" id="{9C2E9785-DC00-3E3C-1FA7-641117B6D857}"/>
              </a:ext>
            </a:extLst>
          </p:cNvPr>
          <p:cNvSpPr/>
          <p:nvPr/>
        </p:nvSpPr>
        <p:spPr>
          <a:xfrm>
            <a:off x="746121" y="1438897"/>
            <a:ext cx="5371184" cy="548469"/>
          </a:xfrm>
          <a:prstGeom prst="roundRect">
            <a:avLst>
              <a:gd name="adj" fmla="val 18703"/>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Ne pas attendre </a:t>
            </a:r>
            <a:r>
              <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une situation dégradée pour l’évoquer</a:t>
            </a:r>
          </a:p>
          <a:p>
            <a:pPr marL="0" marR="0" lvl="0" indent="0" algn="l" defTabSz="228600" rtl="0" eaLnBrk="1" fontAlgn="auto" latinLnBrk="0" hangingPunct="1">
              <a:lnSpc>
                <a:spcPct val="100000"/>
              </a:lnSpc>
              <a:spcBef>
                <a:spcPts val="300"/>
              </a:spcBef>
              <a:spcAft>
                <a:spcPts val="0"/>
              </a:spcAft>
              <a:buClrTx/>
              <a:buSzTx/>
              <a:buFontTx/>
              <a:buNone/>
              <a:tabLst/>
              <a:defRPr/>
            </a:pPr>
            <a:r>
              <a:rPr kumimoji="0" lang="fr-FR" sz="1050" b="1"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La réévaluer régulièrement </a:t>
            </a:r>
            <a:r>
              <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pour mieux piloter l’activité et prévenir les RPS</a:t>
            </a:r>
          </a:p>
        </p:txBody>
      </p:sp>
      <p:sp>
        <p:nvSpPr>
          <p:cNvPr id="6" name="Rectangle : coins arrondis 5">
            <a:extLst>
              <a:ext uri="{FF2B5EF4-FFF2-40B4-BE49-F238E27FC236}">
                <a16:creationId xmlns:a16="http://schemas.microsoft.com/office/drawing/2014/main" id="{21BF8EB2-E58D-B75D-8FAA-820C6BD87F7E}"/>
              </a:ext>
            </a:extLst>
          </p:cNvPr>
          <p:cNvSpPr/>
          <p:nvPr/>
        </p:nvSpPr>
        <p:spPr>
          <a:xfrm>
            <a:off x="100181" y="2359926"/>
            <a:ext cx="5235139" cy="3945275"/>
          </a:xfrm>
          <a:prstGeom prst="roundRect">
            <a:avLst>
              <a:gd name="adj" fmla="val 3297"/>
            </a:avLst>
          </a:prstGeom>
          <a:solidFill>
            <a:srgbClr val="FBDE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endParaRPr>
          </a:p>
        </p:txBody>
      </p:sp>
      <p:sp>
        <p:nvSpPr>
          <p:cNvPr id="12" name="Rectangle : coins arrondis 11">
            <a:extLst>
              <a:ext uri="{FF2B5EF4-FFF2-40B4-BE49-F238E27FC236}">
                <a16:creationId xmlns:a16="http://schemas.microsoft.com/office/drawing/2014/main" id="{98AEB5C2-C8D7-14A0-A63D-59B83F16E2EA}"/>
              </a:ext>
            </a:extLst>
          </p:cNvPr>
          <p:cNvSpPr/>
          <p:nvPr/>
        </p:nvSpPr>
        <p:spPr>
          <a:xfrm>
            <a:off x="6330336" y="1405296"/>
            <a:ext cx="5791267" cy="3733477"/>
          </a:xfrm>
          <a:prstGeom prst="roundRect">
            <a:avLst>
              <a:gd name="adj" fmla="val 4269"/>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endParaRPr>
          </a:p>
        </p:txBody>
      </p:sp>
      <p:sp>
        <p:nvSpPr>
          <p:cNvPr id="20" name="Rectangle : coins arrondis 19">
            <a:extLst>
              <a:ext uri="{FF2B5EF4-FFF2-40B4-BE49-F238E27FC236}">
                <a16:creationId xmlns:a16="http://schemas.microsoft.com/office/drawing/2014/main" id="{B25BCFAF-A541-FC26-BD6E-D96C107790D1}"/>
              </a:ext>
            </a:extLst>
          </p:cNvPr>
          <p:cNvSpPr/>
          <p:nvPr/>
        </p:nvSpPr>
        <p:spPr>
          <a:xfrm>
            <a:off x="5417350" y="5533218"/>
            <a:ext cx="5580000" cy="1224000"/>
          </a:xfrm>
          <a:prstGeom prst="roundRect">
            <a:avLst>
              <a:gd name="adj" fmla="val 11814"/>
            </a:avLst>
          </a:prstGeom>
          <a:solidFill>
            <a:srgbClr val="F0EA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endParaRPr>
          </a:p>
        </p:txBody>
      </p:sp>
      <p:sp>
        <p:nvSpPr>
          <p:cNvPr id="36" name="Titre 7">
            <a:extLst>
              <a:ext uri="{FF2B5EF4-FFF2-40B4-BE49-F238E27FC236}">
                <a16:creationId xmlns:a16="http://schemas.microsoft.com/office/drawing/2014/main" id="{D6A4704E-F6EF-3781-D1A2-E815FBA69EF3}"/>
              </a:ext>
            </a:extLst>
          </p:cNvPr>
          <p:cNvSpPr txBox="1">
            <a:spLocks/>
          </p:cNvSpPr>
          <p:nvPr/>
        </p:nvSpPr>
        <p:spPr>
          <a:xfrm>
            <a:off x="1183010" y="1256222"/>
            <a:ext cx="1265194" cy="193899"/>
          </a:xfrm>
          <a:prstGeom prst="rect">
            <a:avLst/>
          </a:prstGeom>
        </p:spPr>
        <p:txBody>
          <a:bodyPr vert="horz" wrap="square" lIns="0" tIns="0" rIns="72000" bIns="0" rtlCol="0" anchor="ctr">
            <a:spAutoFit/>
          </a:bodyPr>
          <a:lstStyle>
            <a:lvl1pPr algn="l" defTabSz="914355" rtl="0" eaLnBrk="1" latinLnBrk="0" hangingPunct="1">
              <a:lnSpc>
                <a:spcPct val="90000"/>
              </a:lnSpc>
              <a:spcBef>
                <a:spcPct val="0"/>
              </a:spcBef>
              <a:buNone/>
              <a:defRPr sz="2400" b="1" kern="1200">
                <a:solidFill>
                  <a:srgbClr val="0084D4"/>
                </a:solidFill>
                <a:latin typeface="Arial" panose="020B0604020202020204" pitchFamily="34" charset="0"/>
                <a:ea typeface="+mj-ea"/>
                <a:cs typeface="Arial" panose="020B0604020202020204" pitchFamily="34" charset="0"/>
              </a:defRPr>
            </a:lvl1pPr>
          </a:lstStyle>
          <a:p>
            <a:pPr marL="0" marR="0" lvl="0" indent="0" algn="l" defTabSz="914355" rtl="0" eaLnBrk="1" fontAlgn="auto" latinLnBrk="0" hangingPunct="1">
              <a:lnSpc>
                <a:spcPct val="90000"/>
              </a:lnSpc>
              <a:spcBef>
                <a:spcPct val="0"/>
              </a:spcBef>
              <a:spcAft>
                <a:spcPts val="0"/>
              </a:spcAft>
              <a:buClrTx/>
              <a:buSzTx/>
              <a:buFontTx/>
              <a:buNone/>
              <a:tabLst/>
              <a:defRPr/>
            </a:pPr>
            <a:r>
              <a:rPr kumimoji="0" lang="fr-FR" sz="1400" b="1" i="0" u="none" strike="noStrike" kern="1200" cap="none" spc="0" normalizeH="0" baseline="0" noProof="0">
                <a:ln>
                  <a:noFill/>
                </a:ln>
                <a:solidFill>
                  <a:srgbClr val="DAAA00"/>
                </a:solidFill>
                <a:effectLst/>
                <a:uLnTx/>
                <a:uFillTx/>
                <a:latin typeface="Avenir LT Std 65 Medium" panose="020B0803020203020204" pitchFamily="34" charset="0"/>
                <a:ea typeface="+mj-ea"/>
                <a:cs typeface="Arial" panose="020B0604020202020204" pitchFamily="34" charset="0"/>
              </a:rPr>
              <a:t>QUAND</a:t>
            </a:r>
          </a:p>
        </p:txBody>
      </p:sp>
      <p:pic>
        <p:nvPicPr>
          <p:cNvPr id="38" name="Graphique 37" descr="Horloge contour">
            <a:extLst>
              <a:ext uri="{FF2B5EF4-FFF2-40B4-BE49-F238E27FC236}">
                <a16:creationId xmlns:a16="http://schemas.microsoft.com/office/drawing/2014/main" id="{7F3EF7A5-8AD7-9851-9C43-5EBAF206FF8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3160" y="1158076"/>
            <a:ext cx="361950" cy="361950"/>
          </a:xfrm>
          <a:prstGeom prst="rect">
            <a:avLst/>
          </a:prstGeom>
        </p:spPr>
      </p:pic>
      <p:sp>
        <p:nvSpPr>
          <p:cNvPr id="39" name="Titre 7">
            <a:extLst>
              <a:ext uri="{FF2B5EF4-FFF2-40B4-BE49-F238E27FC236}">
                <a16:creationId xmlns:a16="http://schemas.microsoft.com/office/drawing/2014/main" id="{68B37409-5787-661F-7D7D-42069A63E0C4}"/>
              </a:ext>
            </a:extLst>
          </p:cNvPr>
          <p:cNvSpPr txBox="1">
            <a:spLocks/>
          </p:cNvSpPr>
          <p:nvPr/>
        </p:nvSpPr>
        <p:spPr>
          <a:xfrm>
            <a:off x="537069" y="2166027"/>
            <a:ext cx="1497530" cy="193899"/>
          </a:xfrm>
          <a:prstGeom prst="rect">
            <a:avLst/>
          </a:prstGeom>
        </p:spPr>
        <p:txBody>
          <a:bodyPr vert="horz" wrap="square" lIns="0" tIns="0" rIns="72000" bIns="0" rtlCol="0" anchor="ctr">
            <a:spAutoFit/>
          </a:bodyPr>
          <a:lstStyle>
            <a:lvl1pPr algn="l" defTabSz="914355" rtl="0" eaLnBrk="1" latinLnBrk="0" hangingPunct="1">
              <a:lnSpc>
                <a:spcPct val="90000"/>
              </a:lnSpc>
              <a:spcBef>
                <a:spcPct val="0"/>
              </a:spcBef>
              <a:buNone/>
              <a:defRPr sz="2400" b="1" kern="1200">
                <a:solidFill>
                  <a:srgbClr val="0084D4"/>
                </a:solidFill>
                <a:latin typeface="Arial" panose="020B0604020202020204" pitchFamily="34" charset="0"/>
                <a:ea typeface="+mj-ea"/>
                <a:cs typeface="Arial" panose="020B0604020202020204" pitchFamily="34" charset="0"/>
              </a:defRPr>
            </a:lvl1pPr>
          </a:lstStyle>
          <a:p>
            <a:pPr marL="0" marR="0" lvl="0" indent="0" algn="l" defTabSz="914355" rtl="0" eaLnBrk="1" fontAlgn="auto" latinLnBrk="0" hangingPunct="1">
              <a:lnSpc>
                <a:spcPct val="90000"/>
              </a:lnSpc>
              <a:spcBef>
                <a:spcPct val="0"/>
              </a:spcBef>
              <a:spcAft>
                <a:spcPts val="0"/>
              </a:spcAft>
              <a:buClrTx/>
              <a:buSzTx/>
              <a:buFontTx/>
              <a:buNone/>
              <a:tabLst/>
              <a:defRPr/>
            </a:pPr>
            <a:r>
              <a:rPr kumimoji="0" lang="fr-FR" sz="1400" b="1" i="0" u="none" strike="noStrike" kern="1200" cap="none" spc="0" normalizeH="0" baseline="0" noProof="0">
                <a:ln>
                  <a:noFill/>
                </a:ln>
                <a:solidFill>
                  <a:srgbClr val="DC582A"/>
                </a:solidFill>
                <a:effectLst/>
                <a:uLnTx/>
                <a:uFillTx/>
                <a:latin typeface="Avenir LT Std 65 Medium" panose="020B0803020203020204" pitchFamily="34" charset="0"/>
                <a:ea typeface="+mj-ea"/>
                <a:cs typeface="Arial" panose="020B0604020202020204" pitchFamily="34" charset="0"/>
              </a:rPr>
              <a:t>COMMENT</a:t>
            </a:r>
          </a:p>
        </p:txBody>
      </p:sp>
      <p:pic>
        <p:nvPicPr>
          <p:cNvPr id="43" name="Graphique 42" descr="Loupe contour">
            <a:extLst>
              <a:ext uri="{FF2B5EF4-FFF2-40B4-BE49-F238E27FC236}">
                <a16:creationId xmlns:a16="http://schemas.microsoft.com/office/drawing/2014/main" id="{B76F18F4-4177-A21B-9FE5-65771EF6320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5400000">
            <a:off x="101957" y="2105814"/>
            <a:ext cx="333375" cy="333375"/>
          </a:xfrm>
          <a:prstGeom prst="rect">
            <a:avLst/>
          </a:prstGeom>
        </p:spPr>
      </p:pic>
      <p:sp>
        <p:nvSpPr>
          <p:cNvPr id="46" name="Google Shape;5120;p20">
            <a:extLst>
              <a:ext uri="{FF2B5EF4-FFF2-40B4-BE49-F238E27FC236}">
                <a16:creationId xmlns:a16="http://schemas.microsoft.com/office/drawing/2014/main" id="{42FDBDEE-C0BC-416C-00C5-9AD2B2F09DEC}"/>
              </a:ext>
            </a:extLst>
          </p:cNvPr>
          <p:cNvSpPr/>
          <p:nvPr/>
        </p:nvSpPr>
        <p:spPr>
          <a:xfrm rot="7192736">
            <a:off x="225538" y="2525397"/>
            <a:ext cx="254924" cy="310630"/>
          </a:xfrm>
          <a:custGeom>
            <a:avLst/>
            <a:gdLst/>
            <a:ahLst/>
            <a:cxnLst/>
            <a:rect l="l" t="t" r="r" b="b"/>
            <a:pathLst>
              <a:path w="114" h="139" extrusionOk="0">
                <a:moveTo>
                  <a:pt x="74" y="114"/>
                </a:moveTo>
                <a:cubicBezTo>
                  <a:pt x="74" y="112"/>
                  <a:pt x="71" y="112"/>
                  <a:pt x="70" y="110"/>
                </a:cubicBezTo>
                <a:cubicBezTo>
                  <a:pt x="71" y="112"/>
                  <a:pt x="71" y="114"/>
                  <a:pt x="74" y="114"/>
                </a:cubicBezTo>
                <a:close/>
                <a:moveTo>
                  <a:pt x="95" y="127"/>
                </a:moveTo>
                <a:cubicBezTo>
                  <a:pt x="95" y="122"/>
                  <a:pt x="95" y="120"/>
                  <a:pt x="93" y="116"/>
                </a:cubicBezTo>
                <a:cubicBezTo>
                  <a:pt x="91" y="115"/>
                  <a:pt x="85" y="104"/>
                  <a:pt x="81" y="98"/>
                </a:cubicBezTo>
                <a:cubicBezTo>
                  <a:pt x="68" y="79"/>
                  <a:pt x="51" y="54"/>
                  <a:pt x="39" y="37"/>
                </a:cubicBezTo>
                <a:cubicBezTo>
                  <a:pt x="55" y="70"/>
                  <a:pt x="72" y="101"/>
                  <a:pt x="95" y="127"/>
                </a:cubicBezTo>
                <a:close/>
                <a:moveTo>
                  <a:pt x="113" y="48"/>
                </a:moveTo>
                <a:cubicBezTo>
                  <a:pt x="114" y="59"/>
                  <a:pt x="102" y="55"/>
                  <a:pt x="92" y="53"/>
                </a:cubicBezTo>
                <a:cubicBezTo>
                  <a:pt x="81" y="50"/>
                  <a:pt x="63" y="46"/>
                  <a:pt x="54" y="39"/>
                </a:cubicBezTo>
                <a:cubicBezTo>
                  <a:pt x="64" y="60"/>
                  <a:pt x="80" y="79"/>
                  <a:pt x="92" y="99"/>
                </a:cubicBezTo>
                <a:cubicBezTo>
                  <a:pt x="97" y="108"/>
                  <a:pt x="104" y="119"/>
                  <a:pt x="112" y="126"/>
                </a:cubicBezTo>
                <a:cubicBezTo>
                  <a:pt x="112" y="129"/>
                  <a:pt x="109" y="129"/>
                  <a:pt x="108" y="131"/>
                </a:cubicBezTo>
                <a:cubicBezTo>
                  <a:pt x="105" y="131"/>
                  <a:pt x="104" y="130"/>
                  <a:pt x="102" y="129"/>
                </a:cubicBezTo>
                <a:cubicBezTo>
                  <a:pt x="98" y="139"/>
                  <a:pt x="86" y="133"/>
                  <a:pt x="82" y="126"/>
                </a:cubicBezTo>
                <a:cubicBezTo>
                  <a:pt x="81" y="128"/>
                  <a:pt x="80" y="129"/>
                  <a:pt x="78" y="130"/>
                </a:cubicBezTo>
                <a:cubicBezTo>
                  <a:pt x="63" y="124"/>
                  <a:pt x="59" y="106"/>
                  <a:pt x="51" y="96"/>
                </a:cubicBezTo>
                <a:cubicBezTo>
                  <a:pt x="50" y="95"/>
                  <a:pt x="51" y="96"/>
                  <a:pt x="51" y="95"/>
                </a:cubicBezTo>
                <a:cubicBezTo>
                  <a:pt x="43" y="84"/>
                  <a:pt x="36" y="68"/>
                  <a:pt x="28" y="53"/>
                </a:cubicBezTo>
                <a:cubicBezTo>
                  <a:pt x="24" y="46"/>
                  <a:pt x="19" y="39"/>
                  <a:pt x="29" y="38"/>
                </a:cubicBezTo>
                <a:cubicBezTo>
                  <a:pt x="27" y="33"/>
                  <a:pt x="24" y="29"/>
                  <a:pt x="23" y="25"/>
                </a:cubicBezTo>
                <a:cubicBezTo>
                  <a:pt x="18" y="41"/>
                  <a:pt x="24" y="65"/>
                  <a:pt x="26" y="82"/>
                </a:cubicBezTo>
                <a:cubicBezTo>
                  <a:pt x="27" y="93"/>
                  <a:pt x="27" y="108"/>
                  <a:pt x="15" y="102"/>
                </a:cubicBezTo>
                <a:cubicBezTo>
                  <a:pt x="16" y="100"/>
                  <a:pt x="15" y="100"/>
                  <a:pt x="15" y="97"/>
                </a:cubicBezTo>
                <a:cubicBezTo>
                  <a:pt x="16" y="95"/>
                  <a:pt x="13" y="98"/>
                  <a:pt x="13" y="96"/>
                </a:cubicBezTo>
                <a:cubicBezTo>
                  <a:pt x="11" y="72"/>
                  <a:pt x="8" y="40"/>
                  <a:pt x="5" y="13"/>
                </a:cubicBezTo>
                <a:cubicBezTo>
                  <a:pt x="5" y="11"/>
                  <a:pt x="0" y="10"/>
                  <a:pt x="2" y="8"/>
                </a:cubicBezTo>
                <a:cubicBezTo>
                  <a:pt x="5" y="4"/>
                  <a:pt x="8" y="0"/>
                  <a:pt x="14" y="1"/>
                </a:cubicBezTo>
                <a:cubicBezTo>
                  <a:pt x="19" y="1"/>
                  <a:pt x="26" y="9"/>
                  <a:pt x="32" y="12"/>
                </a:cubicBezTo>
                <a:cubicBezTo>
                  <a:pt x="39" y="15"/>
                  <a:pt x="46" y="17"/>
                  <a:pt x="52" y="20"/>
                </a:cubicBezTo>
                <a:cubicBezTo>
                  <a:pt x="58" y="23"/>
                  <a:pt x="65" y="26"/>
                  <a:pt x="71" y="29"/>
                </a:cubicBezTo>
                <a:cubicBezTo>
                  <a:pt x="82" y="34"/>
                  <a:pt x="88" y="38"/>
                  <a:pt x="99" y="39"/>
                </a:cubicBezTo>
                <a:cubicBezTo>
                  <a:pt x="102" y="40"/>
                  <a:pt x="105" y="38"/>
                  <a:pt x="108" y="41"/>
                </a:cubicBezTo>
                <a:cubicBezTo>
                  <a:pt x="108" y="43"/>
                  <a:pt x="108" y="44"/>
                  <a:pt x="107" y="45"/>
                </a:cubicBezTo>
                <a:cubicBezTo>
                  <a:pt x="109" y="47"/>
                  <a:pt x="111" y="47"/>
                  <a:pt x="113" y="48"/>
                </a:cubicBezTo>
                <a:close/>
              </a:path>
            </a:pathLst>
          </a:custGeom>
          <a:solidFill>
            <a:srgbClr val="DC582A"/>
          </a:solidFill>
          <a:ln>
            <a:noFill/>
          </a:ln>
        </p:spPr>
        <p:txBody>
          <a:bodyPr spcFirstLastPara="1" wrap="square" lIns="91425" tIns="45700" rIns="91425" bIns="45700" anchor="t" anchorCtr="0">
            <a:no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venir LT Std 45 Book" panose="020B0502020203020204" pitchFamily="34" charset="0"/>
              <a:ea typeface="Arial"/>
              <a:cs typeface="Arial"/>
              <a:sym typeface="Arial"/>
            </a:endParaRPr>
          </a:p>
        </p:txBody>
      </p:sp>
      <p:sp>
        <p:nvSpPr>
          <p:cNvPr id="47" name="Google Shape;5120;p20">
            <a:extLst>
              <a:ext uri="{FF2B5EF4-FFF2-40B4-BE49-F238E27FC236}">
                <a16:creationId xmlns:a16="http://schemas.microsoft.com/office/drawing/2014/main" id="{1AF73423-BAB2-7632-3119-B5631C3242CD}"/>
              </a:ext>
            </a:extLst>
          </p:cNvPr>
          <p:cNvSpPr/>
          <p:nvPr/>
        </p:nvSpPr>
        <p:spPr>
          <a:xfrm rot="7192736">
            <a:off x="225538" y="5758179"/>
            <a:ext cx="254924" cy="310630"/>
          </a:xfrm>
          <a:custGeom>
            <a:avLst/>
            <a:gdLst/>
            <a:ahLst/>
            <a:cxnLst/>
            <a:rect l="l" t="t" r="r" b="b"/>
            <a:pathLst>
              <a:path w="114" h="139" extrusionOk="0">
                <a:moveTo>
                  <a:pt x="74" y="114"/>
                </a:moveTo>
                <a:cubicBezTo>
                  <a:pt x="74" y="112"/>
                  <a:pt x="71" y="112"/>
                  <a:pt x="70" y="110"/>
                </a:cubicBezTo>
                <a:cubicBezTo>
                  <a:pt x="71" y="112"/>
                  <a:pt x="71" y="114"/>
                  <a:pt x="74" y="114"/>
                </a:cubicBezTo>
                <a:close/>
                <a:moveTo>
                  <a:pt x="95" y="127"/>
                </a:moveTo>
                <a:cubicBezTo>
                  <a:pt x="95" y="122"/>
                  <a:pt x="95" y="120"/>
                  <a:pt x="93" y="116"/>
                </a:cubicBezTo>
                <a:cubicBezTo>
                  <a:pt x="91" y="115"/>
                  <a:pt x="85" y="104"/>
                  <a:pt x="81" y="98"/>
                </a:cubicBezTo>
                <a:cubicBezTo>
                  <a:pt x="68" y="79"/>
                  <a:pt x="51" y="54"/>
                  <a:pt x="39" y="37"/>
                </a:cubicBezTo>
                <a:cubicBezTo>
                  <a:pt x="55" y="70"/>
                  <a:pt x="72" y="101"/>
                  <a:pt x="95" y="127"/>
                </a:cubicBezTo>
                <a:close/>
                <a:moveTo>
                  <a:pt x="113" y="48"/>
                </a:moveTo>
                <a:cubicBezTo>
                  <a:pt x="114" y="59"/>
                  <a:pt x="102" y="55"/>
                  <a:pt x="92" y="53"/>
                </a:cubicBezTo>
                <a:cubicBezTo>
                  <a:pt x="81" y="50"/>
                  <a:pt x="63" y="46"/>
                  <a:pt x="54" y="39"/>
                </a:cubicBezTo>
                <a:cubicBezTo>
                  <a:pt x="64" y="60"/>
                  <a:pt x="80" y="79"/>
                  <a:pt x="92" y="99"/>
                </a:cubicBezTo>
                <a:cubicBezTo>
                  <a:pt x="97" y="108"/>
                  <a:pt x="104" y="119"/>
                  <a:pt x="112" y="126"/>
                </a:cubicBezTo>
                <a:cubicBezTo>
                  <a:pt x="112" y="129"/>
                  <a:pt x="109" y="129"/>
                  <a:pt x="108" y="131"/>
                </a:cubicBezTo>
                <a:cubicBezTo>
                  <a:pt x="105" y="131"/>
                  <a:pt x="104" y="130"/>
                  <a:pt x="102" y="129"/>
                </a:cubicBezTo>
                <a:cubicBezTo>
                  <a:pt x="98" y="139"/>
                  <a:pt x="86" y="133"/>
                  <a:pt x="82" y="126"/>
                </a:cubicBezTo>
                <a:cubicBezTo>
                  <a:pt x="81" y="128"/>
                  <a:pt x="80" y="129"/>
                  <a:pt x="78" y="130"/>
                </a:cubicBezTo>
                <a:cubicBezTo>
                  <a:pt x="63" y="124"/>
                  <a:pt x="59" y="106"/>
                  <a:pt x="51" y="96"/>
                </a:cubicBezTo>
                <a:cubicBezTo>
                  <a:pt x="50" y="95"/>
                  <a:pt x="51" y="96"/>
                  <a:pt x="51" y="95"/>
                </a:cubicBezTo>
                <a:cubicBezTo>
                  <a:pt x="43" y="84"/>
                  <a:pt x="36" y="68"/>
                  <a:pt x="28" y="53"/>
                </a:cubicBezTo>
                <a:cubicBezTo>
                  <a:pt x="24" y="46"/>
                  <a:pt x="19" y="39"/>
                  <a:pt x="29" y="38"/>
                </a:cubicBezTo>
                <a:cubicBezTo>
                  <a:pt x="27" y="33"/>
                  <a:pt x="24" y="29"/>
                  <a:pt x="23" y="25"/>
                </a:cubicBezTo>
                <a:cubicBezTo>
                  <a:pt x="18" y="41"/>
                  <a:pt x="24" y="65"/>
                  <a:pt x="26" y="82"/>
                </a:cubicBezTo>
                <a:cubicBezTo>
                  <a:pt x="27" y="93"/>
                  <a:pt x="27" y="108"/>
                  <a:pt x="15" y="102"/>
                </a:cubicBezTo>
                <a:cubicBezTo>
                  <a:pt x="16" y="100"/>
                  <a:pt x="15" y="100"/>
                  <a:pt x="15" y="97"/>
                </a:cubicBezTo>
                <a:cubicBezTo>
                  <a:pt x="16" y="95"/>
                  <a:pt x="13" y="98"/>
                  <a:pt x="13" y="96"/>
                </a:cubicBezTo>
                <a:cubicBezTo>
                  <a:pt x="11" y="72"/>
                  <a:pt x="8" y="40"/>
                  <a:pt x="5" y="13"/>
                </a:cubicBezTo>
                <a:cubicBezTo>
                  <a:pt x="5" y="11"/>
                  <a:pt x="0" y="10"/>
                  <a:pt x="2" y="8"/>
                </a:cubicBezTo>
                <a:cubicBezTo>
                  <a:pt x="5" y="4"/>
                  <a:pt x="8" y="0"/>
                  <a:pt x="14" y="1"/>
                </a:cubicBezTo>
                <a:cubicBezTo>
                  <a:pt x="19" y="1"/>
                  <a:pt x="26" y="9"/>
                  <a:pt x="32" y="12"/>
                </a:cubicBezTo>
                <a:cubicBezTo>
                  <a:pt x="39" y="15"/>
                  <a:pt x="46" y="17"/>
                  <a:pt x="52" y="20"/>
                </a:cubicBezTo>
                <a:cubicBezTo>
                  <a:pt x="58" y="23"/>
                  <a:pt x="65" y="26"/>
                  <a:pt x="71" y="29"/>
                </a:cubicBezTo>
                <a:cubicBezTo>
                  <a:pt x="82" y="34"/>
                  <a:pt x="88" y="38"/>
                  <a:pt x="99" y="39"/>
                </a:cubicBezTo>
                <a:cubicBezTo>
                  <a:pt x="102" y="40"/>
                  <a:pt x="105" y="38"/>
                  <a:pt x="108" y="41"/>
                </a:cubicBezTo>
                <a:cubicBezTo>
                  <a:pt x="108" y="43"/>
                  <a:pt x="108" y="44"/>
                  <a:pt x="107" y="45"/>
                </a:cubicBezTo>
                <a:cubicBezTo>
                  <a:pt x="109" y="47"/>
                  <a:pt x="111" y="47"/>
                  <a:pt x="113" y="48"/>
                </a:cubicBezTo>
                <a:close/>
              </a:path>
            </a:pathLst>
          </a:custGeom>
          <a:solidFill>
            <a:srgbClr val="DC582A"/>
          </a:solidFill>
          <a:ln>
            <a:noFill/>
          </a:ln>
        </p:spPr>
        <p:txBody>
          <a:bodyPr spcFirstLastPara="1" wrap="square" lIns="91425" tIns="45700" rIns="91425" bIns="45700" anchor="t" anchorCtr="0">
            <a:no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venir LT Std 45 Book" panose="020B0502020203020204" pitchFamily="34" charset="0"/>
              <a:ea typeface="Arial"/>
              <a:cs typeface="Arial"/>
              <a:sym typeface="Arial"/>
            </a:endParaRPr>
          </a:p>
        </p:txBody>
      </p:sp>
      <p:sp>
        <p:nvSpPr>
          <p:cNvPr id="53" name="ZoneTexte 52">
            <a:extLst>
              <a:ext uri="{FF2B5EF4-FFF2-40B4-BE49-F238E27FC236}">
                <a16:creationId xmlns:a16="http://schemas.microsoft.com/office/drawing/2014/main" id="{D5A53FCC-D556-86E1-D19B-232C60DCE75E}"/>
              </a:ext>
            </a:extLst>
          </p:cNvPr>
          <p:cNvSpPr txBox="1"/>
          <p:nvPr/>
        </p:nvSpPr>
        <p:spPr>
          <a:xfrm>
            <a:off x="497379" y="2490232"/>
            <a:ext cx="4835798" cy="415498"/>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DC582A"/>
                </a:solidFill>
                <a:effectLst/>
                <a:uLnTx/>
                <a:uFillTx/>
                <a:latin typeface="Avenir LT Std 35 Light" panose="020B0402020203020204" pitchFamily="34" charset="0"/>
                <a:ea typeface="+mn-ea"/>
                <a:cs typeface="+mn-cs"/>
              </a:rPr>
              <a:t>Mettre en évidence une charge au plus proche de la réalité en prenant en compte les 3 dimensions de la charge de travail :</a:t>
            </a:r>
          </a:p>
        </p:txBody>
      </p:sp>
      <p:sp>
        <p:nvSpPr>
          <p:cNvPr id="56" name="Rectangle : coins arrondis 55">
            <a:extLst>
              <a:ext uri="{FF2B5EF4-FFF2-40B4-BE49-F238E27FC236}">
                <a16:creationId xmlns:a16="http://schemas.microsoft.com/office/drawing/2014/main" id="{AF0F70DC-3D84-0EAC-9F5C-D69ED1B3225B}"/>
              </a:ext>
            </a:extLst>
          </p:cNvPr>
          <p:cNvSpPr/>
          <p:nvPr/>
        </p:nvSpPr>
        <p:spPr>
          <a:xfrm>
            <a:off x="448873" y="3009070"/>
            <a:ext cx="4824000" cy="504000"/>
          </a:xfrm>
          <a:prstGeom prst="roundRect">
            <a:avLst/>
          </a:prstGeom>
          <a:solidFill>
            <a:srgbClr val="F0BD9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Objectiver la </a:t>
            </a:r>
            <a:r>
              <a:rPr kumimoji="0" lang="fr-FR" sz="1050" b="1" i="0"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rPr>
              <a:t>charge de travail </a:t>
            </a:r>
            <a:r>
              <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nécessaire </a:t>
            </a:r>
            <a:r>
              <a:rPr kumimoji="0" lang="fr-FR" sz="1050" b="1" i="0"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rPr>
              <a:t>pour réaliser les missions du poste et les activités complémentaires</a:t>
            </a:r>
            <a:r>
              <a:rPr kumimoji="0" lang="fr-FR" sz="1050" b="0" i="0"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rPr>
              <a:t> </a:t>
            </a:r>
            <a:r>
              <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(lettre de mission, projet…)</a:t>
            </a:r>
            <a:r>
              <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 en tenant compte de la récurrence des tâches</a:t>
            </a:r>
          </a:p>
        </p:txBody>
      </p:sp>
      <p:sp>
        <p:nvSpPr>
          <p:cNvPr id="59" name="ZoneTexte 58">
            <a:extLst>
              <a:ext uri="{FF2B5EF4-FFF2-40B4-BE49-F238E27FC236}">
                <a16:creationId xmlns:a16="http://schemas.microsoft.com/office/drawing/2014/main" id="{6C05BE55-4AB5-F474-1747-2B31C1A0A3AC}"/>
              </a:ext>
            </a:extLst>
          </p:cNvPr>
          <p:cNvSpPr txBox="1"/>
          <p:nvPr/>
        </p:nvSpPr>
        <p:spPr>
          <a:xfrm>
            <a:off x="497379" y="5698231"/>
            <a:ext cx="4835798" cy="577081"/>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DC582A"/>
                </a:solidFill>
                <a:effectLst/>
                <a:uLnTx/>
                <a:uFillTx/>
                <a:latin typeface="Avenir LT Std 35 Light" panose="020B0402020203020204" pitchFamily="34" charset="0"/>
                <a:ea typeface="+mn-ea"/>
                <a:cs typeface="+mn-cs"/>
              </a:rPr>
              <a:t>Identifier les autres impacts indirects sur la charge de travail des équipes </a:t>
            </a:r>
            <a:r>
              <a:rPr kumimoji="0" lang="fr-FR" sz="1050" b="0" i="0" u="none" strike="noStrike" kern="1200" cap="none" spc="0" normalizeH="0" baseline="0" noProof="0">
                <a:ln>
                  <a:noFill/>
                </a:ln>
                <a:solidFill>
                  <a:srgbClr val="DC582A"/>
                </a:solidFill>
                <a:effectLst/>
                <a:uLnTx/>
                <a:uFillTx/>
                <a:latin typeface="Avenir LT Std 35 Light" panose="020B0402020203020204" pitchFamily="34" charset="0"/>
                <a:ea typeface="+mn-ea"/>
                <a:cs typeface="+mn-cs"/>
              </a:rPr>
              <a:t>(projet de transformation, évolution de fonctionnement, absences imprévues dans l’équipe…)</a:t>
            </a:r>
          </a:p>
        </p:txBody>
      </p:sp>
      <p:sp>
        <p:nvSpPr>
          <p:cNvPr id="60" name="Rectangle : coins arrondis 59">
            <a:extLst>
              <a:ext uri="{FF2B5EF4-FFF2-40B4-BE49-F238E27FC236}">
                <a16:creationId xmlns:a16="http://schemas.microsoft.com/office/drawing/2014/main" id="{9C8E8FB2-7ABD-B1FD-C3DF-E8D0D416EC97}"/>
              </a:ext>
            </a:extLst>
          </p:cNvPr>
          <p:cNvSpPr/>
          <p:nvPr/>
        </p:nvSpPr>
        <p:spPr>
          <a:xfrm>
            <a:off x="448873" y="4907923"/>
            <a:ext cx="4824000" cy="576000"/>
          </a:xfrm>
          <a:prstGeom prst="roundRect">
            <a:avLst/>
          </a:prstGeom>
          <a:solidFill>
            <a:srgbClr val="F0BD9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Tenir compte de la </a:t>
            </a:r>
            <a:r>
              <a:rPr kumimoji="0" lang="fr-FR" sz="1050" b="1" i="0"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rPr>
              <a:t>charge de travail ressentie par le collaborateur </a:t>
            </a:r>
            <a:r>
              <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(impact des contraintes externes (temps de trajet, contraintes familiales…), caractéristiques personnelles (expérience, santé…), engagement, difficultés perçues…)</a:t>
            </a:r>
            <a:endParaRPr kumimoji="0" lang="fr-FR" sz="105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endParaRPr>
          </a:p>
        </p:txBody>
      </p:sp>
      <p:sp>
        <p:nvSpPr>
          <p:cNvPr id="58" name="Rectangle : coins arrondis 57">
            <a:extLst>
              <a:ext uri="{FF2B5EF4-FFF2-40B4-BE49-F238E27FC236}">
                <a16:creationId xmlns:a16="http://schemas.microsoft.com/office/drawing/2014/main" id="{55992063-0E06-C83E-CBDA-728691E7DD1A}"/>
              </a:ext>
            </a:extLst>
          </p:cNvPr>
          <p:cNvSpPr/>
          <p:nvPr/>
        </p:nvSpPr>
        <p:spPr>
          <a:xfrm>
            <a:off x="448873" y="3579208"/>
            <a:ext cx="4824000" cy="1260000"/>
          </a:xfrm>
          <a:prstGeom prst="roundRect">
            <a:avLst/>
          </a:prstGeom>
          <a:solidFill>
            <a:srgbClr val="F0BD9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Intégrer les </a:t>
            </a:r>
            <a:r>
              <a:rPr kumimoji="0" lang="fr-FR" sz="1050" b="1" i="0"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rPr>
              <a:t>conditions réelles qui influent sur la charge</a:t>
            </a:r>
            <a:r>
              <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 de travail :</a:t>
            </a:r>
          </a:p>
          <a:p>
            <a:pPr marL="88900" marR="0" lvl="1" indent="-88900" algn="l" defTabSz="2286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fr-FR" sz="1000" b="1"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Aléa</a:t>
            </a:r>
            <a:r>
              <a:rPr kumimoji="0" lang="fr-FR" sz="100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 </a:t>
            </a:r>
            <a:r>
              <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(imprévu, dysfonctionnement…)</a:t>
            </a:r>
          </a:p>
          <a:p>
            <a:pPr marL="88900" marR="0" lvl="1" indent="-88900" algn="l" defTabSz="2286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fr-FR" sz="1000" b="1"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Coordination</a:t>
            </a:r>
            <a:r>
              <a:rPr kumimoji="0" lang="fr-FR" sz="100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 </a:t>
            </a:r>
            <a:r>
              <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(échanges entre collègues, entraide, rituels...)</a:t>
            </a:r>
          </a:p>
          <a:p>
            <a:pPr marL="88900" marR="0" lvl="1" indent="-88900" algn="l" defTabSz="2286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fr-FR" sz="1000" b="1"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Compétences</a:t>
            </a:r>
            <a:r>
              <a:rPr kumimoji="0" lang="fr-FR" sz="100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 </a:t>
            </a:r>
            <a:r>
              <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(apprentissage d’un nouvel outil, évolution des compétences…)</a:t>
            </a:r>
          </a:p>
          <a:p>
            <a:pPr marL="88900" marR="0" lvl="1" indent="-88900" algn="l" defTabSz="2286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fr-FR" sz="1000" b="1"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Conditions de travail </a:t>
            </a:r>
            <a:r>
              <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(ressources / outils insuffisants ou facilitants, interruption fréquente, environnement physique, impact du télétravail…)</a:t>
            </a:r>
          </a:p>
          <a:p>
            <a:pPr marL="88900" marR="0" lvl="1" indent="-88900" algn="l" defTabSz="2286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fr-FR" sz="1000" b="1"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Temps « improductif » </a:t>
            </a:r>
            <a:r>
              <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(pauses, prise de recul, délais de route…)</a:t>
            </a:r>
          </a:p>
        </p:txBody>
      </p:sp>
      <p:pic>
        <p:nvPicPr>
          <p:cNvPr id="94" name="Graphique 93" descr="Flèche : pivoter à gauche avec un remplissage uni">
            <a:extLst>
              <a:ext uri="{FF2B5EF4-FFF2-40B4-BE49-F238E27FC236}">
                <a16:creationId xmlns:a16="http://schemas.microsoft.com/office/drawing/2014/main" id="{E4E2F53F-A605-2999-F775-CD3F0C4EB67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17536442">
            <a:off x="89891" y="3440258"/>
            <a:ext cx="440048" cy="440048"/>
          </a:xfrm>
          <a:prstGeom prst="rect">
            <a:avLst/>
          </a:prstGeom>
        </p:spPr>
      </p:pic>
      <p:pic>
        <p:nvPicPr>
          <p:cNvPr id="105" name="Graphique 104" descr="Flèche : pivoter à gauche avec un remplissage uni">
            <a:extLst>
              <a:ext uri="{FF2B5EF4-FFF2-40B4-BE49-F238E27FC236}">
                <a16:creationId xmlns:a16="http://schemas.microsoft.com/office/drawing/2014/main" id="{C7123466-2F2A-9347-D850-DF6568553F7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17536442">
            <a:off x="89892" y="4752826"/>
            <a:ext cx="440048" cy="440048"/>
          </a:xfrm>
          <a:prstGeom prst="rect">
            <a:avLst/>
          </a:prstGeom>
        </p:spPr>
      </p:pic>
      <p:sp>
        <p:nvSpPr>
          <p:cNvPr id="106" name="Titre 7">
            <a:extLst>
              <a:ext uri="{FF2B5EF4-FFF2-40B4-BE49-F238E27FC236}">
                <a16:creationId xmlns:a16="http://schemas.microsoft.com/office/drawing/2014/main" id="{C223AA49-E884-49C8-EA8B-8B5DC8C47E36}"/>
              </a:ext>
            </a:extLst>
          </p:cNvPr>
          <p:cNvSpPr txBox="1">
            <a:spLocks/>
          </p:cNvSpPr>
          <p:nvPr/>
        </p:nvSpPr>
        <p:spPr>
          <a:xfrm>
            <a:off x="6916021" y="1198522"/>
            <a:ext cx="3389966" cy="193899"/>
          </a:xfrm>
          <a:prstGeom prst="rect">
            <a:avLst/>
          </a:prstGeom>
        </p:spPr>
        <p:txBody>
          <a:bodyPr vert="horz" wrap="square" lIns="0" tIns="0" rIns="72000" bIns="0" rtlCol="0" anchor="ctr">
            <a:spAutoFit/>
          </a:bodyPr>
          <a:lstStyle>
            <a:lvl1pPr algn="l" defTabSz="914355" rtl="0" eaLnBrk="1" latinLnBrk="0" hangingPunct="1">
              <a:lnSpc>
                <a:spcPct val="90000"/>
              </a:lnSpc>
              <a:spcBef>
                <a:spcPct val="0"/>
              </a:spcBef>
              <a:buNone/>
              <a:defRPr sz="2400" b="1" kern="1200">
                <a:solidFill>
                  <a:srgbClr val="0084D4"/>
                </a:solidFill>
                <a:latin typeface="Arial" panose="020B0604020202020204" pitchFamily="34" charset="0"/>
                <a:ea typeface="+mj-ea"/>
                <a:cs typeface="Arial" panose="020B0604020202020204" pitchFamily="34" charset="0"/>
              </a:defRPr>
            </a:lvl1pPr>
          </a:lstStyle>
          <a:p>
            <a:pPr marL="0" marR="0" lvl="0" indent="0" algn="l" defTabSz="914355" rtl="0" eaLnBrk="1" fontAlgn="auto" latinLnBrk="0" hangingPunct="1">
              <a:lnSpc>
                <a:spcPct val="90000"/>
              </a:lnSpc>
              <a:spcBef>
                <a:spcPct val="0"/>
              </a:spcBef>
              <a:spcAft>
                <a:spcPts val="0"/>
              </a:spcAft>
              <a:buClrTx/>
              <a:buSzTx/>
              <a:buFontTx/>
              <a:buNone/>
              <a:tabLst/>
              <a:defRPr/>
            </a:pPr>
            <a:r>
              <a:rPr kumimoji="0" lang="fr-FR" sz="1400" b="1" i="0" u="none" strike="noStrike" kern="1200" cap="none" spc="0" normalizeH="0" baseline="0" noProof="0">
                <a:ln>
                  <a:noFill/>
                </a:ln>
                <a:solidFill>
                  <a:srgbClr val="1990D8"/>
                </a:solidFill>
                <a:effectLst/>
                <a:uLnTx/>
                <a:uFillTx/>
                <a:latin typeface="Avenir LT Std 65 Medium" panose="020B0803020203020204" pitchFamily="34" charset="0"/>
                <a:ea typeface="+mj-ea"/>
                <a:cs typeface="Arial" panose="020B0604020202020204" pitchFamily="34" charset="0"/>
              </a:rPr>
              <a:t>LES OCCASIONS POUR LE FAIRE</a:t>
            </a:r>
          </a:p>
        </p:txBody>
      </p:sp>
      <p:pic>
        <p:nvPicPr>
          <p:cNvPr id="110" name="Graphique 109" descr="Chat contour">
            <a:extLst>
              <a:ext uri="{FF2B5EF4-FFF2-40B4-BE49-F238E27FC236}">
                <a16:creationId xmlns:a16="http://schemas.microsoft.com/office/drawing/2014/main" id="{8E2249A1-8CF0-0B0E-C0D5-DB7FDCC0795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406675" y="1113251"/>
            <a:ext cx="432000" cy="448190"/>
          </a:xfrm>
          <a:prstGeom prst="rect">
            <a:avLst/>
          </a:prstGeom>
        </p:spPr>
      </p:pic>
      <p:sp>
        <p:nvSpPr>
          <p:cNvPr id="111" name="Google Shape;5120;p20">
            <a:extLst>
              <a:ext uri="{FF2B5EF4-FFF2-40B4-BE49-F238E27FC236}">
                <a16:creationId xmlns:a16="http://schemas.microsoft.com/office/drawing/2014/main" id="{6264CE12-E5DE-0003-581C-B7B670E8308D}"/>
              </a:ext>
            </a:extLst>
          </p:cNvPr>
          <p:cNvSpPr/>
          <p:nvPr/>
        </p:nvSpPr>
        <p:spPr>
          <a:xfrm rot="7192736">
            <a:off x="6513183" y="1509614"/>
            <a:ext cx="254924" cy="310630"/>
          </a:xfrm>
          <a:custGeom>
            <a:avLst/>
            <a:gdLst/>
            <a:ahLst/>
            <a:cxnLst/>
            <a:rect l="l" t="t" r="r" b="b"/>
            <a:pathLst>
              <a:path w="114" h="139" extrusionOk="0">
                <a:moveTo>
                  <a:pt x="74" y="114"/>
                </a:moveTo>
                <a:cubicBezTo>
                  <a:pt x="74" y="112"/>
                  <a:pt x="71" y="112"/>
                  <a:pt x="70" y="110"/>
                </a:cubicBezTo>
                <a:cubicBezTo>
                  <a:pt x="71" y="112"/>
                  <a:pt x="71" y="114"/>
                  <a:pt x="74" y="114"/>
                </a:cubicBezTo>
                <a:close/>
                <a:moveTo>
                  <a:pt x="95" y="127"/>
                </a:moveTo>
                <a:cubicBezTo>
                  <a:pt x="95" y="122"/>
                  <a:pt x="95" y="120"/>
                  <a:pt x="93" y="116"/>
                </a:cubicBezTo>
                <a:cubicBezTo>
                  <a:pt x="91" y="115"/>
                  <a:pt x="85" y="104"/>
                  <a:pt x="81" y="98"/>
                </a:cubicBezTo>
                <a:cubicBezTo>
                  <a:pt x="68" y="79"/>
                  <a:pt x="51" y="54"/>
                  <a:pt x="39" y="37"/>
                </a:cubicBezTo>
                <a:cubicBezTo>
                  <a:pt x="55" y="70"/>
                  <a:pt x="72" y="101"/>
                  <a:pt x="95" y="127"/>
                </a:cubicBezTo>
                <a:close/>
                <a:moveTo>
                  <a:pt x="113" y="48"/>
                </a:moveTo>
                <a:cubicBezTo>
                  <a:pt x="114" y="59"/>
                  <a:pt x="102" y="55"/>
                  <a:pt x="92" y="53"/>
                </a:cubicBezTo>
                <a:cubicBezTo>
                  <a:pt x="81" y="50"/>
                  <a:pt x="63" y="46"/>
                  <a:pt x="54" y="39"/>
                </a:cubicBezTo>
                <a:cubicBezTo>
                  <a:pt x="64" y="60"/>
                  <a:pt x="80" y="79"/>
                  <a:pt x="92" y="99"/>
                </a:cubicBezTo>
                <a:cubicBezTo>
                  <a:pt x="97" y="108"/>
                  <a:pt x="104" y="119"/>
                  <a:pt x="112" y="126"/>
                </a:cubicBezTo>
                <a:cubicBezTo>
                  <a:pt x="112" y="129"/>
                  <a:pt x="109" y="129"/>
                  <a:pt x="108" y="131"/>
                </a:cubicBezTo>
                <a:cubicBezTo>
                  <a:pt x="105" y="131"/>
                  <a:pt x="104" y="130"/>
                  <a:pt x="102" y="129"/>
                </a:cubicBezTo>
                <a:cubicBezTo>
                  <a:pt x="98" y="139"/>
                  <a:pt x="86" y="133"/>
                  <a:pt x="82" y="126"/>
                </a:cubicBezTo>
                <a:cubicBezTo>
                  <a:pt x="81" y="128"/>
                  <a:pt x="80" y="129"/>
                  <a:pt x="78" y="130"/>
                </a:cubicBezTo>
                <a:cubicBezTo>
                  <a:pt x="63" y="124"/>
                  <a:pt x="59" y="106"/>
                  <a:pt x="51" y="96"/>
                </a:cubicBezTo>
                <a:cubicBezTo>
                  <a:pt x="50" y="95"/>
                  <a:pt x="51" y="96"/>
                  <a:pt x="51" y="95"/>
                </a:cubicBezTo>
                <a:cubicBezTo>
                  <a:pt x="43" y="84"/>
                  <a:pt x="36" y="68"/>
                  <a:pt x="28" y="53"/>
                </a:cubicBezTo>
                <a:cubicBezTo>
                  <a:pt x="24" y="46"/>
                  <a:pt x="19" y="39"/>
                  <a:pt x="29" y="38"/>
                </a:cubicBezTo>
                <a:cubicBezTo>
                  <a:pt x="27" y="33"/>
                  <a:pt x="24" y="29"/>
                  <a:pt x="23" y="25"/>
                </a:cubicBezTo>
                <a:cubicBezTo>
                  <a:pt x="18" y="41"/>
                  <a:pt x="24" y="65"/>
                  <a:pt x="26" y="82"/>
                </a:cubicBezTo>
                <a:cubicBezTo>
                  <a:pt x="27" y="93"/>
                  <a:pt x="27" y="108"/>
                  <a:pt x="15" y="102"/>
                </a:cubicBezTo>
                <a:cubicBezTo>
                  <a:pt x="16" y="100"/>
                  <a:pt x="15" y="100"/>
                  <a:pt x="15" y="97"/>
                </a:cubicBezTo>
                <a:cubicBezTo>
                  <a:pt x="16" y="95"/>
                  <a:pt x="13" y="98"/>
                  <a:pt x="13" y="96"/>
                </a:cubicBezTo>
                <a:cubicBezTo>
                  <a:pt x="11" y="72"/>
                  <a:pt x="8" y="40"/>
                  <a:pt x="5" y="13"/>
                </a:cubicBezTo>
                <a:cubicBezTo>
                  <a:pt x="5" y="11"/>
                  <a:pt x="0" y="10"/>
                  <a:pt x="2" y="8"/>
                </a:cubicBezTo>
                <a:cubicBezTo>
                  <a:pt x="5" y="4"/>
                  <a:pt x="8" y="0"/>
                  <a:pt x="14" y="1"/>
                </a:cubicBezTo>
                <a:cubicBezTo>
                  <a:pt x="19" y="1"/>
                  <a:pt x="26" y="9"/>
                  <a:pt x="32" y="12"/>
                </a:cubicBezTo>
                <a:cubicBezTo>
                  <a:pt x="39" y="15"/>
                  <a:pt x="46" y="17"/>
                  <a:pt x="52" y="20"/>
                </a:cubicBezTo>
                <a:cubicBezTo>
                  <a:pt x="58" y="23"/>
                  <a:pt x="65" y="26"/>
                  <a:pt x="71" y="29"/>
                </a:cubicBezTo>
                <a:cubicBezTo>
                  <a:pt x="82" y="34"/>
                  <a:pt x="88" y="38"/>
                  <a:pt x="99" y="39"/>
                </a:cubicBezTo>
                <a:cubicBezTo>
                  <a:pt x="102" y="40"/>
                  <a:pt x="105" y="38"/>
                  <a:pt x="108" y="41"/>
                </a:cubicBezTo>
                <a:cubicBezTo>
                  <a:pt x="108" y="43"/>
                  <a:pt x="108" y="44"/>
                  <a:pt x="107" y="45"/>
                </a:cubicBezTo>
                <a:cubicBezTo>
                  <a:pt x="109" y="47"/>
                  <a:pt x="111" y="47"/>
                  <a:pt x="113" y="4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venir LT Std 45 Book" panose="020B0502020203020204" pitchFamily="34" charset="0"/>
              <a:ea typeface="Arial"/>
              <a:cs typeface="Arial"/>
              <a:sym typeface="Arial"/>
            </a:endParaRPr>
          </a:p>
        </p:txBody>
      </p:sp>
      <p:sp>
        <p:nvSpPr>
          <p:cNvPr id="112" name="ZoneTexte 111">
            <a:extLst>
              <a:ext uri="{FF2B5EF4-FFF2-40B4-BE49-F238E27FC236}">
                <a16:creationId xmlns:a16="http://schemas.microsoft.com/office/drawing/2014/main" id="{062DFA21-9296-D369-C44A-BF1753E8CDA9}"/>
              </a:ext>
            </a:extLst>
          </p:cNvPr>
          <p:cNvSpPr txBox="1"/>
          <p:nvPr/>
        </p:nvSpPr>
        <p:spPr>
          <a:xfrm>
            <a:off x="6838813" y="1438988"/>
            <a:ext cx="5203225" cy="415498"/>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0084D4"/>
                </a:solidFill>
                <a:effectLst/>
                <a:uLnTx/>
                <a:uFillTx/>
                <a:latin typeface="Avenir LT Std 65 Medium" panose="020B0803020203020204" pitchFamily="34" charset="0"/>
                <a:ea typeface="+mn-ea"/>
                <a:cs typeface="+mn-cs"/>
              </a:rPr>
              <a:t>En entretien individuel </a:t>
            </a:r>
            <a:r>
              <a:rPr kumimoji="0" lang="fr-FR" sz="1050" b="1" i="0" u="none" strike="noStrike" kern="1200" cap="none" spc="0" normalizeH="0" baseline="0" noProof="0">
                <a:ln>
                  <a:noFill/>
                </a:ln>
                <a:solidFill>
                  <a:srgbClr val="0084D4"/>
                </a:solidFill>
                <a:effectLst/>
                <a:uLnTx/>
                <a:uFillTx/>
                <a:latin typeface="Avenir LT Std 35 Light" panose="020B0402020203020204" pitchFamily="34" charset="0"/>
                <a:ea typeface="+mn-ea"/>
                <a:cs typeface="+mn-cs"/>
              </a:rPr>
              <a:t>(entretien annuel, entretien forfait jour, entretien à la demande…)</a:t>
            </a:r>
          </a:p>
        </p:txBody>
      </p:sp>
      <p:sp>
        <p:nvSpPr>
          <p:cNvPr id="113" name="Google Shape;5120;p20">
            <a:extLst>
              <a:ext uri="{FF2B5EF4-FFF2-40B4-BE49-F238E27FC236}">
                <a16:creationId xmlns:a16="http://schemas.microsoft.com/office/drawing/2014/main" id="{D1443224-5E46-453E-C1F3-CC46AAA4FC2A}"/>
              </a:ext>
            </a:extLst>
          </p:cNvPr>
          <p:cNvSpPr/>
          <p:nvPr/>
        </p:nvSpPr>
        <p:spPr>
          <a:xfrm rot="7192736">
            <a:off x="6513183" y="3361932"/>
            <a:ext cx="254924" cy="310630"/>
          </a:xfrm>
          <a:custGeom>
            <a:avLst/>
            <a:gdLst/>
            <a:ahLst/>
            <a:cxnLst/>
            <a:rect l="l" t="t" r="r" b="b"/>
            <a:pathLst>
              <a:path w="114" h="139" extrusionOk="0">
                <a:moveTo>
                  <a:pt x="74" y="114"/>
                </a:moveTo>
                <a:cubicBezTo>
                  <a:pt x="74" y="112"/>
                  <a:pt x="71" y="112"/>
                  <a:pt x="70" y="110"/>
                </a:cubicBezTo>
                <a:cubicBezTo>
                  <a:pt x="71" y="112"/>
                  <a:pt x="71" y="114"/>
                  <a:pt x="74" y="114"/>
                </a:cubicBezTo>
                <a:close/>
                <a:moveTo>
                  <a:pt x="95" y="127"/>
                </a:moveTo>
                <a:cubicBezTo>
                  <a:pt x="95" y="122"/>
                  <a:pt x="95" y="120"/>
                  <a:pt x="93" y="116"/>
                </a:cubicBezTo>
                <a:cubicBezTo>
                  <a:pt x="91" y="115"/>
                  <a:pt x="85" y="104"/>
                  <a:pt x="81" y="98"/>
                </a:cubicBezTo>
                <a:cubicBezTo>
                  <a:pt x="68" y="79"/>
                  <a:pt x="51" y="54"/>
                  <a:pt x="39" y="37"/>
                </a:cubicBezTo>
                <a:cubicBezTo>
                  <a:pt x="55" y="70"/>
                  <a:pt x="72" y="101"/>
                  <a:pt x="95" y="127"/>
                </a:cubicBezTo>
                <a:close/>
                <a:moveTo>
                  <a:pt x="113" y="48"/>
                </a:moveTo>
                <a:cubicBezTo>
                  <a:pt x="114" y="59"/>
                  <a:pt x="102" y="55"/>
                  <a:pt x="92" y="53"/>
                </a:cubicBezTo>
                <a:cubicBezTo>
                  <a:pt x="81" y="50"/>
                  <a:pt x="63" y="46"/>
                  <a:pt x="54" y="39"/>
                </a:cubicBezTo>
                <a:cubicBezTo>
                  <a:pt x="64" y="60"/>
                  <a:pt x="80" y="79"/>
                  <a:pt x="92" y="99"/>
                </a:cubicBezTo>
                <a:cubicBezTo>
                  <a:pt x="97" y="108"/>
                  <a:pt x="104" y="119"/>
                  <a:pt x="112" y="126"/>
                </a:cubicBezTo>
                <a:cubicBezTo>
                  <a:pt x="112" y="129"/>
                  <a:pt x="109" y="129"/>
                  <a:pt x="108" y="131"/>
                </a:cubicBezTo>
                <a:cubicBezTo>
                  <a:pt x="105" y="131"/>
                  <a:pt x="104" y="130"/>
                  <a:pt x="102" y="129"/>
                </a:cubicBezTo>
                <a:cubicBezTo>
                  <a:pt x="98" y="139"/>
                  <a:pt x="86" y="133"/>
                  <a:pt x="82" y="126"/>
                </a:cubicBezTo>
                <a:cubicBezTo>
                  <a:pt x="81" y="128"/>
                  <a:pt x="80" y="129"/>
                  <a:pt x="78" y="130"/>
                </a:cubicBezTo>
                <a:cubicBezTo>
                  <a:pt x="63" y="124"/>
                  <a:pt x="59" y="106"/>
                  <a:pt x="51" y="96"/>
                </a:cubicBezTo>
                <a:cubicBezTo>
                  <a:pt x="50" y="95"/>
                  <a:pt x="51" y="96"/>
                  <a:pt x="51" y="95"/>
                </a:cubicBezTo>
                <a:cubicBezTo>
                  <a:pt x="43" y="84"/>
                  <a:pt x="36" y="68"/>
                  <a:pt x="28" y="53"/>
                </a:cubicBezTo>
                <a:cubicBezTo>
                  <a:pt x="24" y="46"/>
                  <a:pt x="19" y="39"/>
                  <a:pt x="29" y="38"/>
                </a:cubicBezTo>
                <a:cubicBezTo>
                  <a:pt x="27" y="33"/>
                  <a:pt x="24" y="29"/>
                  <a:pt x="23" y="25"/>
                </a:cubicBezTo>
                <a:cubicBezTo>
                  <a:pt x="18" y="41"/>
                  <a:pt x="24" y="65"/>
                  <a:pt x="26" y="82"/>
                </a:cubicBezTo>
                <a:cubicBezTo>
                  <a:pt x="27" y="93"/>
                  <a:pt x="27" y="108"/>
                  <a:pt x="15" y="102"/>
                </a:cubicBezTo>
                <a:cubicBezTo>
                  <a:pt x="16" y="100"/>
                  <a:pt x="15" y="100"/>
                  <a:pt x="15" y="97"/>
                </a:cubicBezTo>
                <a:cubicBezTo>
                  <a:pt x="16" y="95"/>
                  <a:pt x="13" y="98"/>
                  <a:pt x="13" y="96"/>
                </a:cubicBezTo>
                <a:cubicBezTo>
                  <a:pt x="11" y="72"/>
                  <a:pt x="8" y="40"/>
                  <a:pt x="5" y="13"/>
                </a:cubicBezTo>
                <a:cubicBezTo>
                  <a:pt x="5" y="11"/>
                  <a:pt x="0" y="10"/>
                  <a:pt x="2" y="8"/>
                </a:cubicBezTo>
                <a:cubicBezTo>
                  <a:pt x="5" y="4"/>
                  <a:pt x="8" y="0"/>
                  <a:pt x="14" y="1"/>
                </a:cubicBezTo>
                <a:cubicBezTo>
                  <a:pt x="19" y="1"/>
                  <a:pt x="26" y="9"/>
                  <a:pt x="32" y="12"/>
                </a:cubicBezTo>
                <a:cubicBezTo>
                  <a:pt x="39" y="15"/>
                  <a:pt x="46" y="17"/>
                  <a:pt x="52" y="20"/>
                </a:cubicBezTo>
                <a:cubicBezTo>
                  <a:pt x="58" y="23"/>
                  <a:pt x="65" y="26"/>
                  <a:pt x="71" y="29"/>
                </a:cubicBezTo>
                <a:cubicBezTo>
                  <a:pt x="82" y="34"/>
                  <a:pt x="88" y="38"/>
                  <a:pt x="99" y="39"/>
                </a:cubicBezTo>
                <a:cubicBezTo>
                  <a:pt x="102" y="40"/>
                  <a:pt x="105" y="38"/>
                  <a:pt x="108" y="41"/>
                </a:cubicBezTo>
                <a:cubicBezTo>
                  <a:pt x="108" y="43"/>
                  <a:pt x="108" y="44"/>
                  <a:pt x="107" y="45"/>
                </a:cubicBezTo>
                <a:cubicBezTo>
                  <a:pt x="109" y="47"/>
                  <a:pt x="111" y="47"/>
                  <a:pt x="113" y="4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venir LT Std 45 Book" panose="020B0502020203020204" pitchFamily="34" charset="0"/>
              <a:ea typeface="Arial"/>
              <a:cs typeface="Arial"/>
              <a:sym typeface="Arial"/>
            </a:endParaRPr>
          </a:p>
        </p:txBody>
      </p:sp>
      <p:sp>
        <p:nvSpPr>
          <p:cNvPr id="114" name="ZoneTexte 113">
            <a:extLst>
              <a:ext uri="{FF2B5EF4-FFF2-40B4-BE49-F238E27FC236}">
                <a16:creationId xmlns:a16="http://schemas.microsoft.com/office/drawing/2014/main" id="{994A6283-349C-5C2A-A18E-20D02C8A0E55}"/>
              </a:ext>
            </a:extLst>
          </p:cNvPr>
          <p:cNvSpPr txBox="1"/>
          <p:nvPr/>
        </p:nvSpPr>
        <p:spPr>
          <a:xfrm>
            <a:off x="6838813" y="3287011"/>
            <a:ext cx="5394930" cy="415498"/>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0084D4"/>
                </a:solidFill>
                <a:effectLst/>
                <a:uLnTx/>
                <a:uFillTx/>
                <a:latin typeface="Avenir LT Std 65 Medium" panose="020B0803020203020204" pitchFamily="34" charset="0"/>
                <a:ea typeface="+mn-ea"/>
                <a:cs typeface="+mn-cs"/>
              </a:rPr>
              <a:t>En collectif pour aborder la répartition de la charge collective </a:t>
            </a:r>
            <a:r>
              <a:rPr kumimoji="0" lang="fr-FR" sz="1050" b="1" i="0" u="none" strike="noStrike" kern="1200" cap="none" spc="0" normalizeH="0" baseline="0" noProof="0">
                <a:ln>
                  <a:noFill/>
                </a:ln>
                <a:solidFill>
                  <a:srgbClr val="0084D4"/>
                </a:solidFill>
                <a:effectLst/>
                <a:uLnTx/>
                <a:uFillTx/>
                <a:latin typeface="Avenir LT Std 35 Light" panose="020B0402020203020204" pitchFamily="34" charset="0"/>
                <a:ea typeface="+mn-ea"/>
                <a:cs typeface="+mn-cs"/>
              </a:rPr>
              <a:t>(réunion d’équipe, point d’activité, réunion dédiée…)</a:t>
            </a:r>
          </a:p>
        </p:txBody>
      </p:sp>
      <p:sp>
        <p:nvSpPr>
          <p:cNvPr id="115" name="Rectangle : coins arrondis 114">
            <a:extLst>
              <a:ext uri="{FF2B5EF4-FFF2-40B4-BE49-F238E27FC236}">
                <a16:creationId xmlns:a16="http://schemas.microsoft.com/office/drawing/2014/main" id="{742CDE37-F4C7-9163-D0EC-1F35443AA8BF}"/>
              </a:ext>
            </a:extLst>
          </p:cNvPr>
          <p:cNvSpPr/>
          <p:nvPr/>
        </p:nvSpPr>
        <p:spPr>
          <a:xfrm>
            <a:off x="6790781" y="1858547"/>
            <a:ext cx="1213158" cy="1368000"/>
          </a:xfrm>
          <a:prstGeom prst="roundRect">
            <a:avLst/>
          </a:prstGeom>
          <a:solidFill>
            <a:schemeClr val="accent1">
              <a:lumMod val="10000"/>
              <a:lumOff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Avant </a:t>
            </a:r>
            <a:r>
              <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 </a:t>
            </a:r>
            <a:r>
              <a:rPr kumimoji="0" lang="fr-FR" sz="105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proposer au collaborateur de préparer son analyse, préparer la votre, planifier un temps dédié distinct de tout autre sujet</a:t>
            </a:r>
            <a:endPar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endParaRPr>
          </a:p>
        </p:txBody>
      </p:sp>
      <p:sp>
        <p:nvSpPr>
          <p:cNvPr id="116" name="Rectangle : coins arrondis 115">
            <a:extLst>
              <a:ext uri="{FF2B5EF4-FFF2-40B4-BE49-F238E27FC236}">
                <a16:creationId xmlns:a16="http://schemas.microsoft.com/office/drawing/2014/main" id="{33E6B5E2-681C-538A-C2D1-A9945F4A284C}"/>
              </a:ext>
            </a:extLst>
          </p:cNvPr>
          <p:cNvSpPr/>
          <p:nvPr/>
        </p:nvSpPr>
        <p:spPr>
          <a:xfrm>
            <a:off x="8083791" y="1858547"/>
            <a:ext cx="2441899" cy="1368000"/>
          </a:xfrm>
          <a:prstGeom prst="roundRect">
            <a:avLst/>
          </a:prstGeom>
          <a:solidFill>
            <a:schemeClr val="accent1">
              <a:lumMod val="10000"/>
              <a:lumOff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En entretien : </a:t>
            </a:r>
            <a:r>
              <a:rPr kumimoji="0" lang="fr-FR" sz="105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y accorder de l’importance, questionner les conditions réelles, explorer le ressenti, discuter des priorités, échanger sur les ajustements utiles, demander à être alerté sur les besoins de renoncement, s’engager à accompagner les difficultés</a:t>
            </a:r>
          </a:p>
        </p:txBody>
      </p:sp>
      <p:sp>
        <p:nvSpPr>
          <p:cNvPr id="117" name="Rectangle : coins arrondis 116">
            <a:extLst>
              <a:ext uri="{FF2B5EF4-FFF2-40B4-BE49-F238E27FC236}">
                <a16:creationId xmlns:a16="http://schemas.microsoft.com/office/drawing/2014/main" id="{553ECBD4-9DD9-75FB-F004-335871002E51}"/>
              </a:ext>
            </a:extLst>
          </p:cNvPr>
          <p:cNvSpPr/>
          <p:nvPr/>
        </p:nvSpPr>
        <p:spPr>
          <a:xfrm>
            <a:off x="10605543" y="1858547"/>
            <a:ext cx="1441488" cy="1368000"/>
          </a:xfrm>
          <a:prstGeom prst="roundRect">
            <a:avLst/>
          </a:prstGeom>
          <a:solidFill>
            <a:schemeClr val="accent1">
              <a:lumMod val="10000"/>
              <a:lumOff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Après : </a:t>
            </a:r>
            <a:r>
              <a:rPr kumimoji="0" lang="fr-FR" sz="105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escalader si nécessaire </a:t>
            </a:r>
            <a:r>
              <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(hiérarchie, RH, médecine du travail, préventeur)</a:t>
            </a:r>
            <a:r>
              <a:rPr kumimoji="0" lang="fr-FR" sz="105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 identifier les solutions d’aménagement, assurer un suivi </a:t>
            </a:r>
            <a:endPar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endParaRPr>
          </a:p>
        </p:txBody>
      </p:sp>
      <p:sp>
        <p:nvSpPr>
          <p:cNvPr id="118" name="Google Shape;5120;p20">
            <a:extLst>
              <a:ext uri="{FF2B5EF4-FFF2-40B4-BE49-F238E27FC236}">
                <a16:creationId xmlns:a16="http://schemas.microsoft.com/office/drawing/2014/main" id="{F4F0BB6A-549D-56B4-3D00-5FE3BBD381BA}"/>
              </a:ext>
            </a:extLst>
          </p:cNvPr>
          <p:cNvSpPr/>
          <p:nvPr/>
        </p:nvSpPr>
        <p:spPr>
          <a:xfrm rot="7192736">
            <a:off x="6513183" y="4777609"/>
            <a:ext cx="254924" cy="310630"/>
          </a:xfrm>
          <a:custGeom>
            <a:avLst/>
            <a:gdLst/>
            <a:ahLst/>
            <a:cxnLst/>
            <a:rect l="l" t="t" r="r" b="b"/>
            <a:pathLst>
              <a:path w="114" h="139" extrusionOk="0">
                <a:moveTo>
                  <a:pt x="74" y="114"/>
                </a:moveTo>
                <a:cubicBezTo>
                  <a:pt x="74" y="112"/>
                  <a:pt x="71" y="112"/>
                  <a:pt x="70" y="110"/>
                </a:cubicBezTo>
                <a:cubicBezTo>
                  <a:pt x="71" y="112"/>
                  <a:pt x="71" y="114"/>
                  <a:pt x="74" y="114"/>
                </a:cubicBezTo>
                <a:close/>
                <a:moveTo>
                  <a:pt x="95" y="127"/>
                </a:moveTo>
                <a:cubicBezTo>
                  <a:pt x="95" y="122"/>
                  <a:pt x="95" y="120"/>
                  <a:pt x="93" y="116"/>
                </a:cubicBezTo>
                <a:cubicBezTo>
                  <a:pt x="91" y="115"/>
                  <a:pt x="85" y="104"/>
                  <a:pt x="81" y="98"/>
                </a:cubicBezTo>
                <a:cubicBezTo>
                  <a:pt x="68" y="79"/>
                  <a:pt x="51" y="54"/>
                  <a:pt x="39" y="37"/>
                </a:cubicBezTo>
                <a:cubicBezTo>
                  <a:pt x="55" y="70"/>
                  <a:pt x="72" y="101"/>
                  <a:pt x="95" y="127"/>
                </a:cubicBezTo>
                <a:close/>
                <a:moveTo>
                  <a:pt x="113" y="48"/>
                </a:moveTo>
                <a:cubicBezTo>
                  <a:pt x="114" y="59"/>
                  <a:pt x="102" y="55"/>
                  <a:pt x="92" y="53"/>
                </a:cubicBezTo>
                <a:cubicBezTo>
                  <a:pt x="81" y="50"/>
                  <a:pt x="63" y="46"/>
                  <a:pt x="54" y="39"/>
                </a:cubicBezTo>
                <a:cubicBezTo>
                  <a:pt x="64" y="60"/>
                  <a:pt x="80" y="79"/>
                  <a:pt x="92" y="99"/>
                </a:cubicBezTo>
                <a:cubicBezTo>
                  <a:pt x="97" y="108"/>
                  <a:pt x="104" y="119"/>
                  <a:pt x="112" y="126"/>
                </a:cubicBezTo>
                <a:cubicBezTo>
                  <a:pt x="112" y="129"/>
                  <a:pt x="109" y="129"/>
                  <a:pt x="108" y="131"/>
                </a:cubicBezTo>
                <a:cubicBezTo>
                  <a:pt x="105" y="131"/>
                  <a:pt x="104" y="130"/>
                  <a:pt x="102" y="129"/>
                </a:cubicBezTo>
                <a:cubicBezTo>
                  <a:pt x="98" y="139"/>
                  <a:pt x="86" y="133"/>
                  <a:pt x="82" y="126"/>
                </a:cubicBezTo>
                <a:cubicBezTo>
                  <a:pt x="81" y="128"/>
                  <a:pt x="80" y="129"/>
                  <a:pt x="78" y="130"/>
                </a:cubicBezTo>
                <a:cubicBezTo>
                  <a:pt x="63" y="124"/>
                  <a:pt x="59" y="106"/>
                  <a:pt x="51" y="96"/>
                </a:cubicBezTo>
                <a:cubicBezTo>
                  <a:pt x="50" y="95"/>
                  <a:pt x="51" y="96"/>
                  <a:pt x="51" y="95"/>
                </a:cubicBezTo>
                <a:cubicBezTo>
                  <a:pt x="43" y="84"/>
                  <a:pt x="36" y="68"/>
                  <a:pt x="28" y="53"/>
                </a:cubicBezTo>
                <a:cubicBezTo>
                  <a:pt x="24" y="46"/>
                  <a:pt x="19" y="39"/>
                  <a:pt x="29" y="38"/>
                </a:cubicBezTo>
                <a:cubicBezTo>
                  <a:pt x="27" y="33"/>
                  <a:pt x="24" y="29"/>
                  <a:pt x="23" y="25"/>
                </a:cubicBezTo>
                <a:cubicBezTo>
                  <a:pt x="18" y="41"/>
                  <a:pt x="24" y="65"/>
                  <a:pt x="26" y="82"/>
                </a:cubicBezTo>
                <a:cubicBezTo>
                  <a:pt x="27" y="93"/>
                  <a:pt x="27" y="108"/>
                  <a:pt x="15" y="102"/>
                </a:cubicBezTo>
                <a:cubicBezTo>
                  <a:pt x="16" y="100"/>
                  <a:pt x="15" y="100"/>
                  <a:pt x="15" y="97"/>
                </a:cubicBezTo>
                <a:cubicBezTo>
                  <a:pt x="16" y="95"/>
                  <a:pt x="13" y="98"/>
                  <a:pt x="13" y="96"/>
                </a:cubicBezTo>
                <a:cubicBezTo>
                  <a:pt x="11" y="72"/>
                  <a:pt x="8" y="40"/>
                  <a:pt x="5" y="13"/>
                </a:cubicBezTo>
                <a:cubicBezTo>
                  <a:pt x="5" y="11"/>
                  <a:pt x="0" y="10"/>
                  <a:pt x="2" y="8"/>
                </a:cubicBezTo>
                <a:cubicBezTo>
                  <a:pt x="5" y="4"/>
                  <a:pt x="8" y="0"/>
                  <a:pt x="14" y="1"/>
                </a:cubicBezTo>
                <a:cubicBezTo>
                  <a:pt x="19" y="1"/>
                  <a:pt x="26" y="9"/>
                  <a:pt x="32" y="12"/>
                </a:cubicBezTo>
                <a:cubicBezTo>
                  <a:pt x="39" y="15"/>
                  <a:pt x="46" y="17"/>
                  <a:pt x="52" y="20"/>
                </a:cubicBezTo>
                <a:cubicBezTo>
                  <a:pt x="58" y="23"/>
                  <a:pt x="65" y="26"/>
                  <a:pt x="71" y="29"/>
                </a:cubicBezTo>
                <a:cubicBezTo>
                  <a:pt x="82" y="34"/>
                  <a:pt x="88" y="38"/>
                  <a:pt x="99" y="39"/>
                </a:cubicBezTo>
                <a:cubicBezTo>
                  <a:pt x="102" y="40"/>
                  <a:pt x="105" y="38"/>
                  <a:pt x="108" y="41"/>
                </a:cubicBezTo>
                <a:cubicBezTo>
                  <a:pt x="108" y="43"/>
                  <a:pt x="108" y="44"/>
                  <a:pt x="107" y="45"/>
                </a:cubicBezTo>
                <a:cubicBezTo>
                  <a:pt x="109" y="47"/>
                  <a:pt x="111" y="47"/>
                  <a:pt x="113" y="4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venir LT Std 45 Book" panose="020B0502020203020204" pitchFamily="34" charset="0"/>
              <a:ea typeface="Arial"/>
              <a:cs typeface="Arial"/>
              <a:sym typeface="Arial"/>
            </a:endParaRPr>
          </a:p>
        </p:txBody>
      </p:sp>
      <p:sp>
        <p:nvSpPr>
          <p:cNvPr id="119" name="ZoneTexte 118">
            <a:extLst>
              <a:ext uri="{FF2B5EF4-FFF2-40B4-BE49-F238E27FC236}">
                <a16:creationId xmlns:a16="http://schemas.microsoft.com/office/drawing/2014/main" id="{8FEC18A0-6892-7667-51B5-8A02C0B85919}"/>
              </a:ext>
            </a:extLst>
          </p:cNvPr>
          <p:cNvSpPr txBox="1"/>
          <p:nvPr/>
        </p:nvSpPr>
        <p:spPr>
          <a:xfrm>
            <a:off x="6838813" y="4802078"/>
            <a:ext cx="5203225" cy="253916"/>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0084D4"/>
                </a:solidFill>
                <a:effectLst/>
                <a:uLnTx/>
                <a:uFillTx/>
                <a:latin typeface="Avenir LT Std 35 Light" panose="020B0402020203020204" pitchFamily="34" charset="0"/>
                <a:ea typeface="+mn-ea"/>
                <a:cs typeface="+mn-cs"/>
              </a:rPr>
              <a:t>Au besoin, </a:t>
            </a:r>
            <a:r>
              <a:rPr kumimoji="0" lang="fr-FR" sz="1050" b="1" i="0" u="none" strike="noStrike" kern="1200" cap="none" spc="0" normalizeH="0" baseline="0" noProof="0">
                <a:ln>
                  <a:noFill/>
                </a:ln>
                <a:solidFill>
                  <a:srgbClr val="0084D4"/>
                </a:solidFill>
                <a:effectLst/>
                <a:uLnTx/>
                <a:uFillTx/>
                <a:latin typeface="Avenir LT Std 65 Medium" panose="020B0803020203020204" pitchFamily="34" charset="0"/>
                <a:ea typeface="+mn-ea"/>
                <a:cs typeface="+mn-cs"/>
              </a:rPr>
              <a:t>déployer une démarche d’écoute du collectif</a:t>
            </a:r>
            <a:endParaRPr kumimoji="0" lang="fr-FR" sz="1050" b="1" i="0" u="none" strike="noStrike" kern="1200" cap="none" spc="0" normalizeH="0" baseline="0" noProof="0">
              <a:ln>
                <a:noFill/>
              </a:ln>
              <a:solidFill>
                <a:srgbClr val="0084D4"/>
              </a:solidFill>
              <a:effectLst/>
              <a:uLnTx/>
              <a:uFillTx/>
              <a:latin typeface="Avenir LT Std 35 Light" panose="020B0402020203020204" pitchFamily="34" charset="0"/>
              <a:ea typeface="+mn-ea"/>
              <a:cs typeface="+mn-cs"/>
            </a:endParaRPr>
          </a:p>
        </p:txBody>
      </p:sp>
      <p:sp>
        <p:nvSpPr>
          <p:cNvPr id="120" name="Rectangle : coins arrondis 119">
            <a:extLst>
              <a:ext uri="{FF2B5EF4-FFF2-40B4-BE49-F238E27FC236}">
                <a16:creationId xmlns:a16="http://schemas.microsoft.com/office/drawing/2014/main" id="{3FD90B73-4B95-B020-6C60-D6268BEE56CC}"/>
              </a:ext>
            </a:extLst>
          </p:cNvPr>
          <p:cNvSpPr/>
          <p:nvPr/>
        </p:nvSpPr>
        <p:spPr>
          <a:xfrm>
            <a:off x="6790780" y="3724356"/>
            <a:ext cx="5256251" cy="1020546"/>
          </a:xfrm>
          <a:prstGeom prst="roundRect">
            <a:avLst/>
          </a:prstGeom>
          <a:solidFill>
            <a:schemeClr val="accent1">
              <a:lumMod val="10000"/>
              <a:lumOff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05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Valoriser les succès </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05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Partager des repères collectifs </a:t>
            </a:r>
            <a:r>
              <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(niveau de qualité, priorités, fonctionnement)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05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Laisser au collectif la marge de manœuvre de proposer des ajustements </a:t>
            </a:r>
            <a:r>
              <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(entraide, binôme…) </a:t>
            </a:r>
            <a:r>
              <a:rPr kumimoji="0" lang="fr-FR" sz="105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et les arbitrer en tenant compte des souhaits et compétences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05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Prévenir l’éventuelle mauvaise répartition de la charge en toute transparence avec le collectif</a:t>
            </a:r>
          </a:p>
        </p:txBody>
      </p:sp>
      <p:sp>
        <p:nvSpPr>
          <p:cNvPr id="121" name="Titre 7">
            <a:extLst>
              <a:ext uri="{FF2B5EF4-FFF2-40B4-BE49-F238E27FC236}">
                <a16:creationId xmlns:a16="http://schemas.microsoft.com/office/drawing/2014/main" id="{FC033AAB-5B5C-0FD1-DEA9-D1D4907AE0E3}"/>
              </a:ext>
            </a:extLst>
          </p:cNvPr>
          <p:cNvSpPr txBox="1">
            <a:spLocks/>
          </p:cNvSpPr>
          <p:nvPr/>
        </p:nvSpPr>
        <p:spPr>
          <a:xfrm>
            <a:off x="6003036" y="5347645"/>
            <a:ext cx="3389966" cy="193899"/>
          </a:xfrm>
          <a:prstGeom prst="rect">
            <a:avLst/>
          </a:prstGeom>
        </p:spPr>
        <p:txBody>
          <a:bodyPr vert="horz" wrap="square" lIns="0" tIns="0" rIns="72000" bIns="0" rtlCol="0" anchor="ctr">
            <a:spAutoFit/>
          </a:bodyPr>
          <a:lstStyle>
            <a:lvl1pPr algn="l" defTabSz="914355" rtl="0" eaLnBrk="1" latinLnBrk="0" hangingPunct="1">
              <a:lnSpc>
                <a:spcPct val="90000"/>
              </a:lnSpc>
              <a:spcBef>
                <a:spcPct val="0"/>
              </a:spcBef>
              <a:buNone/>
              <a:defRPr sz="2400" b="1" kern="1200">
                <a:solidFill>
                  <a:srgbClr val="0084D4"/>
                </a:solidFill>
                <a:latin typeface="Arial" panose="020B0604020202020204" pitchFamily="34" charset="0"/>
                <a:ea typeface="+mj-ea"/>
                <a:cs typeface="Arial" panose="020B0604020202020204" pitchFamily="34" charset="0"/>
              </a:defRPr>
            </a:lvl1pPr>
          </a:lstStyle>
          <a:p>
            <a:pPr marL="0" marR="0" lvl="0" indent="0" algn="l" defTabSz="914355" rtl="0" eaLnBrk="1" fontAlgn="auto" latinLnBrk="0" hangingPunct="1">
              <a:lnSpc>
                <a:spcPct val="90000"/>
              </a:lnSpc>
              <a:spcBef>
                <a:spcPct val="0"/>
              </a:spcBef>
              <a:spcAft>
                <a:spcPts val="0"/>
              </a:spcAft>
              <a:buClrTx/>
              <a:buSzTx/>
              <a:buFontTx/>
              <a:buNone/>
              <a:tabLst/>
              <a:defRPr/>
            </a:pPr>
            <a:r>
              <a:rPr kumimoji="0" lang="fr-FR" sz="1400" b="1" i="0" u="none" strike="noStrike" kern="1200" cap="none" spc="0" normalizeH="0" baseline="0" noProof="0">
                <a:ln>
                  <a:noFill/>
                </a:ln>
                <a:solidFill>
                  <a:srgbClr val="8374D1"/>
                </a:solidFill>
                <a:effectLst/>
                <a:uLnTx/>
                <a:uFillTx/>
                <a:latin typeface="Avenir LT Std 65 Medium" panose="020B0803020203020204" pitchFamily="34" charset="0"/>
                <a:ea typeface="+mj-ea"/>
                <a:cs typeface="Arial" panose="020B0604020202020204" pitchFamily="34" charset="0"/>
              </a:rPr>
              <a:t>AVEC QUELLE POSTURE </a:t>
            </a:r>
          </a:p>
        </p:txBody>
      </p:sp>
      <p:pic>
        <p:nvPicPr>
          <p:cNvPr id="123" name="Graphique 122" descr="Commande vocale contour">
            <a:extLst>
              <a:ext uri="{FF2B5EF4-FFF2-40B4-BE49-F238E27FC236}">
                <a16:creationId xmlns:a16="http://schemas.microsoft.com/office/drawing/2014/main" id="{86D71C86-1428-8E51-2DD4-37D3B3BE696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529690" y="5265106"/>
            <a:ext cx="396000" cy="396000"/>
          </a:xfrm>
          <a:prstGeom prst="rect">
            <a:avLst/>
          </a:prstGeom>
        </p:spPr>
      </p:pic>
      <p:sp>
        <p:nvSpPr>
          <p:cNvPr id="125" name="ZoneTexte 124">
            <a:extLst>
              <a:ext uri="{FF2B5EF4-FFF2-40B4-BE49-F238E27FC236}">
                <a16:creationId xmlns:a16="http://schemas.microsoft.com/office/drawing/2014/main" id="{E49DBF9B-94FC-DF11-1ED6-D70FC67BDB3F}"/>
              </a:ext>
            </a:extLst>
          </p:cNvPr>
          <p:cNvSpPr txBox="1"/>
          <p:nvPr/>
        </p:nvSpPr>
        <p:spPr>
          <a:xfrm>
            <a:off x="5540691" y="5607791"/>
            <a:ext cx="1340202" cy="253916"/>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8374D1"/>
                </a:solidFill>
                <a:effectLst/>
                <a:uLnTx/>
                <a:uFillTx/>
                <a:latin typeface="Avenir LT Std 65 Medium" panose="020B0803020203020204" pitchFamily="34" charset="0"/>
                <a:ea typeface="+mn-ea"/>
                <a:cs typeface="+mn-cs"/>
              </a:rPr>
              <a:t>Libérer la parole </a:t>
            </a:r>
            <a:endParaRPr kumimoji="0" lang="fr-FR" sz="1050" b="1" i="0" u="none" strike="noStrike" kern="1200" cap="none" spc="0" normalizeH="0" baseline="0" noProof="0">
              <a:ln>
                <a:noFill/>
              </a:ln>
              <a:solidFill>
                <a:srgbClr val="8374D1"/>
              </a:solidFill>
              <a:effectLst/>
              <a:uLnTx/>
              <a:uFillTx/>
              <a:latin typeface="Avenir LT Std 35 Light" panose="020B0402020203020204" pitchFamily="34" charset="0"/>
              <a:ea typeface="+mn-ea"/>
              <a:cs typeface="+mn-cs"/>
            </a:endParaRPr>
          </a:p>
        </p:txBody>
      </p:sp>
      <p:sp>
        <p:nvSpPr>
          <p:cNvPr id="126" name="ZoneTexte 125">
            <a:extLst>
              <a:ext uri="{FF2B5EF4-FFF2-40B4-BE49-F238E27FC236}">
                <a16:creationId xmlns:a16="http://schemas.microsoft.com/office/drawing/2014/main" id="{D85D3880-9406-EE61-9AE2-1B0D65CDC355}"/>
              </a:ext>
            </a:extLst>
          </p:cNvPr>
          <p:cNvSpPr txBox="1"/>
          <p:nvPr/>
        </p:nvSpPr>
        <p:spPr>
          <a:xfrm>
            <a:off x="7280995" y="5607791"/>
            <a:ext cx="1551826" cy="253916"/>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8374D1"/>
                </a:solidFill>
                <a:effectLst/>
                <a:uLnTx/>
                <a:uFillTx/>
                <a:latin typeface="Avenir LT Std 65 Medium" panose="020B0803020203020204" pitchFamily="34" charset="0"/>
                <a:ea typeface="+mn-ea"/>
                <a:cs typeface="+mn-cs"/>
              </a:rPr>
              <a:t>Écouter activement </a:t>
            </a:r>
            <a:endParaRPr kumimoji="0" lang="fr-FR" sz="1050" b="1" i="0" u="none" strike="noStrike" kern="1200" cap="none" spc="0" normalizeH="0" baseline="0" noProof="0">
              <a:ln>
                <a:noFill/>
              </a:ln>
              <a:solidFill>
                <a:srgbClr val="8374D1"/>
              </a:solidFill>
              <a:effectLst/>
              <a:uLnTx/>
              <a:uFillTx/>
              <a:latin typeface="Avenir LT Std 35 Light" panose="020B0402020203020204" pitchFamily="34" charset="0"/>
              <a:ea typeface="+mn-ea"/>
              <a:cs typeface="+mn-cs"/>
            </a:endParaRPr>
          </a:p>
        </p:txBody>
      </p:sp>
      <p:sp>
        <p:nvSpPr>
          <p:cNvPr id="127" name="ZoneTexte 126">
            <a:extLst>
              <a:ext uri="{FF2B5EF4-FFF2-40B4-BE49-F238E27FC236}">
                <a16:creationId xmlns:a16="http://schemas.microsoft.com/office/drawing/2014/main" id="{DED2418D-3CE4-D342-7927-B37A1BE2FD1F}"/>
              </a:ext>
            </a:extLst>
          </p:cNvPr>
          <p:cNvSpPr txBox="1"/>
          <p:nvPr/>
        </p:nvSpPr>
        <p:spPr>
          <a:xfrm>
            <a:off x="5441516" y="5803478"/>
            <a:ext cx="1802412" cy="861774"/>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srgbClr val="8374D1"/>
                </a:solidFill>
                <a:effectLst/>
                <a:uLnTx/>
                <a:uFillTx/>
                <a:latin typeface="Avenir LT Std 35 Light" panose="020B0402020203020204" pitchFamily="34" charset="0"/>
                <a:ea typeface="+mn-ea"/>
                <a:cs typeface="+mn-cs"/>
              </a:rPr>
              <a:t>prendre l’initiative, ouvrir un espace bienveillant, être exemplaire, prendre le temps d’en parler à tous les niveaux</a:t>
            </a:r>
            <a:endParaRPr kumimoji="0" lang="fr-FR" sz="1000" b="1" i="0" u="none" strike="noStrike" kern="1200" cap="none" spc="0" normalizeH="0" baseline="0" noProof="0">
              <a:ln>
                <a:noFill/>
              </a:ln>
              <a:solidFill>
                <a:srgbClr val="8374D1"/>
              </a:solidFill>
              <a:effectLst/>
              <a:uLnTx/>
              <a:uFillTx/>
              <a:latin typeface="Avenir LT Std 35 Light" panose="020B0402020203020204" pitchFamily="34" charset="0"/>
              <a:ea typeface="+mn-ea"/>
              <a:cs typeface="+mn-cs"/>
            </a:endParaRPr>
          </a:p>
        </p:txBody>
      </p:sp>
      <p:sp>
        <p:nvSpPr>
          <p:cNvPr id="128" name="ZoneTexte 127">
            <a:extLst>
              <a:ext uri="{FF2B5EF4-FFF2-40B4-BE49-F238E27FC236}">
                <a16:creationId xmlns:a16="http://schemas.microsoft.com/office/drawing/2014/main" id="{DC366EE1-18A2-CAE5-CB9B-FBB021230C78}"/>
              </a:ext>
            </a:extLst>
          </p:cNvPr>
          <p:cNvSpPr txBox="1"/>
          <p:nvPr/>
        </p:nvSpPr>
        <p:spPr>
          <a:xfrm>
            <a:off x="7280995" y="5803478"/>
            <a:ext cx="1924363" cy="1015663"/>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srgbClr val="8374D1"/>
                </a:solidFill>
                <a:effectLst/>
                <a:uLnTx/>
                <a:uFillTx/>
                <a:latin typeface="Avenir LT Std 35 Light" panose="020B0402020203020204" pitchFamily="34" charset="0"/>
                <a:ea typeface="+mn-ea"/>
                <a:cs typeface="+mn-cs"/>
              </a:rPr>
              <a:t>ne pas interrompre, reformuler pour vérifier la compréhension, poser des questions ouvertes, rester attentif aux signaux non verbaux contradictoires </a:t>
            </a:r>
            <a:endParaRPr kumimoji="0" lang="fr-FR" sz="1000" b="1" i="0" u="none" strike="noStrike" kern="1200" cap="none" spc="0" normalizeH="0" baseline="0" noProof="0">
              <a:ln>
                <a:noFill/>
              </a:ln>
              <a:solidFill>
                <a:srgbClr val="8374D1"/>
              </a:solidFill>
              <a:effectLst/>
              <a:uLnTx/>
              <a:uFillTx/>
              <a:latin typeface="Avenir LT Std 35 Light" panose="020B0402020203020204" pitchFamily="34" charset="0"/>
              <a:ea typeface="+mn-ea"/>
              <a:cs typeface="+mn-cs"/>
            </a:endParaRPr>
          </a:p>
        </p:txBody>
      </p:sp>
      <p:sp>
        <p:nvSpPr>
          <p:cNvPr id="129" name="ZoneTexte 128">
            <a:extLst>
              <a:ext uri="{FF2B5EF4-FFF2-40B4-BE49-F238E27FC236}">
                <a16:creationId xmlns:a16="http://schemas.microsoft.com/office/drawing/2014/main" id="{1C769A75-61E7-08D5-F5DD-C402E8480D39}"/>
              </a:ext>
            </a:extLst>
          </p:cNvPr>
          <p:cNvSpPr txBox="1"/>
          <p:nvPr/>
        </p:nvSpPr>
        <p:spPr>
          <a:xfrm>
            <a:off x="9224428" y="5607791"/>
            <a:ext cx="1551826" cy="253916"/>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8374D1"/>
                </a:solidFill>
                <a:effectLst/>
                <a:uLnTx/>
                <a:uFillTx/>
                <a:latin typeface="Avenir LT Std 65 Medium" panose="020B0803020203020204" pitchFamily="34" charset="0"/>
                <a:ea typeface="+mn-ea"/>
                <a:cs typeface="+mn-cs"/>
              </a:rPr>
              <a:t>Favoriser le dialogue </a:t>
            </a:r>
            <a:endParaRPr kumimoji="0" lang="fr-FR" sz="1050" b="1" i="0" u="none" strike="noStrike" kern="1200" cap="none" spc="0" normalizeH="0" baseline="0" noProof="0">
              <a:ln>
                <a:noFill/>
              </a:ln>
              <a:solidFill>
                <a:srgbClr val="8374D1"/>
              </a:solidFill>
              <a:effectLst/>
              <a:uLnTx/>
              <a:uFillTx/>
              <a:latin typeface="Avenir LT Std 35 Light" panose="020B0402020203020204" pitchFamily="34" charset="0"/>
              <a:ea typeface="+mn-ea"/>
              <a:cs typeface="+mn-cs"/>
            </a:endParaRPr>
          </a:p>
        </p:txBody>
      </p:sp>
      <p:sp>
        <p:nvSpPr>
          <p:cNvPr id="130" name="ZoneTexte 129">
            <a:extLst>
              <a:ext uri="{FF2B5EF4-FFF2-40B4-BE49-F238E27FC236}">
                <a16:creationId xmlns:a16="http://schemas.microsoft.com/office/drawing/2014/main" id="{66B9CFBD-FCD2-CC11-9DB0-EF17B4CA435B}"/>
              </a:ext>
            </a:extLst>
          </p:cNvPr>
          <p:cNvSpPr txBox="1"/>
          <p:nvPr/>
        </p:nvSpPr>
        <p:spPr>
          <a:xfrm>
            <a:off x="9224428" y="5803478"/>
            <a:ext cx="1860334" cy="1015663"/>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srgbClr val="8374D1"/>
                </a:solidFill>
                <a:effectLst/>
                <a:uLnTx/>
                <a:uFillTx/>
                <a:latin typeface="Avenir LT Std 35 Light" panose="020B0402020203020204" pitchFamily="34" charset="0"/>
                <a:ea typeface="+mn-ea"/>
                <a:cs typeface="+mn-cs"/>
              </a:rPr>
              <a:t>accueillir les émotions sans les minimiser, ne pas se justifier ni être sur la défensive, prendre le temps de réfléchir et coconstruire les solutions</a:t>
            </a:r>
            <a:endParaRPr kumimoji="0" lang="fr-FR" sz="1000" b="1" i="0" u="none" strike="noStrike" kern="1200" cap="none" spc="0" normalizeH="0" baseline="0" noProof="0">
              <a:ln>
                <a:noFill/>
              </a:ln>
              <a:solidFill>
                <a:srgbClr val="8374D1"/>
              </a:solidFill>
              <a:effectLst/>
              <a:uLnTx/>
              <a:uFillTx/>
              <a:latin typeface="Avenir LT Std 35 Light" panose="020B0402020203020204" pitchFamily="34" charset="0"/>
              <a:ea typeface="+mn-ea"/>
              <a:cs typeface="+mn-cs"/>
            </a:endParaRPr>
          </a:p>
        </p:txBody>
      </p:sp>
      <p:sp>
        <p:nvSpPr>
          <p:cNvPr id="132" name="Forme libre : forme 131">
            <a:extLst>
              <a:ext uri="{FF2B5EF4-FFF2-40B4-BE49-F238E27FC236}">
                <a16:creationId xmlns:a16="http://schemas.microsoft.com/office/drawing/2014/main" id="{9B1A0DE9-A26C-75E5-D345-DD6677788212}"/>
              </a:ext>
            </a:extLst>
          </p:cNvPr>
          <p:cNvSpPr>
            <a:spLocks noChangeAspect="1"/>
          </p:cNvSpPr>
          <p:nvPr/>
        </p:nvSpPr>
        <p:spPr>
          <a:xfrm>
            <a:off x="6390482" y="2362741"/>
            <a:ext cx="360000" cy="359613"/>
          </a:xfrm>
          <a:custGeom>
            <a:avLst/>
            <a:gdLst>
              <a:gd name="csX0" fmla="*/ 572468 w 857246"/>
              <a:gd name="csY0" fmla="*/ 558184 h 856323"/>
              <a:gd name="csX1" fmla="*/ 581025 w 857246"/>
              <a:gd name="csY1" fmla="*/ 555319 h 856323"/>
              <a:gd name="csX2" fmla="*/ 628650 w 857246"/>
              <a:gd name="csY2" fmla="*/ 520084 h 856323"/>
              <a:gd name="csX3" fmla="*/ 634380 w 857246"/>
              <a:gd name="csY3" fmla="*/ 461037 h 856323"/>
              <a:gd name="csX4" fmla="*/ 640110 w 857246"/>
              <a:gd name="csY4" fmla="*/ 416277 h 856323"/>
              <a:gd name="csX5" fmla="*/ 637245 w 857246"/>
              <a:gd name="csY5" fmla="*/ 401990 h 856323"/>
              <a:gd name="csX6" fmla="*/ 622958 w 857246"/>
              <a:gd name="csY6" fmla="*/ 404854 h 856323"/>
              <a:gd name="csX7" fmla="*/ 614400 w 857246"/>
              <a:gd name="csY7" fmla="*/ 466767 h 856323"/>
              <a:gd name="csX8" fmla="*/ 609638 w 857246"/>
              <a:gd name="csY8" fmla="*/ 509629 h 856323"/>
              <a:gd name="csX9" fmla="*/ 575332 w 857246"/>
              <a:gd name="csY9" fmla="*/ 534410 h 856323"/>
              <a:gd name="csX10" fmla="*/ 519150 w 857246"/>
              <a:gd name="csY10" fmla="*/ 590592 h 856323"/>
              <a:gd name="csX11" fmla="*/ 494370 w 857246"/>
              <a:gd name="csY11" fmla="*/ 624897 h 856323"/>
              <a:gd name="csX12" fmla="*/ 451507 w 857246"/>
              <a:gd name="csY12" fmla="*/ 629660 h 856323"/>
              <a:gd name="csX13" fmla="*/ 374340 w 857246"/>
              <a:gd name="csY13" fmla="*/ 650607 h 856323"/>
              <a:gd name="csX14" fmla="*/ 335272 w 857246"/>
              <a:gd name="csY14" fmla="*/ 667760 h 856323"/>
              <a:gd name="csX15" fmla="*/ 296204 w 857246"/>
              <a:gd name="csY15" fmla="*/ 650607 h 856323"/>
              <a:gd name="csX16" fmla="*/ 219036 w 857246"/>
              <a:gd name="csY16" fmla="*/ 629660 h 856323"/>
              <a:gd name="csX17" fmla="*/ 176174 w 857246"/>
              <a:gd name="csY17" fmla="*/ 624897 h 856323"/>
              <a:gd name="csX18" fmla="*/ 151394 w 857246"/>
              <a:gd name="csY18" fmla="*/ 590592 h 856323"/>
              <a:gd name="csX19" fmla="*/ 95211 w 857246"/>
              <a:gd name="csY19" fmla="*/ 534410 h 856323"/>
              <a:gd name="csX20" fmla="*/ 60906 w 857246"/>
              <a:gd name="csY20" fmla="*/ 509629 h 856323"/>
              <a:gd name="csX21" fmla="*/ 56144 w 857246"/>
              <a:gd name="csY21" fmla="*/ 466767 h 856323"/>
              <a:gd name="csX22" fmla="*/ 35196 w 857246"/>
              <a:gd name="csY22" fmla="*/ 389599 h 856323"/>
              <a:gd name="csX23" fmla="*/ 18044 w 857246"/>
              <a:gd name="csY23" fmla="*/ 350531 h 856323"/>
              <a:gd name="csX24" fmla="*/ 35196 w 857246"/>
              <a:gd name="csY24" fmla="*/ 311464 h 856323"/>
              <a:gd name="csX25" fmla="*/ 56144 w 857246"/>
              <a:gd name="csY25" fmla="*/ 234296 h 856323"/>
              <a:gd name="csX26" fmla="*/ 60906 w 857246"/>
              <a:gd name="csY26" fmla="*/ 191433 h 856323"/>
              <a:gd name="csX27" fmla="*/ 95211 w 857246"/>
              <a:gd name="csY27" fmla="*/ 166653 h 856323"/>
              <a:gd name="csX28" fmla="*/ 151394 w 857246"/>
              <a:gd name="csY28" fmla="*/ 110471 h 856323"/>
              <a:gd name="csX29" fmla="*/ 176174 w 857246"/>
              <a:gd name="csY29" fmla="*/ 76166 h 856323"/>
              <a:gd name="csX30" fmla="*/ 219036 w 857246"/>
              <a:gd name="csY30" fmla="*/ 71403 h 856323"/>
              <a:gd name="csX31" fmla="*/ 296204 w 857246"/>
              <a:gd name="csY31" fmla="*/ 50456 h 856323"/>
              <a:gd name="csX32" fmla="*/ 335272 w 857246"/>
              <a:gd name="csY32" fmla="*/ 33303 h 856323"/>
              <a:gd name="csX33" fmla="*/ 374340 w 857246"/>
              <a:gd name="csY33" fmla="*/ 50456 h 856323"/>
              <a:gd name="csX34" fmla="*/ 451507 w 857246"/>
              <a:gd name="csY34" fmla="*/ 71403 h 856323"/>
              <a:gd name="csX35" fmla="*/ 481050 w 857246"/>
              <a:gd name="csY35" fmla="*/ 70436 h 856323"/>
              <a:gd name="csX36" fmla="*/ 493440 w 857246"/>
              <a:gd name="csY36" fmla="*/ 62808 h 856323"/>
              <a:gd name="csX37" fmla="*/ 485813 w 857246"/>
              <a:gd name="csY37" fmla="*/ 50418 h 856323"/>
              <a:gd name="csX38" fmla="*/ 444848 w 857246"/>
              <a:gd name="csY38" fmla="*/ 51386 h 856323"/>
              <a:gd name="csX39" fmla="*/ 389595 w 857246"/>
              <a:gd name="csY39" fmla="*/ 36130 h 856323"/>
              <a:gd name="csX40" fmla="*/ 335310 w 857246"/>
              <a:gd name="csY40" fmla="*/ 12318 h 856323"/>
              <a:gd name="csX41" fmla="*/ 281025 w 857246"/>
              <a:gd name="csY41" fmla="*/ 36130 h 856323"/>
              <a:gd name="csX42" fmla="*/ 225773 w 857246"/>
              <a:gd name="csY42" fmla="*/ 51386 h 856323"/>
              <a:gd name="csX43" fmla="*/ 166725 w 857246"/>
              <a:gd name="csY43" fmla="*/ 57116 h 856323"/>
              <a:gd name="csX44" fmla="*/ 131490 w 857246"/>
              <a:gd name="csY44" fmla="*/ 104741 h 856323"/>
              <a:gd name="csX45" fmla="*/ 90525 w 857246"/>
              <a:gd name="csY45" fmla="*/ 145706 h 856323"/>
              <a:gd name="csX46" fmla="*/ 42900 w 857246"/>
              <a:gd name="csY46" fmla="*/ 180941 h 856323"/>
              <a:gd name="csX47" fmla="*/ 37170 w 857246"/>
              <a:gd name="csY47" fmla="*/ 239988 h 856323"/>
              <a:gd name="csX48" fmla="*/ 21915 w 857246"/>
              <a:gd name="csY48" fmla="*/ 295241 h 856323"/>
              <a:gd name="csX49" fmla="*/ 0 w 857246"/>
              <a:gd name="csY49" fmla="*/ 352428 h 856323"/>
              <a:gd name="csX50" fmla="*/ 23813 w 857246"/>
              <a:gd name="csY50" fmla="*/ 406713 h 856323"/>
              <a:gd name="csX51" fmla="*/ 39068 w 857246"/>
              <a:gd name="csY51" fmla="*/ 461965 h 856323"/>
              <a:gd name="csX52" fmla="*/ 44798 w 857246"/>
              <a:gd name="csY52" fmla="*/ 521013 h 856323"/>
              <a:gd name="csX53" fmla="*/ 92423 w 857246"/>
              <a:gd name="csY53" fmla="*/ 556247 h 856323"/>
              <a:gd name="csX54" fmla="*/ 100980 w 857246"/>
              <a:gd name="csY54" fmla="*/ 559112 h 856323"/>
              <a:gd name="csX55" fmla="*/ 4759 w 857246"/>
              <a:gd name="csY55" fmla="*/ 778187 h 856323"/>
              <a:gd name="csX56" fmla="*/ 5726 w 857246"/>
              <a:gd name="csY56" fmla="*/ 788680 h 856323"/>
              <a:gd name="csX57" fmla="*/ 16219 w 857246"/>
              <a:gd name="csY57" fmla="*/ 792475 h 856323"/>
              <a:gd name="csX58" fmla="*/ 127652 w 857246"/>
              <a:gd name="csY58" fmla="*/ 769631 h 856323"/>
              <a:gd name="csX59" fmla="*/ 175277 w 857246"/>
              <a:gd name="csY59" fmla="*/ 851561 h 856323"/>
              <a:gd name="csX60" fmla="*/ 183834 w 857246"/>
              <a:gd name="csY60" fmla="*/ 856323 h 856323"/>
              <a:gd name="csX61" fmla="*/ 184802 w 857246"/>
              <a:gd name="csY61" fmla="*/ 856323 h 856323"/>
              <a:gd name="csX62" fmla="*/ 193359 w 857246"/>
              <a:gd name="csY62" fmla="*/ 850593 h 856323"/>
              <a:gd name="csX63" fmla="*/ 278117 w 857246"/>
              <a:gd name="csY63" fmla="*/ 660093 h 856323"/>
              <a:gd name="csX64" fmla="*/ 283847 w 857246"/>
              <a:gd name="csY64" fmla="*/ 664856 h 856323"/>
              <a:gd name="csX65" fmla="*/ 338131 w 857246"/>
              <a:gd name="csY65" fmla="*/ 688668 h 856323"/>
              <a:gd name="csX66" fmla="*/ 392416 w 857246"/>
              <a:gd name="csY66" fmla="*/ 664856 h 856323"/>
              <a:gd name="csX67" fmla="*/ 398146 w 857246"/>
              <a:gd name="csY67" fmla="*/ 660093 h 856323"/>
              <a:gd name="csX68" fmla="*/ 482903 w 857246"/>
              <a:gd name="csY68" fmla="*/ 850593 h 856323"/>
              <a:gd name="csX69" fmla="*/ 491461 w 857246"/>
              <a:gd name="csY69" fmla="*/ 856323 h 856323"/>
              <a:gd name="csX70" fmla="*/ 492428 w 857246"/>
              <a:gd name="csY70" fmla="*/ 856323 h 856323"/>
              <a:gd name="csX71" fmla="*/ 500986 w 857246"/>
              <a:gd name="csY71" fmla="*/ 851561 h 856323"/>
              <a:gd name="csX72" fmla="*/ 548611 w 857246"/>
              <a:gd name="csY72" fmla="*/ 769631 h 856323"/>
              <a:gd name="csX73" fmla="*/ 660044 w 857246"/>
              <a:gd name="csY73" fmla="*/ 792475 h 856323"/>
              <a:gd name="csX74" fmla="*/ 670537 w 857246"/>
              <a:gd name="csY74" fmla="*/ 788680 h 856323"/>
              <a:gd name="csX75" fmla="*/ 671504 w 857246"/>
              <a:gd name="csY75" fmla="*/ 778187 h 856323"/>
              <a:gd name="csX76" fmla="*/ 182876 w 857246"/>
              <a:gd name="csY76" fmla="*/ 824884 h 856323"/>
              <a:gd name="csX77" fmla="*/ 141911 w 857246"/>
              <a:gd name="csY77" fmla="*/ 753447 h 856323"/>
              <a:gd name="csX78" fmla="*/ 131418 w 857246"/>
              <a:gd name="csY78" fmla="*/ 748684 h 856323"/>
              <a:gd name="csX79" fmla="*/ 31444 w 857246"/>
              <a:gd name="csY79" fmla="*/ 768665 h 856323"/>
              <a:gd name="csX80" fmla="*/ 119066 w 857246"/>
              <a:gd name="csY80" fmla="*/ 570535 h 856323"/>
              <a:gd name="csX81" fmla="*/ 133354 w 857246"/>
              <a:gd name="csY81" fmla="*/ 597213 h 856323"/>
              <a:gd name="csX82" fmla="*/ 168589 w 857246"/>
              <a:gd name="csY82" fmla="*/ 644838 h 856323"/>
              <a:gd name="csX83" fmla="*/ 227636 w 857246"/>
              <a:gd name="csY83" fmla="*/ 650568 h 856323"/>
              <a:gd name="csX84" fmla="*/ 260006 w 857246"/>
              <a:gd name="csY84" fmla="*/ 650568 h 856323"/>
              <a:gd name="csX85" fmla="*/ 543893 w 857246"/>
              <a:gd name="csY85" fmla="*/ 748684 h 856323"/>
              <a:gd name="csX86" fmla="*/ 533400 w 857246"/>
              <a:gd name="csY86" fmla="*/ 753447 h 856323"/>
              <a:gd name="csX87" fmla="*/ 492435 w 857246"/>
              <a:gd name="csY87" fmla="*/ 824884 h 856323"/>
              <a:gd name="csX88" fmla="*/ 415267 w 857246"/>
              <a:gd name="csY88" fmla="*/ 650567 h 856323"/>
              <a:gd name="csX89" fmla="*/ 447637 w 857246"/>
              <a:gd name="csY89" fmla="*/ 650567 h 856323"/>
              <a:gd name="csX90" fmla="*/ 506684 w 857246"/>
              <a:gd name="csY90" fmla="*/ 644837 h 856323"/>
              <a:gd name="csX91" fmla="*/ 541919 w 857246"/>
              <a:gd name="csY91" fmla="*/ 597212 h 856323"/>
              <a:gd name="csX92" fmla="*/ 556207 w 857246"/>
              <a:gd name="csY92" fmla="*/ 570535 h 856323"/>
              <a:gd name="csX93" fmla="*/ 643829 w 857246"/>
              <a:gd name="csY93" fmla="*/ 768664 h 856323"/>
              <a:gd name="csX94" fmla="*/ 664851 w 857246"/>
              <a:gd name="csY94" fmla="*/ 0 h 856323"/>
              <a:gd name="csX95" fmla="*/ 472455 w 857246"/>
              <a:gd name="csY95" fmla="*/ 192395 h 856323"/>
              <a:gd name="csX96" fmla="*/ 664851 w 857246"/>
              <a:gd name="csY96" fmla="*/ 384791 h 856323"/>
              <a:gd name="csX97" fmla="*/ 857246 w 857246"/>
              <a:gd name="csY97" fmla="*/ 192395 h 856323"/>
              <a:gd name="csX98" fmla="*/ 664851 w 857246"/>
              <a:gd name="csY98" fmla="*/ 0 h 856323"/>
              <a:gd name="csX99" fmla="*/ 664851 w 857246"/>
              <a:gd name="csY99" fmla="*/ 364817 h 856323"/>
              <a:gd name="csX100" fmla="*/ 492429 w 857246"/>
              <a:gd name="csY100" fmla="*/ 192395 h 856323"/>
              <a:gd name="csX101" fmla="*/ 664851 w 857246"/>
              <a:gd name="csY101" fmla="*/ 20945 h 856323"/>
              <a:gd name="csX102" fmla="*/ 837272 w 857246"/>
              <a:gd name="csY102" fmla="*/ 193367 h 856323"/>
              <a:gd name="csX103" fmla="*/ 664851 w 857246"/>
              <a:gd name="csY103" fmla="*/ 364817 h 856323"/>
              <a:gd name="csX104" fmla="*/ 724866 w 857246"/>
              <a:gd name="csY104" fmla="*/ 109538 h 856323"/>
              <a:gd name="csX105" fmla="*/ 627682 w 857246"/>
              <a:gd name="csY105" fmla="*/ 206683 h 856323"/>
              <a:gd name="csX106" fmla="*/ 596242 w 857246"/>
              <a:gd name="csY106" fmla="*/ 164788 h 856323"/>
              <a:gd name="csX107" fmla="*/ 573397 w 857246"/>
              <a:gd name="csY107" fmla="*/ 151468 h 856323"/>
              <a:gd name="csX108" fmla="*/ 547688 w 857246"/>
              <a:gd name="csY108" fmla="*/ 158129 h 856323"/>
              <a:gd name="csX109" fmla="*/ 534368 w 857246"/>
              <a:gd name="csY109" fmla="*/ 180973 h 856323"/>
              <a:gd name="csX110" fmla="*/ 541028 w 857246"/>
              <a:gd name="csY110" fmla="*/ 206683 h 856323"/>
              <a:gd name="csX111" fmla="*/ 597210 w 857246"/>
              <a:gd name="csY111" fmla="*/ 281915 h 856323"/>
              <a:gd name="csX112" fmla="*/ 621023 w 857246"/>
              <a:gd name="csY112" fmla="*/ 294306 h 856323"/>
              <a:gd name="csX113" fmla="*/ 623887 w 857246"/>
              <a:gd name="csY113" fmla="*/ 294306 h 856323"/>
              <a:gd name="csX114" fmla="*/ 646732 w 857246"/>
              <a:gd name="csY114" fmla="*/ 284781 h 856323"/>
              <a:gd name="csX115" fmla="*/ 773424 w 857246"/>
              <a:gd name="csY115" fmla="*/ 158089 h 856323"/>
              <a:gd name="csX116" fmla="*/ 783917 w 857246"/>
              <a:gd name="csY116" fmla="*/ 133308 h 856323"/>
              <a:gd name="csX117" fmla="*/ 773424 w 857246"/>
              <a:gd name="csY117" fmla="*/ 108528 h 856323"/>
              <a:gd name="csX118" fmla="*/ 724869 w 857246"/>
              <a:gd name="csY118" fmla="*/ 109533 h 856323"/>
              <a:gd name="csX119" fmla="*/ 759134 w 857246"/>
              <a:gd name="csY119" fmla="*/ 143843 h 856323"/>
              <a:gd name="csX120" fmla="*/ 632442 w 857246"/>
              <a:gd name="csY120" fmla="*/ 270497 h 856323"/>
              <a:gd name="csX121" fmla="*/ 622917 w 857246"/>
              <a:gd name="csY121" fmla="*/ 274292 h 856323"/>
              <a:gd name="csX122" fmla="*/ 614359 w 857246"/>
              <a:gd name="csY122" fmla="*/ 269529 h 856323"/>
              <a:gd name="csX123" fmla="*/ 558177 w 857246"/>
              <a:gd name="csY123" fmla="*/ 194297 h 856323"/>
              <a:gd name="csX124" fmla="*/ 555312 w 857246"/>
              <a:gd name="csY124" fmla="*/ 183804 h 856323"/>
              <a:gd name="csX125" fmla="*/ 561042 w 857246"/>
              <a:gd name="csY125" fmla="*/ 174279 h 856323"/>
              <a:gd name="csX126" fmla="*/ 569600 w 857246"/>
              <a:gd name="csY126" fmla="*/ 171414 h 856323"/>
              <a:gd name="csX127" fmla="*/ 571497 w 857246"/>
              <a:gd name="csY127" fmla="*/ 171414 h 856323"/>
              <a:gd name="csX128" fmla="*/ 581022 w 857246"/>
              <a:gd name="csY128" fmla="*/ 177144 h 856323"/>
              <a:gd name="csX129" fmla="*/ 619122 w 857246"/>
              <a:gd name="csY129" fmla="*/ 227634 h 856323"/>
              <a:gd name="csX130" fmla="*/ 626750 w 857246"/>
              <a:gd name="csY130" fmla="*/ 231430 h 856323"/>
              <a:gd name="csX131" fmla="*/ 634377 w 857246"/>
              <a:gd name="csY131" fmla="*/ 228565 h 856323"/>
              <a:gd name="csX132" fmla="*/ 739152 w 857246"/>
              <a:gd name="csY132" fmla="*/ 123828 h 856323"/>
              <a:gd name="csX133" fmla="*/ 759170 w 857246"/>
              <a:gd name="csY133" fmla="*/ 123828 h 856323"/>
              <a:gd name="csX134" fmla="*/ 762965 w 857246"/>
              <a:gd name="csY134" fmla="*/ 133353 h 856323"/>
              <a:gd name="csX135" fmla="*/ 759133 w 857246"/>
              <a:gd name="csY135" fmla="*/ 143845 h 856323"/>
              <a:gd name="csX136" fmla="*/ 524838 w 857246"/>
              <a:gd name="csY136" fmla="*/ 370509 h 856323"/>
              <a:gd name="csX137" fmla="*/ 536260 w 857246"/>
              <a:gd name="csY137" fmla="*/ 360984 h 856323"/>
              <a:gd name="csX138" fmla="*/ 545785 w 857246"/>
              <a:gd name="csY138" fmla="*/ 372407 h 856323"/>
              <a:gd name="csX139" fmla="*/ 479110 w 857246"/>
              <a:gd name="csY139" fmla="*/ 505757 h 856323"/>
              <a:gd name="csX140" fmla="*/ 339102 w 857246"/>
              <a:gd name="csY140" fmla="*/ 560041 h 856323"/>
              <a:gd name="csX141" fmla="*/ 128581 w 857246"/>
              <a:gd name="csY141" fmla="*/ 352425 h 856323"/>
              <a:gd name="csX142" fmla="*/ 337159 w 857246"/>
              <a:gd name="csY142" fmla="*/ 143847 h 856323"/>
              <a:gd name="csX143" fmla="*/ 448592 w 857246"/>
              <a:gd name="csY143" fmla="*/ 176216 h 856323"/>
              <a:gd name="csX144" fmla="*/ 451457 w 857246"/>
              <a:gd name="csY144" fmla="*/ 190504 h 856323"/>
              <a:gd name="csX145" fmla="*/ 437170 w 857246"/>
              <a:gd name="csY145" fmla="*/ 193369 h 856323"/>
              <a:gd name="csX146" fmla="*/ 336186 w 857246"/>
              <a:gd name="csY146" fmla="*/ 163826 h 856323"/>
              <a:gd name="csX147" fmla="*/ 148553 w 857246"/>
              <a:gd name="csY147" fmla="*/ 351459 h 856323"/>
              <a:gd name="csX148" fmla="*/ 336186 w 857246"/>
              <a:gd name="csY148" fmla="*/ 539092 h 856323"/>
              <a:gd name="csX149" fmla="*/ 524828 w 857246"/>
              <a:gd name="csY149" fmla="*/ 370509 h 856323"/>
              <a:gd name="csX150" fmla="*/ 469585 w 857246"/>
              <a:gd name="csY150" fmla="*/ 288616 h 856323"/>
              <a:gd name="csX151" fmla="*/ 382893 w 857246"/>
              <a:gd name="csY151" fmla="*/ 287649 h 856323"/>
              <a:gd name="csX152" fmla="*/ 355285 w 857246"/>
              <a:gd name="csY152" fmla="*/ 204789 h 856323"/>
              <a:gd name="csX153" fmla="*/ 338133 w 857246"/>
              <a:gd name="csY153" fmla="*/ 192399 h 856323"/>
              <a:gd name="csX154" fmla="*/ 320980 w 857246"/>
              <a:gd name="csY154" fmla="*/ 204789 h 856323"/>
              <a:gd name="csX155" fmla="*/ 293373 w 857246"/>
              <a:gd name="csY155" fmla="*/ 287649 h 856323"/>
              <a:gd name="csX156" fmla="*/ 206680 w 857246"/>
              <a:gd name="csY156" fmla="*/ 288616 h 856323"/>
              <a:gd name="csX157" fmla="*/ 189528 w 857246"/>
              <a:gd name="csY157" fmla="*/ 301006 h 856323"/>
              <a:gd name="csX158" fmla="*/ 196188 w 857246"/>
              <a:gd name="csY158" fmla="*/ 321024 h 856323"/>
              <a:gd name="csX159" fmla="*/ 265728 w 857246"/>
              <a:gd name="csY159" fmla="*/ 372444 h 856323"/>
              <a:gd name="csX160" fmla="*/ 239050 w 857246"/>
              <a:gd name="csY160" fmla="*/ 455304 h 856323"/>
              <a:gd name="csX161" fmla="*/ 245710 w 857246"/>
              <a:gd name="csY161" fmla="*/ 475321 h 856323"/>
              <a:gd name="csX162" fmla="*/ 256203 w 857246"/>
              <a:gd name="csY162" fmla="*/ 479116 h 856323"/>
              <a:gd name="csX163" fmla="*/ 266696 w 857246"/>
              <a:gd name="csY163" fmla="*/ 475321 h 856323"/>
              <a:gd name="csX164" fmla="*/ 337165 w 857246"/>
              <a:gd name="csY164" fmla="*/ 424831 h 856323"/>
              <a:gd name="csX165" fmla="*/ 407635 w 857246"/>
              <a:gd name="csY165" fmla="*/ 475321 h 856323"/>
              <a:gd name="csX166" fmla="*/ 429550 w 857246"/>
              <a:gd name="csY166" fmla="*/ 475321 h 856323"/>
              <a:gd name="csX167" fmla="*/ 436210 w 857246"/>
              <a:gd name="csY167" fmla="*/ 455304 h 856323"/>
              <a:gd name="csX168" fmla="*/ 409570 w 857246"/>
              <a:gd name="csY168" fmla="*/ 373373 h 856323"/>
              <a:gd name="csX169" fmla="*/ 479110 w 857246"/>
              <a:gd name="csY169" fmla="*/ 321954 h 856323"/>
              <a:gd name="csX170" fmla="*/ 485770 w 857246"/>
              <a:gd name="csY170" fmla="*/ 301936 h 856323"/>
              <a:gd name="csX171" fmla="*/ 469585 w 857246"/>
              <a:gd name="csY171" fmla="*/ 288616 h 856323"/>
              <a:gd name="csX172" fmla="*/ 391488 w 857246"/>
              <a:gd name="csY172" fmla="*/ 361951 h 856323"/>
              <a:gd name="csX173" fmla="*/ 387693 w 857246"/>
              <a:gd name="csY173" fmla="*/ 373373 h 856323"/>
              <a:gd name="csX174" fmla="*/ 414370 w 857246"/>
              <a:gd name="csY174" fmla="*/ 457201 h 856323"/>
              <a:gd name="csX175" fmla="*/ 342933 w 857246"/>
              <a:gd name="csY175" fmla="*/ 405781 h 856323"/>
              <a:gd name="csX176" fmla="*/ 330543 w 857246"/>
              <a:gd name="csY176" fmla="*/ 405781 h 856323"/>
              <a:gd name="csX177" fmla="*/ 259105 w 857246"/>
              <a:gd name="csY177" fmla="*/ 457201 h 856323"/>
              <a:gd name="csX178" fmla="*/ 285783 w 857246"/>
              <a:gd name="csY178" fmla="*/ 373373 h 856323"/>
              <a:gd name="csX179" fmla="*/ 281988 w 857246"/>
              <a:gd name="csY179" fmla="*/ 361951 h 856323"/>
              <a:gd name="csX180" fmla="*/ 211518 w 857246"/>
              <a:gd name="csY180" fmla="*/ 309563 h 856323"/>
              <a:gd name="csX181" fmla="*/ 299140 w 857246"/>
              <a:gd name="csY181" fmla="*/ 308596 h 856323"/>
              <a:gd name="csX182" fmla="*/ 308665 w 857246"/>
              <a:gd name="csY182" fmla="*/ 301936 h 856323"/>
              <a:gd name="csX183" fmla="*/ 336273 w 857246"/>
              <a:gd name="csY183" fmla="*/ 219076 h 856323"/>
              <a:gd name="csX184" fmla="*/ 363880 w 857246"/>
              <a:gd name="csY184" fmla="*/ 301936 h 856323"/>
              <a:gd name="csX185" fmla="*/ 373405 w 857246"/>
              <a:gd name="csY185" fmla="*/ 308596 h 856323"/>
              <a:gd name="csX186" fmla="*/ 461027 w 857246"/>
              <a:gd name="csY186" fmla="*/ 309563 h 8563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Lst>
            <a:rect l="l" t="t" r="r" b="b"/>
            <a:pathLst>
              <a:path w="857246" h="856323">
                <a:moveTo>
                  <a:pt x="572468" y="558184"/>
                </a:moveTo>
                <a:cubicBezTo>
                  <a:pt x="575333" y="557217"/>
                  <a:pt x="578198" y="556286"/>
                  <a:pt x="581025" y="555319"/>
                </a:cubicBezTo>
                <a:cubicBezTo>
                  <a:pt x="601973" y="550557"/>
                  <a:pt x="619125" y="538167"/>
                  <a:pt x="628650" y="520084"/>
                </a:cubicBezTo>
                <a:cubicBezTo>
                  <a:pt x="639143" y="502002"/>
                  <a:pt x="641041" y="481017"/>
                  <a:pt x="634380" y="461037"/>
                </a:cubicBezTo>
                <a:cubicBezTo>
                  <a:pt x="629618" y="445782"/>
                  <a:pt x="631515" y="429597"/>
                  <a:pt x="640110" y="416277"/>
                </a:cubicBezTo>
                <a:cubicBezTo>
                  <a:pt x="642975" y="411515"/>
                  <a:pt x="642008" y="404855"/>
                  <a:pt x="637245" y="401990"/>
                </a:cubicBezTo>
                <a:cubicBezTo>
                  <a:pt x="632483" y="399124"/>
                  <a:pt x="625823" y="400092"/>
                  <a:pt x="622958" y="404854"/>
                </a:cubicBezTo>
                <a:cubicBezTo>
                  <a:pt x="611535" y="422937"/>
                  <a:pt x="608670" y="445820"/>
                  <a:pt x="614400" y="466767"/>
                </a:cubicBezTo>
                <a:cubicBezTo>
                  <a:pt x="619163" y="482022"/>
                  <a:pt x="617265" y="496310"/>
                  <a:pt x="609638" y="509629"/>
                </a:cubicBezTo>
                <a:cubicBezTo>
                  <a:pt x="602010" y="522949"/>
                  <a:pt x="590588" y="531545"/>
                  <a:pt x="575332" y="534410"/>
                </a:cubicBezTo>
                <a:cubicBezTo>
                  <a:pt x="547725" y="541070"/>
                  <a:pt x="525810" y="562985"/>
                  <a:pt x="519150" y="590592"/>
                </a:cubicBezTo>
                <a:cubicBezTo>
                  <a:pt x="515355" y="605847"/>
                  <a:pt x="506760" y="618199"/>
                  <a:pt x="494370" y="624897"/>
                </a:cubicBezTo>
                <a:cubicBezTo>
                  <a:pt x="481050" y="632525"/>
                  <a:pt x="466763" y="633455"/>
                  <a:pt x="451507" y="629660"/>
                </a:cubicBezTo>
                <a:cubicBezTo>
                  <a:pt x="423900" y="621102"/>
                  <a:pt x="394357" y="629660"/>
                  <a:pt x="374340" y="650607"/>
                </a:cubicBezTo>
                <a:cubicBezTo>
                  <a:pt x="363847" y="662029"/>
                  <a:pt x="350527" y="667760"/>
                  <a:pt x="335272" y="667760"/>
                </a:cubicBezTo>
                <a:cubicBezTo>
                  <a:pt x="320017" y="667760"/>
                  <a:pt x="306697" y="662030"/>
                  <a:pt x="296204" y="650607"/>
                </a:cubicBezTo>
                <a:cubicBezTo>
                  <a:pt x="277154" y="629660"/>
                  <a:pt x="246682" y="621064"/>
                  <a:pt x="219036" y="629660"/>
                </a:cubicBezTo>
                <a:cubicBezTo>
                  <a:pt x="203781" y="634422"/>
                  <a:pt x="189494" y="632525"/>
                  <a:pt x="176174" y="624897"/>
                </a:cubicBezTo>
                <a:cubicBezTo>
                  <a:pt x="162854" y="617270"/>
                  <a:pt x="154259" y="605847"/>
                  <a:pt x="151394" y="590592"/>
                </a:cubicBezTo>
                <a:cubicBezTo>
                  <a:pt x="144734" y="562985"/>
                  <a:pt x="122819" y="541070"/>
                  <a:pt x="95211" y="534410"/>
                </a:cubicBezTo>
                <a:cubicBezTo>
                  <a:pt x="79956" y="530615"/>
                  <a:pt x="67604" y="522020"/>
                  <a:pt x="60906" y="509629"/>
                </a:cubicBezTo>
                <a:cubicBezTo>
                  <a:pt x="53279" y="496310"/>
                  <a:pt x="52348" y="482022"/>
                  <a:pt x="56144" y="466767"/>
                </a:cubicBezTo>
                <a:cubicBezTo>
                  <a:pt x="64701" y="439160"/>
                  <a:pt x="56144" y="409617"/>
                  <a:pt x="35196" y="389599"/>
                </a:cubicBezTo>
                <a:cubicBezTo>
                  <a:pt x="23774" y="379106"/>
                  <a:pt x="18044" y="365787"/>
                  <a:pt x="18044" y="350531"/>
                </a:cubicBezTo>
                <a:cubicBezTo>
                  <a:pt x="18044" y="335276"/>
                  <a:pt x="23773" y="321956"/>
                  <a:pt x="35196" y="311464"/>
                </a:cubicBezTo>
                <a:cubicBezTo>
                  <a:pt x="56144" y="292414"/>
                  <a:pt x="64739" y="261941"/>
                  <a:pt x="56144" y="234296"/>
                </a:cubicBezTo>
                <a:cubicBezTo>
                  <a:pt x="51381" y="219041"/>
                  <a:pt x="53279" y="204753"/>
                  <a:pt x="60906" y="191433"/>
                </a:cubicBezTo>
                <a:cubicBezTo>
                  <a:pt x="68534" y="178114"/>
                  <a:pt x="79956" y="169518"/>
                  <a:pt x="95211" y="166653"/>
                </a:cubicBezTo>
                <a:cubicBezTo>
                  <a:pt x="122819" y="159993"/>
                  <a:pt x="144734" y="138078"/>
                  <a:pt x="151394" y="110471"/>
                </a:cubicBezTo>
                <a:cubicBezTo>
                  <a:pt x="155189" y="95216"/>
                  <a:pt x="163784" y="82864"/>
                  <a:pt x="176174" y="76166"/>
                </a:cubicBezTo>
                <a:cubicBezTo>
                  <a:pt x="189494" y="68538"/>
                  <a:pt x="203781" y="67608"/>
                  <a:pt x="219036" y="71403"/>
                </a:cubicBezTo>
                <a:cubicBezTo>
                  <a:pt x="246644" y="79961"/>
                  <a:pt x="276186" y="71403"/>
                  <a:pt x="296204" y="50456"/>
                </a:cubicBezTo>
                <a:cubicBezTo>
                  <a:pt x="306697" y="39033"/>
                  <a:pt x="320017" y="33303"/>
                  <a:pt x="335272" y="33303"/>
                </a:cubicBezTo>
                <a:cubicBezTo>
                  <a:pt x="350527" y="33303"/>
                  <a:pt x="363847" y="39033"/>
                  <a:pt x="374340" y="50456"/>
                </a:cubicBezTo>
                <a:cubicBezTo>
                  <a:pt x="393390" y="71403"/>
                  <a:pt x="423862" y="79999"/>
                  <a:pt x="451507" y="71403"/>
                </a:cubicBezTo>
                <a:cubicBezTo>
                  <a:pt x="462000" y="68538"/>
                  <a:pt x="471525" y="67608"/>
                  <a:pt x="481050" y="70436"/>
                </a:cubicBezTo>
                <a:cubicBezTo>
                  <a:pt x="486780" y="72333"/>
                  <a:pt x="492472" y="68538"/>
                  <a:pt x="493440" y="62808"/>
                </a:cubicBezTo>
                <a:cubicBezTo>
                  <a:pt x="495338" y="57079"/>
                  <a:pt x="491543" y="51386"/>
                  <a:pt x="485813" y="50418"/>
                </a:cubicBezTo>
                <a:cubicBezTo>
                  <a:pt x="472493" y="46623"/>
                  <a:pt x="458205" y="47553"/>
                  <a:pt x="444848" y="51386"/>
                </a:cubicBezTo>
                <a:cubicBezTo>
                  <a:pt x="424830" y="58046"/>
                  <a:pt x="402953" y="51386"/>
                  <a:pt x="389595" y="36130"/>
                </a:cubicBezTo>
                <a:cubicBezTo>
                  <a:pt x="375307" y="20875"/>
                  <a:pt x="356257" y="12318"/>
                  <a:pt x="335310" y="12318"/>
                </a:cubicBezTo>
                <a:cubicBezTo>
                  <a:pt x="314363" y="12318"/>
                  <a:pt x="295313" y="20876"/>
                  <a:pt x="281025" y="36130"/>
                </a:cubicBezTo>
                <a:cubicBezTo>
                  <a:pt x="266738" y="51386"/>
                  <a:pt x="244823" y="57078"/>
                  <a:pt x="225773" y="51386"/>
                </a:cubicBezTo>
                <a:cubicBezTo>
                  <a:pt x="205755" y="44726"/>
                  <a:pt x="184807" y="47591"/>
                  <a:pt x="166725" y="57116"/>
                </a:cubicBezTo>
                <a:cubicBezTo>
                  <a:pt x="148643" y="67608"/>
                  <a:pt x="136253" y="84723"/>
                  <a:pt x="131490" y="104741"/>
                </a:cubicBezTo>
                <a:cubicBezTo>
                  <a:pt x="126728" y="124758"/>
                  <a:pt x="110543" y="140943"/>
                  <a:pt x="90525" y="145706"/>
                </a:cubicBezTo>
                <a:cubicBezTo>
                  <a:pt x="69578" y="150468"/>
                  <a:pt x="52425" y="162858"/>
                  <a:pt x="42900" y="180941"/>
                </a:cubicBezTo>
                <a:cubicBezTo>
                  <a:pt x="32407" y="199023"/>
                  <a:pt x="30510" y="220008"/>
                  <a:pt x="37170" y="239988"/>
                </a:cubicBezTo>
                <a:cubicBezTo>
                  <a:pt x="42900" y="260006"/>
                  <a:pt x="37170" y="281883"/>
                  <a:pt x="21915" y="295241"/>
                </a:cubicBezTo>
                <a:cubicBezTo>
                  <a:pt x="8558" y="312430"/>
                  <a:pt x="0" y="331480"/>
                  <a:pt x="0" y="352428"/>
                </a:cubicBezTo>
                <a:cubicBezTo>
                  <a:pt x="0" y="373375"/>
                  <a:pt x="8558" y="392425"/>
                  <a:pt x="23813" y="406713"/>
                </a:cubicBezTo>
                <a:cubicBezTo>
                  <a:pt x="39067" y="421000"/>
                  <a:pt x="44760" y="442915"/>
                  <a:pt x="39068" y="461965"/>
                </a:cubicBezTo>
                <a:cubicBezTo>
                  <a:pt x="32408" y="481983"/>
                  <a:pt x="35273" y="502930"/>
                  <a:pt x="44798" y="521013"/>
                </a:cubicBezTo>
                <a:cubicBezTo>
                  <a:pt x="55290" y="539095"/>
                  <a:pt x="72405" y="551485"/>
                  <a:pt x="92423" y="556247"/>
                </a:cubicBezTo>
                <a:cubicBezTo>
                  <a:pt x="95288" y="557215"/>
                  <a:pt x="98152" y="558145"/>
                  <a:pt x="100980" y="559112"/>
                </a:cubicBezTo>
                <a:lnTo>
                  <a:pt x="4759" y="778187"/>
                </a:lnTo>
                <a:cubicBezTo>
                  <a:pt x="2861" y="781983"/>
                  <a:pt x="3791" y="785815"/>
                  <a:pt x="5726" y="788680"/>
                </a:cubicBezTo>
                <a:cubicBezTo>
                  <a:pt x="8591" y="791545"/>
                  <a:pt x="12386" y="793443"/>
                  <a:pt x="16219" y="792475"/>
                </a:cubicBezTo>
                <a:lnTo>
                  <a:pt x="127652" y="769631"/>
                </a:lnTo>
                <a:lnTo>
                  <a:pt x="175277" y="851561"/>
                </a:lnTo>
                <a:cubicBezTo>
                  <a:pt x="177174" y="854426"/>
                  <a:pt x="180039" y="856323"/>
                  <a:pt x="183834" y="856323"/>
                </a:cubicBezTo>
                <a:lnTo>
                  <a:pt x="184802" y="856323"/>
                </a:lnTo>
                <a:cubicBezTo>
                  <a:pt x="188597" y="856323"/>
                  <a:pt x="192429" y="853458"/>
                  <a:pt x="193359" y="850593"/>
                </a:cubicBezTo>
                <a:lnTo>
                  <a:pt x="278117" y="660093"/>
                </a:lnTo>
                <a:cubicBezTo>
                  <a:pt x="280014" y="661991"/>
                  <a:pt x="281912" y="662958"/>
                  <a:pt x="283847" y="664856"/>
                </a:cubicBezTo>
                <a:cubicBezTo>
                  <a:pt x="298134" y="680111"/>
                  <a:pt x="317184" y="688668"/>
                  <a:pt x="338131" y="688668"/>
                </a:cubicBezTo>
                <a:cubicBezTo>
                  <a:pt x="359079" y="688668"/>
                  <a:pt x="378129" y="680111"/>
                  <a:pt x="392416" y="664856"/>
                </a:cubicBezTo>
                <a:cubicBezTo>
                  <a:pt x="394314" y="662958"/>
                  <a:pt x="396211" y="661061"/>
                  <a:pt x="398146" y="660093"/>
                </a:cubicBezTo>
                <a:lnTo>
                  <a:pt x="482903" y="850593"/>
                </a:lnTo>
                <a:cubicBezTo>
                  <a:pt x="484801" y="854389"/>
                  <a:pt x="487666" y="856323"/>
                  <a:pt x="491461" y="856323"/>
                </a:cubicBezTo>
                <a:lnTo>
                  <a:pt x="492428" y="856323"/>
                </a:lnTo>
                <a:cubicBezTo>
                  <a:pt x="496224" y="856323"/>
                  <a:pt x="499088" y="854426"/>
                  <a:pt x="500986" y="851561"/>
                </a:cubicBezTo>
                <a:lnTo>
                  <a:pt x="548611" y="769631"/>
                </a:lnTo>
                <a:lnTo>
                  <a:pt x="660044" y="792475"/>
                </a:lnTo>
                <a:cubicBezTo>
                  <a:pt x="663839" y="793443"/>
                  <a:pt x="667671" y="791508"/>
                  <a:pt x="670537" y="788680"/>
                </a:cubicBezTo>
                <a:cubicBezTo>
                  <a:pt x="673402" y="785815"/>
                  <a:pt x="673402" y="782020"/>
                  <a:pt x="671504" y="778187"/>
                </a:cubicBezTo>
                <a:close/>
                <a:moveTo>
                  <a:pt x="182876" y="824884"/>
                </a:moveTo>
                <a:lnTo>
                  <a:pt x="141911" y="753447"/>
                </a:lnTo>
                <a:cubicBezTo>
                  <a:pt x="140014" y="749651"/>
                  <a:pt x="135251" y="747717"/>
                  <a:pt x="131418" y="748684"/>
                </a:cubicBezTo>
                <a:lnTo>
                  <a:pt x="31444" y="768665"/>
                </a:lnTo>
                <a:lnTo>
                  <a:pt x="119066" y="570535"/>
                </a:lnTo>
                <a:cubicBezTo>
                  <a:pt x="125726" y="577195"/>
                  <a:pt x="131456" y="586720"/>
                  <a:pt x="133354" y="597213"/>
                </a:cubicBezTo>
                <a:cubicBezTo>
                  <a:pt x="138116" y="618160"/>
                  <a:pt x="150506" y="635313"/>
                  <a:pt x="168589" y="644838"/>
                </a:cubicBezTo>
                <a:cubicBezTo>
                  <a:pt x="186671" y="655331"/>
                  <a:pt x="207656" y="657228"/>
                  <a:pt x="227636" y="650568"/>
                </a:cubicBezTo>
                <a:cubicBezTo>
                  <a:pt x="238129" y="646772"/>
                  <a:pt x="249551" y="647703"/>
                  <a:pt x="260006" y="650568"/>
                </a:cubicBezTo>
                <a:close/>
                <a:moveTo>
                  <a:pt x="543893" y="748684"/>
                </a:moveTo>
                <a:cubicBezTo>
                  <a:pt x="539130" y="747717"/>
                  <a:pt x="535335" y="749651"/>
                  <a:pt x="533400" y="753447"/>
                </a:cubicBezTo>
                <a:lnTo>
                  <a:pt x="492435" y="824884"/>
                </a:lnTo>
                <a:lnTo>
                  <a:pt x="415267" y="650567"/>
                </a:lnTo>
                <a:cubicBezTo>
                  <a:pt x="425760" y="647702"/>
                  <a:pt x="437182" y="646772"/>
                  <a:pt x="447637" y="650567"/>
                </a:cubicBezTo>
                <a:cubicBezTo>
                  <a:pt x="467655" y="657227"/>
                  <a:pt x="488602" y="654362"/>
                  <a:pt x="506684" y="644837"/>
                </a:cubicBezTo>
                <a:cubicBezTo>
                  <a:pt x="524767" y="634344"/>
                  <a:pt x="537157" y="617230"/>
                  <a:pt x="541919" y="597212"/>
                </a:cubicBezTo>
                <a:cubicBezTo>
                  <a:pt x="543817" y="586719"/>
                  <a:pt x="549547" y="578162"/>
                  <a:pt x="556207" y="570535"/>
                </a:cubicBezTo>
                <a:lnTo>
                  <a:pt x="643829" y="768664"/>
                </a:lnTo>
                <a:close/>
                <a:moveTo>
                  <a:pt x="664851" y="0"/>
                </a:moveTo>
                <a:cubicBezTo>
                  <a:pt x="558180" y="0"/>
                  <a:pt x="472455" y="86693"/>
                  <a:pt x="472455" y="192395"/>
                </a:cubicBezTo>
                <a:cubicBezTo>
                  <a:pt x="472455" y="298142"/>
                  <a:pt x="559148" y="384791"/>
                  <a:pt x="664851" y="384791"/>
                </a:cubicBezTo>
                <a:cubicBezTo>
                  <a:pt x="770559" y="384791"/>
                  <a:pt x="857246" y="299066"/>
                  <a:pt x="857246" y="192395"/>
                </a:cubicBezTo>
                <a:cubicBezTo>
                  <a:pt x="857246" y="85725"/>
                  <a:pt x="770553" y="0"/>
                  <a:pt x="664851" y="0"/>
                </a:cubicBezTo>
                <a:close/>
                <a:moveTo>
                  <a:pt x="664851" y="364817"/>
                </a:moveTo>
                <a:cubicBezTo>
                  <a:pt x="569601" y="364817"/>
                  <a:pt x="492429" y="287649"/>
                  <a:pt x="492429" y="192395"/>
                </a:cubicBezTo>
                <a:cubicBezTo>
                  <a:pt x="492429" y="97142"/>
                  <a:pt x="569597" y="20945"/>
                  <a:pt x="664851" y="20945"/>
                </a:cubicBezTo>
                <a:cubicBezTo>
                  <a:pt x="760105" y="20945"/>
                  <a:pt x="837272" y="98113"/>
                  <a:pt x="837272" y="193367"/>
                </a:cubicBezTo>
                <a:cubicBezTo>
                  <a:pt x="837235" y="288617"/>
                  <a:pt x="759138" y="364817"/>
                  <a:pt x="664851" y="364817"/>
                </a:cubicBezTo>
                <a:close/>
                <a:moveTo>
                  <a:pt x="724866" y="109538"/>
                </a:moveTo>
                <a:lnTo>
                  <a:pt x="627682" y="206683"/>
                </a:lnTo>
                <a:lnTo>
                  <a:pt x="596242" y="164788"/>
                </a:lnTo>
                <a:cubicBezTo>
                  <a:pt x="590512" y="157161"/>
                  <a:pt x="582922" y="152398"/>
                  <a:pt x="573397" y="151468"/>
                </a:cubicBezTo>
                <a:cubicBezTo>
                  <a:pt x="563872" y="150501"/>
                  <a:pt x="555315" y="152436"/>
                  <a:pt x="547688" y="158129"/>
                </a:cubicBezTo>
                <a:cubicBezTo>
                  <a:pt x="540060" y="163858"/>
                  <a:pt x="535297" y="171448"/>
                  <a:pt x="534368" y="180973"/>
                </a:cubicBezTo>
                <a:cubicBezTo>
                  <a:pt x="533400" y="190498"/>
                  <a:pt x="535335" y="199056"/>
                  <a:pt x="541028" y="206683"/>
                </a:cubicBezTo>
                <a:lnTo>
                  <a:pt x="597210" y="281915"/>
                </a:lnTo>
                <a:cubicBezTo>
                  <a:pt x="602940" y="289543"/>
                  <a:pt x="611498" y="294306"/>
                  <a:pt x="621023" y="294306"/>
                </a:cubicBezTo>
                <a:lnTo>
                  <a:pt x="623887" y="294306"/>
                </a:lnTo>
                <a:cubicBezTo>
                  <a:pt x="632445" y="294306"/>
                  <a:pt x="640072" y="291441"/>
                  <a:pt x="646732" y="284781"/>
                </a:cubicBezTo>
                <a:lnTo>
                  <a:pt x="773424" y="158089"/>
                </a:lnTo>
                <a:cubicBezTo>
                  <a:pt x="780084" y="151428"/>
                  <a:pt x="783917" y="142833"/>
                  <a:pt x="783917" y="133308"/>
                </a:cubicBezTo>
                <a:cubicBezTo>
                  <a:pt x="783917" y="123783"/>
                  <a:pt x="780122" y="115226"/>
                  <a:pt x="773424" y="108528"/>
                </a:cubicBezTo>
                <a:cubicBezTo>
                  <a:pt x="760105" y="96212"/>
                  <a:pt x="738189" y="96212"/>
                  <a:pt x="724869" y="109533"/>
                </a:cubicBezTo>
                <a:close/>
                <a:moveTo>
                  <a:pt x="759134" y="143843"/>
                </a:moveTo>
                <a:lnTo>
                  <a:pt x="632442" y="270497"/>
                </a:lnTo>
                <a:cubicBezTo>
                  <a:pt x="629577" y="273362"/>
                  <a:pt x="626712" y="274292"/>
                  <a:pt x="622917" y="274292"/>
                </a:cubicBezTo>
                <a:cubicBezTo>
                  <a:pt x="619122" y="274292"/>
                  <a:pt x="616257" y="272394"/>
                  <a:pt x="614359" y="269529"/>
                </a:cubicBezTo>
                <a:lnTo>
                  <a:pt x="558177" y="194297"/>
                </a:lnTo>
                <a:cubicBezTo>
                  <a:pt x="556279" y="191432"/>
                  <a:pt x="555312" y="187637"/>
                  <a:pt x="555312" y="183804"/>
                </a:cubicBezTo>
                <a:cubicBezTo>
                  <a:pt x="556279" y="180009"/>
                  <a:pt x="558177" y="177144"/>
                  <a:pt x="561042" y="174279"/>
                </a:cubicBezTo>
                <a:cubicBezTo>
                  <a:pt x="563907" y="172382"/>
                  <a:pt x="566772" y="171414"/>
                  <a:pt x="569600" y="171414"/>
                </a:cubicBezTo>
                <a:lnTo>
                  <a:pt x="571497" y="171414"/>
                </a:lnTo>
                <a:cubicBezTo>
                  <a:pt x="575292" y="172382"/>
                  <a:pt x="578157" y="174279"/>
                  <a:pt x="581022" y="177144"/>
                </a:cubicBezTo>
                <a:lnTo>
                  <a:pt x="619122" y="227634"/>
                </a:lnTo>
                <a:cubicBezTo>
                  <a:pt x="621020" y="229532"/>
                  <a:pt x="623885" y="231430"/>
                  <a:pt x="626750" y="231430"/>
                </a:cubicBezTo>
                <a:cubicBezTo>
                  <a:pt x="629615" y="231430"/>
                  <a:pt x="632479" y="230462"/>
                  <a:pt x="634377" y="228565"/>
                </a:cubicBezTo>
                <a:lnTo>
                  <a:pt x="739152" y="123828"/>
                </a:lnTo>
                <a:cubicBezTo>
                  <a:pt x="744882" y="118098"/>
                  <a:pt x="753440" y="118098"/>
                  <a:pt x="759170" y="123828"/>
                </a:cubicBezTo>
                <a:cubicBezTo>
                  <a:pt x="762035" y="126693"/>
                  <a:pt x="762965" y="129558"/>
                  <a:pt x="762965" y="133353"/>
                </a:cubicBezTo>
                <a:cubicBezTo>
                  <a:pt x="762965" y="137148"/>
                  <a:pt x="761998" y="140980"/>
                  <a:pt x="759133" y="143845"/>
                </a:cubicBezTo>
                <a:close/>
                <a:moveTo>
                  <a:pt x="524838" y="370509"/>
                </a:moveTo>
                <a:cubicBezTo>
                  <a:pt x="525805" y="364779"/>
                  <a:pt x="530568" y="360984"/>
                  <a:pt x="536260" y="360984"/>
                </a:cubicBezTo>
                <a:cubicBezTo>
                  <a:pt x="541990" y="361952"/>
                  <a:pt x="545785" y="366714"/>
                  <a:pt x="545785" y="372407"/>
                </a:cubicBezTo>
                <a:cubicBezTo>
                  <a:pt x="541023" y="423826"/>
                  <a:pt x="517210" y="471448"/>
                  <a:pt x="479110" y="505757"/>
                </a:cubicBezTo>
                <a:cubicBezTo>
                  <a:pt x="441010" y="540991"/>
                  <a:pt x="390520" y="560041"/>
                  <a:pt x="339102" y="560041"/>
                </a:cubicBezTo>
                <a:cubicBezTo>
                  <a:pt x="222869" y="561009"/>
                  <a:pt x="128581" y="466726"/>
                  <a:pt x="128581" y="352425"/>
                </a:cubicBezTo>
                <a:cubicBezTo>
                  <a:pt x="128581" y="238124"/>
                  <a:pt x="221933" y="143847"/>
                  <a:pt x="337159" y="143847"/>
                </a:cubicBezTo>
                <a:cubicBezTo>
                  <a:pt x="377157" y="143847"/>
                  <a:pt x="415257" y="155269"/>
                  <a:pt x="448592" y="176216"/>
                </a:cubicBezTo>
                <a:cubicBezTo>
                  <a:pt x="453355" y="179081"/>
                  <a:pt x="454322" y="185741"/>
                  <a:pt x="451457" y="190504"/>
                </a:cubicBezTo>
                <a:cubicBezTo>
                  <a:pt x="448592" y="195266"/>
                  <a:pt x="441932" y="197164"/>
                  <a:pt x="437170" y="193369"/>
                </a:cubicBezTo>
                <a:cubicBezTo>
                  <a:pt x="406697" y="174319"/>
                  <a:pt x="372392" y="163826"/>
                  <a:pt x="336186" y="163826"/>
                </a:cubicBezTo>
                <a:cubicBezTo>
                  <a:pt x="232382" y="163826"/>
                  <a:pt x="148553" y="248583"/>
                  <a:pt x="148553" y="351459"/>
                </a:cubicBezTo>
                <a:cubicBezTo>
                  <a:pt x="148553" y="454339"/>
                  <a:pt x="233310" y="539092"/>
                  <a:pt x="336186" y="539092"/>
                </a:cubicBezTo>
                <a:cubicBezTo>
                  <a:pt x="434341" y="540059"/>
                  <a:pt x="515303" y="467692"/>
                  <a:pt x="524828" y="370509"/>
                </a:cubicBezTo>
                <a:close/>
                <a:moveTo>
                  <a:pt x="469585" y="288616"/>
                </a:moveTo>
                <a:lnTo>
                  <a:pt x="382893" y="287649"/>
                </a:lnTo>
                <a:lnTo>
                  <a:pt x="355285" y="204789"/>
                </a:lnTo>
                <a:cubicBezTo>
                  <a:pt x="352420" y="197161"/>
                  <a:pt x="345760" y="192399"/>
                  <a:pt x="338133" y="192399"/>
                </a:cubicBezTo>
                <a:cubicBezTo>
                  <a:pt x="330505" y="192399"/>
                  <a:pt x="322878" y="197161"/>
                  <a:pt x="320980" y="204789"/>
                </a:cubicBezTo>
                <a:lnTo>
                  <a:pt x="293373" y="287649"/>
                </a:lnTo>
                <a:lnTo>
                  <a:pt x="206680" y="288616"/>
                </a:lnTo>
                <a:cubicBezTo>
                  <a:pt x="199053" y="288616"/>
                  <a:pt x="191425" y="293379"/>
                  <a:pt x="189528" y="301006"/>
                </a:cubicBezTo>
                <a:cubicBezTo>
                  <a:pt x="186663" y="308634"/>
                  <a:pt x="189528" y="317191"/>
                  <a:pt x="196188" y="321024"/>
                </a:cubicBezTo>
                <a:lnTo>
                  <a:pt x="265728" y="372444"/>
                </a:lnTo>
                <a:lnTo>
                  <a:pt x="239050" y="455304"/>
                </a:lnTo>
                <a:cubicBezTo>
                  <a:pt x="236185" y="462931"/>
                  <a:pt x="239050" y="471488"/>
                  <a:pt x="245710" y="475321"/>
                </a:cubicBezTo>
                <a:cubicBezTo>
                  <a:pt x="248575" y="477219"/>
                  <a:pt x="252370" y="479116"/>
                  <a:pt x="256203" y="479116"/>
                </a:cubicBezTo>
                <a:cubicBezTo>
                  <a:pt x="259998" y="479116"/>
                  <a:pt x="263830" y="478149"/>
                  <a:pt x="266696" y="475321"/>
                </a:cubicBezTo>
                <a:lnTo>
                  <a:pt x="337165" y="424831"/>
                </a:lnTo>
                <a:lnTo>
                  <a:pt x="407635" y="475321"/>
                </a:lnTo>
                <a:cubicBezTo>
                  <a:pt x="414295" y="480084"/>
                  <a:pt x="422890" y="480084"/>
                  <a:pt x="429550" y="475321"/>
                </a:cubicBezTo>
                <a:cubicBezTo>
                  <a:pt x="436210" y="470559"/>
                  <a:pt x="439075" y="462002"/>
                  <a:pt x="436210" y="455304"/>
                </a:cubicBezTo>
                <a:lnTo>
                  <a:pt x="409570" y="373373"/>
                </a:lnTo>
                <a:lnTo>
                  <a:pt x="479110" y="321954"/>
                </a:lnTo>
                <a:cubicBezTo>
                  <a:pt x="485770" y="317191"/>
                  <a:pt x="487668" y="308634"/>
                  <a:pt x="485770" y="301936"/>
                </a:cubicBezTo>
                <a:cubicBezTo>
                  <a:pt x="483872" y="294308"/>
                  <a:pt x="477212" y="288616"/>
                  <a:pt x="469585" y="288616"/>
                </a:cubicBezTo>
                <a:close/>
                <a:moveTo>
                  <a:pt x="391488" y="361951"/>
                </a:moveTo>
                <a:cubicBezTo>
                  <a:pt x="387693" y="364816"/>
                  <a:pt x="386726" y="369578"/>
                  <a:pt x="387693" y="373373"/>
                </a:cubicBezTo>
                <a:lnTo>
                  <a:pt x="414370" y="457201"/>
                </a:lnTo>
                <a:lnTo>
                  <a:pt x="342933" y="405781"/>
                </a:lnTo>
                <a:cubicBezTo>
                  <a:pt x="339138" y="402916"/>
                  <a:pt x="334375" y="402916"/>
                  <a:pt x="330543" y="405781"/>
                </a:cubicBezTo>
                <a:lnTo>
                  <a:pt x="259105" y="457201"/>
                </a:lnTo>
                <a:lnTo>
                  <a:pt x="285783" y="373373"/>
                </a:lnTo>
                <a:cubicBezTo>
                  <a:pt x="286750" y="369578"/>
                  <a:pt x="285783" y="364816"/>
                  <a:pt x="281988" y="361951"/>
                </a:cubicBezTo>
                <a:lnTo>
                  <a:pt x="211518" y="309563"/>
                </a:lnTo>
                <a:lnTo>
                  <a:pt x="299140" y="308596"/>
                </a:lnTo>
                <a:cubicBezTo>
                  <a:pt x="303903" y="308596"/>
                  <a:pt x="307698" y="305731"/>
                  <a:pt x="308665" y="301936"/>
                </a:cubicBezTo>
                <a:lnTo>
                  <a:pt x="336273" y="219076"/>
                </a:lnTo>
                <a:lnTo>
                  <a:pt x="363880" y="301936"/>
                </a:lnTo>
                <a:cubicBezTo>
                  <a:pt x="364847" y="305731"/>
                  <a:pt x="369610" y="308596"/>
                  <a:pt x="373405" y="308596"/>
                </a:cubicBezTo>
                <a:lnTo>
                  <a:pt x="461027" y="309563"/>
                </a:lnTo>
                <a:close/>
              </a:path>
            </a:pathLst>
          </a:custGeom>
          <a:solidFill>
            <a:schemeClr val="accent2"/>
          </a:solid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134" name="Forme libre : forme 133">
            <a:extLst>
              <a:ext uri="{FF2B5EF4-FFF2-40B4-BE49-F238E27FC236}">
                <a16:creationId xmlns:a16="http://schemas.microsoft.com/office/drawing/2014/main" id="{47AF40BD-FF0F-E1BE-9D92-391AC2525292}"/>
              </a:ext>
            </a:extLst>
          </p:cNvPr>
          <p:cNvSpPr>
            <a:spLocks noChangeAspect="1"/>
          </p:cNvSpPr>
          <p:nvPr/>
        </p:nvSpPr>
        <p:spPr>
          <a:xfrm>
            <a:off x="6390482" y="4023810"/>
            <a:ext cx="360000" cy="359613"/>
          </a:xfrm>
          <a:custGeom>
            <a:avLst/>
            <a:gdLst>
              <a:gd name="csX0" fmla="*/ 572468 w 857246"/>
              <a:gd name="csY0" fmla="*/ 558184 h 856323"/>
              <a:gd name="csX1" fmla="*/ 581025 w 857246"/>
              <a:gd name="csY1" fmla="*/ 555319 h 856323"/>
              <a:gd name="csX2" fmla="*/ 628650 w 857246"/>
              <a:gd name="csY2" fmla="*/ 520084 h 856323"/>
              <a:gd name="csX3" fmla="*/ 634380 w 857246"/>
              <a:gd name="csY3" fmla="*/ 461037 h 856323"/>
              <a:gd name="csX4" fmla="*/ 640110 w 857246"/>
              <a:gd name="csY4" fmla="*/ 416277 h 856323"/>
              <a:gd name="csX5" fmla="*/ 637245 w 857246"/>
              <a:gd name="csY5" fmla="*/ 401990 h 856323"/>
              <a:gd name="csX6" fmla="*/ 622958 w 857246"/>
              <a:gd name="csY6" fmla="*/ 404854 h 856323"/>
              <a:gd name="csX7" fmla="*/ 614400 w 857246"/>
              <a:gd name="csY7" fmla="*/ 466767 h 856323"/>
              <a:gd name="csX8" fmla="*/ 609638 w 857246"/>
              <a:gd name="csY8" fmla="*/ 509629 h 856323"/>
              <a:gd name="csX9" fmla="*/ 575332 w 857246"/>
              <a:gd name="csY9" fmla="*/ 534410 h 856323"/>
              <a:gd name="csX10" fmla="*/ 519150 w 857246"/>
              <a:gd name="csY10" fmla="*/ 590592 h 856323"/>
              <a:gd name="csX11" fmla="*/ 494370 w 857246"/>
              <a:gd name="csY11" fmla="*/ 624897 h 856323"/>
              <a:gd name="csX12" fmla="*/ 451507 w 857246"/>
              <a:gd name="csY12" fmla="*/ 629660 h 856323"/>
              <a:gd name="csX13" fmla="*/ 374340 w 857246"/>
              <a:gd name="csY13" fmla="*/ 650607 h 856323"/>
              <a:gd name="csX14" fmla="*/ 335272 w 857246"/>
              <a:gd name="csY14" fmla="*/ 667760 h 856323"/>
              <a:gd name="csX15" fmla="*/ 296204 w 857246"/>
              <a:gd name="csY15" fmla="*/ 650607 h 856323"/>
              <a:gd name="csX16" fmla="*/ 219036 w 857246"/>
              <a:gd name="csY16" fmla="*/ 629660 h 856323"/>
              <a:gd name="csX17" fmla="*/ 176174 w 857246"/>
              <a:gd name="csY17" fmla="*/ 624897 h 856323"/>
              <a:gd name="csX18" fmla="*/ 151394 w 857246"/>
              <a:gd name="csY18" fmla="*/ 590592 h 856323"/>
              <a:gd name="csX19" fmla="*/ 95211 w 857246"/>
              <a:gd name="csY19" fmla="*/ 534410 h 856323"/>
              <a:gd name="csX20" fmla="*/ 60906 w 857246"/>
              <a:gd name="csY20" fmla="*/ 509629 h 856323"/>
              <a:gd name="csX21" fmla="*/ 56144 w 857246"/>
              <a:gd name="csY21" fmla="*/ 466767 h 856323"/>
              <a:gd name="csX22" fmla="*/ 35196 w 857246"/>
              <a:gd name="csY22" fmla="*/ 389599 h 856323"/>
              <a:gd name="csX23" fmla="*/ 18044 w 857246"/>
              <a:gd name="csY23" fmla="*/ 350531 h 856323"/>
              <a:gd name="csX24" fmla="*/ 35196 w 857246"/>
              <a:gd name="csY24" fmla="*/ 311464 h 856323"/>
              <a:gd name="csX25" fmla="*/ 56144 w 857246"/>
              <a:gd name="csY25" fmla="*/ 234296 h 856323"/>
              <a:gd name="csX26" fmla="*/ 60906 w 857246"/>
              <a:gd name="csY26" fmla="*/ 191433 h 856323"/>
              <a:gd name="csX27" fmla="*/ 95211 w 857246"/>
              <a:gd name="csY27" fmla="*/ 166653 h 856323"/>
              <a:gd name="csX28" fmla="*/ 151394 w 857246"/>
              <a:gd name="csY28" fmla="*/ 110471 h 856323"/>
              <a:gd name="csX29" fmla="*/ 176174 w 857246"/>
              <a:gd name="csY29" fmla="*/ 76166 h 856323"/>
              <a:gd name="csX30" fmla="*/ 219036 w 857246"/>
              <a:gd name="csY30" fmla="*/ 71403 h 856323"/>
              <a:gd name="csX31" fmla="*/ 296204 w 857246"/>
              <a:gd name="csY31" fmla="*/ 50456 h 856323"/>
              <a:gd name="csX32" fmla="*/ 335272 w 857246"/>
              <a:gd name="csY32" fmla="*/ 33303 h 856323"/>
              <a:gd name="csX33" fmla="*/ 374340 w 857246"/>
              <a:gd name="csY33" fmla="*/ 50456 h 856323"/>
              <a:gd name="csX34" fmla="*/ 451507 w 857246"/>
              <a:gd name="csY34" fmla="*/ 71403 h 856323"/>
              <a:gd name="csX35" fmla="*/ 481050 w 857246"/>
              <a:gd name="csY35" fmla="*/ 70436 h 856323"/>
              <a:gd name="csX36" fmla="*/ 493440 w 857246"/>
              <a:gd name="csY36" fmla="*/ 62808 h 856323"/>
              <a:gd name="csX37" fmla="*/ 485813 w 857246"/>
              <a:gd name="csY37" fmla="*/ 50418 h 856323"/>
              <a:gd name="csX38" fmla="*/ 444848 w 857246"/>
              <a:gd name="csY38" fmla="*/ 51386 h 856323"/>
              <a:gd name="csX39" fmla="*/ 389595 w 857246"/>
              <a:gd name="csY39" fmla="*/ 36130 h 856323"/>
              <a:gd name="csX40" fmla="*/ 335310 w 857246"/>
              <a:gd name="csY40" fmla="*/ 12318 h 856323"/>
              <a:gd name="csX41" fmla="*/ 281025 w 857246"/>
              <a:gd name="csY41" fmla="*/ 36130 h 856323"/>
              <a:gd name="csX42" fmla="*/ 225773 w 857246"/>
              <a:gd name="csY42" fmla="*/ 51386 h 856323"/>
              <a:gd name="csX43" fmla="*/ 166725 w 857246"/>
              <a:gd name="csY43" fmla="*/ 57116 h 856323"/>
              <a:gd name="csX44" fmla="*/ 131490 w 857246"/>
              <a:gd name="csY44" fmla="*/ 104741 h 856323"/>
              <a:gd name="csX45" fmla="*/ 90525 w 857246"/>
              <a:gd name="csY45" fmla="*/ 145706 h 856323"/>
              <a:gd name="csX46" fmla="*/ 42900 w 857246"/>
              <a:gd name="csY46" fmla="*/ 180941 h 856323"/>
              <a:gd name="csX47" fmla="*/ 37170 w 857246"/>
              <a:gd name="csY47" fmla="*/ 239988 h 856323"/>
              <a:gd name="csX48" fmla="*/ 21915 w 857246"/>
              <a:gd name="csY48" fmla="*/ 295241 h 856323"/>
              <a:gd name="csX49" fmla="*/ 0 w 857246"/>
              <a:gd name="csY49" fmla="*/ 352428 h 856323"/>
              <a:gd name="csX50" fmla="*/ 23813 w 857246"/>
              <a:gd name="csY50" fmla="*/ 406713 h 856323"/>
              <a:gd name="csX51" fmla="*/ 39068 w 857246"/>
              <a:gd name="csY51" fmla="*/ 461965 h 856323"/>
              <a:gd name="csX52" fmla="*/ 44798 w 857246"/>
              <a:gd name="csY52" fmla="*/ 521013 h 856323"/>
              <a:gd name="csX53" fmla="*/ 92423 w 857246"/>
              <a:gd name="csY53" fmla="*/ 556247 h 856323"/>
              <a:gd name="csX54" fmla="*/ 100980 w 857246"/>
              <a:gd name="csY54" fmla="*/ 559112 h 856323"/>
              <a:gd name="csX55" fmla="*/ 4759 w 857246"/>
              <a:gd name="csY55" fmla="*/ 778187 h 856323"/>
              <a:gd name="csX56" fmla="*/ 5726 w 857246"/>
              <a:gd name="csY56" fmla="*/ 788680 h 856323"/>
              <a:gd name="csX57" fmla="*/ 16219 w 857246"/>
              <a:gd name="csY57" fmla="*/ 792475 h 856323"/>
              <a:gd name="csX58" fmla="*/ 127652 w 857246"/>
              <a:gd name="csY58" fmla="*/ 769631 h 856323"/>
              <a:gd name="csX59" fmla="*/ 175277 w 857246"/>
              <a:gd name="csY59" fmla="*/ 851561 h 856323"/>
              <a:gd name="csX60" fmla="*/ 183834 w 857246"/>
              <a:gd name="csY60" fmla="*/ 856323 h 856323"/>
              <a:gd name="csX61" fmla="*/ 184802 w 857246"/>
              <a:gd name="csY61" fmla="*/ 856323 h 856323"/>
              <a:gd name="csX62" fmla="*/ 193359 w 857246"/>
              <a:gd name="csY62" fmla="*/ 850593 h 856323"/>
              <a:gd name="csX63" fmla="*/ 278117 w 857246"/>
              <a:gd name="csY63" fmla="*/ 660093 h 856323"/>
              <a:gd name="csX64" fmla="*/ 283847 w 857246"/>
              <a:gd name="csY64" fmla="*/ 664856 h 856323"/>
              <a:gd name="csX65" fmla="*/ 338131 w 857246"/>
              <a:gd name="csY65" fmla="*/ 688668 h 856323"/>
              <a:gd name="csX66" fmla="*/ 392416 w 857246"/>
              <a:gd name="csY66" fmla="*/ 664856 h 856323"/>
              <a:gd name="csX67" fmla="*/ 398146 w 857246"/>
              <a:gd name="csY67" fmla="*/ 660093 h 856323"/>
              <a:gd name="csX68" fmla="*/ 482903 w 857246"/>
              <a:gd name="csY68" fmla="*/ 850593 h 856323"/>
              <a:gd name="csX69" fmla="*/ 491461 w 857246"/>
              <a:gd name="csY69" fmla="*/ 856323 h 856323"/>
              <a:gd name="csX70" fmla="*/ 492428 w 857246"/>
              <a:gd name="csY70" fmla="*/ 856323 h 856323"/>
              <a:gd name="csX71" fmla="*/ 500986 w 857246"/>
              <a:gd name="csY71" fmla="*/ 851561 h 856323"/>
              <a:gd name="csX72" fmla="*/ 548611 w 857246"/>
              <a:gd name="csY72" fmla="*/ 769631 h 856323"/>
              <a:gd name="csX73" fmla="*/ 660044 w 857246"/>
              <a:gd name="csY73" fmla="*/ 792475 h 856323"/>
              <a:gd name="csX74" fmla="*/ 670537 w 857246"/>
              <a:gd name="csY74" fmla="*/ 788680 h 856323"/>
              <a:gd name="csX75" fmla="*/ 671504 w 857246"/>
              <a:gd name="csY75" fmla="*/ 778187 h 856323"/>
              <a:gd name="csX76" fmla="*/ 182876 w 857246"/>
              <a:gd name="csY76" fmla="*/ 824884 h 856323"/>
              <a:gd name="csX77" fmla="*/ 141911 w 857246"/>
              <a:gd name="csY77" fmla="*/ 753447 h 856323"/>
              <a:gd name="csX78" fmla="*/ 131418 w 857246"/>
              <a:gd name="csY78" fmla="*/ 748684 h 856323"/>
              <a:gd name="csX79" fmla="*/ 31444 w 857246"/>
              <a:gd name="csY79" fmla="*/ 768665 h 856323"/>
              <a:gd name="csX80" fmla="*/ 119066 w 857246"/>
              <a:gd name="csY80" fmla="*/ 570535 h 856323"/>
              <a:gd name="csX81" fmla="*/ 133354 w 857246"/>
              <a:gd name="csY81" fmla="*/ 597213 h 856323"/>
              <a:gd name="csX82" fmla="*/ 168589 w 857246"/>
              <a:gd name="csY82" fmla="*/ 644838 h 856323"/>
              <a:gd name="csX83" fmla="*/ 227636 w 857246"/>
              <a:gd name="csY83" fmla="*/ 650568 h 856323"/>
              <a:gd name="csX84" fmla="*/ 260006 w 857246"/>
              <a:gd name="csY84" fmla="*/ 650568 h 856323"/>
              <a:gd name="csX85" fmla="*/ 543893 w 857246"/>
              <a:gd name="csY85" fmla="*/ 748684 h 856323"/>
              <a:gd name="csX86" fmla="*/ 533400 w 857246"/>
              <a:gd name="csY86" fmla="*/ 753447 h 856323"/>
              <a:gd name="csX87" fmla="*/ 492435 w 857246"/>
              <a:gd name="csY87" fmla="*/ 824884 h 856323"/>
              <a:gd name="csX88" fmla="*/ 415267 w 857246"/>
              <a:gd name="csY88" fmla="*/ 650567 h 856323"/>
              <a:gd name="csX89" fmla="*/ 447637 w 857246"/>
              <a:gd name="csY89" fmla="*/ 650567 h 856323"/>
              <a:gd name="csX90" fmla="*/ 506684 w 857246"/>
              <a:gd name="csY90" fmla="*/ 644837 h 856323"/>
              <a:gd name="csX91" fmla="*/ 541919 w 857246"/>
              <a:gd name="csY91" fmla="*/ 597212 h 856323"/>
              <a:gd name="csX92" fmla="*/ 556207 w 857246"/>
              <a:gd name="csY92" fmla="*/ 570535 h 856323"/>
              <a:gd name="csX93" fmla="*/ 643829 w 857246"/>
              <a:gd name="csY93" fmla="*/ 768664 h 856323"/>
              <a:gd name="csX94" fmla="*/ 664851 w 857246"/>
              <a:gd name="csY94" fmla="*/ 0 h 856323"/>
              <a:gd name="csX95" fmla="*/ 472455 w 857246"/>
              <a:gd name="csY95" fmla="*/ 192395 h 856323"/>
              <a:gd name="csX96" fmla="*/ 664851 w 857246"/>
              <a:gd name="csY96" fmla="*/ 384791 h 856323"/>
              <a:gd name="csX97" fmla="*/ 857246 w 857246"/>
              <a:gd name="csY97" fmla="*/ 192395 h 856323"/>
              <a:gd name="csX98" fmla="*/ 664851 w 857246"/>
              <a:gd name="csY98" fmla="*/ 0 h 856323"/>
              <a:gd name="csX99" fmla="*/ 664851 w 857246"/>
              <a:gd name="csY99" fmla="*/ 364817 h 856323"/>
              <a:gd name="csX100" fmla="*/ 492429 w 857246"/>
              <a:gd name="csY100" fmla="*/ 192395 h 856323"/>
              <a:gd name="csX101" fmla="*/ 664851 w 857246"/>
              <a:gd name="csY101" fmla="*/ 20945 h 856323"/>
              <a:gd name="csX102" fmla="*/ 837272 w 857246"/>
              <a:gd name="csY102" fmla="*/ 193367 h 856323"/>
              <a:gd name="csX103" fmla="*/ 664851 w 857246"/>
              <a:gd name="csY103" fmla="*/ 364817 h 856323"/>
              <a:gd name="csX104" fmla="*/ 724866 w 857246"/>
              <a:gd name="csY104" fmla="*/ 109538 h 856323"/>
              <a:gd name="csX105" fmla="*/ 627682 w 857246"/>
              <a:gd name="csY105" fmla="*/ 206683 h 856323"/>
              <a:gd name="csX106" fmla="*/ 596242 w 857246"/>
              <a:gd name="csY106" fmla="*/ 164788 h 856323"/>
              <a:gd name="csX107" fmla="*/ 573397 w 857246"/>
              <a:gd name="csY107" fmla="*/ 151468 h 856323"/>
              <a:gd name="csX108" fmla="*/ 547688 w 857246"/>
              <a:gd name="csY108" fmla="*/ 158129 h 856323"/>
              <a:gd name="csX109" fmla="*/ 534368 w 857246"/>
              <a:gd name="csY109" fmla="*/ 180973 h 856323"/>
              <a:gd name="csX110" fmla="*/ 541028 w 857246"/>
              <a:gd name="csY110" fmla="*/ 206683 h 856323"/>
              <a:gd name="csX111" fmla="*/ 597210 w 857246"/>
              <a:gd name="csY111" fmla="*/ 281915 h 856323"/>
              <a:gd name="csX112" fmla="*/ 621023 w 857246"/>
              <a:gd name="csY112" fmla="*/ 294306 h 856323"/>
              <a:gd name="csX113" fmla="*/ 623887 w 857246"/>
              <a:gd name="csY113" fmla="*/ 294306 h 856323"/>
              <a:gd name="csX114" fmla="*/ 646732 w 857246"/>
              <a:gd name="csY114" fmla="*/ 284781 h 856323"/>
              <a:gd name="csX115" fmla="*/ 773424 w 857246"/>
              <a:gd name="csY115" fmla="*/ 158089 h 856323"/>
              <a:gd name="csX116" fmla="*/ 783917 w 857246"/>
              <a:gd name="csY116" fmla="*/ 133308 h 856323"/>
              <a:gd name="csX117" fmla="*/ 773424 w 857246"/>
              <a:gd name="csY117" fmla="*/ 108528 h 856323"/>
              <a:gd name="csX118" fmla="*/ 724869 w 857246"/>
              <a:gd name="csY118" fmla="*/ 109533 h 856323"/>
              <a:gd name="csX119" fmla="*/ 759134 w 857246"/>
              <a:gd name="csY119" fmla="*/ 143843 h 856323"/>
              <a:gd name="csX120" fmla="*/ 632442 w 857246"/>
              <a:gd name="csY120" fmla="*/ 270497 h 856323"/>
              <a:gd name="csX121" fmla="*/ 622917 w 857246"/>
              <a:gd name="csY121" fmla="*/ 274292 h 856323"/>
              <a:gd name="csX122" fmla="*/ 614359 w 857246"/>
              <a:gd name="csY122" fmla="*/ 269529 h 856323"/>
              <a:gd name="csX123" fmla="*/ 558177 w 857246"/>
              <a:gd name="csY123" fmla="*/ 194297 h 856323"/>
              <a:gd name="csX124" fmla="*/ 555312 w 857246"/>
              <a:gd name="csY124" fmla="*/ 183804 h 856323"/>
              <a:gd name="csX125" fmla="*/ 561042 w 857246"/>
              <a:gd name="csY125" fmla="*/ 174279 h 856323"/>
              <a:gd name="csX126" fmla="*/ 569600 w 857246"/>
              <a:gd name="csY126" fmla="*/ 171414 h 856323"/>
              <a:gd name="csX127" fmla="*/ 571497 w 857246"/>
              <a:gd name="csY127" fmla="*/ 171414 h 856323"/>
              <a:gd name="csX128" fmla="*/ 581022 w 857246"/>
              <a:gd name="csY128" fmla="*/ 177144 h 856323"/>
              <a:gd name="csX129" fmla="*/ 619122 w 857246"/>
              <a:gd name="csY129" fmla="*/ 227634 h 856323"/>
              <a:gd name="csX130" fmla="*/ 626750 w 857246"/>
              <a:gd name="csY130" fmla="*/ 231430 h 856323"/>
              <a:gd name="csX131" fmla="*/ 634377 w 857246"/>
              <a:gd name="csY131" fmla="*/ 228565 h 856323"/>
              <a:gd name="csX132" fmla="*/ 739152 w 857246"/>
              <a:gd name="csY132" fmla="*/ 123828 h 856323"/>
              <a:gd name="csX133" fmla="*/ 759170 w 857246"/>
              <a:gd name="csY133" fmla="*/ 123828 h 856323"/>
              <a:gd name="csX134" fmla="*/ 762965 w 857246"/>
              <a:gd name="csY134" fmla="*/ 133353 h 856323"/>
              <a:gd name="csX135" fmla="*/ 759133 w 857246"/>
              <a:gd name="csY135" fmla="*/ 143845 h 856323"/>
              <a:gd name="csX136" fmla="*/ 524838 w 857246"/>
              <a:gd name="csY136" fmla="*/ 370509 h 856323"/>
              <a:gd name="csX137" fmla="*/ 536260 w 857246"/>
              <a:gd name="csY137" fmla="*/ 360984 h 856323"/>
              <a:gd name="csX138" fmla="*/ 545785 w 857246"/>
              <a:gd name="csY138" fmla="*/ 372407 h 856323"/>
              <a:gd name="csX139" fmla="*/ 479110 w 857246"/>
              <a:gd name="csY139" fmla="*/ 505757 h 856323"/>
              <a:gd name="csX140" fmla="*/ 339102 w 857246"/>
              <a:gd name="csY140" fmla="*/ 560041 h 856323"/>
              <a:gd name="csX141" fmla="*/ 128581 w 857246"/>
              <a:gd name="csY141" fmla="*/ 352425 h 856323"/>
              <a:gd name="csX142" fmla="*/ 337159 w 857246"/>
              <a:gd name="csY142" fmla="*/ 143847 h 856323"/>
              <a:gd name="csX143" fmla="*/ 448592 w 857246"/>
              <a:gd name="csY143" fmla="*/ 176216 h 856323"/>
              <a:gd name="csX144" fmla="*/ 451457 w 857246"/>
              <a:gd name="csY144" fmla="*/ 190504 h 856323"/>
              <a:gd name="csX145" fmla="*/ 437170 w 857246"/>
              <a:gd name="csY145" fmla="*/ 193369 h 856323"/>
              <a:gd name="csX146" fmla="*/ 336186 w 857246"/>
              <a:gd name="csY146" fmla="*/ 163826 h 856323"/>
              <a:gd name="csX147" fmla="*/ 148553 w 857246"/>
              <a:gd name="csY147" fmla="*/ 351459 h 856323"/>
              <a:gd name="csX148" fmla="*/ 336186 w 857246"/>
              <a:gd name="csY148" fmla="*/ 539092 h 856323"/>
              <a:gd name="csX149" fmla="*/ 524828 w 857246"/>
              <a:gd name="csY149" fmla="*/ 370509 h 856323"/>
              <a:gd name="csX150" fmla="*/ 469585 w 857246"/>
              <a:gd name="csY150" fmla="*/ 288616 h 856323"/>
              <a:gd name="csX151" fmla="*/ 382893 w 857246"/>
              <a:gd name="csY151" fmla="*/ 287649 h 856323"/>
              <a:gd name="csX152" fmla="*/ 355285 w 857246"/>
              <a:gd name="csY152" fmla="*/ 204789 h 856323"/>
              <a:gd name="csX153" fmla="*/ 338133 w 857246"/>
              <a:gd name="csY153" fmla="*/ 192399 h 856323"/>
              <a:gd name="csX154" fmla="*/ 320980 w 857246"/>
              <a:gd name="csY154" fmla="*/ 204789 h 856323"/>
              <a:gd name="csX155" fmla="*/ 293373 w 857246"/>
              <a:gd name="csY155" fmla="*/ 287649 h 856323"/>
              <a:gd name="csX156" fmla="*/ 206680 w 857246"/>
              <a:gd name="csY156" fmla="*/ 288616 h 856323"/>
              <a:gd name="csX157" fmla="*/ 189528 w 857246"/>
              <a:gd name="csY157" fmla="*/ 301006 h 856323"/>
              <a:gd name="csX158" fmla="*/ 196188 w 857246"/>
              <a:gd name="csY158" fmla="*/ 321024 h 856323"/>
              <a:gd name="csX159" fmla="*/ 265728 w 857246"/>
              <a:gd name="csY159" fmla="*/ 372444 h 856323"/>
              <a:gd name="csX160" fmla="*/ 239050 w 857246"/>
              <a:gd name="csY160" fmla="*/ 455304 h 856323"/>
              <a:gd name="csX161" fmla="*/ 245710 w 857246"/>
              <a:gd name="csY161" fmla="*/ 475321 h 856323"/>
              <a:gd name="csX162" fmla="*/ 256203 w 857246"/>
              <a:gd name="csY162" fmla="*/ 479116 h 856323"/>
              <a:gd name="csX163" fmla="*/ 266696 w 857246"/>
              <a:gd name="csY163" fmla="*/ 475321 h 856323"/>
              <a:gd name="csX164" fmla="*/ 337165 w 857246"/>
              <a:gd name="csY164" fmla="*/ 424831 h 856323"/>
              <a:gd name="csX165" fmla="*/ 407635 w 857246"/>
              <a:gd name="csY165" fmla="*/ 475321 h 856323"/>
              <a:gd name="csX166" fmla="*/ 429550 w 857246"/>
              <a:gd name="csY166" fmla="*/ 475321 h 856323"/>
              <a:gd name="csX167" fmla="*/ 436210 w 857246"/>
              <a:gd name="csY167" fmla="*/ 455304 h 856323"/>
              <a:gd name="csX168" fmla="*/ 409570 w 857246"/>
              <a:gd name="csY168" fmla="*/ 373373 h 856323"/>
              <a:gd name="csX169" fmla="*/ 479110 w 857246"/>
              <a:gd name="csY169" fmla="*/ 321954 h 856323"/>
              <a:gd name="csX170" fmla="*/ 485770 w 857246"/>
              <a:gd name="csY170" fmla="*/ 301936 h 856323"/>
              <a:gd name="csX171" fmla="*/ 469585 w 857246"/>
              <a:gd name="csY171" fmla="*/ 288616 h 856323"/>
              <a:gd name="csX172" fmla="*/ 391488 w 857246"/>
              <a:gd name="csY172" fmla="*/ 361951 h 856323"/>
              <a:gd name="csX173" fmla="*/ 387693 w 857246"/>
              <a:gd name="csY173" fmla="*/ 373373 h 856323"/>
              <a:gd name="csX174" fmla="*/ 414370 w 857246"/>
              <a:gd name="csY174" fmla="*/ 457201 h 856323"/>
              <a:gd name="csX175" fmla="*/ 342933 w 857246"/>
              <a:gd name="csY175" fmla="*/ 405781 h 856323"/>
              <a:gd name="csX176" fmla="*/ 330543 w 857246"/>
              <a:gd name="csY176" fmla="*/ 405781 h 856323"/>
              <a:gd name="csX177" fmla="*/ 259105 w 857246"/>
              <a:gd name="csY177" fmla="*/ 457201 h 856323"/>
              <a:gd name="csX178" fmla="*/ 285783 w 857246"/>
              <a:gd name="csY178" fmla="*/ 373373 h 856323"/>
              <a:gd name="csX179" fmla="*/ 281988 w 857246"/>
              <a:gd name="csY179" fmla="*/ 361951 h 856323"/>
              <a:gd name="csX180" fmla="*/ 211518 w 857246"/>
              <a:gd name="csY180" fmla="*/ 309563 h 856323"/>
              <a:gd name="csX181" fmla="*/ 299140 w 857246"/>
              <a:gd name="csY181" fmla="*/ 308596 h 856323"/>
              <a:gd name="csX182" fmla="*/ 308665 w 857246"/>
              <a:gd name="csY182" fmla="*/ 301936 h 856323"/>
              <a:gd name="csX183" fmla="*/ 336273 w 857246"/>
              <a:gd name="csY183" fmla="*/ 219076 h 856323"/>
              <a:gd name="csX184" fmla="*/ 363880 w 857246"/>
              <a:gd name="csY184" fmla="*/ 301936 h 856323"/>
              <a:gd name="csX185" fmla="*/ 373405 w 857246"/>
              <a:gd name="csY185" fmla="*/ 308596 h 856323"/>
              <a:gd name="csX186" fmla="*/ 461027 w 857246"/>
              <a:gd name="csY186" fmla="*/ 309563 h 8563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Lst>
            <a:rect l="l" t="t" r="r" b="b"/>
            <a:pathLst>
              <a:path w="857246" h="856323">
                <a:moveTo>
                  <a:pt x="572468" y="558184"/>
                </a:moveTo>
                <a:cubicBezTo>
                  <a:pt x="575333" y="557217"/>
                  <a:pt x="578198" y="556286"/>
                  <a:pt x="581025" y="555319"/>
                </a:cubicBezTo>
                <a:cubicBezTo>
                  <a:pt x="601973" y="550557"/>
                  <a:pt x="619125" y="538167"/>
                  <a:pt x="628650" y="520084"/>
                </a:cubicBezTo>
                <a:cubicBezTo>
                  <a:pt x="639143" y="502002"/>
                  <a:pt x="641041" y="481017"/>
                  <a:pt x="634380" y="461037"/>
                </a:cubicBezTo>
                <a:cubicBezTo>
                  <a:pt x="629618" y="445782"/>
                  <a:pt x="631515" y="429597"/>
                  <a:pt x="640110" y="416277"/>
                </a:cubicBezTo>
                <a:cubicBezTo>
                  <a:pt x="642975" y="411515"/>
                  <a:pt x="642008" y="404855"/>
                  <a:pt x="637245" y="401990"/>
                </a:cubicBezTo>
                <a:cubicBezTo>
                  <a:pt x="632483" y="399124"/>
                  <a:pt x="625823" y="400092"/>
                  <a:pt x="622958" y="404854"/>
                </a:cubicBezTo>
                <a:cubicBezTo>
                  <a:pt x="611535" y="422937"/>
                  <a:pt x="608670" y="445820"/>
                  <a:pt x="614400" y="466767"/>
                </a:cubicBezTo>
                <a:cubicBezTo>
                  <a:pt x="619163" y="482022"/>
                  <a:pt x="617265" y="496310"/>
                  <a:pt x="609638" y="509629"/>
                </a:cubicBezTo>
                <a:cubicBezTo>
                  <a:pt x="602010" y="522949"/>
                  <a:pt x="590588" y="531545"/>
                  <a:pt x="575332" y="534410"/>
                </a:cubicBezTo>
                <a:cubicBezTo>
                  <a:pt x="547725" y="541070"/>
                  <a:pt x="525810" y="562985"/>
                  <a:pt x="519150" y="590592"/>
                </a:cubicBezTo>
                <a:cubicBezTo>
                  <a:pt x="515355" y="605847"/>
                  <a:pt x="506760" y="618199"/>
                  <a:pt x="494370" y="624897"/>
                </a:cubicBezTo>
                <a:cubicBezTo>
                  <a:pt x="481050" y="632525"/>
                  <a:pt x="466763" y="633455"/>
                  <a:pt x="451507" y="629660"/>
                </a:cubicBezTo>
                <a:cubicBezTo>
                  <a:pt x="423900" y="621102"/>
                  <a:pt x="394357" y="629660"/>
                  <a:pt x="374340" y="650607"/>
                </a:cubicBezTo>
                <a:cubicBezTo>
                  <a:pt x="363847" y="662029"/>
                  <a:pt x="350527" y="667760"/>
                  <a:pt x="335272" y="667760"/>
                </a:cubicBezTo>
                <a:cubicBezTo>
                  <a:pt x="320017" y="667760"/>
                  <a:pt x="306697" y="662030"/>
                  <a:pt x="296204" y="650607"/>
                </a:cubicBezTo>
                <a:cubicBezTo>
                  <a:pt x="277154" y="629660"/>
                  <a:pt x="246682" y="621064"/>
                  <a:pt x="219036" y="629660"/>
                </a:cubicBezTo>
                <a:cubicBezTo>
                  <a:pt x="203781" y="634422"/>
                  <a:pt x="189494" y="632525"/>
                  <a:pt x="176174" y="624897"/>
                </a:cubicBezTo>
                <a:cubicBezTo>
                  <a:pt x="162854" y="617270"/>
                  <a:pt x="154259" y="605847"/>
                  <a:pt x="151394" y="590592"/>
                </a:cubicBezTo>
                <a:cubicBezTo>
                  <a:pt x="144734" y="562985"/>
                  <a:pt x="122819" y="541070"/>
                  <a:pt x="95211" y="534410"/>
                </a:cubicBezTo>
                <a:cubicBezTo>
                  <a:pt x="79956" y="530615"/>
                  <a:pt x="67604" y="522020"/>
                  <a:pt x="60906" y="509629"/>
                </a:cubicBezTo>
                <a:cubicBezTo>
                  <a:pt x="53279" y="496310"/>
                  <a:pt x="52348" y="482022"/>
                  <a:pt x="56144" y="466767"/>
                </a:cubicBezTo>
                <a:cubicBezTo>
                  <a:pt x="64701" y="439160"/>
                  <a:pt x="56144" y="409617"/>
                  <a:pt x="35196" y="389599"/>
                </a:cubicBezTo>
                <a:cubicBezTo>
                  <a:pt x="23774" y="379106"/>
                  <a:pt x="18044" y="365787"/>
                  <a:pt x="18044" y="350531"/>
                </a:cubicBezTo>
                <a:cubicBezTo>
                  <a:pt x="18044" y="335276"/>
                  <a:pt x="23773" y="321956"/>
                  <a:pt x="35196" y="311464"/>
                </a:cubicBezTo>
                <a:cubicBezTo>
                  <a:pt x="56144" y="292414"/>
                  <a:pt x="64739" y="261941"/>
                  <a:pt x="56144" y="234296"/>
                </a:cubicBezTo>
                <a:cubicBezTo>
                  <a:pt x="51381" y="219041"/>
                  <a:pt x="53279" y="204753"/>
                  <a:pt x="60906" y="191433"/>
                </a:cubicBezTo>
                <a:cubicBezTo>
                  <a:pt x="68534" y="178114"/>
                  <a:pt x="79956" y="169518"/>
                  <a:pt x="95211" y="166653"/>
                </a:cubicBezTo>
                <a:cubicBezTo>
                  <a:pt x="122819" y="159993"/>
                  <a:pt x="144734" y="138078"/>
                  <a:pt x="151394" y="110471"/>
                </a:cubicBezTo>
                <a:cubicBezTo>
                  <a:pt x="155189" y="95216"/>
                  <a:pt x="163784" y="82864"/>
                  <a:pt x="176174" y="76166"/>
                </a:cubicBezTo>
                <a:cubicBezTo>
                  <a:pt x="189494" y="68538"/>
                  <a:pt x="203781" y="67608"/>
                  <a:pt x="219036" y="71403"/>
                </a:cubicBezTo>
                <a:cubicBezTo>
                  <a:pt x="246644" y="79961"/>
                  <a:pt x="276186" y="71403"/>
                  <a:pt x="296204" y="50456"/>
                </a:cubicBezTo>
                <a:cubicBezTo>
                  <a:pt x="306697" y="39033"/>
                  <a:pt x="320017" y="33303"/>
                  <a:pt x="335272" y="33303"/>
                </a:cubicBezTo>
                <a:cubicBezTo>
                  <a:pt x="350527" y="33303"/>
                  <a:pt x="363847" y="39033"/>
                  <a:pt x="374340" y="50456"/>
                </a:cubicBezTo>
                <a:cubicBezTo>
                  <a:pt x="393390" y="71403"/>
                  <a:pt x="423862" y="79999"/>
                  <a:pt x="451507" y="71403"/>
                </a:cubicBezTo>
                <a:cubicBezTo>
                  <a:pt x="462000" y="68538"/>
                  <a:pt x="471525" y="67608"/>
                  <a:pt x="481050" y="70436"/>
                </a:cubicBezTo>
                <a:cubicBezTo>
                  <a:pt x="486780" y="72333"/>
                  <a:pt x="492472" y="68538"/>
                  <a:pt x="493440" y="62808"/>
                </a:cubicBezTo>
                <a:cubicBezTo>
                  <a:pt x="495338" y="57079"/>
                  <a:pt x="491543" y="51386"/>
                  <a:pt x="485813" y="50418"/>
                </a:cubicBezTo>
                <a:cubicBezTo>
                  <a:pt x="472493" y="46623"/>
                  <a:pt x="458205" y="47553"/>
                  <a:pt x="444848" y="51386"/>
                </a:cubicBezTo>
                <a:cubicBezTo>
                  <a:pt x="424830" y="58046"/>
                  <a:pt x="402953" y="51386"/>
                  <a:pt x="389595" y="36130"/>
                </a:cubicBezTo>
                <a:cubicBezTo>
                  <a:pt x="375307" y="20875"/>
                  <a:pt x="356257" y="12318"/>
                  <a:pt x="335310" y="12318"/>
                </a:cubicBezTo>
                <a:cubicBezTo>
                  <a:pt x="314363" y="12318"/>
                  <a:pt x="295313" y="20876"/>
                  <a:pt x="281025" y="36130"/>
                </a:cubicBezTo>
                <a:cubicBezTo>
                  <a:pt x="266738" y="51386"/>
                  <a:pt x="244823" y="57078"/>
                  <a:pt x="225773" y="51386"/>
                </a:cubicBezTo>
                <a:cubicBezTo>
                  <a:pt x="205755" y="44726"/>
                  <a:pt x="184807" y="47591"/>
                  <a:pt x="166725" y="57116"/>
                </a:cubicBezTo>
                <a:cubicBezTo>
                  <a:pt x="148643" y="67608"/>
                  <a:pt x="136253" y="84723"/>
                  <a:pt x="131490" y="104741"/>
                </a:cubicBezTo>
                <a:cubicBezTo>
                  <a:pt x="126728" y="124758"/>
                  <a:pt x="110543" y="140943"/>
                  <a:pt x="90525" y="145706"/>
                </a:cubicBezTo>
                <a:cubicBezTo>
                  <a:pt x="69578" y="150468"/>
                  <a:pt x="52425" y="162858"/>
                  <a:pt x="42900" y="180941"/>
                </a:cubicBezTo>
                <a:cubicBezTo>
                  <a:pt x="32407" y="199023"/>
                  <a:pt x="30510" y="220008"/>
                  <a:pt x="37170" y="239988"/>
                </a:cubicBezTo>
                <a:cubicBezTo>
                  <a:pt x="42900" y="260006"/>
                  <a:pt x="37170" y="281883"/>
                  <a:pt x="21915" y="295241"/>
                </a:cubicBezTo>
                <a:cubicBezTo>
                  <a:pt x="8558" y="312430"/>
                  <a:pt x="0" y="331480"/>
                  <a:pt x="0" y="352428"/>
                </a:cubicBezTo>
                <a:cubicBezTo>
                  <a:pt x="0" y="373375"/>
                  <a:pt x="8558" y="392425"/>
                  <a:pt x="23813" y="406713"/>
                </a:cubicBezTo>
                <a:cubicBezTo>
                  <a:pt x="39067" y="421000"/>
                  <a:pt x="44760" y="442915"/>
                  <a:pt x="39068" y="461965"/>
                </a:cubicBezTo>
                <a:cubicBezTo>
                  <a:pt x="32408" y="481983"/>
                  <a:pt x="35273" y="502930"/>
                  <a:pt x="44798" y="521013"/>
                </a:cubicBezTo>
                <a:cubicBezTo>
                  <a:pt x="55290" y="539095"/>
                  <a:pt x="72405" y="551485"/>
                  <a:pt x="92423" y="556247"/>
                </a:cubicBezTo>
                <a:cubicBezTo>
                  <a:pt x="95288" y="557215"/>
                  <a:pt x="98152" y="558145"/>
                  <a:pt x="100980" y="559112"/>
                </a:cubicBezTo>
                <a:lnTo>
                  <a:pt x="4759" y="778187"/>
                </a:lnTo>
                <a:cubicBezTo>
                  <a:pt x="2861" y="781983"/>
                  <a:pt x="3791" y="785815"/>
                  <a:pt x="5726" y="788680"/>
                </a:cubicBezTo>
                <a:cubicBezTo>
                  <a:pt x="8591" y="791545"/>
                  <a:pt x="12386" y="793443"/>
                  <a:pt x="16219" y="792475"/>
                </a:cubicBezTo>
                <a:lnTo>
                  <a:pt x="127652" y="769631"/>
                </a:lnTo>
                <a:lnTo>
                  <a:pt x="175277" y="851561"/>
                </a:lnTo>
                <a:cubicBezTo>
                  <a:pt x="177174" y="854426"/>
                  <a:pt x="180039" y="856323"/>
                  <a:pt x="183834" y="856323"/>
                </a:cubicBezTo>
                <a:lnTo>
                  <a:pt x="184802" y="856323"/>
                </a:lnTo>
                <a:cubicBezTo>
                  <a:pt x="188597" y="856323"/>
                  <a:pt x="192429" y="853458"/>
                  <a:pt x="193359" y="850593"/>
                </a:cubicBezTo>
                <a:lnTo>
                  <a:pt x="278117" y="660093"/>
                </a:lnTo>
                <a:cubicBezTo>
                  <a:pt x="280014" y="661991"/>
                  <a:pt x="281912" y="662958"/>
                  <a:pt x="283847" y="664856"/>
                </a:cubicBezTo>
                <a:cubicBezTo>
                  <a:pt x="298134" y="680111"/>
                  <a:pt x="317184" y="688668"/>
                  <a:pt x="338131" y="688668"/>
                </a:cubicBezTo>
                <a:cubicBezTo>
                  <a:pt x="359079" y="688668"/>
                  <a:pt x="378129" y="680111"/>
                  <a:pt x="392416" y="664856"/>
                </a:cubicBezTo>
                <a:cubicBezTo>
                  <a:pt x="394314" y="662958"/>
                  <a:pt x="396211" y="661061"/>
                  <a:pt x="398146" y="660093"/>
                </a:cubicBezTo>
                <a:lnTo>
                  <a:pt x="482903" y="850593"/>
                </a:lnTo>
                <a:cubicBezTo>
                  <a:pt x="484801" y="854389"/>
                  <a:pt x="487666" y="856323"/>
                  <a:pt x="491461" y="856323"/>
                </a:cubicBezTo>
                <a:lnTo>
                  <a:pt x="492428" y="856323"/>
                </a:lnTo>
                <a:cubicBezTo>
                  <a:pt x="496224" y="856323"/>
                  <a:pt x="499088" y="854426"/>
                  <a:pt x="500986" y="851561"/>
                </a:cubicBezTo>
                <a:lnTo>
                  <a:pt x="548611" y="769631"/>
                </a:lnTo>
                <a:lnTo>
                  <a:pt x="660044" y="792475"/>
                </a:lnTo>
                <a:cubicBezTo>
                  <a:pt x="663839" y="793443"/>
                  <a:pt x="667671" y="791508"/>
                  <a:pt x="670537" y="788680"/>
                </a:cubicBezTo>
                <a:cubicBezTo>
                  <a:pt x="673402" y="785815"/>
                  <a:pt x="673402" y="782020"/>
                  <a:pt x="671504" y="778187"/>
                </a:cubicBezTo>
                <a:close/>
                <a:moveTo>
                  <a:pt x="182876" y="824884"/>
                </a:moveTo>
                <a:lnTo>
                  <a:pt x="141911" y="753447"/>
                </a:lnTo>
                <a:cubicBezTo>
                  <a:pt x="140014" y="749651"/>
                  <a:pt x="135251" y="747717"/>
                  <a:pt x="131418" y="748684"/>
                </a:cubicBezTo>
                <a:lnTo>
                  <a:pt x="31444" y="768665"/>
                </a:lnTo>
                <a:lnTo>
                  <a:pt x="119066" y="570535"/>
                </a:lnTo>
                <a:cubicBezTo>
                  <a:pt x="125726" y="577195"/>
                  <a:pt x="131456" y="586720"/>
                  <a:pt x="133354" y="597213"/>
                </a:cubicBezTo>
                <a:cubicBezTo>
                  <a:pt x="138116" y="618160"/>
                  <a:pt x="150506" y="635313"/>
                  <a:pt x="168589" y="644838"/>
                </a:cubicBezTo>
                <a:cubicBezTo>
                  <a:pt x="186671" y="655331"/>
                  <a:pt x="207656" y="657228"/>
                  <a:pt x="227636" y="650568"/>
                </a:cubicBezTo>
                <a:cubicBezTo>
                  <a:pt x="238129" y="646772"/>
                  <a:pt x="249551" y="647703"/>
                  <a:pt x="260006" y="650568"/>
                </a:cubicBezTo>
                <a:close/>
                <a:moveTo>
                  <a:pt x="543893" y="748684"/>
                </a:moveTo>
                <a:cubicBezTo>
                  <a:pt x="539130" y="747717"/>
                  <a:pt x="535335" y="749651"/>
                  <a:pt x="533400" y="753447"/>
                </a:cubicBezTo>
                <a:lnTo>
                  <a:pt x="492435" y="824884"/>
                </a:lnTo>
                <a:lnTo>
                  <a:pt x="415267" y="650567"/>
                </a:lnTo>
                <a:cubicBezTo>
                  <a:pt x="425760" y="647702"/>
                  <a:pt x="437182" y="646772"/>
                  <a:pt x="447637" y="650567"/>
                </a:cubicBezTo>
                <a:cubicBezTo>
                  <a:pt x="467655" y="657227"/>
                  <a:pt x="488602" y="654362"/>
                  <a:pt x="506684" y="644837"/>
                </a:cubicBezTo>
                <a:cubicBezTo>
                  <a:pt x="524767" y="634344"/>
                  <a:pt x="537157" y="617230"/>
                  <a:pt x="541919" y="597212"/>
                </a:cubicBezTo>
                <a:cubicBezTo>
                  <a:pt x="543817" y="586719"/>
                  <a:pt x="549547" y="578162"/>
                  <a:pt x="556207" y="570535"/>
                </a:cubicBezTo>
                <a:lnTo>
                  <a:pt x="643829" y="768664"/>
                </a:lnTo>
                <a:close/>
                <a:moveTo>
                  <a:pt x="664851" y="0"/>
                </a:moveTo>
                <a:cubicBezTo>
                  <a:pt x="558180" y="0"/>
                  <a:pt x="472455" y="86693"/>
                  <a:pt x="472455" y="192395"/>
                </a:cubicBezTo>
                <a:cubicBezTo>
                  <a:pt x="472455" y="298142"/>
                  <a:pt x="559148" y="384791"/>
                  <a:pt x="664851" y="384791"/>
                </a:cubicBezTo>
                <a:cubicBezTo>
                  <a:pt x="770559" y="384791"/>
                  <a:pt x="857246" y="299066"/>
                  <a:pt x="857246" y="192395"/>
                </a:cubicBezTo>
                <a:cubicBezTo>
                  <a:pt x="857246" y="85725"/>
                  <a:pt x="770553" y="0"/>
                  <a:pt x="664851" y="0"/>
                </a:cubicBezTo>
                <a:close/>
                <a:moveTo>
                  <a:pt x="664851" y="364817"/>
                </a:moveTo>
                <a:cubicBezTo>
                  <a:pt x="569601" y="364817"/>
                  <a:pt x="492429" y="287649"/>
                  <a:pt x="492429" y="192395"/>
                </a:cubicBezTo>
                <a:cubicBezTo>
                  <a:pt x="492429" y="97142"/>
                  <a:pt x="569597" y="20945"/>
                  <a:pt x="664851" y="20945"/>
                </a:cubicBezTo>
                <a:cubicBezTo>
                  <a:pt x="760105" y="20945"/>
                  <a:pt x="837272" y="98113"/>
                  <a:pt x="837272" y="193367"/>
                </a:cubicBezTo>
                <a:cubicBezTo>
                  <a:pt x="837235" y="288617"/>
                  <a:pt x="759138" y="364817"/>
                  <a:pt x="664851" y="364817"/>
                </a:cubicBezTo>
                <a:close/>
                <a:moveTo>
                  <a:pt x="724866" y="109538"/>
                </a:moveTo>
                <a:lnTo>
                  <a:pt x="627682" y="206683"/>
                </a:lnTo>
                <a:lnTo>
                  <a:pt x="596242" y="164788"/>
                </a:lnTo>
                <a:cubicBezTo>
                  <a:pt x="590512" y="157161"/>
                  <a:pt x="582922" y="152398"/>
                  <a:pt x="573397" y="151468"/>
                </a:cubicBezTo>
                <a:cubicBezTo>
                  <a:pt x="563872" y="150501"/>
                  <a:pt x="555315" y="152436"/>
                  <a:pt x="547688" y="158129"/>
                </a:cubicBezTo>
                <a:cubicBezTo>
                  <a:pt x="540060" y="163858"/>
                  <a:pt x="535297" y="171448"/>
                  <a:pt x="534368" y="180973"/>
                </a:cubicBezTo>
                <a:cubicBezTo>
                  <a:pt x="533400" y="190498"/>
                  <a:pt x="535335" y="199056"/>
                  <a:pt x="541028" y="206683"/>
                </a:cubicBezTo>
                <a:lnTo>
                  <a:pt x="597210" y="281915"/>
                </a:lnTo>
                <a:cubicBezTo>
                  <a:pt x="602940" y="289543"/>
                  <a:pt x="611498" y="294306"/>
                  <a:pt x="621023" y="294306"/>
                </a:cubicBezTo>
                <a:lnTo>
                  <a:pt x="623887" y="294306"/>
                </a:lnTo>
                <a:cubicBezTo>
                  <a:pt x="632445" y="294306"/>
                  <a:pt x="640072" y="291441"/>
                  <a:pt x="646732" y="284781"/>
                </a:cubicBezTo>
                <a:lnTo>
                  <a:pt x="773424" y="158089"/>
                </a:lnTo>
                <a:cubicBezTo>
                  <a:pt x="780084" y="151428"/>
                  <a:pt x="783917" y="142833"/>
                  <a:pt x="783917" y="133308"/>
                </a:cubicBezTo>
                <a:cubicBezTo>
                  <a:pt x="783917" y="123783"/>
                  <a:pt x="780122" y="115226"/>
                  <a:pt x="773424" y="108528"/>
                </a:cubicBezTo>
                <a:cubicBezTo>
                  <a:pt x="760105" y="96212"/>
                  <a:pt x="738189" y="96212"/>
                  <a:pt x="724869" y="109533"/>
                </a:cubicBezTo>
                <a:close/>
                <a:moveTo>
                  <a:pt x="759134" y="143843"/>
                </a:moveTo>
                <a:lnTo>
                  <a:pt x="632442" y="270497"/>
                </a:lnTo>
                <a:cubicBezTo>
                  <a:pt x="629577" y="273362"/>
                  <a:pt x="626712" y="274292"/>
                  <a:pt x="622917" y="274292"/>
                </a:cubicBezTo>
                <a:cubicBezTo>
                  <a:pt x="619122" y="274292"/>
                  <a:pt x="616257" y="272394"/>
                  <a:pt x="614359" y="269529"/>
                </a:cubicBezTo>
                <a:lnTo>
                  <a:pt x="558177" y="194297"/>
                </a:lnTo>
                <a:cubicBezTo>
                  <a:pt x="556279" y="191432"/>
                  <a:pt x="555312" y="187637"/>
                  <a:pt x="555312" y="183804"/>
                </a:cubicBezTo>
                <a:cubicBezTo>
                  <a:pt x="556279" y="180009"/>
                  <a:pt x="558177" y="177144"/>
                  <a:pt x="561042" y="174279"/>
                </a:cubicBezTo>
                <a:cubicBezTo>
                  <a:pt x="563907" y="172382"/>
                  <a:pt x="566772" y="171414"/>
                  <a:pt x="569600" y="171414"/>
                </a:cubicBezTo>
                <a:lnTo>
                  <a:pt x="571497" y="171414"/>
                </a:lnTo>
                <a:cubicBezTo>
                  <a:pt x="575292" y="172382"/>
                  <a:pt x="578157" y="174279"/>
                  <a:pt x="581022" y="177144"/>
                </a:cubicBezTo>
                <a:lnTo>
                  <a:pt x="619122" y="227634"/>
                </a:lnTo>
                <a:cubicBezTo>
                  <a:pt x="621020" y="229532"/>
                  <a:pt x="623885" y="231430"/>
                  <a:pt x="626750" y="231430"/>
                </a:cubicBezTo>
                <a:cubicBezTo>
                  <a:pt x="629615" y="231430"/>
                  <a:pt x="632479" y="230462"/>
                  <a:pt x="634377" y="228565"/>
                </a:cubicBezTo>
                <a:lnTo>
                  <a:pt x="739152" y="123828"/>
                </a:lnTo>
                <a:cubicBezTo>
                  <a:pt x="744882" y="118098"/>
                  <a:pt x="753440" y="118098"/>
                  <a:pt x="759170" y="123828"/>
                </a:cubicBezTo>
                <a:cubicBezTo>
                  <a:pt x="762035" y="126693"/>
                  <a:pt x="762965" y="129558"/>
                  <a:pt x="762965" y="133353"/>
                </a:cubicBezTo>
                <a:cubicBezTo>
                  <a:pt x="762965" y="137148"/>
                  <a:pt x="761998" y="140980"/>
                  <a:pt x="759133" y="143845"/>
                </a:cubicBezTo>
                <a:close/>
                <a:moveTo>
                  <a:pt x="524838" y="370509"/>
                </a:moveTo>
                <a:cubicBezTo>
                  <a:pt x="525805" y="364779"/>
                  <a:pt x="530568" y="360984"/>
                  <a:pt x="536260" y="360984"/>
                </a:cubicBezTo>
                <a:cubicBezTo>
                  <a:pt x="541990" y="361952"/>
                  <a:pt x="545785" y="366714"/>
                  <a:pt x="545785" y="372407"/>
                </a:cubicBezTo>
                <a:cubicBezTo>
                  <a:pt x="541023" y="423826"/>
                  <a:pt x="517210" y="471448"/>
                  <a:pt x="479110" y="505757"/>
                </a:cubicBezTo>
                <a:cubicBezTo>
                  <a:pt x="441010" y="540991"/>
                  <a:pt x="390520" y="560041"/>
                  <a:pt x="339102" y="560041"/>
                </a:cubicBezTo>
                <a:cubicBezTo>
                  <a:pt x="222869" y="561009"/>
                  <a:pt x="128581" y="466726"/>
                  <a:pt x="128581" y="352425"/>
                </a:cubicBezTo>
                <a:cubicBezTo>
                  <a:pt x="128581" y="238124"/>
                  <a:pt x="221933" y="143847"/>
                  <a:pt x="337159" y="143847"/>
                </a:cubicBezTo>
                <a:cubicBezTo>
                  <a:pt x="377157" y="143847"/>
                  <a:pt x="415257" y="155269"/>
                  <a:pt x="448592" y="176216"/>
                </a:cubicBezTo>
                <a:cubicBezTo>
                  <a:pt x="453355" y="179081"/>
                  <a:pt x="454322" y="185741"/>
                  <a:pt x="451457" y="190504"/>
                </a:cubicBezTo>
                <a:cubicBezTo>
                  <a:pt x="448592" y="195266"/>
                  <a:pt x="441932" y="197164"/>
                  <a:pt x="437170" y="193369"/>
                </a:cubicBezTo>
                <a:cubicBezTo>
                  <a:pt x="406697" y="174319"/>
                  <a:pt x="372392" y="163826"/>
                  <a:pt x="336186" y="163826"/>
                </a:cubicBezTo>
                <a:cubicBezTo>
                  <a:pt x="232382" y="163826"/>
                  <a:pt x="148553" y="248583"/>
                  <a:pt x="148553" y="351459"/>
                </a:cubicBezTo>
                <a:cubicBezTo>
                  <a:pt x="148553" y="454339"/>
                  <a:pt x="233310" y="539092"/>
                  <a:pt x="336186" y="539092"/>
                </a:cubicBezTo>
                <a:cubicBezTo>
                  <a:pt x="434341" y="540059"/>
                  <a:pt x="515303" y="467692"/>
                  <a:pt x="524828" y="370509"/>
                </a:cubicBezTo>
                <a:close/>
                <a:moveTo>
                  <a:pt x="469585" y="288616"/>
                </a:moveTo>
                <a:lnTo>
                  <a:pt x="382893" y="287649"/>
                </a:lnTo>
                <a:lnTo>
                  <a:pt x="355285" y="204789"/>
                </a:lnTo>
                <a:cubicBezTo>
                  <a:pt x="352420" y="197161"/>
                  <a:pt x="345760" y="192399"/>
                  <a:pt x="338133" y="192399"/>
                </a:cubicBezTo>
                <a:cubicBezTo>
                  <a:pt x="330505" y="192399"/>
                  <a:pt x="322878" y="197161"/>
                  <a:pt x="320980" y="204789"/>
                </a:cubicBezTo>
                <a:lnTo>
                  <a:pt x="293373" y="287649"/>
                </a:lnTo>
                <a:lnTo>
                  <a:pt x="206680" y="288616"/>
                </a:lnTo>
                <a:cubicBezTo>
                  <a:pt x="199053" y="288616"/>
                  <a:pt x="191425" y="293379"/>
                  <a:pt x="189528" y="301006"/>
                </a:cubicBezTo>
                <a:cubicBezTo>
                  <a:pt x="186663" y="308634"/>
                  <a:pt x="189528" y="317191"/>
                  <a:pt x="196188" y="321024"/>
                </a:cubicBezTo>
                <a:lnTo>
                  <a:pt x="265728" y="372444"/>
                </a:lnTo>
                <a:lnTo>
                  <a:pt x="239050" y="455304"/>
                </a:lnTo>
                <a:cubicBezTo>
                  <a:pt x="236185" y="462931"/>
                  <a:pt x="239050" y="471488"/>
                  <a:pt x="245710" y="475321"/>
                </a:cubicBezTo>
                <a:cubicBezTo>
                  <a:pt x="248575" y="477219"/>
                  <a:pt x="252370" y="479116"/>
                  <a:pt x="256203" y="479116"/>
                </a:cubicBezTo>
                <a:cubicBezTo>
                  <a:pt x="259998" y="479116"/>
                  <a:pt x="263830" y="478149"/>
                  <a:pt x="266696" y="475321"/>
                </a:cubicBezTo>
                <a:lnTo>
                  <a:pt x="337165" y="424831"/>
                </a:lnTo>
                <a:lnTo>
                  <a:pt x="407635" y="475321"/>
                </a:lnTo>
                <a:cubicBezTo>
                  <a:pt x="414295" y="480084"/>
                  <a:pt x="422890" y="480084"/>
                  <a:pt x="429550" y="475321"/>
                </a:cubicBezTo>
                <a:cubicBezTo>
                  <a:pt x="436210" y="470559"/>
                  <a:pt x="439075" y="462002"/>
                  <a:pt x="436210" y="455304"/>
                </a:cubicBezTo>
                <a:lnTo>
                  <a:pt x="409570" y="373373"/>
                </a:lnTo>
                <a:lnTo>
                  <a:pt x="479110" y="321954"/>
                </a:lnTo>
                <a:cubicBezTo>
                  <a:pt x="485770" y="317191"/>
                  <a:pt x="487668" y="308634"/>
                  <a:pt x="485770" y="301936"/>
                </a:cubicBezTo>
                <a:cubicBezTo>
                  <a:pt x="483872" y="294308"/>
                  <a:pt x="477212" y="288616"/>
                  <a:pt x="469585" y="288616"/>
                </a:cubicBezTo>
                <a:close/>
                <a:moveTo>
                  <a:pt x="391488" y="361951"/>
                </a:moveTo>
                <a:cubicBezTo>
                  <a:pt x="387693" y="364816"/>
                  <a:pt x="386726" y="369578"/>
                  <a:pt x="387693" y="373373"/>
                </a:cubicBezTo>
                <a:lnTo>
                  <a:pt x="414370" y="457201"/>
                </a:lnTo>
                <a:lnTo>
                  <a:pt x="342933" y="405781"/>
                </a:lnTo>
                <a:cubicBezTo>
                  <a:pt x="339138" y="402916"/>
                  <a:pt x="334375" y="402916"/>
                  <a:pt x="330543" y="405781"/>
                </a:cubicBezTo>
                <a:lnTo>
                  <a:pt x="259105" y="457201"/>
                </a:lnTo>
                <a:lnTo>
                  <a:pt x="285783" y="373373"/>
                </a:lnTo>
                <a:cubicBezTo>
                  <a:pt x="286750" y="369578"/>
                  <a:pt x="285783" y="364816"/>
                  <a:pt x="281988" y="361951"/>
                </a:cubicBezTo>
                <a:lnTo>
                  <a:pt x="211518" y="309563"/>
                </a:lnTo>
                <a:lnTo>
                  <a:pt x="299140" y="308596"/>
                </a:lnTo>
                <a:cubicBezTo>
                  <a:pt x="303903" y="308596"/>
                  <a:pt x="307698" y="305731"/>
                  <a:pt x="308665" y="301936"/>
                </a:cubicBezTo>
                <a:lnTo>
                  <a:pt x="336273" y="219076"/>
                </a:lnTo>
                <a:lnTo>
                  <a:pt x="363880" y="301936"/>
                </a:lnTo>
                <a:cubicBezTo>
                  <a:pt x="364847" y="305731"/>
                  <a:pt x="369610" y="308596"/>
                  <a:pt x="373405" y="308596"/>
                </a:cubicBezTo>
                <a:lnTo>
                  <a:pt x="461027" y="309563"/>
                </a:lnTo>
                <a:close/>
              </a:path>
            </a:pathLst>
          </a:custGeom>
          <a:solidFill>
            <a:schemeClr val="accent2"/>
          </a:solid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grpSp>
        <p:nvGrpSpPr>
          <p:cNvPr id="7" name="Groupe 6">
            <a:extLst>
              <a:ext uri="{FF2B5EF4-FFF2-40B4-BE49-F238E27FC236}">
                <a16:creationId xmlns:a16="http://schemas.microsoft.com/office/drawing/2014/main" id="{1BCCD99A-1ED3-794B-403D-19CB5DA6E7C4}"/>
              </a:ext>
            </a:extLst>
          </p:cNvPr>
          <p:cNvGrpSpPr>
            <a:grpSpLocks noChangeAspect="1"/>
          </p:cNvGrpSpPr>
          <p:nvPr/>
        </p:nvGrpSpPr>
        <p:grpSpPr>
          <a:xfrm>
            <a:off x="11001871" y="6336764"/>
            <a:ext cx="1082632" cy="444130"/>
            <a:chOff x="5810" y="1578917"/>
            <a:chExt cx="559801" cy="229645"/>
          </a:xfrm>
        </p:grpSpPr>
        <p:sp>
          <p:nvSpPr>
            <p:cNvPr id="9" name="Rectangle : coins arrondis 8">
              <a:hlinkClick r:id="rId9" action="ppaction://hlinksldjump"/>
              <a:extLst>
                <a:ext uri="{FF2B5EF4-FFF2-40B4-BE49-F238E27FC236}">
                  <a16:creationId xmlns:a16="http://schemas.microsoft.com/office/drawing/2014/main" id="{A33DDAF2-9E21-6547-1DB8-EF905263B8BA}"/>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indent="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hlinkClick r:id="rId9"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endParaRPr>
            </a:p>
          </p:txBody>
        </p:sp>
        <p:pic>
          <p:nvPicPr>
            <p:cNvPr id="11" name="Graphique 10" descr="Retour avec un remplissage uni">
              <a:hlinkClick r:id="rId9" action="ppaction://hlinksldjump"/>
              <a:extLst>
                <a:ext uri="{FF2B5EF4-FFF2-40B4-BE49-F238E27FC236}">
                  <a16:creationId xmlns:a16="http://schemas.microsoft.com/office/drawing/2014/main" id="{83D942B8-E35A-929A-9FC2-E73AF95894C9}"/>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9060" y="1578917"/>
              <a:ext cx="229645" cy="229645"/>
            </a:xfrm>
            <a:prstGeom prst="rect">
              <a:avLst/>
            </a:prstGeom>
          </p:spPr>
        </p:pic>
      </p:grpSp>
    </p:spTree>
    <p:extLst>
      <p:ext uri="{BB962C8B-B14F-4D97-AF65-F5344CB8AC3E}">
        <p14:creationId xmlns:p14="http://schemas.microsoft.com/office/powerpoint/2010/main" val="2747078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6C4A6-D061-55BD-91FB-DEF13B007127}"/>
            </a:ext>
          </a:extLst>
        </p:cNvPr>
        <p:cNvGrpSpPr/>
        <p:nvPr/>
      </p:nvGrpSpPr>
      <p:grpSpPr>
        <a:xfrm>
          <a:off x="0" y="0"/>
          <a:ext cx="0" cy="0"/>
          <a:chOff x="0" y="0"/>
          <a:chExt cx="0" cy="0"/>
        </a:xfrm>
      </p:grpSpPr>
      <p:sp>
        <p:nvSpPr>
          <p:cNvPr id="47" name="Rectangle 46">
            <a:hlinkClick r:id="rId3" action="ppaction://hlinksldjump"/>
            <a:extLst>
              <a:ext uri="{FF2B5EF4-FFF2-40B4-BE49-F238E27FC236}">
                <a16:creationId xmlns:a16="http://schemas.microsoft.com/office/drawing/2014/main" id="{A1571D96-7442-98F7-6A52-A0C4524E34C8}"/>
              </a:ext>
            </a:extLst>
          </p:cNvPr>
          <p:cNvSpPr>
            <a:spLocks/>
          </p:cNvSpPr>
          <p:nvPr/>
        </p:nvSpPr>
        <p:spPr>
          <a:xfrm>
            <a:off x="0" y="-1274"/>
            <a:ext cx="12191999" cy="6859274"/>
          </a:xfrm>
          <a:prstGeom prst="rect">
            <a:avLst/>
          </a:prstGeom>
          <a:solidFill>
            <a:schemeClr val="bg1"/>
          </a:solid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venir LT Std 45 Book" panose="020B0502020203020204" pitchFamily="34" charset="0"/>
              <a:ea typeface="+mn-ea"/>
              <a:cs typeface="+mn-cs"/>
            </a:endParaRPr>
          </a:p>
        </p:txBody>
      </p:sp>
      <p:sp>
        <p:nvSpPr>
          <p:cNvPr id="88" name="Rectangle 87">
            <a:extLst>
              <a:ext uri="{FF2B5EF4-FFF2-40B4-BE49-F238E27FC236}">
                <a16:creationId xmlns:a16="http://schemas.microsoft.com/office/drawing/2014/main" id="{F11CBA3A-3AD5-3408-5335-0CB7847B6318}"/>
              </a:ext>
            </a:extLst>
          </p:cNvPr>
          <p:cNvSpPr/>
          <p:nvPr/>
        </p:nvSpPr>
        <p:spPr>
          <a:xfrm>
            <a:off x="48935" y="450171"/>
            <a:ext cx="12114000" cy="5638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86" name="Rectangle : coins arrondis 85">
            <a:extLst>
              <a:ext uri="{FF2B5EF4-FFF2-40B4-BE49-F238E27FC236}">
                <a16:creationId xmlns:a16="http://schemas.microsoft.com/office/drawing/2014/main" id="{68AFD50D-3B50-9793-45BB-8AFE52EBC0EF}"/>
              </a:ext>
            </a:extLst>
          </p:cNvPr>
          <p:cNvSpPr/>
          <p:nvPr/>
        </p:nvSpPr>
        <p:spPr>
          <a:xfrm>
            <a:off x="172659" y="1265218"/>
            <a:ext cx="357820" cy="5137353"/>
          </a:xfrm>
          <a:prstGeom prst="roundRect">
            <a:avLst>
              <a:gd name="adj" fmla="val 50000"/>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358775"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FFFFFF"/>
                </a:solidFill>
                <a:effectLst/>
                <a:uLnTx/>
                <a:uFillTx/>
                <a:latin typeface="Avenir LT Std 65 Medium" panose="020B0803020203020204" pitchFamily="34" charset="0"/>
                <a:ea typeface="+mn-ea"/>
                <a:cs typeface="+mn-cs"/>
              </a:rPr>
              <a:t>JE SUIS MANAGER / CHEF DE PROJET</a:t>
            </a:r>
          </a:p>
        </p:txBody>
      </p:sp>
      <p:sp>
        <p:nvSpPr>
          <p:cNvPr id="36" name="Rectangle : coins arrondis 35">
            <a:extLst>
              <a:ext uri="{FF2B5EF4-FFF2-40B4-BE49-F238E27FC236}">
                <a16:creationId xmlns:a16="http://schemas.microsoft.com/office/drawing/2014/main" id="{CB850C28-904C-D17B-609F-C681FF5C56D6}"/>
              </a:ext>
            </a:extLst>
          </p:cNvPr>
          <p:cNvSpPr/>
          <p:nvPr/>
        </p:nvSpPr>
        <p:spPr>
          <a:xfrm>
            <a:off x="9126739" y="1325240"/>
            <a:ext cx="2840024" cy="5077331"/>
          </a:xfrm>
          <a:prstGeom prst="roundRect">
            <a:avLst>
              <a:gd name="adj" fmla="val 3185"/>
            </a:avLst>
          </a:prstGeom>
          <a:solidFill>
            <a:srgbClr val="A3C8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49" name="Rectangle : coins arrondis 48">
            <a:extLst>
              <a:ext uri="{FF2B5EF4-FFF2-40B4-BE49-F238E27FC236}">
                <a16:creationId xmlns:a16="http://schemas.microsoft.com/office/drawing/2014/main" id="{AF8B9F6D-63ED-D168-717B-EA9A4271E63F}"/>
              </a:ext>
            </a:extLst>
          </p:cNvPr>
          <p:cNvSpPr/>
          <p:nvPr/>
        </p:nvSpPr>
        <p:spPr>
          <a:xfrm>
            <a:off x="4114676" y="1325239"/>
            <a:ext cx="4896763" cy="5092481"/>
          </a:xfrm>
          <a:prstGeom prst="roundRect">
            <a:avLst>
              <a:gd name="adj" fmla="val 2238"/>
            </a:avLst>
          </a:prstGeom>
          <a:solidFill>
            <a:srgbClr val="A1D6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7" name="Rectangle : coins arrondis 6">
            <a:extLst>
              <a:ext uri="{FF2B5EF4-FFF2-40B4-BE49-F238E27FC236}">
                <a16:creationId xmlns:a16="http://schemas.microsoft.com/office/drawing/2014/main" id="{9A78BF0A-D907-6E28-AF5C-922CBF020204}"/>
              </a:ext>
            </a:extLst>
          </p:cNvPr>
          <p:cNvSpPr/>
          <p:nvPr/>
        </p:nvSpPr>
        <p:spPr>
          <a:xfrm>
            <a:off x="656486" y="1421802"/>
            <a:ext cx="3347044" cy="4995918"/>
          </a:xfrm>
          <a:prstGeom prst="roundRect">
            <a:avLst>
              <a:gd name="adj" fmla="val 3309"/>
            </a:avLst>
          </a:prstGeom>
          <a:solidFill>
            <a:srgbClr val="E5CF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21" name="Flèche : pentagone 20">
            <a:extLst>
              <a:ext uri="{FF2B5EF4-FFF2-40B4-BE49-F238E27FC236}">
                <a16:creationId xmlns:a16="http://schemas.microsoft.com/office/drawing/2014/main" id="{32285C6A-0569-B527-4F85-D5D58CFB77CC}"/>
              </a:ext>
            </a:extLst>
          </p:cNvPr>
          <p:cNvSpPr/>
          <p:nvPr/>
        </p:nvSpPr>
        <p:spPr>
          <a:xfrm>
            <a:off x="448252" y="450171"/>
            <a:ext cx="11539343" cy="553925"/>
          </a:xfrm>
          <a:prstGeom prst="homePlate">
            <a:avLst>
              <a:gd name="adj" fmla="val 0"/>
            </a:avLst>
          </a:prstGeom>
          <a:noFill/>
          <a:ln w="12700" cap="flat" cmpd="sng" algn="ctr">
            <a:noFill/>
            <a:prstDash val="solid"/>
            <a:miter lim="800000"/>
          </a:ln>
          <a:effectLst/>
        </p:spPr>
        <p:txBody>
          <a:bodyPr lIns="91440" tIns="45720" rIns="91440" bIns="45720" rtlCol="0" anchor="ctr"/>
          <a:lstStyle/>
          <a:p>
            <a:pPr marL="0" marR="0" lvl="0" indent="0" algn="l" defTabSz="914400" rtl="0" eaLnBrk="1" fontAlgn="auto" latinLnBrk="0" hangingPunct="1">
              <a:lnSpc>
                <a:spcPct val="114000"/>
              </a:lnSpc>
              <a:spcBef>
                <a:spcPts val="0"/>
              </a:spcBef>
              <a:spcAft>
                <a:spcPts val="0"/>
              </a:spcAft>
              <a:buClr>
                <a:srgbClr val="0084D4"/>
              </a:buClr>
              <a:buSzTx/>
              <a:buFontTx/>
              <a:buNone/>
              <a:tabLst/>
              <a:defRPr/>
            </a:pPr>
            <a:r>
              <a:rPr kumimoji="0" lang="fr-FR" sz="1200" b="0" i="0" u="none" strike="noStrike" kern="0" cap="none" spc="0" normalizeH="0" baseline="0" noProof="0">
                <a:ln>
                  <a:noFill/>
                </a:ln>
                <a:solidFill>
                  <a:srgbClr val="000000"/>
                </a:solidFill>
                <a:effectLst/>
                <a:uLnTx/>
                <a:uFillTx/>
                <a:latin typeface="Avenir LT Std 55 Roman"/>
                <a:ea typeface="+mn-ea"/>
                <a:cs typeface="Arial"/>
              </a:rPr>
              <a:t>Identifier </a:t>
            </a:r>
            <a:r>
              <a:rPr kumimoji="0" lang="fr-FR" sz="1200" b="1" i="0" u="none" strike="noStrike" kern="0" cap="none" spc="0" normalizeH="0" baseline="0" noProof="0">
                <a:ln>
                  <a:noFill/>
                </a:ln>
                <a:solidFill>
                  <a:srgbClr val="000000"/>
                </a:solidFill>
                <a:effectLst/>
                <a:uLnTx/>
                <a:uFillTx/>
                <a:latin typeface="Avenir LT Std 55 Roman"/>
                <a:ea typeface="+mn-ea"/>
                <a:cs typeface="Arial"/>
              </a:rPr>
              <a:t>les</a:t>
            </a:r>
            <a:r>
              <a:rPr kumimoji="0" lang="fr-FR" sz="1200" b="0" i="0" u="none" strike="noStrike" kern="0" cap="none" spc="0" normalizeH="0" baseline="0" noProof="0">
                <a:ln>
                  <a:noFill/>
                </a:ln>
                <a:solidFill>
                  <a:srgbClr val="000000"/>
                </a:solidFill>
                <a:effectLst/>
                <a:uLnTx/>
                <a:uFillTx/>
                <a:latin typeface="Avenir LT Std 55 Roman"/>
                <a:ea typeface="+mn-ea"/>
                <a:cs typeface="Arial"/>
              </a:rPr>
              <a:t> </a:t>
            </a:r>
            <a:r>
              <a:rPr kumimoji="0" lang="fr-FR" sz="1200" b="1" i="0" u="none" strike="noStrike" kern="0" cap="none" spc="0" normalizeH="0" baseline="0" noProof="0">
                <a:ln>
                  <a:noFill/>
                </a:ln>
                <a:solidFill>
                  <a:srgbClr val="000000"/>
                </a:solidFill>
                <a:effectLst/>
                <a:uLnTx/>
                <a:uFillTx/>
                <a:latin typeface="Avenir LT Std 55 Roman"/>
                <a:ea typeface="+mn-ea"/>
                <a:cs typeface="Arial"/>
              </a:rPr>
              <a:t>relais internes sur lesquels vous appuyer au cours d’un projet ou au quotidien, </a:t>
            </a:r>
            <a:r>
              <a:rPr kumimoji="0" lang="fr-FR" sz="1200" b="0" i="0" u="none" strike="noStrike" kern="0" cap="none" spc="0" normalizeH="0" baseline="0" noProof="0">
                <a:ln>
                  <a:noFill/>
                </a:ln>
                <a:solidFill>
                  <a:srgbClr val="000000"/>
                </a:solidFill>
                <a:effectLst/>
                <a:uLnTx/>
                <a:uFillTx/>
                <a:latin typeface="Avenir LT Std 55 Roman"/>
                <a:ea typeface="+mn-ea"/>
                <a:cs typeface="Arial"/>
              </a:rPr>
              <a:t>pour prévenir, repérer et accompagner les RPS, et </a:t>
            </a:r>
            <a:r>
              <a:rPr kumimoji="0" lang="fr-FR" sz="1200" b="1" i="0" u="none" strike="noStrike" kern="0" cap="none" spc="0" normalizeH="0" baseline="0" noProof="0">
                <a:ln>
                  <a:noFill/>
                </a:ln>
                <a:solidFill>
                  <a:srgbClr val="000000"/>
                </a:solidFill>
                <a:effectLst/>
                <a:uLnTx/>
                <a:uFillTx/>
                <a:latin typeface="Avenir LT Std 55 Roman"/>
                <a:ea typeface="+mn-ea"/>
                <a:cs typeface="Arial"/>
              </a:rPr>
              <a:t>les mobiliser en amont des projets</a:t>
            </a:r>
            <a:r>
              <a:rPr kumimoji="0" lang="fr-FR" sz="1200" b="0" i="0" u="none" strike="noStrike" kern="0" cap="none" spc="0" normalizeH="0" baseline="0" noProof="0">
                <a:ln>
                  <a:noFill/>
                </a:ln>
                <a:solidFill>
                  <a:srgbClr val="000000"/>
                </a:solidFill>
                <a:effectLst/>
                <a:uLnTx/>
                <a:uFillTx/>
                <a:latin typeface="Avenir LT Std 55 Roman"/>
                <a:ea typeface="+mn-ea"/>
                <a:cs typeface="Arial"/>
              </a:rPr>
              <a:t> afin d’assurer un soutien efficace aux équipes.</a:t>
            </a:r>
          </a:p>
        </p:txBody>
      </p:sp>
      <p:grpSp>
        <p:nvGrpSpPr>
          <p:cNvPr id="96" name="Groupe 95">
            <a:extLst>
              <a:ext uri="{FF2B5EF4-FFF2-40B4-BE49-F238E27FC236}">
                <a16:creationId xmlns:a16="http://schemas.microsoft.com/office/drawing/2014/main" id="{D1A7C69B-E1B9-C3B0-6338-D8C50CD307D2}"/>
              </a:ext>
            </a:extLst>
          </p:cNvPr>
          <p:cNvGrpSpPr/>
          <p:nvPr/>
        </p:nvGrpSpPr>
        <p:grpSpPr>
          <a:xfrm>
            <a:off x="4166792" y="1917001"/>
            <a:ext cx="4782668" cy="1145934"/>
            <a:chOff x="4032318" y="1735290"/>
            <a:chExt cx="4782668" cy="1145934"/>
          </a:xfrm>
        </p:grpSpPr>
        <p:sp>
          <p:nvSpPr>
            <p:cNvPr id="8" name="Rectangle : coins arrondis 7">
              <a:extLst>
                <a:ext uri="{FF2B5EF4-FFF2-40B4-BE49-F238E27FC236}">
                  <a16:creationId xmlns:a16="http://schemas.microsoft.com/office/drawing/2014/main" id="{7CA0189F-A3BD-191D-5CA1-27A3345C3D7A}"/>
                </a:ext>
              </a:extLst>
            </p:cNvPr>
            <p:cNvSpPr/>
            <p:nvPr/>
          </p:nvSpPr>
          <p:spPr>
            <a:xfrm>
              <a:off x="4032318" y="1746339"/>
              <a:ext cx="4782668" cy="1134885"/>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432000" rIns="36000" bIns="36000" rtlCol="0" anchor="t"/>
            <a:lstStyle/>
            <a:p>
              <a:pPr marL="0" marR="0" lvl="0" indent="0" algn="l" defTabSz="914400" rtl="0" eaLnBrk="1" fontAlgn="auto" latinLnBrk="0" hangingPunct="1">
                <a:lnSpc>
                  <a:spcPts val="900"/>
                </a:lnSpc>
                <a:spcBef>
                  <a:spcPts val="0"/>
                </a:spcBef>
                <a:spcAft>
                  <a:spcPts val="0"/>
                </a:spcAft>
                <a:buClrTx/>
                <a:buSzTx/>
                <a:buFontTx/>
                <a:buNone/>
                <a:tabLst/>
                <a:defRPr/>
              </a:pPr>
              <a:r>
                <a:rPr kumimoji="0" lang="fr-FR" sz="900" b="0" i="0" u="none" strike="noStrike" kern="1200" cap="none" spc="-20" normalizeH="0" baseline="0" noProof="0">
                  <a:ln>
                    <a:noFill/>
                  </a:ln>
                  <a:solidFill>
                    <a:srgbClr val="000000"/>
                  </a:solidFill>
                  <a:effectLst/>
                  <a:uLnTx/>
                  <a:uFillTx/>
                  <a:latin typeface="Avenir LT Std 35 Light" panose="020B0402020203020204" pitchFamily="34" charset="0"/>
                  <a:ea typeface="+mn-ea"/>
                  <a:cs typeface="+mn-cs"/>
                </a:rPr>
                <a:t>      </a:t>
              </a:r>
            </a:p>
          </p:txBody>
        </p:sp>
        <p:sp>
          <p:nvSpPr>
            <p:cNvPr id="12" name="Rectangle 11">
              <a:extLst>
                <a:ext uri="{FF2B5EF4-FFF2-40B4-BE49-F238E27FC236}">
                  <a16:creationId xmlns:a16="http://schemas.microsoft.com/office/drawing/2014/main" id="{0E2878C8-5332-7B96-34C5-9FF34F874780}"/>
                </a:ext>
              </a:extLst>
            </p:cNvPr>
            <p:cNvSpPr/>
            <p:nvPr/>
          </p:nvSpPr>
          <p:spPr>
            <a:xfrm>
              <a:off x="4166831" y="1868408"/>
              <a:ext cx="1512000" cy="2570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rPr>
                <a:t>RÉSEAU D’APPUI ET DE SOUTIEN</a:t>
              </a:r>
            </a:p>
          </p:txBody>
        </p:sp>
        <p:pic>
          <p:nvPicPr>
            <p:cNvPr id="18" name="Graphique 17" descr="Carnet d'adresses avec un remplissage uni">
              <a:extLst>
                <a:ext uri="{FF2B5EF4-FFF2-40B4-BE49-F238E27FC236}">
                  <a16:creationId xmlns:a16="http://schemas.microsoft.com/office/drawing/2014/main" id="{AD1E8B02-F04B-2F68-3A7A-E4FE30F5CEC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41630" y="2292381"/>
              <a:ext cx="252000" cy="252000"/>
            </a:xfrm>
            <a:prstGeom prst="rect">
              <a:avLst/>
            </a:prstGeom>
          </p:spPr>
        </p:pic>
        <p:sp>
          <p:nvSpPr>
            <p:cNvPr id="19" name="Rectangle 18">
              <a:extLst>
                <a:ext uri="{FF2B5EF4-FFF2-40B4-BE49-F238E27FC236}">
                  <a16:creationId xmlns:a16="http://schemas.microsoft.com/office/drawing/2014/main" id="{34042187-82D5-471E-28E1-06AD46CE75D1}"/>
                </a:ext>
              </a:extLst>
            </p:cNvPr>
            <p:cNvSpPr/>
            <p:nvPr/>
          </p:nvSpPr>
          <p:spPr>
            <a:xfrm>
              <a:off x="4312744" y="2272718"/>
              <a:ext cx="1235317" cy="3381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154734"/>
                  </a:solidFill>
                  <a:effectLst/>
                  <a:highlight>
                    <a:srgbClr val="FFFF00"/>
                  </a:highlight>
                  <a:uLnTx/>
                  <a:uFillTx/>
                  <a:latin typeface="Avenir LT Std 55 Roman" panose="020B0503020203020204" pitchFamily="34" charset="0"/>
                  <a:ea typeface="+mn-ea"/>
                  <a:cs typeface="+mn-cs"/>
                </a:rPr>
                <a:t>Contact à venir</a:t>
              </a:r>
            </a:p>
          </p:txBody>
        </p:sp>
        <p:sp>
          <p:nvSpPr>
            <p:cNvPr id="3" name="Rectangle : coins arrondis 2">
              <a:extLst>
                <a:ext uri="{FF2B5EF4-FFF2-40B4-BE49-F238E27FC236}">
                  <a16:creationId xmlns:a16="http://schemas.microsoft.com/office/drawing/2014/main" id="{27C7BC92-9867-8737-AC2B-A65BC85AB8BA}"/>
                </a:ext>
              </a:extLst>
            </p:cNvPr>
            <p:cNvSpPr/>
            <p:nvPr/>
          </p:nvSpPr>
          <p:spPr>
            <a:xfrm>
              <a:off x="6067590" y="1735290"/>
              <a:ext cx="2628000" cy="1134885"/>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M’accompagne</a:t>
              </a:r>
              <a:r>
                <a:rPr kumimoji="0" lang="fr-FR" sz="1000" b="0"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 pour renforcer le dialogue de proximité et prévenir les RPS, </a:t>
              </a:r>
              <a:r>
                <a:rPr kumimoji="0" lang="fr-FR" sz="1000" b="1"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me soutient </a:t>
              </a:r>
              <a:r>
                <a:rPr kumimoji="0" lang="fr-FR" sz="1000" b="0"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dans la gestion des situations difficiles et </a:t>
              </a:r>
              <a:r>
                <a:rPr kumimoji="0" lang="fr-FR" sz="1000" b="1"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m’aide</a:t>
              </a:r>
              <a:r>
                <a:rPr kumimoji="0" lang="fr-FR" sz="1000" b="0"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 à évaluer les risques humains, structurer des plans d’action, animer des groupes de travail…</a:t>
              </a:r>
            </a:p>
          </p:txBody>
        </p:sp>
      </p:grpSp>
      <p:grpSp>
        <p:nvGrpSpPr>
          <p:cNvPr id="97" name="Groupe 96">
            <a:extLst>
              <a:ext uri="{FF2B5EF4-FFF2-40B4-BE49-F238E27FC236}">
                <a16:creationId xmlns:a16="http://schemas.microsoft.com/office/drawing/2014/main" id="{32141C2A-DE98-DF59-F013-E85DF2101B54}"/>
              </a:ext>
            </a:extLst>
          </p:cNvPr>
          <p:cNvGrpSpPr/>
          <p:nvPr/>
        </p:nvGrpSpPr>
        <p:grpSpPr>
          <a:xfrm>
            <a:off x="4166792" y="5520042"/>
            <a:ext cx="4782668" cy="805431"/>
            <a:chOff x="4032318" y="5499453"/>
            <a:chExt cx="4782668" cy="805431"/>
          </a:xfrm>
        </p:grpSpPr>
        <p:sp>
          <p:nvSpPr>
            <p:cNvPr id="41" name="Rectangle : coins arrondis 40">
              <a:extLst>
                <a:ext uri="{FF2B5EF4-FFF2-40B4-BE49-F238E27FC236}">
                  <a16:creationId xmlns:a16="http://schemas.microsoft.com/office/drawing/2014/main" id="{B854F24F-ACC6-8609-82B6-32F18BE5C184}"/>
                </a:ext>
              </a:extLst>
            </p:cNvPr>
            <p:cNvSpPr/>
            <p:nvPr/>
          </p:nvSpPr>
          <p:spPr>
            <a:xfrm>
              <a:off x="4032318" y="5515417"/>
              <a:ext cx="4782668" cy="789467"/>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432000" rIns="36000" bIns="36000" rtlCol="0" anchor="t"/>
            <a:lstStyle/>
            <a:p>
              <a:pPr marL="0" marR="0" lvl="0" indent="0" algn="l" defTabSz="914400" rtl="0" eaLnBrk="1" fontAlgn="auto" latinLnBrk="0" hangingPunct="1">
                <a:lnSpc>
                  <a:spcPts val="900"/>
                </a:lnSpc>
                <a:spcBef>
                  <a:spcPts val="0"/>
                </a:spcBef>
                <a:spcAft>
                  <a:spcPts val="0"/>
                </a:spcAft>
                <a:buClrTx/>
                <a:buSzTx/>
                <a:buFontTx/>
                <a:buNone/>
                <a:tabLst/>
                <a:defRPr/>
              </a:pPr>
              <a:endParaRPr kumimoji="0" lang="fr-FR" sz="900" b="0" i="0" u="none" strike="noStrike" kern="1200" cap="none" spc="-20" normalizeH="0" baseline="0" noProof="0">
                <a:ln>
                  <a:noFill/>
                </a:ln>
                <a:solidFill>
                  <a:srgbClr val="000000"/>
                </a:solidFill>
                <a:effectLst/>
                <a:uLnTx/>
                <a:uFillTx/>
                <a:latin typeface="Avenir LT Std 35 Light" panose="020B0402020203020204" pitchFamily="34" charset="0"/>
                <a:ea typeface="+mn-ea"/>
                <a:cs typeface="+mn-cs"/>
              </a:endParaRPr>
            </a:p>
          </p:txBody>
        </p:sp>
        <p:grpSp>
          <p:nvGrpSpPr>
            <p:cNvPr id="93" name="Groupe 92">
              <a:extLst>
                <a:ext uri="{FF2B5EF4-FFF2-40B4-BE49-F238E27FC236}">
                  <a16:creationId xmlns:a16="http://schemas.microsoft.com/office/drawing/2014/main" id="{4664FFC4-17CA-F6CE-F523-9C04A11CDA48}"/>
                </a:ext>
              </a:extLst>
            </p:cNvPr>
            <p:cNvGrpSpPr/>
            <p:nvPr/>
          </p:nvGrpSpPr>
          <p:grpSpPr>
            <a:xfrm>
              <a:off x="4166831" y="5499453"/>
              <a:ext cx="4544619" cy="798119"/>
              <a:chOff x="4166831" y="5499453"/>
              <a:chExt cx="4544619" cy="798119"/>
            </a:xfrm>
          </p:grpSpPr>
          <p:sp>
            <p:nvSpPr>
              <p:cNvPr id="42" name="Rectangle 41">
                <a:extLst>
                  <a:ext uri="{FF2B5EF4-FFF2-40B4-BE49-F238E27FC236}">
                    <a16:creationId xmlns:a16="http://schemas.microsoft.com/office/drawing/2014/main" id="{B99515B2-3FBD-A4E2-7FC9-054924AE0FA0}"/>
                  </a:ext>
                </a:extLst>
              </p:cNvPr>
              <p:cNvSpPr/>
              <p:nvPr/>
            </p:nvSpPr>
            <p:spPr>
              <a:xfrm>
                <a:off x="4166831" y="5523956"/>
                <a:ext cx="1685276" cy="283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rPr>
                  <a:t>MÉDECINE DU TRAVAIL </a:t>
                </a:r>
              </a:p>
            </p:txBody>
          </p:sp>
          <p:sp>
            <p:nvSpPr>
              <p:cNvPr id="46" name="Rectangle 45">
                <a:extLst>
                  <a:ext uri="{FF2B5EF4-FFF2-40B4-BE49-F238E27FC236}">
                    <a16:creationId xmlns:a16="http://schemas.microsoft.com/office/drawing/2014/main" id="{9E75D795-8C2E-8423-51A4-8521EEBF2A57}"/>
                  </a:ext>
                </a:extLst>
              </p:cNvPr>
              <p:cNvSpPr/>
              <p:nvPr/>
            </p:nvSpPr>
            <p:spPr>
              <a:xfrm>
                <a:off x="4313140" y="5887275"/>
                <a:ext cx="1235317" cy="3381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1E684C"/>
                    </a:solidFill>
                    <a:effectLst/>
                    <a:uLnTx/>
                    <a:uFillTx/>
                    <a:latin typeface="Avenir LT Std 55 Roman" panose="020B0503020203020204" pitchFamily="34" charset="0"/>
                    <a:ea typeface="+mn-ea"/>
                    <a:cs typeface="+mn-cs"/>
                  </a:rPr>
                  <a:t>Taper « annuaire médical » dans la barre de l’intranet</a:t>
                </a:r>
              </a:p>
            </p:txBody>
          </p:sp>
          <p:sp>
            <p:nvSpPr>
              <p:cNvPr id="6" name="Rectangle : coins arrondis 5">
                <a:extLst>
                  <a:ext uri="{FF2B5EF4-FFF2-40B4-BE49-F238E27FC236}">
                    <a16:creationId xmlns:a16="http://schemas.microsoft.com/office/drawing/2014/main" id="{DB0FA000-38FF-7C72-5005-D0482572EAE3}"/>
                  </a:ext>
                </a:extLst>
              </p:cNvPr>
              <p:cNvSpPr/>
              <p:nvPr/>
            </p:nvSpPr>
            <p:spPr>
              <a:xfrm>
                <a:off x="6083450" y="5499453"/>
                <a:ext cx="2628000" cy="798119"/>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defRPr/>
                </a:pPr>
                <a:r>
                  <a:rPr kumimoji="0" lang="fr-FR" sz="1000" b="1"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Offre une écoute confidentielle </a:t>
                </a:r>
                <a:r>
                  <a:rPr kumimoji="0" lang="fr-FR" sz="1000" b="0"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et une analyse neutre, </a:t>
                </a:r>
                <a:r>
                  <a:rPr kumimoji="0" lang="fr-FR" sz="1000" b="1"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m’accompagne</a:t>
                </a:r>
                <a:r>
                  <a:rPr kumimoji="0" lang="fr-FR" sz="1000" b="0"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 dans la construction de solutions pour gérer les situations de RPS</a:t>
                </a:r>
                <a:r>
                  <a:rPr lang="fr-FR" sz="1000" spc="-20">
                    <a:solidFill>
                      <a:srgbClr val="000000"/>
                    </a:solidFill>
                    <a:latin typeface="Avenir LT Std 55 Roman" panose="020B0503020203020204" pitchFamily="34" charset="0"/>
                  </a:rPr>
                  <a:t>, et </a:t>
                </a:r>
                <a:r>
                  <a:rPr lang="fr-FR" sz="10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est à embarquer au lancement du projet pour le préparer </a:t>
                </a:r>
                <a:endParaRPr kumimoji="0" lang="fr-FR" sz="1000" b="0"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endParaRPr>
              </a:p>
            </p:txBody>
          </p:sp>
        </p:grpSp>
      </p:grpSp>
      <p:grpSp>
        <p:nvGrpSpPr>
          <p:cNvPr id="64" name="Groupe 63">
            <a:extLst>
              <a:ext uri="{FF2B5EF4-FFF2-40B4-BE49-F238E27FC236}">
                <a16:creationId xmlns:a16="http://schemas.microsoft.com/office/drawing/2014/main" id="{FC871281-FA5F-152C-6F12-FEBC45B022EA}"/>
              </a:ext>
            </a:extLst>
          </p:cNvPr>
          <p:cNvGrpSpPr/>
          <p:nvPr/>
        </p:nvGrpSpPr>
        <p:grpSpPr>
          <a:xfrm>
            <a:off x="734549" y="1917001"/>
            <a:ext cx="3303867" cy="1059551"/>
            <a:chOff x="647700" y="1801224"/>
            <a:chExt cx="3303867" cy="1059551"/>
          </a:xfrm>
        </p:grpSpPr>
        <p:sp>
          <p:nvSpPr>
            <p:cNvPr id="2" name="Rectangle : coins arrondis 1">
              <a:extLst>
                <a:ext uri="{FF2B5EF4-FFF2-40B4-BE49-F238E27FC236}">
                  <a16:creationId xmlns:a16="http://schemas.microsoft.com/office/drawing/2014/main" id="{4ACA221D-EFB9-AFD0-52B9-68149EE023BF}"/>
                </a:ext>
              </a:extLst>
            </p:cNvPr>
            <p:cNvSpPr/>
            <p:nvPr/>
          </p:nvSpPr>
          <p:spPr>
            <a:xfrm>
              <a:off x="647700" y="1801224"/>
              <a:ext cx="3186956" cy="1044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432000" rIns="36000" bIns="36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     </a:t>
              </a:r>
            </a:p>
          </p:txBody>
        </p:sp>
        <p:sp>
          <p:nvSpPr>
            <p:cNvPr id="50" name="Rectangle 49">
              <a:extLst>
                <a:ext uri="{FF2B5EF4-FFF2-40B4-BE49-F238E27FC236}">
                  <a16:creationId xmlns:a16="http://schemas.microsoft.com/office/drawing/2014/main" id="{9684D50E-9896-39DA-33AC-0A73A3D968A1}"/>
                </a:ext>
              </a:extLst>
            </p:cNvPr>
            <p:cNvSpPr/>
            <p:nvPr/>
          </p:nvSpPr>
          <p:spPr>
            <a:xfrm>
              <a:off x="718405" y="1979440"/>
              <a:ext cx="1211056" cy="7323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30" normalizeH="0" baseline="0" noProof="0">
                  <a:ln>
                    <a:noFill/>
                  </a:ln>
                  <a:solidFill>
                    <a:srgbClr val="524312"/>
                  </a:solidFill>
                  <a:effectLst/>
                  <a:uLnTx/>
                  <a:uFillTx/>
                  <a:latin typeface="Avenir LT Std 65 Medium" panose="020B0803020203020204" pitchFamily="34" charset="0"/>
                  <a:ea typeface="+mn-ea"/>
                  <a:cs typeface="+mn-cs"/>
                </a:rPr>
                <a:t>DIRECTION</a:t>
              </a:r>
              <a:endParaRPr kumimoji="0" lang="fr-FR" sz="1100" b="0" i="0" u="none" strike="sngStrike" kern="1200" cap="none" spc="-30" normalizeH="0" baseline="0" noProof="0">
                <a:ln>
                  <a:noFill/>
                </a:ln>
                <a:solidFill>
                  <a:srgbClr val="524312"/>
                </a:solidFill>
                <a:effectLst/>
                <a:uLnTx/>
                <a:uFillTx/>
                <a:latin typeface="Avenir LT Std 65 Medium" panose="020B0803020203020204" pitchFamily="34" charset="0"/>
                <a:ea typeface="+mn-ea"/>
                <a:cs typeface="+mn-cs"/>
              </a:endParaRPr>
            </a:p>
          </p:txBody>
        </p:sp>
        <p:sp>
          <p:nvSpPr>
            <p:cNvPr id="10" name="Rectangle : coins arrondis 9">
              <a:extLst>
                <a:ext uri="{FF2B5EF4-FFF2-40B4-BE49-F238E27FC236}">
                  <a16:creationId xmlns:a16="http://schemas.microsoft.com/office/drawing/2014/main" id="{4DBDF180-6E4C-EF5F-1BAE-D3288F8FB6A8}"/>
                </a:ext>
              </a:extLst>
            </p:cNvPr>
            <p:cNvSpPr/>
            <p:nvPr/>
          </p:nvSpPr>
          <p:spPr>
            <a:xfrm>
              <a:off x="2039558" y="1817043"/>
              <a:ext cx="1912009" cy="10437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Me</a:t>
              </a:r>
              <a:r>
                <a:rPr kumimoji="0" lang="fr-FR" sz="10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 </a:t>
              </a:r>
              <a:r>
                <a:rPr kumimoji="0" lang="fr-FR" sz="1000" b="1"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guide</a:t>
              </a:r>
              <a:r>
                <a:rPr kumimoji="0" lang="fr-FR" sz="10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 et </a:t>
              </a:r>
              <a:r>
                <a:rPr kumimoji="0" lang="fr-FR" sz="1000" b="1"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me soutient</a:t>
              </a:r>
              <a:r>
                <a:rPr kumimoji="0" lang="fr-FR" sz="10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 </a:t>
              </a:r>
              <a:r>
                <a:rPr kumimoji="0" lang="fr-FR" sz="1000" b="1"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sécurise les ressources</a:t>
              </a:r>
              <a:r>
                <a:rPr kumimoji="0" lang="fr-FR" sz="10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 pour conduire le projet, </a:t>
              </a:r>
              <a:r>
                <a:rPr kumimoji="0" lang="fr-FR" sz="1000" b="1"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facilite les décisions</a:t>
              </a:r>
              <a:r>
                <a:rPr kumimoji="0" lang="fr-FR" sz="10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 et </a:t>
              </a:r>
              <a:r>
                <a:rPr kumimoji="0" lang="fr-FR" sz="1000" b="1"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relaye la communication</a:t>
              </a:r>
              <a:r>
                <a:rPr kumimoji="0" lang="fr-FR" sz="10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 projet</a:t>
              </a:r>
            </a:p>
          </p:txBody>
        </p:sp>
      </p:grpSp>
      <p:grpSp>
        <p:nvGrpSpPr>
          <p:cNvPr id="65" name="Groupe 64">
            <a:extLst>
              <a:ext uri="{FF2B5EF4-FFF2-40B4-BE49-F238E27FC236}">
                <a16:creationId xmlns:a16="http://schemas.microsoft.com/office/drawing/2014/main" id="{B339A709-DC83-452C-E7A7-1C5448775C05}"/>
              </a:ext>
            </a:extLst>
          </p:cNvPr>
          <p:cNvGrpSpPr/>
          <p:nvPr/>
        </p:nvGrpSpPr>
        <p:grpSpPr>
          <a:xfrm>
            <a:off x="734549" y="4159160"/>
            <a:ext cx="3180870" cy="1053008"/>
            <a:chOff x="647700" y="2930228"/>
            <a:chExt cx="3180870" cy="1053008"/>
          </a:xfrm>
        </p:grpSpPr>
        <p:sp>
          <p:nvSpPr>
            <p:cNvPr id="52" name="Rectangle : coins arrondis 51">
              <a:extLst>
                <a:ext uri="{FF2B5EF4-FFF2-40B4-BE49-F238E27FC236}">
                  <a16:creationId xmlns:a16="http://schemas.microsoft.com/office/drawing/2014/main" id="{D57C7F0B-77E5-6968-985B-5F833630AEA7}"/>
                </a:ext>
              </a:extLst>
            </p:cNvPr>
            <p:cNvSpPr/>
            <p:nvPr/>
          </p:nvSpPr>
          <p:spPr>
            <a:xfrm>
              <a:off x="647700" y="2935411"/>
              <a:ext cx="3180870" cy="1044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432000" rIns="36000" bIns="36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8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     </a:t>
              </a:r>
            </a:p>
          </p:txBody>
        </p:sp>
        <p:sp>
          <p:nvSpPr>
            <p:cNvPr id="53" name="Rectangle 52">
              <a:extLst>
                <a:ext uri="{FF2B5EF4-FFF2-40B4-BE49-F238E27FC236}">
                  <a16:creationId xmlns:a16="http://schemas.microsoft.com/office/drawing/2014/main" id="{28035B60-E87F-DBDE-F740-16CB020B4DAF}"/>
                </a:ext>
              </a:extLst>
            </p:cNvPr>
            <p:cNvSpPr/>
            <p:nvPr/>
          </p:nvSpPr>
          <p:spPr>
            <a:xfrm>
              <a:off x="718406" y="3280082"/>
              <a:ext cx="907988" cy="3381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30" normalizeH="0" baseline="0" noProof="0">
                  <a:ln>
                    <a:noFill/>
                  </a:ln>
                  <a:solidFill>
                    <a:srgbClr val="524312"/>
                  </a:solidFill>
                  <a:effectLst/>
                  <a:uLnTx/>
                  <a:uFillTx/>
                  <a:latin typeface="Avenir LT Std 65 Medium" panose="020B0803020203020204" pitchFamily="34" charset="0"/>
                  <a:ea typeface="+mn-ea"/>
                  <a:cs typeface="+mn-cs"/>
                </a:rPr>
                <a:t>RESSOURCES HUMAINES</a:t>
              </a:r>
              <a:endParaRPr kumimoji="0" lang="fr-FR" sz="1100" b="0" i="0" u="none" strike="noStrike" kern="1200" cap="none" spc="-30" normalizeH="0" baseline="0" noProof="0">
                <a:ln>
                  <a:noFill/>
                </a:ln>
                <a:solidFill>
                  <a:srgbClr val="524312"/>
                </a:solidFill>
                <a:effectLst/>
                <a:highlight>
                  <a:srgbClr val="FFFF00"/>
                </a:highlight>
                <a:uLnTx/>
                <a:uFillTx/>
                <a:latin typeface="Avenir LT Std 65 Medium" panose="020B0803020203020204" pitchFamily="34" charset="0"/>
                <a:ea typeface="+mn-ea"/>
                <a:cs typeface="+mn-cs"/>
              </a:endParaRPr>
            </a:p>
          </p:txBody>
        </p:sp>
        <p:sp>
          <p:nvSpPr>
            <p:cNvPr id="13" name="Rectangle : coins arrondis 12">
              <a:extLst>
                <a:ext uri="{FF2B5EF4-FFF2-40B4-BE49-F238E27FC236}">
                  <a16:creationId xmlns:a16="http://schemas.microsoft.com/office/drawing/2014/main" id="{5654FBEA-CD14-590F-146A-753101FFF7D5}"/>
                </a:ext>
              </a:extLst>
            </p:cNvPr>
            <p:cNvSpPr/>
            <p:nvPr/>
          </p:nvSpPr>
          <p:spPr>
            <a:xfrm>
              <a:off x="2039558" y="2930228"/>
              <a:ext cx="1777277" cy="1053008"/>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Conseille</a:t>
              </a:r>
              <a:r>
                <a:rPr kumimoji="0" lang="fr-FR" sz="10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 </a:t>
              </a:r>
              <a:r>
                <a:rPr kumimoji="0" lang="fr-FR" sz="1000" b="1"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outille</a:t>
              </a:r>
              <a:r>
                <a:rPr kumimoji="0" lang="fr-FR" sz="10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 et </a:t>
              </a:r>
              <a:r>
                <a:rPr kumimoji="0" lang="fr-FR" sz="1000" b="1"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accompagne</a:t>
              </a:r>
              <a:r>
                <a:rPr kumimoji="0" lang="fr-FR" sz="10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 sur le volet humain pour identifier et prévenir les RPS, gérer les situations difficiles et orienter vers les bons relais</a:t>
              </a:r>
            </a:p>
          </p:txBody>
        </p:sp>
      </p:grpSp>
      <p:grpSp>
        <p:nvGrpSpPr>
          <p:cNvPr id="69" name="Groupe 68">
            <a:extLst>
              <a:ext uri="{FF2B5EF4-FFF2-40B4-BE49-F238E27FC236}">
                <a16:creationId xmlns:a16="http://schemas.microsoft.com/office/drawing/2014/main" id="{DFF9B760-0586-7511-CE0C-CE7B463E6793}"/>
              </a:ext>
            </a:extLst>
          </p:cNvPr>
          <p:cNvGrpSpPr/>
          <p:nvPr/>
        </p:nvGrpSpPr>
        <p:grpSpPr>
          <a:xfrm>
            <a:off x="734547" y="3045856"/>
            <a:ext cx="3169137" cy="1044000"/>
            <a:chOff x="647698" y="4069598"/>
            <a:chExt cx="3169137" cy="1044000"/>
          </a:xfrm>
        </p:grpSpPr>
        <p:sp>
          <p:nvSpPr>
            <p:cNvPr id="56" name="Rectangle : coins arrondis 55">
              <a:extLst>
                <a:ext uri="{FF2B5EF4-FFF2-40B4-BE49-F238E27FC236}">
                  <a16:creationId xmlns:a16="http://schemas.microsoft.com/office/drawing/2014/main" id="{CFADB02C-4405-3949-6830-C0DF1AC623F6}"/>
                </a:ext>
              </a:extLst>
            </p:cNvPr>
            <p:cNvSpPr/>
            <p:nvPr/>
          </p:nvSpPr>
          <p:spPr>
            <a:xfrm>
              <a:off x="647698" y="4069598"/>
              <a:ext cx="3169137" cy="1044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432000" rIns="36000" bIns="36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8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endParaRPr>
            </a:p>
          </p:txBody>
        </p:sp>
        <p:sp>
          <p:nvSpPr>
            <p:cNvPr id="57" name="Rectangle 56">
              <a:extLst>
                <a:ext uri="{FF2B5EF4-FFF2-40B4-BE49-F238E27FC236}">
                  <a16:creationId xmlns:a16="http://schemas.microsoft.com/office/drawing/2014/main" id="{7567A0A7-9904-AE3C-90E3-84BC0854B4FD}"/>
                </a:ext>
              </a:extLst>
            </p:cNvPr>
            <p:cNvSpPr/>
            <p:nvPr/>
          </p:nvSpPr>
          <p:spPr>
            <a:xfrm>
              <a:off x="718406" y="4438001"/>
              <a:ext cx="998306" cy="3381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30" normalizeH="0" baseline="0" noProof="0">
                  <a:ln>
                    <a:noFill/>
                  </a:ln>
                  <a:solidFill>
                    <a:srgbClr val="524312"/>
                  </a:solidFill>
                  <a:effectLst/>
                  <a:uLnTx/>
                  <a:uFillTx/>
                  <a:latin typeface="Avenir LT Std 65 Medium" panose="020B0803020203020204" pitchFamily="34" charset="0"/>
                  <a:ea typeface="+mn-ea"/>
                  <a:cs typeface="+mn-cs"/>
                </a:rPr>
                <a:t>PRÉVENTEUR</a:t>
              </a:r>
            </a:p>
          </p:txBody>
        </p:sp>
        <p:sp>
          <p:nvSpPr>
            <p:cNvPr id="15" name="Rectangle : coins arrondis 14">
              <a:extLst>
                <a:ext uri="{FF2B5EF4-FFF2-40B4-BE49-F238E27FC236}">
                  <a16:creationId xmlns:a16="http://schemas.microsoft.com/office/drawing/2014/main" id="{896E635F-906A-5EE7-E39F-AF9DB27FEF9E}"/>
                </a:ext>
              </a:extLst>
            </p:cNvPr>
            <p:cNvSpPr/>
            <p:nvPr/>
          </p:nvSpPr>
          <p:spPr>
            <a:xfrm>
              <a:off x="2039558" y="4102657"/>
              <a:ext cx="1777277" cy="930913"/>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Aide</a:t>
              </a:r>
              <a:r>
                <a:rPr kumimoji="0" lang="fr-FR" sz="10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 </a:t>
              </a:r>
              <a:r>
                <a:rPr kumimoji="0" lang="fr-FR" sz="1000" b="1"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conseille</a:t>
              </a:r>
              <a:r>
                <a:rPr kumimoji="0" lang="fr-FR" sz="10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 et </a:t>
              </a:r>
              <a:r>
                <a:rPr kumimoji="0" lang="fr-FR" sz="1000" b="1"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accompagne</a:t>
              </a:r>
              <a:r>
                <a:rPr kumimoji="0" lang="fr-FR" sz="10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 pour évaluer, prévenir et traiter les situations RPS</a:t>
              </a:r>
            </a:p>
          </p:txBody>
        </p:sp>
      </p:grpSp>
      <p:grpSp>
        <p:nvGrpSpPr>
          <p:cNvPr id="76" name="Groupe 75">
            <a:extLst>
              <a:ext uri="{FF2B5EF4-FFF2-40B4-BE49-F238E27FC236}">
                <a16:creationId xmlns:a16="http://schemas.microsoft.com/office/drawing/2014/main" id="{20E9CD98-678E-E48B-3A99-90FCF4E1369D}"/>
              </a:ext>
            </a:extLst>
          </p:cNvPr>
          <p:cNvGrpSpPr/>
          <p:nvPr/>
        </p:nvGrpSpPr>
        <p:grpSpPr>
          <a:xfrm>
            <a:off x="734547" y="5281473"/>
            <a:ext cx="3180872" cy="1044000"/>
            <a:chOff x="647698" y="5203785"/>
            <a:chExt cx="3180872" cy="1044000"/>
          </a:xfrm>
        </p:grpSpPr>
        <p:sp>
          <p:nvSpPr>
            <p:cNvPr id="59" name="Rectangle : coins arrondis 58">
              <a:extLst>
                <a:ext uri="{FF2B5EF4-FFF2-40B4-BE49-F238E27FC236}">
                  <a16:creationId xmlns:a16="http://schemas.microsoft.com/office/drawing/2014/main" id="{6D9698C2-8B92-00E6-2C4B-D9C44B750200}"/>
                </a:ext>
              </a:extLst>
            </p:cNvPr>
            <p:cNvSpPr/>
            <p:nvPr/>
          </p:nvSpPr>
          <p:spPr>
            <a:xfrm>
              <a:off x="647698" y="5203785"/>
              <a:ext cx="3180872" cy="1044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432000" rIns="36000" bIns="36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8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endParaRPr>
            </a:p>
          </p:txBody>
        </p:sp>
        <p:sp>
          <p:nvSpPr>
            <p:cNvPr id="60" name="Rectangle 59">
              <a:extLst>
                <a:ext uri="{FF2B5EF4-FFF2-40B4-BE49-F238E27FC236}">
                  <a16:creationId xmlns:a16="http://schemas.microsoft.com/office/drawing/2014/main" id="{C50FF5B5-8DEF-E668-14BE-D99FA2D3519E}"/>
                </a:ext>
              </a:extLst>
            </p:cNvPr>
            <p:cNvSpPr/>
            <p:nvPr/>
          </p:nvSpPr>
          <p:spPr>
            <a:xfrm>
              <a:off x="718406" y="5453530"/>
              <a:ext cx="998306" cy="557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30" normalizeH="0" baseline="0" noProof="0">
                  <a:ln>
                    <a:noFill/>
                  </a:ln>
                  <a:solidFill>
                    <a:srgbClr val="524312"/>
                  </a:solidFill>
                  <a:effectLst/>
                  <a:uLnTx/>
                  <a:uFillTx/>
                  <a:latin typeface="Avenir LT Std 65 Medium" panose="020B0803020203020204" pitchFamily="34" charset="0"/>
                  <a:ea typeface="+mn-ea"/>
                  <a:cs typeface="+mn-cs"/>
                </a:rPr>
                <a:t>RESPONSABLE SOCIAL (RS)</a:t>
              </a:r>
              <a:endParaRPr kumimoji="0" lang="fr-FR" sz="1100" b="0" i="0" u="none" strike="noStrike" kern="1200" cap="none" spc="-30" normalizeH="0" baseline="0" noProof="0">
                <a:ln>
                  <a:noFill/>
                </a:ln>
                <a:solidFill>
                  <a:srgbClr val="524312"/>
                </a:solidFill>
                <a:effectLst/>
                <a:highlight>
                  <a:srgbClr val="FFFF00"/>
                </a:highlight>
                <a:uLnTx/>
                <a:uFillTx/>
                <a:latin typeface="Avenir LT Std 65 Medium" panose="020B0803020203020204" pitchFamily="34" charset="0"/>
                <a:ea typeface="+mn-ea"/>
                <a:cs typeface="+mn-cs"/>
              </a:endParaRPr>
            </a:p>
          </p:txBody>
        </p:sp>
        <p:sp>
          <p:nvSpPr>
            <p:cNvPr id="17" name="Rectangle : coins arrondis 16">
              <a:extLst>
                <a:ext uri="{FF2B5EF4-FFF2-40B4-BE49-F238E27FC236}">
                  <a16:creationId xmlns:a16="http://schemas.microsoft.com/office/drawing/2014/main" id="{5DF05DC5-D61B-F58A-5238-2A5C97F41165}"/>
                </a:ext>
              </a:extLst>
            </p:cNvPr>
            <p:cNvSpPr/>
            <p:nvPr/>
          </p:nvSpPr>
          <p:spPr>
            <a:xfrm>
              <a:off x="2039558" y="5224351"/>
              <a:ext cx="1739523" cy="981378"/>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Me conseille</a:t>
              </a:r>
              <a:r>
                <a:rPr kumimoji="0" lang="fr-FR" sz="10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 et </a:t>
              </a:r>
              <a:r>
                <a:rPr kumimoji="0" lang="fr-FR" sz="1000" b="1"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m’accompagne </a:t>
              </a:r>
              <a:r>
                <a:rPr kumimoji="0" lang="fr-FR" sz="10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pour préparer le dialogue social, me connecter aux organisateurs des instances et constituer les dossiers</a:t>
              </a:r>
              <a:endParaRPr kumimoji="0" lang="fr-FR" sz="1000" b="0" i="0" u="none" strike="noStrike" kern="1200" cap="none" spc="-40" normalizeH="0" baseline="0" noProof="0">
                <a:ln>
                  <a:noFill/>
                </a:ln>
                <a:solidFill>
                  <a:srgbClr val="000000"/>
                </a:solidFill>
                <a:effectLst/>
                <a:uLnTx/>
                <a:uFillTx/>
                <a:latin typeface="Avenir LT Std 55 Roman" panose="020B0503020203020204" pitchFamily="34" charset="0"/>
                <a:ea typeface="+mn-ea"/>
                <a:cs typeface="+mn-cs"/>
              </a:endParaRPr>
            </a:p>
          </p:txBody>
        </p:sp>
      </p:grpSp>
      <p:sp>
        <p:nvSpPr>
          <p:cNvPr id="31" name="Rectangle : coins arrondis 30">
            <a:extLst>
              <a:ext uri="{FF2B5EF4-FFF2-40B4-BE49-F238E27FC236}">
                <a16:creationId xmlns:a16="http://schemas.microsoft.com/office/drawing/2014/main" id="{B0A18585-D9A5-65AC-CE49-6CBABAE857D7}"/>
              </a:ext>
            </a:extLst>
          </p:cNvPr>
          <p:cNvSpPr/>
          <p:nvPr/>
        </p:nvSpPr>
        <p:spPr>
          <a:xfrm>
            <a:off x="4166792" y="4259117"/>
            <a:ext cx="4782668" cy="1232603"/>
          </a:xfrm>
          <a:prstGeom prst="roundRect">
            <a:avLst>
              <a:gd name="adj" fmla="val 1117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432000" rIns="36000" bIns="36000" rtlCol="0" anchor="t"/>
          <a:lstStyle/>
          <a:p>
            <a:pPr marL="0" marR="0" lvl="0" indent="0" algn="l" defTabSz="914400" rtl="0" eaLnBrk="1" fontAlgn="auto" latinLnBrk="0" hangingPunct="1">
              <a:lnSpc>
                <a:spcPts val="900"/>
              </a:lnSpc>
              <a:spcBef>
                <a:spcPts val="0"/>
              </a:spcBef>
              <a:spcAft>
                <a:spcPts val="0"/>
              </a:spcAft>
              <a:buClrTx/>
              <a:buSzTx/>
              <a:buFontTx/>
              <a:buNone/>
              <a:tabLst/>
              <a:defRPr/>
            </a:pPr>
            <a:r>
              <a:rPr kumimoji="0" lang="fr-FR" sz="900" b="0" i="0" u="none" strike="noStrike" kern="1200" cap="none" spc="-20" normalizeH="0" baseline="0" noProof="0">
                <a:ln>
                  <a:noFill/>
                </a:ln>
                <a:solidFill>
                  <a:srgbClr val="000000"/>
                </a:solidFill>
                <a:effectLst/>
                <a:uLnTx/>
                <a:uFillTx/>
                <a:latin typeface="Avenir LT Std 35 Light" panose="020B0402020203020204" pitchFamily="34" charset="0"/>
                <a:ea typeface="+mn-ea"/>
                <a:cs typeface="+mn-cs"/>
              </a:rPr>
              <a:t>       </a:t>
            </a:r>
          </a:p>
          <a:p>
            <a:pPr marL="0" marR="0" lvl="0" indent="0" algn="l" defTabSz="914400" rtl="0" eaLnBrk="1" fontAlgn="auto" latinLnBrk="0" hangingPunct="1">
              <a:lnSpc>
                <a:spcPts val="900"/>
              </a:lnSpc>
              <a:spcBef>
                <a:spcPts val="0"/>
              </a:spcBef>
              <a:spcAft>
                <a:spcPts val="0"/>
              </a:spcAft>
              <a:buClrTx/>
              <a:buSzTx/>
              <a:buFontTx/>
              <a:buNone/>
              <a:tabLst/>
              <a:defRPr/>
            </a:pPr>
            <a:endParaRPr kumimoji="0" lang="fr-FR" sz="900" b="0" i="0" u="none" strike="noStrike" kern="1200" cap="none" spc="-20" normalizeH="0" baseline="0" noProof="0">
              <a:ln>
                <a:noFill/>
              </a:ln>
              <a:solidFill>
                <a:srgbClr val="000000"/>
              </a:solidFill>
              <a:effectLst/>
              <a:uLnTx/>
              <a:uFillTx/>
              <a:latin typeface="Avenir LT Std 35 Light" panose="020B0402020203020204" pitchFamily="34" charset="0"/>
              <a:ea typeface="+mn-ea"/>
              <a:cs typeface="+mn-cs"/>
            </a:endParaRPr>
          </a:p>
          <a:p>
            <a:pPr marL="0" marR="0" lvl="0" indent="0" algn="l" defTabSz="914400" rtl="0" eaLnBrk="1" fontAlgn="auto" latinLnBrk="0" hangingPunct="1">
              <a:lnSpc>
                <a:spcPts val="900"/>
              </a:lnSpc>
              <a:spcBef>
                <a:spcPts val="0"/>
              </a:spcBef>
              <a:spcAft>
                <a:spcPts val="0"/>
              </a:spcAft>
              <a:buClrTx/>
              <a:buSzTx/>
              <a:buFontTx/>
              <a:buNone/>
              <a:tabLst/>
              <a:defRPr/>
            </a:pPr>
            <a:r>
              <a:rPr kumimoji="0" lang="fr-FR" sz="900" b="0" i="0" u="none" strike="noStrike" kern="1200" cap="none" spc="-20" normalizeH="0" baseline="0" noProof="0">
                <a:ln>
                  <a:noFill/>
                </a:ln>
                <a:solidFill>
                  <a:srgbClr val="000000"/>
                </a:solidFill>
                <a:effectLst/>
                <a:uLnTx/>
                <a:uFillTx/>
                <a:latin typeface="Avenir LT Std 35 Light" panose="020B0402020203020204" pitchFamily="34" charset="0"/>
                <a:ea typeface="+mn-ea"/>
                <a:cs typeface="+mn-cs"/>
              </a:rPr>
              <a:t>      </a:t>
            </a:r>
          </a:p>
        </p:txBody>
      </p:sp>
      <p:sp>
        <p:nvSpPr>
          <p:cNvPr id="67" name="Rectangle 66">
            <a:extLst>
              <a:ext uri="{FF2B5EF4-FFF2-40B4-BE49-F238E27FC236}">
                <a16:creationId xmlns:a16="http://schemas.microsoft.com/office/drawing/2014/main" id="{916EE230-760A-6FE5-8795-020162C2CA65}"/>
              </a:ext>
            </a:extLst>
          </p:cNvPr>
          <p:cNvSpPr/>
          <p:nvPr/>
        </p:nvSpPr>
        <p:spPr>
          <a:xfrm>
            <a:off x="4251446" y="4557947"/>
            <a:ext cx="1863205" cy="916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lstStyle/>
          <a:p>
            <a:pPr marL="180975"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30" normalizeH="0" baseline="0" noProof="0">
                <a:ln>
                  <a:noFill/>
                </a:ln>
                <a:solidFill>
                  <a:srgbClr val="154734"/>
                </a:solidFill>
                <a:effectLst/>
                <a:uLnTx/>
                <a:uFillTx/>
                <a:latin typeface="Avenir LT Std 55 Roman" panose="020B0503020203020204" pitchFamily="34" charset="0"/>
                <a:ea typeface="+mn-ea"/>
                <a:cs typeface="+mn-cs"/>
              </a:rPr>
              <a:t>Numéro vert : </a:t>
            </a:r>
            <a:r>
              <a:rPr kumimoji="0" lang="fr-FR" sz="1000" b="1"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rPr>
              <a:t>0800 20 66 20</a:t>
            </a:r>
            <a:endParaRPr kumimoji="0" lang="fr-FR" sz="1000" b="0" i="0" u="none" strike="noStrike" kern="1200" cap="none" spc="0" normalizeH="0" baseline="0" noProof="0">
              <a:ln>
                <a:noFill/>
              </a:ln>
              <a:solidFill>
                <a:srgbClr val="154734"/>
              </a:solidFill>
              <a:effectLst/>
              <a:uLnTx/>
              <a:uFillTx/>
              <a:latin typeface="Avenir LT Std 35 Light" panose="020B0402020203020204" pitchFamily="34" charset="0"/>
              <a:ea typeface="+mn-ea"/>
              <a:cs typeface="+mn-cs"/>
            </a:endParaRPr>
          </a:p>
          <a:p>
            <a:pPr marL="180975" marR="0" lvl="0" indent="0" algn="l" defTabSz="914400" rtl="0" eaLnBrk="1" fontAlgn="auto" latinLnBrk="0" hangingPunct="1">
              <a:lnSpc>
                <a:spcPct val="100000"/>
              </a:lnSpc>
              <a:spcBef>
                <a:spcPts val="0"/>
              </a:spcBef>
              <a:spcAft>
                <a:spcPts val="300"/>
              </a:spcAft>
              <a:buClrTx/>
              <a:buSzTx/>
              <a:buFontTx/>
              <a:buNone/>
              <a:tabLst/>
              <a:defRPr/>
            </a:pPr>
            <a:r>
              <a:rPr kumimoji="0" lang="fr-FR" sz="800" b="0" i="1" u="none" strike="noStrike" kern="1200" cap="none" spc="-40" normalizeH="0" baseline="0" noProof="0">
                <a:ln>
                  <a:noFill/>
                </a:ln>
                <a:solidFill>
                  <a:srgbClr val="FFFFFF">
                    <a:lumMod val="50000"/>
                  </a:srgbClr>
                </a:solidFill>
                <a:effectLst/>
                <a:uLnTx/>
                <a:uFillTx/>
                <a:latin typeface="Avenir LT Std 35 Light" panose="020B0402020203020204" pitchFamily="34" charset="0"/>
                <a:ea typeface="+mn-ea"/>
                <a:cs typeface="+mn-cs"/>
              </a:rPr>
              <a:t>Lun-jeu : 9h-17h, </a:t>
            </a:r>
            <a:r>
              <a:rPr kumimoji="0" lang="fr-FR" sz="800" b="0" i="1" u="none" strike="noStrike" kern="1200" cap="none" spc="-40" normalizeH="0" baseline="0" noProof="0" err="1">
                <a:ln>
                  <a:noFill/>
                </a:ln>
                <a:solidFill>
                  <a:srgbClr val="FFFFFF">
                    <a:lumMod val="50000"/>
                  </a:srgbClr>
                </a:solidFill>
                <a:effectLst/>
                <a:uLnTx/>
                <a:uFillTx/>
                <a:latin typeface="Avenir LT Std 35 Light" panose="020B0402020203020204" pitchFamily="34" charset="0"/>
                <a:ea typeface="+mn-ea"/>
                <a:cs typeface="+mn-cs"/>
              </a:rPr>
              <a:t>ven</a:t>
            </a:r>
            <a:r>
              <a:rPr kumimoji="0" lang="fr-FR" sz="800" b="0" i="1" u="none" strike="noStrike" kern="1200" cap="none" spc="-40" normalizeH="0" baseline="0" noProof="0">
                <a:ln>
                  <a:noFill/>
                </a:ln>
                <a:solidFill>
                  <a:srgbClr val="FFFFFF">
                    <a:lumMod val="50000"/>
                  </a:srgbClr>
                </a:solidFill>
                <a:effectLst/>
                <a:uLnTx/>
                <a:uFillTx/>
                <a:latin typeface="Avenir LT Std 35 Light" panose="020B0402020203020204" pitchFamily="34" charset="0"/>
                <a:ea typeface="+mn-ea"/>
                <a:cs typeface="+mn-cs"/>
              </a:rPr>
              <a:t>-veilles fêtes 9h-16h</a:t>
            </a:r>
          </a:p>
          <a:p>
            <a:pPr marL="0" marR="0" lvl="0" indent="0" algn="l" defTabSz="914400" rtl="0" eaLnBrk="1" fontAlgn="auto" latinLnBrk="0" hangingPunct="1">
              <a:lnSpc>
                <a:spcPct val="100000"/>
              </a:lnSpc>
              <a:spcBef>
                <a:spcPts val="200"/>
              </a:spcBef>
              <a:spcAft>
                <a:spcPts val="300"/>
              </a:spcAft>
              <a:buClrTx/>
              <a:buSzTx/>
              <a:buFontTx/>
              <a:buNone/>
              <a:tabLst/>
              <a:defRPr/>
            </a:pPr>
            <a:r>
              <a:rPr kumimoji="0" lang="fr-FR" sz="9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hlinkClick r:id="rId5">
                  <a:extLst>
                    <a:ext uri="{A12FA001-AC4F-418D-AE19-62706E023703}">
                      <ahyp:hlinkClr xmlns:ahyp="http://schemas.microsoft.com/office/drawing/2018/hyperlinkcolor" val="tx"/>
                    </a:ext>
                  </a:extLst>
                </a:hlinkClick>
              </a:rPr>
              <a:t>     </a:t>
            </a:r>
            <a:r>
              <a:rPr kumimoji="0" lang="fr-FR" sz="9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  </a:t>
            </a:r>
            <a:r>
              <a:rPr kumimoji="0" lang="fr-FR" sz="900" b="0" i="0" u="none" strike="noStrike" kern="1200" cap="none" spc="0" normalizeH="0" baseline="0" noProof="0">
                <a:ln>
                  <a:noFill/>
                </a:ln>
                <a:solidFill>
                  <a:srgbClr val="154734"/>
                </a:solidFill>
                <a:effectLst/>
                <a:uLnTx/>
                <a:uFillTx/>
                <a:latin typeface="Avenir LT Std 55 Roman" panose="020B0503020203020204" pitchFamily="34" charset="0"/>
                <a:ea typeface="+mn-ea"/>
                <a:cs typeface="+mn-cs"/>
                <a:hlinkClick r:id="rId5">
                  <a:extLst>
                    <a:ext uri="{A12FA001-AC4F-418D-AE19-62706E023703}">
                      <ahyp:hlinkClr xmlns:ahyp="http://schemas.microsoft.com/office/drawing/2018/hyperlinkcolor" val="tx"/>
                    </a:ext>
                  </a:extLst>
                </a:hlinkClick>
              </a:rPr>
              <a:t>action.sociale@sncf.fr</a:t>
            </a:r>
            <a:endParaRPr kumimoji="0" lang="fr-FR" sz="900" b="0" i="0" u="none" strike="noStrike" kern="1200" cap="none" spc="0" normalizeH="0" baseline="0" noProof="0">
              <a:ln>
                <a:noFill/>
              </a:ln>
              <a:solidFill>
                <a:srgbClr val="154734"/>
              </a:solidFill>
              <a:effectLst/>
              <a:uLnTx/>
              <a:uFillTx/>
              <a:latin typeface="Avenir LT Std 55 Roman" panose="020B0503020203020204" pitchFamily="34" charset="0"/>
              <a:ea typeface="+mn-ea"/>
              <a:cs typeface="+mn-cs"/>
            </a:endParaRPr>
          </a:p>
          <a:p>
            <a:pPr marL="180975" marR="0" lvl="0" indent="0" algn="l" defTabSz="914400" rtl="0" eaLnBrk="1" fontAlgn="auto" latinLnBrk="0" hangingPunct="1">
              <a:lnSpc>
                <a:spcPct val="100000"/>
              </a:lnSpc>
              <a:spcBef>
                <a:spcPts val="200"/>
              </a:spcBef>
              <a:spcAft>
                <a:spcPts val="0"/>
              </a:spcAft>
              <a:buClrTx/>
              <a:buSzTx/>
              <a:buFontTx/>
              <a:buNone/>
              <a:tabLst/>
              <a:defRPr/>
            </a:pPr>
            <a:r>
              <a:rPr kumimoji="0" lang="fr-FR" sz="900" b="0" i="0" u="none" strike="noStrike" kern="1200" cap="none" spc="0" normalizeH="0" baseline="0" noProof="0">
                <a:ln>
                  <a:noFill/>
                </a:ln>
                <a:solidFill>
                  <a:srgbClr val="1E684C"/>
                </a:solidFill>
                <a:effectLst/>
                <a:uLnTx/>
                <a:uFillTx/>
                <a:latin typeface="Avenir LT Std 55 Roman" panose="020B0503020203020204" pitchFamily="34" charset="0"/>
                <a:ea typeface="+mn-ea"/>
                <a:cs typeface="+mn-cs"/>
                <a:hlinkClick r:id="rId6">
                  <a:extLst>
                    <a:ext uri="{A12FA001-AC4F-418D-AE19-62706E023703}">
                      <ahyp:hlinkClr xmlns:ahyp="http://schemas.microsoft.com/office/drawing/2018/hyperlinkcolor" val="tx"/>
                    </a:ext>
                  </a:extLst>
                </a:hlinkClick>
              </a:rPr>
              <a:t>Mon contact Action Sociale - Interface Salarié</a:t>
            </a:r>
            <a:endParaRPr kumimoji="0" lang="fr-FR" sz="800" b="0" i="1" u="none" strike="noStrike" kern="1200" cap="none" spc="-40" normalizeH="0" baseline="0" noProof="0">
              <a:ln>
                <a:noFill/>
              </a:ln>
              <a:solidFill>
                <a:srgbClr val="1E684C"/>
              </a:solidFill>
              <a:effectLst/>
              <a:uLnTx/>
              <a:uFillTx/>
              <a:latin typeface="Avenir LT Std 55 Roman" panose="020B05030202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000" b="1" i="0"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endParaRPr>
          </a:p>
        </p:txBody>
      </p:sp>
      <p:grpSp>
        <p:nvGrpSpPr>
          <p:cNvPr id="94" name="Groupe 93">
            <a:extLst>
              <a:ext uri="{FF2B5EF4-FFF2-40B4-BE49-F238E27FC236}">
                <a16:creationId xmlns:a16="http://schemas.microsoft.com/office/drawing/2014/main" id="{C9E5D1E8-782B-4848-EBB3-9013F83A98F0}"/>
              </a:ext>
            </a:extLst>
          </p:cNvPr>
          <p:cNvGrpSpPr/>
          <p:nvPr/>
        </p:nvGrpSpPr>
        <p:grpSpPr>
          <a:xfrm>
            <a:off x="4176115" y="4251805"/>
            <a:ext cx="4661479" cy="1911347"/>
            <a:chOff x="4041641" y="4175549"/>
            <a:chExt cx="4661479" cy="1911347"/>
          </a:xfrm>
        </p:grpSpPr>
        <p:sp>
          <p:nvSpPr>
            <p:cNvPr id="32" name="Rectangle 31">
              <a:extLst>
                <a:ext uri="{FF2B5EF4-FFF2-40B4-BE49-F238E27FC236}">
                  <a16:creationId xmlns:a16="http://schemas.microsoft.com/office/drawing/2014/main" id="{BB0F5256-6914-2B9F-D28F-8DC71A0B4FF6}"/>
                </a:ext>
              </a:extLst>
            </p:cNvPr>
            <p:cNvSpPr/>
            <p:nvPr/>
          </p:nvSpPr>
          <p:spPr>
            <a:xfrm>
              <a:off x="4166831" y="4189810"/>
              <a:ext cx="1512000" cy="2829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rPr>
                <a:t>ACTION SOCIALE</a:t>
              </a:r>
            </a:p>
          </p:txBody>
        </p:sp>
        <p:pic>
          <p:nvPicPr>
            <p:cNvPr id="68" name="Graphique 67" descr="Combiné avec un remplissage uni">
              <a:extLst>
                <a:ext uri="{FF2B5EF4-FFF2-40B4-BE49-F238E27FC236}">
                  <a16:creationId xmlns:a16="http://schemas.microsoft.com/office/drawing/2014/main" id="{91E36D09-5ADA-594D-3E56-48300AA3E5B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1540132">
              <a:off x="4041641" y="4536022"/>
              <a:ext cx="252000" cy="252000"/>
            </a:xfrm>
            <a:prstGeom prst="rect">
              <a:avLst/>
            </a:prstGeom>
          </p:spPr>
        </p:pic>
        <p:sp>
          <p:nvSpPr>
            <p:cNvPr id="70" name="ZoneTexte 69">
              <a:extLst>
                <a:ext uri="{FF2B5EF4-FFF2-40B4-BE49-F238E27FC236}">
                  <a16:creationId xmlns:a16="http://schemas.microsoft.com/office/drawing/2014/main" id="{F623C8A0-FC7F-4EB5-806D-5131C8277ECD}"/>
                </a:ext>
              </a:extLst>
            </p:cNvPr>
            <p:cNvSpPr txBox="1"/>
            <p:nvPr/>
          </p:nvSpPr>
          <p:spPr>
            <a:xfrm>
              <a:off x="4061058" y="4844146"/>
              <a:ext cx="228160" cy="193002"/>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14000"/>
                </a:lnSpc>
                <a:spcBef>
                  <a:spcPts val="0"/>
                </a:spcBef>
                <a:spcAft>
                  <a:spcPts val="0"/>
                </a:spcAft>
                <a:buClr>
                  <a:srgbClr val="0084D4"/>
                </a:buClr>
                <a:buSzTx/>
                <a:buFontTx/>
                <a:buNone/>
                <a:tabLst/>
                <a:defRPr/>
              </a:pPr>
              <a:r>
                <a:rPr kumimoji="0" lang="fr-FR" sz="1200" b="0" i="0" u="none" strike="noStrike" kern="1200" cap="none" spc="0" normalizeH="0" baseline="0" noProof="0">
                  <a:ln>
                    <a:noFill/>
                  </a:ln>
                  <a:solidFill>
                    <a:srgbClr val="1E684C"/>
                  </a:solidFill>
                  <a:effectLst/>
                  <a:uLnTx/>
                  <a:uFillTx/>
                  <a:latin typeface="Arial"/>
                  <a:ea typeface="+mn-ea"/>
                  <a:cs typeface="+mn-cs"/>
                </a:rPr>
                <a:t>@</a:t>
              </a:r>
              <a:r>
                <a:rPr kumimoji="0" lang="fr-FR" sz="1200" b="0" i="0" u="none" strike="noStrike" kern="1200" cap="none" spc="0" normalizeH="0" baseline="0" noProof="0">
                  <a:ln>
                    <a:noFill/>
                  </a:ln>
                  <a:solidFill>
                    <a:srgbClr val="000000"/>
                  </a:solidFill>
                  <a:effectLst/>
                  <a:uLnTx/>
                  <a:uFillTx/>
                  <a:latin typeface="Arial"/>
                  <a:ea typeface="+mn-ea"/>
                  <a:cs typeface="+mn-cs"/>
                </a:rPr>
                <a:t> </a:t>
              </a:r>
            </a:p>
          </p:txBody>
        </p:sp>
        <p:sp>
          <p:nvSpPr>
            <p:cNvPr id="5" name="Rectangle : coins arrondis 4">
              <a:extLst>
                <a:ext uri="{FF2B5EF4-FFF2-40B4-BE49-F238E27FC236}">
                  <a16:creationId xmlns:a16="http://schemas.microsoft.com/office/drawing/2014/main" id="{8045276E-8459-A6D4-3B39-0E1D2E54F5B1}"/>
                </a:ext>
              </a:extLst>
            </p:cNvPr>
            <p:cNvSpPr/>
            <p:nvPr/>
          </p:nvSpPr>
          <p:spPr>
            <a:xfrm>
              <a:off x="6075120" y="4175549"/>
              <a:ext cx="2628000" cy="1239915"/>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defRPr/>
              </a:pPr>
              <a:r>
                <a:rPr kumimoji="0" lang="fr-FR" sz="1000" b="1"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Offre un accompagnement confidentiel </a:t>
              </a:r>
              <a:r>
                <a:rPr kumimoji="0" lang="fr-FR" sz="1000" b="0"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face aux difficultés personnelles ou de vie, </a:t>
              </a:r>
              <a:r>
                <a:rPr kumimoji="0" lang="fr-FR" sz="1000" b="1"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propose un soutien</a:t>
              </a:r>
              <a:r>
                <a:rPr kumimoji="0" lang="fr-FR" sz="1000" b="0"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 individualisé et familial, </a:t>
              </a:r>
              <a:r>
                <a:rPr kumimoji="0" lang="fr-FR" sz="1000" b="1"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m’aide</a:t>
              </a:r>
              <a:r>
                <a:rPr kumimoji="0" lang="fr-FR" sz="1000" b="0"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 à analyser les situations (difficulté ou arrêt d’un agent), m’oriente vers les bons dispositifs internes ou externes</a:t>
              </a:r>
              <a:r>
                <a:rPr lang="fr-FR" sz="1000" spc="-20">
                  <a:solidFill>
                    <a:srgbClr val="000000"/>
                  </a:solidFill>
                  <a:latin typeface="Avenir LT Std 55 Roman" panose="020B0503020203020204" pitchFamily="34" charset="0"/>
                </a:rPr>
                <a:t>, et </a:t>
              </a:r>
              <a:r>
                <a:rPr lang="fr-FR" sz="1000">
                  <a:solidFill>
                    <a:schemeClr val="tx1"/>
                  </a:solidFill>
                  <a:latin typeface="Avenir LT Std 55 Roman" panose="020B0503020203020204" pitchFamily="34" charset="0"/>
                  <a:ea typeface="Times New Roman" panose="02020603050405020304" pitchFamily="18" charset="0"/>
                  <a:cs typeface="Times New Roman" panose="02020603050405020304" pitchFamily="18" charset="0"/>
                </a:rPr>
                <a:t>est à embarquer au lancement du projet pour le préparer </a:t>
              </a:r>
              <a:endParaRPr kumimoji="0" lang="fr-FR" sz="1000" b="0"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endParaRPr>
            </a:p>
          </p:txBody>
        </p:sp>
        <p:pic>
          <p:nvPicPr>
            <p:cNvPr id="35" name="Graphique 34" descr="Smartphone avec un remplissage uni">
              <a:extLst>
                <a:ext uri="{FF2B5EF4-FFF2-40B4-BE49-F238E27FC236}">
                  <a16:creationId xmlns:a16="http://schemas.microsoft.com/office/drawing/2014/main" id="{0900EB2A-BC17-BFA4-8FC9-0EC0A8E3140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042635" y="5084508"/>
              <a:ext cx="252000" cy="252000"/>
            </a:xfrm>
            <a:prstGeom prst="rect">
              <a:avLst/>
            </a:prstGeom>
          </p:spPr>
        </p:pic>
        <p:pic>
          <p:nvPicPr>
            <p:cNvPr id="9" name="Graphique 8" descr="Smartphone avec un remplissage uni">
              <a:extLst>
                <a:ext uri="{FF2B5EF4-FFF2-40B4-BE49-F238E27FC236}">
                  <a16:creationId xmlns:a16="http://schemas.microsoft.com/office/drawing/2014/main" id="{FA77B828-1B4D-BCB9-6BAE-DAC80FE09A9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042635" y="5834896"/>
              <a:ext cx="252000" cy="252000"/>
            </a:xfrm>
            <a:prstGeom prst="rect">
              <a:avLst/>
            </a:prstGeom>
          </p:spPr>
        </p:pic>
      </p:grpSp>
      <p:grpSp>
        <p:nvGrpSpPr>
          <p:cNvPr id="92" name="Groupe 91">
            <a:extLst>
              <a:ext uri="{FF2B5EF4-FFF2-40B4-BE49-F238E27FC236}">
                <a16:creationId xmlns:a16="http://schemas.microsoft.com/office/drawing/2014/main" id="{9E02B958-F135-03FE-D786-4F462635C6B0}"/>
              </a:ext>
            </a:extLst>
          </p:cNvPr>
          <p:cNvGrpSpPr/>
          <p:nvPr/>
        </p:nvGrpSpPr>
        <p:grpSpPr>
          <a:xfrm>
            <a:off x="9196595" y="1941715"/>
            <a:ext cx="2713232" cy="1310646"/>
            <a:chOff x="9062121" y="1786578"/>
            <a:chExt cx="2713232" cy="1310646"/>
          </a:xfrm>
        </p:grpSpPr>
        <p:sp>
          <p:nvSpPr>
            <p:cNvPr id="40" name="Rectangle : coins arrondis 39">
              <a:extLst>
                <a:ext uri="{FF2B5EF4-FFF2-40B4-BE49-F238E27FC236}">
                  <a16:creationId xmlns:a16="http://schemas.microsoft.com/office/drawing/2014/main" id="{1B115FA9-2A5F-4E7C-CC24-05C1D557829A}"/>
                </a:ext>
              </a:extLst>
            </p:cNvPr>
            <p:cNvSpPr/>
            <p:nvPr/>
          </p:nvSpPr>
          <p:spPr>
            <a:xfrm>
              <a:off x="9064727" y="1801224"/>
              <a:ext cx="2700000" cy="1296000"/>
            </a:xfrm>
            <a:prstGeom prst="roundRect">
              <a:avLst>
                <a:gd name="adj" fmla="val 980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432000" rIns="36000" bIns="36000" rtlCol="0" anchor="t"/>
            <a:lstStyle/>
            <a:p>
              <a:pPr marL="0" marR="0" lvl="0" indent="0" algn="l" defTabSz="914400" rtl="0" eaLnBrk="1" fontAlgn="auto" latinLnBrk="0" hangingPunct="1">
                <a:lnSpc>
                  <a:spcPts val="900"/>
                </a:lnSpc>
                <a:spcBef>
                  <a:spcPts val="0"/>
                </a:spcBef>
                <a:spcAft>
                  <a:spcPts val="0"/>
                </a:spcAft>
                <a:buClrTx/>
                <a:buSzTx/>
                <a:buFontTx/>
                <a:buNone/>
                <a:tabLst/>
                <a:defRPr/>
              </a:pPr>
              <a:r>
                <a:rPr kumimoji="0" lang="fr-FR" sz="900" b="0" i="0" u="none" strike="noStrike" kern="1200" cap="none" spc="-20" normalizeH="0" baseline="0" noProof="0">
                  <a:ln>
                    <a:noFill/>
                  </a:ln>
                  <a:solidFill>
                    <a:srgbClr val="000000"/>
                  </a:solidFill>
                  <a:effectLst/>
                  <a:uLnTx/>
                  <a:uFillTx/>
                  <a:latin typeface="Avenir LT Std 35 Light" panose="020B0402020203020204" pitchFamily="34" charset="0"/>
                  <a:ea typeface="+mn-ea"/>
                  <a:cs typeface="+mn-cs"/>
                </a:rPr>
                <a:t>      </a:t>
              </a:r>
            </a:p>
          </p:txBody>
        </p:sp>
        <p:sp>
          <p:nvSpPr>
            <p:cNvPr id="45" name="Rectangle 44">
              <a:extLst>
                <a:ext uri="{FF2B5EF4-FFF2-40B4-BE49-F238E27FC236}">
                  <a16:creationId xmlns:a16="http://schemas.microsoft.com/office/drawing/2014/main" id="{941787E3-5CFC-19E7-AB98-B4E440178455}"/>
                </a:ext>
              </a:extLst>
            </p:cNvPr>
            <p:cNvSpPr/>
            <p:nvPr/>
          </p:nvSpPr>
          <p:spPr>
            <a:xfrm>
              <a:off x="9113385" y="1875665"/>
              <a:ext cx="1006357" cy="3381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0070C0"/>
                  </a:solidFill>
                  <a:effectLst/>
                  <a:uLnTx/>
                  <a:uFillTx/>
                  <a:latin typeface="Avenir LT Std 65 Medium" panose="020B0803020203020204" pitchFamily="34" charset="0"/>
                  <a:ea typeface="+mn-ea"/>
                  <a:cs typeface="+mn-cs"/>
                </a:rPr>
                <a:t>ATM</a:t>
              </a:r>
            </a:p>
          </p:txBody>
        </p:sp>
        <p:pic>
          <p:nvPicPr>
            <p:cNvPr id="71" name="Graphique 70" descr="Carnet d'adresses avec un remplissage uni">
              <a:extLst>
                <a:ext uri="{FF2B5EF4-FFF2-40B4-BE49-F238E27FC236}">
                  <a16:creationId xmlns:a16="http://schemas.microsoft.com/office/drawing/2014/main" id="{352E292D-D745-602E-E155-F618E6171D7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062121" y="2421375"/>
              <a:ext cx="252000" cy="325488"/>
            </a:xfrm>
            <a:prstGeom prst="rect">
              <a:avLst/>
            </a:prstGeom>
          </p:spPr>
        </p:pic>
        <p:sp>
          <p:nvSpPr>
            <p:cNvPr id="72" name="Rectangle 71">
              <a:extLst>
                <a:ext uri="{FF2B5EF4-FFF2-40B4-BE49-F238E27FC236}">
                  <a16:creationId xmlns:a16="http://schemas.microsoft.com/office/drawing/2014/main" id="{AE93C368-ECFF-B34C-0384-3C8F9EF24AE6}"/>
                </a:ext>
              </a:extLst>
            </p:cNvPr>
            <p:cNvSpPr/>
            <p:nvPr/>
          </p:nvSpPr>
          <p:spPr>
            <a:xfrm>
              <a:off x="9311866" y="2426883"/>
              <a:ext cx="743652" cy="3381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70C0"/>
                  </a:solidFill>
                  <a:effectLst/>
                  <a:uLnTx/>
                  <a:uFillTx/>
                  <a:latin typeface="Avenir LT Std 55 Roman" panose="020B0503020203020204" pitchFamily="34" charset="0"/>
                  <a:ea typeface="+mn-ea"/>
                  <a:cs typeface="+mn-cs"/>
                  <a:hlinkClick r:id="rId10">
                    <a:extLst>
                      <a:ext uri="{A12FA001-AC4F-418D-AE19-62706E023703}">
                        <ahyp:hlinkClr xmlns:ahyp="http://schemas.microsoft.com/office/drawing/2018/hyperlinkcolor" val="tx"/>
                      </a:ext>
                    </a:extLst>
                  </a:hlinkClick>
                </a:rPr>
                <a:t>Les Agences Territoriales de la Mobilité</a:t>
              </a:r>
              <a:endParaRPr kumimoji="0" lang="fr-FR" sz="900" b="0" i="0" u="none" strike="noStrike" kern="1200" cap="none" spc="0" normalizeH="0" baseline="0" noProof="0">
                <a:ln>
                  <a:noFill/>
                </a:ln>
                <a:solidFill>
                  <a:srgbClr val="0070C0"/>
                </a:solidFill>
                <a:effectLst/>
                <a:highlight>
                  <a:srgbClr val="FFFF00"/>
                </a:highlight>
                <a:uLnTx/>
                <a:uFillTx/>
                <a:latin typeface="Avenir LT Std 55 Roman" panose="020B0503020203020204" pitchFamily="34" charset="0"/>
                <a:ea typeface="+mn-ea"/>
                <a:cs typeface="+mn-cs"/>
              </a:endParaRPr>
            </a:p>
          </p:txBody>
        </p:sp>
        <p:sp>
          <p:nvSpPr>
            <p:cNvPr id="73" name="Rectangle : coins arrondis 72">
              <a:extLst>
                <a:ext uri="{FF2B5EF4-FFF2-40B4-BE49-F238E27FC236}">
                  <a16:creationId xmlns:a16="http://schemas.microsoft.com/office/drawing/2014/main" id="{9BE0CCF8-BA81-8336-32A8-A778484F0209}"/>
                </a:ext>
              </a:extLst>
            </p:cNvPr>
            <p:cNvSpPr/>
            <p:nvPr/>
          </p:nvSpPr>
          <p:spPr>
            <a:xfrm>
              <a:off x="10233755" y="1786578"/>
              <a:ext cx="1541598" cy="129600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Me conseille </a:t>
              </a:r>
              <a:r>
                <a:rPr kumimoji="0" lang="fr-FR" sz="1050" b="0"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dès l’amont des réorganisations et </a:t>
              </a:r>
              <a:r>
                <a:rPr kumimoji="0" lang="fr-FR" sz="1050" b="1"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m’accompagne</a:t>
              </a:r>
              <a:r>
                <a:rPr kumimoji="0" lang="fr-FR" sz="1050" b="0"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 pour repositionner les salariés impactés</a:t>
              </a:r>
            </a:p>
          </p:txBody>
        </p:sp>
      </p:grpSp>
      <p:grpSp>
        <p:nvGrpSpPr>
          <p:cNvPr id="91" name="Groupe 90">
            <a:extLst>
              <a:ext uri="{FF2B5EF4-FFF2-40B4-BE49-F238E27FC236}">
                <a16:creationId xmlns:a16="http://schemas.microsoft.com/office/drawing/2014/main" id="{C8DEF631-4EB2-CC93-B419-D547AF17A82B}"/>
              </a:ext>
            </a:extLst>
          </p:cNvPr>
          <p:cNvGrpSpPr/>
          <p:nvPr/>
        </p:nvGrpSpPr>
        <p:grpSpPr>
          <a:xfrm>
            <a:off x="9196595" y="3490623"/>
            <a:ext cx="2713232" cy="1301862"/>
            <a:chOff x="9062121" y="3293931"/>
            <a:chExt cx="2713232" cy="1301862"/>
          </a:xfrm>
        </p:grpSpPr>
        <p:sp>
          <p:nvSpPr>
            <p:cNvPr id="74" name="Rectangle : coins arrondis 73">
              <a:extLst>
                <a:ext uri="{FF2B5EF4-FFF2-40B4-BE49-F238E27FC236}">
                  <a16:creationId xmlns:a16="http://schemas.microsoft.com/office/drawing/2014/main" id="{8FF33C1E-09BD-C9B4-F553-7A8CF430E94C}"/>
                </a:ext>
              </a:extLst>
            </p:cNvPr>
            <p:cNvSpPr/>
            <p:nvPr/>
          </p:nvSpPr>
          <p:spPr>
            <a:xfrm>
              <a:off x="9065410" y="3299793"/>
              <a:ext cx="2700000" cy="1296000"/>
            </a:xfrm>
            <a:prstGeom prst="roundRect">
              <a:avLst>
                <a:gd name="adj" fmla="val 1094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432000" rIns="36000" bIns="36000" rtlCol="0" anchor="t"/>
            <a:lstStyle/>
            <a:p>
              <a:pPr marL="0" marR="0" lvl="0" indent="0" algn="l" defTabSz="914400" rtl="0" eaLnBrk="1" fontAlgn="auto" latinLnBrk="0" hangingPunct="1">
                <a:lnSpc>
                  <a:spcPts val="900"/>
                </a:lnSpc>
                <a:spcBef>
                  <a:spcPts val="0"/>
                </a:spcBef>
                <a:spcAft>
                  <a:spcPts val="0"/>
                </a:spcAft>
                <a:buClrTx/>
                <a:buSzTx/>
                <a:buFontTx/>
                <a:buNone/>
                <a:tabLst/>
                <a:defRPr/>
              </a:pPr>
              <a:r>
                <a:rPr kumimoji="0" lang="fr-FR" sz="900" b="0" i="0" u="none" strike="noStrike" kern="1200" cap="none" spc="-20" normalizeH="0" baseline="0" noProof="0">
                  <a:ln>
                    <a:noFill/>
                  </a:ln>
                  <a:solidFill>
                    <a:srgbClr val="000000"/>
                  </a:solidFill>
                  <a:effectLst/>
                  <a:uLnTx/>
                  <a:uFillTx/>
                  <a:latin typeface="Avenir LT Std 35 Light" panose="020B0402020203020204" pitchFamily="34" charset="0"/>
                  <a:ea typeface="+mn-ea"/>
                  <a:cs typeface="+mn-cs"/>
                </a:rPr>
                <a:t>      </a:t>
              </a:r>
            </a:p>
          </p:txBody>
        </p:sp>
        <p:sp>
          <p:nvSpPr>
            <p:cNvPr id="75" name="Rectangle 74">
              <a:extLst>
                <a:ext uri="{FF2B5EF4-FFF2-40B4-BE49-F238E27FC236}">
                  <a16:creationId xmlns:a16="http://schemas.microsoft.com/office/drawing/2014/main" id="{FE3135AC-4A36-194A-D7FB-4180F5276E9B}"/>
                </a:ext>
              </a:extLst>
            </p:cNvPr>
            <p:cNvSpPr/>
            <p:nvPr/>
          </p:nvSpPr>
          <p:spPr>
            <a:xfrm>
              <a:off x="9113385" y="3378837"/>
              <a:ext cx="1160915" cy="3381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0070C0"/>
                  </a:solidFill>
                  <a:effectLst/>
                  <a:uLnTx/>
                  <a:uFillTx/>
                  <a:latin typeface="Avenir LT Std 65 Medium" panose="020B0803020203020204" pitchFamily="34" charset="0"/>
                  <a:ea typeface="+mn-ea"/>
                  <a:cs typeface="+mn-cs"/>
                </a:rPr>
                <a:t>MÉDIATEURS </a:t>
              </a:r>
            </a:p>
          </p:txBody>
        </p:sp>
        <p:pic>
          <p:nvPicPr>
            <p:cNvPr id="77" name="Graphique 76" descr="Carnet d'adresses avec un remplissage uni">
              <a:extLst>
                <a:ext uri="{FF2B5EF4-FFF2-40B4-BE49-F238E27FC236}">
                  <a16:creationId xmlns:a16="http://schemas.microsoft.com/office/drawing/2014/main" id="{45612E52-DD8E-D4CE-B6F8-F11D1E732DF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062121" y="3918967"/>
              <a:ext cx="252000" cy="325488"/>
            </a:xfrm>
            <a:prstGeom prst="rect">
              <a:avLst/>
            </a:prstGeom>
          </p:spPr>
        </p:pic>
        <p:sp>
          <p:nvSpPr>
            <p:cNvPr id="78" name="Rectangle 77">
              <a:extLst>
                <a:ext uri="{FF2B5EF4-FFF2-40B4-BE49-F238E27FC236}">
                  <a16:creationId xmlns:a16="http://schemas.microsoft.com/office/drawing/2014/main" id="{9BECFC8A-D07D-9AE4-5F7C-36DBA86CB081}"/>
                </a:ext>
              </a:extLst>
            </p:cNvPr>
            <p:cNvSpPr/>
            <p:nvPr/>
          </p:nvSpPr>
          <p:spPr>
            <a:xfrm>
              <a:off x="9293039" y="3834151"/>
              <a:ext cx="806589" cy="5198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70C0"/>
                  </a:solidFill>
                  <a:effectLst/>
                  <a:uLnTx/>
                  <a:uFillTx/>
                  <a:latin typeface="Avenir LT Std 55 Roman" panose="020B0503020203020204" pitchFamily="34" charset="0"/>
                  <a:ea typeface="+mn-ea"/>
                  <a:cs typeface="+mn-cs"/>
                  <a:hlinkClick r:id="rId11">
                    <a:extLst>
                      <a:ext uri="{A12FA001-AC4F-418D-AE19-62706E023703}">
                        <ahyp:hlinkClr xmlns:ahyp="http://schemas.microsoft.com/office/drawing/2018/hyperlinkcolor" val="tx"/>
                      </a:ext>
                    </a:extLst>
                  </a:hlinkClick>
                </a:rPr>
                <a:t>Présentation PowerPoint</a:t>
              </a:r>
              <a:endParaRPr kumimoji="0" lang="fr-FR" sz="900" b="0" i="0" u="none" strike="noStrike" kern="1200" cap="none" spc="0" normalizeH="0" baseline="0" noProof="0">
                <a:ln>
                  <a:noFill/>
                </a:ln>
                <a:solidFill>
                  <a:srgbClr val="0070C0"/>
                </a:solidFill>
                <a:effectLst/>
                <a:highlight>
                  <a:srgbClr val="FFFF00"/>
                </a:highlight>
                <a:uLnTx/>
                <a:uFillTx/>
                <a:latin typeface="Avenir LT Std 55 Roman" panose="020B0503020203020204" pitchFamily="34" charset="0"/>
                <a:ea typeface="+mn-ea"/>
                <a:cs typeface="+mn-cs"/>
              </a:endParaRPr>
            </a:p>
          </p:txBody>
        </p:sp>
        <p:sp>
          <p:nvSpPr>
            <p:cNvPr id="79" name="Rectangle : coins arrondis 78">
              <a:extLst>
                <a:ext uri="{FF2B5EF4-FFF2-40B4-BE49-F238E27FC236}">
                  <a16:creationId xmlns:a16="http://schemas.microsoft.com/office/drawing/2014/main" id="{AE7B6C9E-803A-E788-49DC-4AB2B901DDBF}"/>
                </a:ext>
              </a:extLst>
            </p:cNvPr>
            <p:cNvSpPr/>
            <p:nvPr/>
          </p:nvSpPr>
          <p:spPr>
            <a:xfrm>
              <a:off x="10233755" y="3293931"/>
              <a:ext cx="1541598" cy="129600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Facilite</a:t>
              </a:r>
              <a:r>
                <a:rPr kumimoji="0" lang="fr-FR" sz="1050" b="0"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 en tant que tiers neutre, le dialogue lors de tensions interpersonnelles et </a:t>
              </a:r>
              <a:r>
                <a:rPr kumimoji="0" lang="fr-FR" sz="1050" b="1"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m’aide </a:t>
              </a:r>
              <a:r>
                <a:rPr kumimoji="0" lang="fr-FR" sz="1050" b="0"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à résoudre le conflit et à reprendre le travail dans un contexte relationnel apaisé</a:t>
              </a:r>
            </a:p>
          </p:txBody>
        </p:sp>
      </p:grpSp>
      <p:grpSp>
        <p:nvGrpSpPr>
          <p:cNvPr id="90" name="Groupe 89">
            <a:extLst>
              <a:ext uri="{FF2B5EF4-FFF2-40B4-BE49-F238E27FC236}">
                <a16:creationId xmlns:a16="http://schemas.microsoft.com/office/drawing/2014/main" id="{CF61940B-BF36-0B35-03AA-4766C711B362}"/>
              </a:ext>
            </a:extLst>
          </p:cNvPr>
          <p:cNvGrpSpPr/>
          <p:nvPr/>
        </p:nvGrpSpPr>
        <p:grpSpPr>
          <a:xfrm>
            <a:off x="9196595" y="5022508"/>
            <a:ext cx="2711959" cy="1302965"/>
            <a:chOff x="9062121" y="4865037"/>
            <a:chExt cx="2711959" cy="1302965"/>
          </a:xfrm>
        </p:grpSpPr>
        <p:sp>
          <p:nvSpPr>
            <p:cNvPr id="80" name="Rectangle : coins arrondis 79">
              <a:extLst>
                <a:ext uri="{FF2B5EF4-FFF2-40B4-BE49-F238E27FC236}">
                  <a16:creationId xmlns:a16="http://schemas.microsoft.com/office/drawing/2014/main" id="{24743649-0F91-9C8D-3531-E913997A14E6}"/>
                </a:ext>
              </a:extLst>
            </p:cNvPr>
            <p:cNvSpPr/>
            <p:nvPr/>
          </p:nvSpPr>
          <p:spPr>
            <a:xfrm>
              <a:off x="9066093" y="4865037"/>
              <a:ext cx="2700000" cy="1296000"/>
            </a:xfrm>
            <a:prstGeom prst="roundRect">
              <a:avLst>
                <a:gd name="adj" fmla="val 980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432000" rIns="36000" bIns="36000" rtlCol="0" anchor="t"/>
            <a:lstStyle/>
            <a:p>
              <a:pPr marL="0" marR="0" lvl="0" indent="0" algn="l" defTabSz="914400" rtl="0" eaLnBrk="1" fontAlgn="auto" latinLnBrk="0" hangingPunct="1">
                <a:lnSpc>
                  <a:spcPts val="900"/>
                </a:lnSpc>
                <a:spcBef>
                  <a:spcPts val="0"/>
                </a:spcBef>
                <a:spcAft>
                  <a:spcPts val="0"/>
                </a:spcAft>
                <a:buClrTx/>
                <a:buSzTx/>
                <a:buFontTx/>
                <a:buNone/>
                <a:tabLst/>
                <a:defRPr/>
              </a:pPr>
              <a:r>
                <a:rPr kumimoji="0" lang="fr-FR" sz="900" b="0" i="0" u="none" strike="noStrike" kern="1200" cap="none" spc="-20" normalizeH="0" baseline="0" noProof="0">
                  <a:ln>
                    <a:noFill/>
                  </a:ln>
                  <a:solidFill>
                    <a:srgbClr val="000000"/>
                  </a:solidFill>
                  <a:effectLst/>
                  <a:uLnTx/>
                  <a:uFillTx/>
                  <a:latin typeface="Avenir LT Std 35 Light" panose="020B0402020203020204" pitchFamily="34" charset="0"/>
                  <a:ea typeface="+mn-ea"/>
                  <a:cs typeface="+mn-cs"/>
                </a:rPr>
                <a:t>      </a:t>
              </a:r>
            </a:p>
          </p:txBody>
        </p:sp>
        <p:sp>
          <p:nvSpPr>
            <p:cNvPr id="81" name="Rectangle 80">
              <a:extLst>
                <a:ext uri="{FF2B5EF4-FFF2-40B4-BE49-F238E27FC236}">
                  <a16:creationId xmlns:a16="http://schemas.microsoft.com/office/drawing/2014/main" id="{1C2A4DC6-1704-DAEB-9357-CBBF17C0A616}"/>
                </a:ext>
              </a:extLst>
            </p:cNvPr>
            <p:cNvSpPr/>
            <p:nvPr/>
          </p:nvSpPr>
          <p:spPr>
            <a:xfrm>
              <a:off x="9113385" y="4992539"/>
              <a:ext cx="1256069" cy="3381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0070C0"/>
                  </a:solidFill>
                  <a:effectLst/>
                  <a:uLnTx/>
                  <a:uFillTx/>
                  <a:latin typeface="Avenir LT Std 65 Medium" panose="020B0803020203020204" pitchFamily="34" charset="0"/>
                  <a:ea typeface="+mn-ea"/>
                  <a:cs typeface="+mn-cs"/>
                </a:rPr>
                <a:t>COACHS</a:t>
              </a:r>
              <a:br>
                <a:rPr kumimoji="0" lang="fr-FR" sz="1100" b="1" i="0" u="none" strike="noStrike" kern="1200" cap="none" spc="0" normalizeH="0" baseline="0" noProof="0">
                  <a:ln>
                    <a:noFill/>
                  </a:ln>
                  <a:solidFill>
                    <a:srgbClr val="0070C0"/>
                  </a:solidFill>
                  <a:effectLst/>
                  <a:uLnTx/>
                  <a:uFillTx/>
                  <a:latin typeface="Avenir LT Std 65 Medium" panose="020B0803020203020204" pitchFamily="34" charset="0"/>
                  <a:ea typeface="+mn-ea"/>
                  <a:cs typeface="+mn-cs"/>
                </a:rPr>
              </a:br>
              <a:r>
                <a:rPr kumimoji="0" lang="fr-FR" sz="1100" b="1" i="0" u="none" strike="noStrike" kern="1200" cap="none" spc="0" normalizeH="0" baseline="0" noProof="0">
                  <a:ln>
                    <a:noFill/>
                  </a:ln>
                  <a:solidFill>
                    <a:srgbClr val="0070C0"/>
                  </a:solidFill>
                  <a:effectLst/>
                  <a:uLnTx/>
                  <a:uFillTx/>
                  <a:latin typeface="Avenir LT Std 65 Medium" panose="020B0803020203020204" pitchFamily="34" charset="0"/>
                  <a:ea typeface="+mn-ea"/>
                  <a:cs typeface="+mn-cs"/>
                </a:rPr>
                <a:t>INTERNES</a:t>
              </a:r>
            </a:p>
          </p:txBody>
        </p:sp>
        <p:pic>
          <p:nvPicPr>
            <p:cNvPr id="83" name="Graphique 82" descr="Carnet d'adresses avec un remplissage uni">
              <a:extLst>
                <a:ext uri="{FF2B5EF4-FFF2-40B4-BE49-F238E27FC236}">
                  <a16:creationId xmlns:a16="http://schemas.microsoft.com/office/drawing/2014/main" id="{8DF45E2C-813E-1D0C-F8A1-3E823CD76ED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062121" y="5484211"/>
              <a:ext cx="252000" cy="325488"/>
            </a:xfrm>
            <a:prstGeom prst="rect">
              <a:avLst/>
            </a:prstGeom>
          </p:spPr>
        </p:pic>
        <p:sp>
          <p:nvSpPr>
            <p:cNvPr id="84" name="Rectangle 83">
              <a:extLst>
                <a:ext uri="{FF2B5EF4-FFF2-40B4-BE49-F238E27FC236}">
                  <a16:creationId xmlns:a16="http://schemas.microsoft.com/office/drawing/2014/main" id="{2A78D829-7654-FA7C-1DC8-A22212CD9A77}"/>
                </a:ext>
              </a:extLst>
            </p:cNvPr>
            <p:cNvSpPr/>
            <p:nvPr/>
          </p:nvSpPr>
          <p:spPr>
            <a:xfrm>
              <a:off x="9322016" y="5455636"/>
              <a:ext cx="795166" cy="5112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70C0"/>
                  </a:solidFill>
                  <a:effectLst/>
                  <a:uLnTx/>
                  <a:uFillTx/>
                  <a:latin typeface="Avenir LT Std 55 Roman" panose="020B0503020203020204" pitchFamily="34" charset="0"/>
                  <a:ea typeface="+mn-ea"/>
                  <a:cs typeface="+mn-cs"/>
                  <a:hlinkClick r:id="rId12">
                    <a:extLst>
                      <a:ext uri="{A12FA001-AC4F-418D-AE19-62706E023703}">
                        <ahyp:hlinkClr xmlns:ahyp="http://schemas.microsoft.com/office/drawing/2018/hyperlinkcolor" val="tx"/>
                      </a:ext>
                    </a:extLst>
                  </a:hlinkClick>
                </a:rPr>
                <a:t>Sharepoint Coaching DPML</a:t>
              </a:r>
              <a:endParaRPr kumimoji="0" lang="fr-FR" sz="900" b="0" i="0" u="none" strike="noStrike" kern="1200" cap="none" spc="0" normalizeH="0" baseline="0" noProof="0">
                <a:ln>
                  <a:noFill/>
                </a:ln>
                <a:solidFill>
                  <a:srgbClr val="0070C0"/>
                </a:solidFill>
                <a:effectLst/>
                <a:uLnTx/>
                <a:uFillTx/>
                <a:latin typeface="Avenir LT Std 55 Roman" panose="020B0503020203020204" pitchFamily="34" charset="0"/>
                <a:ea typeface="+mn-ea"/>
                <a:cs typeface="+mn-cs"/>
              </a:endParaRPr>
            </a:p>
          </p:txBody>
        </p:sp>
        <p:sp>
          <p:nvSpPr>
            <p:cNvPr id="85" name="Rectangle : coins arrondis 84">
              <a:extLst>
                <a:ext uri="{FF2B5EF4-FFF2-40B4-BE49-F238E27FC236}">
                  <a16:creationId xmlns:a16="http://schemas.microsoft.com/office/drawing/2014/main" id="{37E80BD1-C389-8BDB-B70A-C79F816F1134}"/>
                </a:ext>
              </a:extLst>
            </p:cNvPr>
            <p:cNvSpPr/>
            <p:nvPr/>
          </p:nvSpPr>
          <p:spPr>
            <a:xfrm>
              <a:off x="10232482" y="4868566"/>
              <a:ext cx="1541598" cy="1299436"/>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M’aide</a:t>
              </a:r>
              <a:r>
                <a:rPr kumimoji="0" lang="fr-FR" sz="1050" b="0"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 à renforcer mes compétences relationnelles et managériales pour prévenir les RPS et agir efficacement</a:t>
              </a:r>
            </a:p>
          </p:txBody>
        </p:sp>
      </p:grpSp>
      <p:sp>
        <p:nvSpPr>
          <p:cNvPr id="99" name="Trapèze 98">
            <a:extLst>
              <a:ext uri="{FF2B5EF4-FFF2-40B4-BE49-F238E27FC236}">
                <a16:creationId xmlns:a16="http://schemas.microsoft.com/office/drawing/2014/main" id="{6C234D70-C11B-A81F-0AE0-4C93CE897360}"/>
              </a:ext>
            </a:extLst>
          </p:cNvPr>
          <p:cNvSpPr/>
          <p:nvPr/>
        </p:nvSpPr>
        <p:spPr>
          <a:xfrm rot="16200000">
            <a:off x="2085556" y="-208683"/>
            <a:ext cx="488902" cy="3347044"/>
          </a:xfrm>
          <a:prstGeom prst="trapezoid">
            <a:avLst/>
          </a:prstGeom>
          <a:solidFill>
            <a:srgbClr val="BD9A2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 lIns="108000" tIns="0" bIns="180000" rtlCol="0" anchor="ctr"/>
          <a:lstStyle/>
          <a:p>
            <a:pPr marL="8890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FFFFFF"/>
                </a:solidFill>
                <a:effectLst/>
                <a:uLnTx/>
                <a:uFillTx/>
                <a:latin typeface="Avenir LT Std 65 Medium" panose="020B0803020203020204" pitchFamily="34" charset="0"/>
                <a:ea typeface="+mn-ea"/>
                <a:cs typeface="+mn-cs"/>
              </a:rPr>
              <a:t>RELAIS</a:t>
            </a:r>
            <a:br>
              <a:rPr kumimoji="0" lang="fr-FR" sz="1200" b="1" i="0" u="none" strike="noStrike" kern="1200" cap="none" spc="0" normalizeH="0" baseline="0" noProof="0">
                <a:ln>
                  <a:noFill/>
                </a:ln>
                <a:solidFill>
                  <a:srgbClr val="FFFFFF"/>
                </a:solidFill>
                <a:effectLst/>
                <a:uLnTx/>
                <a:uFillTx/>
                <a:latin typeface="Avenir LT Std 65 Medium" panose="020B0803020203020204" pitchFamily="34" charset="0"/>
                <a:ea typeface="+mn-ea"/>
                <a:cs typeface="+mn-cs"/>
              </a:rPr>
            </a:br>
            <a:r>
              <a:rPr kumimoji="0" lang="fr-FR" sz="1200" b="1" i="0" u="none" strike="noStrike" kern="1200" cap="none" spc="0" normalizeH="0" baseline="0" noProof="0">
                <a:ln>
                  <a:noFill/>
                </a:ln>
                <a:solidFill>
                  <a:srgbClr val="FFFFFF"/>
                </a:solidFill>
                <a:effectLst/>
                <a:uLnTx/>
                <a:uFillTx/>
                <a:latin typeface="Avenir LT Std 65 Medium" panose="020B0803020203020204" pitchFamily="34" charset="0"/>
                <a:ea typeface="+mn-ea"/>
                <a:cs typeface="+mn-cs"/>
              </a:rPr>
              <a:t>AU SEIN DE MON ENTITÉ</a:t>
            </a:r>
          </a:p>
        </p:txBody>
      </p:sp>
      <p:sp>
        <p:nvSpPr>
          <p:cNvPr id="100" name="Trapèze 99">
            <a:extLst>
              <a:ext uri="{FF2B5EF4-FFF2-40B4-BE49-F238E27FC236}">
                <a16:creationId xmlns:a16="http://schemas.microsoft.com/office/drawing/2014/main" id="{EB37A55E-3C05-A059-43D7-6183AFE10982}"/>
              </a:ext>
            </a:extLst>
          </p:cNvPr>
          <p:cNvSpPr/>
          <p:nvPr/>
        </p:nvSpPr>
        <p:spPr>
          <a:xfrm rot="16200000">
            <a:off x="6211430" y="-987646"/>
            <a:ext cx="714917" cy="4908425"/>
          </a:xfrm>
          <a:prstGeom prst="trapezoid">
            <a:avLst>
              <a:gd name="adj" fmla="val 18760"/>
            </a:avLst>
          </a:prstGeom>
          <a:solidFill>
            <a:srgbClr val="257F5D"/>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FFFFFF"/>
                </a:solidFill>
                <a:effectLst/>
                <a:uLnTx/>
                <a:uFillTx/>
                <a:latin typeface="Avenir LT Std 65 Medium" panose="020B0803020203020204" pitchFamily="34" charset="0"/>
                <a:ea typeface="+mn-ea"/>
                <a:cs typeface="+mn-cs"/>
              </a:rPr>
              <a:t>RELAIS SPÉCIALISÉS SUR MON TERRITOIRE</a:t>
            </a:r>
          </a:p>
        </p:txBody>
      </p:sp>
      <p:sp>
        <p:nvSpPr>
          <p:cNvPr id="101" name="Trapèze 100">
            <a:extLst>
              <a:ext uri="{FF2B5EF4-FFF2-40B4-BE49-F238E27FC236}">
                <a16:creationId xmlns:a16="http://schemas.microsoft.com/office/drawing/2014/main" id="{26C3CD08-A421-CF07-C624-090F8FB391A5}"/>
              </a:ext>
            </a:extLst>
          </p:cNvPr>
          <p:cNvSpPr/>
          <p:nvPr/>
        </p:nvSpPr>
        <p:spPr>
          <a:xfrm rot="16200000">
            <a:off x="10034952" y="11240"/>
            <a:ext cx="1011445" cy="2852177"/>
          </a:xfrm>
          <a:prstGeom prst="trapezoid">
            <a:avLst>
              <a:gd name="adj" fmla="val 16561"/>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FFFFFF"/>
                </a:solidFill>
                <a:effectLst/>
                <a:uLnTx/>
                <a:uFillTx/>
                <a:latin typeface="Avenir LT Std 65 Medium" panose="020B0803020203020204" pitchFamily="34" charset="0"/>
                <a:ea typeface="+mn-ea"/>
                <a:cs typeface="+mn-cs"/>
              </a:rPr>
              <a:t>RELAIS COMPLÉMENTAIRES EN TERRITOIRE</a:t>
            </a:r>
          </a:p>
        </p:txBody>
      </p:sp>
      <p:sp>
        <p:nvSpPr>
          <p:cNvPr id="11" name="Flèche : droite 10">
            <a:extLst>
              <a:ext uri="{FF2B5EF4-FFF2-40B4-BE49-F238E27FC236}">
                <a16:creationId xmlns:a16="http://schemas.microsoft.com/office/drawing/2014/main" id="{AEB783C0-494F-309C-2766-5156161A0E98}"/>
              </a:ext>
            </a:extLst>
          </p:cNvPr>
          <p:cNvSpPr/>
          <p:nvPr/>
        </p:nvSpPr>
        <p:spPr>
          <a:xfrm>
            <a:off x="4006047" y="1302811"/>
            <a:ext cx="312822" cy="345309"/>
          </a:xfrm>
          <a:prstGeom prst="rightArrow">
            <a:avLst/>
          </a:prstGeom>
          <a:solidFill>
            <a:srgbClr val="1E684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14" name="Flèche : droite 13">
            <a:extLst>
              <a:ext uri="{FF2B5EF4-FFF2-40B4-BE49-F238E27FC236}">
                <a16:creationId xmlns:a16="http://schemas.microsoft.com/office/drawing/2014/main" id="{F9249BF9-5B14-9974-C6F2-38E1B15FE82A}"/>
              </a:ext>
            </a:extLst>
          </p:cNvPr>
          <p:cNvSpPr/>
          <p:nvPr/>
        </p:nvSpPr>
        <p:spPr>
          <a:xfrm>
            <a:off x="8982412" y="1265218"/>
            <a:ext cx="312822" cy="446006"/>
          </a:xfrm>
          <a:prstGeom prst="rightArrow">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61" name="Flèche : droite 60">
            <a:extLst>
              <a:ext uri="{FF2B5EF4-FFF2-40B4-BE49-F238E27FC236}">
                <a16:creationId xmlns:a16="http://schemas.microsoft.com/office/drawing/2014/main" id="{30F4DE96-7722-ECC8-EB9D-C401BDF8437A}"/>
              </a:ext>
            </a:extLst>
          </p:cNvPr>
          <p:cNvSpPr/>
          <p:nvPr/>
        </p:nvSpPr>
        <p:spPr>
          <a:xfrm>
            <a:off x="533612" y="1280167"/>
            <a:ext cx="312822" cy="345309"/>
          </a:xfrm>
          <a:prstGeom prst="rightArrow">
            <a:avLst/>
          </a:prstGeom>
          <a:solidFill>
            <a:srgbClr val="BD9A2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103" name="Titre 1">
            <a:extLst>
              <a:ext uri="{FF2B5EF4-FFF2-40B4-BE49-F238E27FC236}">
                <a16:creationId xmlns:a16="http://schemas.microsoft.com/office/drawing/2014/main" id="{7DE538F4-7B98-2B87-D5C4-294A2225D4DF}"/>
              </a:ext>
            </a:extLst>
          </p:cNvPr>
          <p:cNvSpPr>
            <a:spLocks noGrp="1"/>
          </p:cNvSpPr>
          <p:nvPr>
            <p:ph type="title"/>
          </p:nvPr>
        </p:nvSpPr>
        <p:spPr>
          <a:xfrm>
            <a:off x="131490" y="58341"/>
            <a:ext cx="11929020" cy="337336"/>
          </a:xfrm>
        </p:spPr>
        <p:txBody>
          <a:bodyPr/>
          <a:lstStyle/>
          <a:p>
            <a:pPr algn="ctr"/>
            <a:r>
              <a:rPr lang="fr-FR">
                <a:solidFill>
                  <a:srgbClr val="00B0F0"/>
                </a:solidFill>
                <a:latin typeface="Avenir LT Std 45 Book" panose="020B0502020203020204" pitchFamily="34" charset="0"/>
              </a:rPr>
              <a:t>Les relais humains pour prévenir et accompagner les RPS </a:t>
            </a:r>
          </a:p>
        </p:txBody>
      </p:sp>
      <p:grpSp>
        <p:nvGrpSpPr>
          <p:cNvPr id="102" name="Groupe 101">
            <a:extLst>
              <a:ext uri="{FF2B5EF4-FFF2-40B4-BE49-F238E27FC236}">
                <a16:creationId xmlns:a16="http://schemas.microsoft.com/office/drawing/2014/main" id="{FB3A090F-5C64-548A-CFC5-E33F4BABDB1D}"/>
              </a:ext>
            </a:extLst>
          </p:cNvPr>
          <p:cNvGrpSpPr/>
          <p:nvPr/>
        </p:nvGrpSpPr>
        <p:grpSpPr>
          <a:xfrm>
            <a:off x="4166792" y="3112194"/>
            <a:ext cx="4782668" cy="1107514"/>
            <a:chOff x="4032318" y="2954165"/>
            <a:chExt cx="4782668" cy="1107514"/>
          </a:xfrm>
        </p:grpSpPr>
        <p:sp>
          <p:nvSpPr>
            <p:cNvPr id="23" name="Rectangle : coins arrondis 22">
              <a:extLst>
                <a:ext uri="{FF2B5EF4-FFF2-40B4-BE49-F238E27FC236}">
                  <a16:creationId xmlns:a16="http://schemas.microsoft.com/office/drawing/2014/main" id="{290C612B-6BC4-BD56-1ABC-FBFA27A3E6EA}"/>
                </a:ext>
              </a:extLst>
            </p:cNvPr>
            <p:cNvSpPr/>
            <p:nvPr/>
          </p:nvSpPr>
          <p:spPr>
            <a:xfrm>
              <a:off x="4032318" y="2954165"/>
              <a:ext cx="4782668" cy="11075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504000" rIns="36000" bIns="36000" rtlCol="0" anchor="t"/>
            <a:lstStyle/>
            <a:p>
              <a:pPr marL="273050" marR="0" lvl="0" indent="0" algn="l" defTabSz="914400" rtl="0" eaLnBrk="1" fontAlgn="auto" latinLnBrk="0" hangingPunct="1">
                <a:lnSpc>
                  <a:spcPts val="900"/>
                </a:lnSpc>
                <a:spcBef>
                  <a:spcPts val="0"/>
                </a:spcBef>
                <a:spcAft>
                  <a:spcPts val="0"/>
                </a:spcAft>
                <a:buClrTx/>
                <a:buSzTx/>
                <a:buFontTx/>
                <a:buNone/>
                <a:tabLst/>
                <a:defRPr/>
              </a:pPr>
              <a:endParaRPr kumimoji="0" lang="fr-FR" sz="900" b="0" i="0" u="none" strike="noStrike" kern="1200" cap="none" spc="-20" normalizeH="0" baseline="0" noProof="0">
                <a:ln>
                  <a:noFill/>
                </a:ln>
                <a:solidFill>
                  <a:srgbClr val="000000"/>
                </a:solidFill>
                <a:effectLst/>
                <a:uLnTx/>
                <a:uFillTx/>
                <a:latin typeface="Avenir LT Std 35 Light" panose="020B0402020203020204" pitchFamily="34" charset="0"/>
                <a:ea typeface="+mn-ea"/>
                <a:cs typeface="+mn-cs"/>
              </a:endParaRPr>
            </a:p>
            <a:p>
              <a:pPr marL="0" marR="0" lvl="0" indent="0" algn="l" defTabSz="914400" rtl="0" eaLnBrk="1" fontAlgn="auto" latinLnBrk="0" hangingPunct="1">
                <a:lnSpc>
                  <a:spcPts val="900"/>
                </a:lnSpc>
                <a:spcBef>
                  <a:spcPts val="0"/>
                </a:spcBef>
                <a:spcAft>
                  <a:spcPts val="0"/>
                </a:spcAft>
                <a:buClrTx/>
                <a:buSzTx/>
                <a:buFontTx/>
                <a:buNone/>
                <a:tabLst/>
                <a:defRPr/>
              </a:pPr>
              <a:r>
                <a:rPr kumimoji="0" lang="fr-FR" sz="900" b="0" i="0" u="none" strike="noStrike" kern="1200" cap="none" spc="-20" normalizeH="0" baseline="0" noProof="0">
                  <a:ln>
                    <a:noFill/>
                  </a:ln>
                  <a:solidFill>
                    <a:srgbClr val="000000"/>
                  </a:solidFill>
                  <a:effectLst/>
                  <a:uLnTx/>
                  <a:uFillTx/>
                  <a:latin typeface="Avenir LT Std 35 Light" panose="020B0402020203020204" pitchFamily="34" charset="0"/>
                  <a:ea typeface="+mn-ea"/>
                  <a:cs typeface="+mn-cs"/>
                </a:rPr>
                <a:t>       </a:t>
              </a:r>
            </a:p>
          </p:txBody>
        </p:sp>
        <p:grpSp>
          <p:nvGrpSpPr>
            <p:cNvPr id="95" name="Groupe 94">
              <a:extLst>
                <a:ext uri="{FF2B5EF4-FFF2-40B4-BE49-F238E27FC236}">
                  <a16:creationId xmlns:a16="http://schemas.microsoft.com/office/drawing/2014/main" id="{99BA8E2C-9E9A-E8F7-9F45-08B3E2340212}"/>
                </a:ext>
              </a:extLst>
            </p:cNvPr>
            <p:cNvGrpSpPr/>
            <p:nvPr/>
          </p:nvGrpSpPr>
          <p:grpSpPr>
            <a:xfrm>
              <a:off x="4032519" y="2964190"/>
              <a:ext cx="4663071" cy="1097444"/>
              <a:chOff x="4032519" y="2964190"/>
              <a:chExt cx="4663071" cy="1097444"/>
            </a:xfrm>
          </p:grpSpPr>
          <p:sp>
            <p:nvSpPr>
              <p:cNvPr id="24" name="Rectangle 23">
                <a:extLst>
                  <a:ext uri="{FF2B5EF4-FFF2-40B4-BE49-F238E27FC236}">
                    <a16:creationId xmlns:a16="http://schemas.microsoft.com/office/drawing/2014/main" id="{45DB922E-3B6C-39B2-CDBA-66E362B0A3A0}"/>
                  </a:ext>
                </a:extLst>
              </p:cNvPr>
              <p:cNvSpPr/>
              <p:nvPr/>
            </p:nvSpPr>
            <p:spPr>
              <a:xfrm>
                <a:off x="4166831" y="3026332"/>
                <a:ext cx="1685276" cy="3381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30" normalizeH="0" baseline="0" noProof="0">
                    <a:ln>
                      <a:noFill/>
                    </a:ln>
                    <a:solidFill>
                      <a:srgbClr val="154734"/>
                    </a:solidFill>
                    <a:effectLst/>
                    <a:uLnTx/>
                    <a:uFillTx/>
                    <a:latin typeface="Avenir LT Std 65 Medium" panose="020B0803020203020204" pitchFamily="34" charset="0"/>
                    <a:ea typeface="+mn-ea"/>
                    <a:cs typeface="+mn-cs"/>
                  </a:rPr>
                  <a:t>PÔLE DE SOUTIEN PSYCHOLOGIQUE  (PSP)</a:t>
                </a:r>
              </a:p>
            </p:txBody>
          </p:sp>
          <p:sp>
            <p:nvSpPr>
              <p:cNvPr id="29" name="Rectangle 28">
                <a:extLst>
                  <a:ext uri="{FF2B5EF4-FFF2-40B4-BE49-F238E27FC236}">
                    <a16:creationId xmlns:a16="http://schemas.microsoft.com/office/drawing/2014/main" id="{555285C7-26E1-DEF7-A50C-E42CA53AF5A9}"/>
                  </a:ext>
                </a:extLst>
              </p:cNvPr>
              <p:cNvSpPr/>
              <p:nvPr/>
            </p:nvSpPr>
            <p:spPr>
              <a:xfrm>
                <a:off x="4286866" y="3635234"/>
                <a:ext cx="1605223" cy="3381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30" normalizeH="0" baseline="0" noProof="0">
                    <a:ln>
                      <a:noFill/>
                    </a:ln>
                    <a:solidFill>
                      <a:srgbClr val="154734"/>
                    </a:solidFill>
                    <a:effectLst/>
                    <a:uLnTx/>
                    <a:uFillTx/>
                    <a:latin typeface="Avenir LT Std 55 Roman" panose="020B0503020203020204" pitchFamily="34" charset="0"/>
                    <a:ea typeface="+mn-ea"/>
                    <a:cs typeface="+mn-cs"/>
                  </a:rPr>
                  <a:t>Numéro vert unique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rPr>
                  <a:t>0800 39 17 87</a:t>
                </a:r>
                <a:endParaRPr kumimoji="0" lang="fr-FR" sz="1000" b="0" i="0" u="none" strike="noStrike" kern="1200" cap="none" spc="0" normalizeH="0" baseline="0" noProof="0">
                  <a:ln>
                    <a:noFill/>
                  </a:ln>
                  <a:solidFill>
                    <a:srgbClr val="154734"/>
                  </a:solidFill>
                  <a:effectLst/>
                  <a:uLnTx/>
                  <a:uFillTx/>
                  <a:latin typeface="Avenir LT Std 35 Light" panose="020B04020202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40" normalizeH="0" baseline="0" noProof="0">
                    <a:ln>
                      <a:noFill/>
                    </a:ln>
                    <a:solidFill>
                      <a:srgbClr val="FFFFFF">
                        <a:lumMod val="50000"/>
                      </a:srgbClr>
                    </a:solidFill>
                    <a:effectLst/>
                    <a:uLnTx/>
                    <a:uFillTx/>
                    <a:latin typeface="Avenir LT Std 35 Light" panose="020B0402020203020204" pitchFamily="34" charset="0"/>
                    <a:ea typeface="+mn-ea"/>
                    <a:cs typeface="+mn-cs"/>
                  </a:rPr>
                  <a:t>Lun-</a:t>
                </a:r>
                <a:r>
                  <a:rPr kumimoji="0" lang="fr-FR" sz="800" b="0" i="1" u="none" strike="noStrike" kern="1200" cap="none" spc="-40" normalizeH="0" baseline="0" noProof="0" err="1">
                    <a:ln>
                      <a:noFill/>
                    </a:ln>
                    <a:solidFill>
                      <a:srgbClr val="FFFFFF">
                        <a:lumMod val="50000"/>
                      </a:srgbClr>
                    </a:solidFill>
                    <a:effectLst/>
                    <a:uLnTx/>
                    <a:uFillTx/>
                    <a:latin typeface="Avenir LT Std 35 Light" panose="020B0402020203020204" pitchFamily="34" charset="0"/>
                    <a:ea typeface="+mn-ea"/>
                    <a:cs typeface="+mn-cs"/>
                  </a:rPr>
                  <a:t>ven</a:t>
                </a:r>
                <a:r>
                  <a:rPr kumimoji="0" lang="fr-FR" sz="800" b="0" i="1" u="none" strike="noStrike" kern="1200" cap="none" spc="-40" normalizeH="0" baseline="0" noProof="0">
                    <a:ln>
                      <a:noFill/>
                    </a:ln>
                    <a:solidFill>
                      <a:srgbClr val="FFFFFF">
                        <a:lumMod val="50000"/>
                      </a:srgbClr>
                    </a:solidFill>
                    <a:effectLst/>
                    <a:uLnTx/>
                    <a:uFillTx/>
                    <a:latin typeface="Avenir LT Std 35 Light" panose="020B0402020203020204" pitchFamily="34" charset="0"/>
                    <a:ea typeface="+mn-ea"/>
                    <a:cs typeface="+mn-cs"/>
                  </a:rPr>
                  <a:t> : 8h-18h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40" normalizeH="0" baseline="0" noProof="0">
                    <a:ln>
                      <a:noFill/>
                    </a:ln>
                    <a:solidFill>
                      <a:srgbClr val="FFFFFF">
                        <a:lumMod val="50000"/>
                      </a:srgbClr>
                    </a:solidFill>
                    <a:effectLst/>
                    <a:uLnTx/>
                    <a:uFillTx/>
                    <a:latin typeface="Avenir LT Std 35 Light" panose="020B0402020203020204" pitchFamily="34" charset="0"/>
                    <a:ea typeface="+mn-ea"/>
                    <a:cs typeface="+mn-cs"/>
                  </a:rPr>
                  <a:t>Nuit et </a:t>
                </a:r>
                <a:r>
                  <a:rPr kumimoji="0" lang="fr-FR" sz="800" b="0" i="1" u="none" strike="noStrike" kern="1200" cap="none" spc="-40" normalizeH="0" baseline="0" noProof="0" err="1">
                    <a:ln>
                      <a:noFill/>
                    </a:ln>
                    <a:solidFill>
                      <a:srgbClr val="FFFFFF">
                        <a:lumMod val="50000"/>
                      </a:srgbClr>
                    </a:solidFill>
                    <a:effectLst/>
                    <a:uLnTx/>
                    <a:uFillTx/>
                    <a:latin typeface="Avenir LT Std 35 Light" panose="020B0402020203020204" pitchFamily="34" charset="0"/>
                    <a:ea typeface="+mn-ea"/>
                    <a:cs typeface="+mn-cs"/>
                  </a:rPr>
                  <a:t>we</a:t>
                </a:r>
                <a:r>
                  <a:rPr kumimoji="0" lang="fr-FR" sz="800" b="0" i="1" u="none" strike="noStrike" kern="1200" cap="none" spc="-40" normalizeH="0" baseline="0" noProof="0">
                    <a:ln>
                      <a:noFill/>
                    </a:ln>
                    <a:solidFill>
                      <a:srgbClr val="FFFFFF">
                        <a:lumMod val="50000"/>
                      </a:srgbClr>
                    </a:solidFill>
                    <a:effectLst/>
                    <a:uLnTx/>
                    <a:uFillTx/>
                    <a:latin typeface="Avenir LT Std 35 Light" panose="020B0402020203020204" pitchFamily="34" charset="0"/>
                    <a:ea typeface="+mn-ea"/>
                    <a:cs typeface="+mn-cs"/>
                  </a:rPr>
                  <a:t> si  événement grave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000" b="1" i="0"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endParaRPr>
              </a:p>
            </p:txBody>
          </p:sp>
          <p:pic>
            <p:nvPicPr>
              <p:cNvPr id="48" name="Graphique 47" descr="Combiné avec un remplissage uni">
                <a:extLst>
                  <a:ext uri="{FF2B5EF4-FFF2-40B4-BE49-F238E27FC236}">
                    <a16:creationId xmlns:a16="http://schemas.microsoft.com/office/drawing/2014/main" id="{CE0A4CB2-B456-5DED-40F4-15B921E0F55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1540132">
                <a:off x="4032519" y="3483947"/>
                <a:ext cx="252000" cy="252000"/>
              </a:xfrm>
              <a:prstGeom prst="rect">
                <a:avLst/>
              </a:prstGeom>
            </p:spPr>
          </p:pic>
          <p:sp>
            <p:nvSpPr>
              <p:cNvPr id="4" name="Rectangle : coins arrondis 3">
                <a:extLst>
                  <a:ext uri="{FF2B5EF4-FFF2-40B4-BE49-F238E27FC236}">
                    <a16:creationId xmlns:a16="http://schemas.microsoft.com/office/drawing/2014/main" id="{2160CD86-C62C-6718-4028-648C93A2B521}"/>
                  </a:ext>
                </a:extLst>
              </p:cNvPr>
              <p:cNvSpPr/>
              <p:nvPr/>
            </p:nvSpPr>
            <p:spPr>
              <a:xfrm>
                <a:off x="6067590" y="2964190"/>
                <a:ext cx="2628000" cy="1097444"/>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Offre un soutien psychologique </a:t>
                </a:r>
                <a:r>
                  <a:rPr kumimoji="0" lang="fr-FR" sz="1000" b="0"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aux salariés et aux collectifs de travail exposés à un stress professionnel ou à un évènement impactant, et </a:t>
                </a:r>
                <a:r>
                  <a:rPr kumimoji="0" lang="fr-FR" sz="1000" b="1"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m'accompagne</a:t>
                </a:r>
                <a:r>
                  <a:rPr kumimoji="0" lang="fr-FR" sz="1000" b="0" i="0" u="none" strike="noStrike" kern="1200" cap="none" spc="-20" normalizeH="0" baseline="0" noProof="0">
                    <a:ln>
                      <a:noFill/>
                    </a:ln>
                    <a:solidFill>
                      <a:srgbClr val="000000"/>
                    </a:solidFill>
                    <a:effectLst/>
                    <a:uLnTx/>
                    <a:uFillTx/>
                    <a:latin typeface="Avenir LT Std 55 Roman" panose="020B0503020203020204" pitchFamily="34" charset="0"/>
                    <a:ea typeface="+mn-ea"/>
                    <a:cs typeface="+mn-cs"/>
                  </a:rPr>
                  <a:t>, en tant que manager, dans la gestion des situations préoccupantes et l'accompagnement des agents en difficulté</a:t>
                </a:r>
              </a:p>
            </p:txBody>
          </p:sp>
        </p:grpSp>
      </p:grpSp>
      <p:sp>
        <p:nvSpPr>
          <p:cNvPr id="54" name="Forme libre : forme 53">
            <a:extLst>
              <a:ext uri="{FF2B5EF4-FFF2-40B4-BE49-F238E27FC236}">
                <a16:creationId xmlns:a16="http://schemas.microsoft.com/office/drawing/2014/main" id="{99374EA2-7C60-F1CC-5674-558EA63FED70}"/>
              </a:ext>
            </a:extLst>
          </p:cNvPr>
          <p:cNvSpPr>
            <a:spLocks noChangeAspect="1"/>
          </p:cNvSpPr>
          <p:nvPr/>
        </p:nvSpPr>
        <p:spPr>
          <a:xfrm>
            <a:off x="119545" y="6513610"/>
            <a:ext cx="252000" cy="264140"/>
          </a:xfrm>
          <a:custGeom>
            <a:avLst/>
            <a:gdLst>
              <a:gd name="csX0" fmla="*/ 259662 w 850473"/>
              <a:gd name="csY0" fmla="*/ 1269 h 891445"/>
              <a:gd name="csX1" fmla="*/ 267029 w 850473"/>
              <a:gd name="csY1" fmla="*/ 4320 h 891445"/>
              <a:gd name="csX2" fmla="*/ 267029 w 850473"/>
              <a:gd name="csY2" fmla="*/ 156568 h 891445"/>
              <a:gd name="csX3" fmla="*/ 480713 w 850473"/>
              <a:gd name="csY3" fmla="*/ 156568 h 891445"/>
              <a:gd name="csX4" fmla="*/ 850474 w 850473"/>
              <a:gd name="csY4" fmla="*/ 526328 h 891445"/>
              <a:gd name="csX5" fmla="*/ 518699 w 850473"/>
              <a:gd name="csY5" fmla="*/ 891364 h 891445"/>
              <a:gd name="csX6" fmla="*/ 516429 w 850473"/>
              <a:gd name="csY6" fmla="*/ 883104 h 891445"/>
              <a:gd name="csX7" fmla="*/ 633853 w 850473"/>
              <a:gd name="csY7" fmla="*/ 445030 h 891445"/>
              <a:gd name="csX8" fmla="*/ 450716 w 850473"/>
              <a:gd name="csY8" fmla="*/ 368868 h 891445"/>
              <a:gd name="csX9" fmla="*/ 266988 w 850473"/>
              <a:gd name="csY9" fmla="*/ 368868 h 891445"/>
              <a:gd name="csX10" fmla="*/ 266988 w 850473"/>
              <a:gd name="csY10" fmla="*/ 521115 h 891445"/>
              <a:gd name="csX11" fmla="*/ 259621 w 850473"/>
              <a:gd name="csY11" fmla="*/ 524166 h 891445"/>
              <a:gd name="csX12" fmla="*/ 1256 w 850473"/>
              <a:gd name="csY12" fmla="*/ 265762 h 891445"/>
              <a:gd name="csX13" fmla="*/ 1256 w 850473"/>
              <a:gd name="csY13" fmla="*/ 259660 h 8914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850473" h="891445">
                <a:moveTo>
                  <a:pt x="259662" y="1269"/>
                </a:moveTo>
                <a:cubicBezTo>
                  <a:pt x="262378" y="-1447"/>
                  <a:pt x="267029" y="488"/>
                  <a:pt x="267029" y="4320"/>
                </a:cubicBezTo>
                <a:lnTo>
                  <a:pt x="267029" y="156568"/>
                </a:lnTo>
                <a:lnTo>
                  <a:pt x="480713" y="156568"/>
                </a:lnTo>
                <a:cubicBezTo>
                  <a:pt x="684091" y="156568"/>
                  <a:pt x="850474" y="322960"/>
                  <a:pt x="850474" y="526328"/>
                </a:cubicBezTo>
                <a:cubicBezTo>
                  <a:pt x="850474" y="726201"/>
                  <a:pt x="713552" y="862456"/>
                  <a:pt x="518699" y="891364"/>
                </a:cubicBezTo>
                <a:cubicBezTo>
                  <a:pt x="512299" y="892332"/>
                  <a:pt x="511555" y="884369"/>
                  <a:pt x="516429" y="883104"/>
                </a:cubicBezTo>
                <a:cubicBezTo>
                  <a:pt x="702614" y="834066"/>
                  <a:pt x="779672" y="590839"/>
                  <a:pt x="633853" y="445030"/>
                </a:cubicBezTo>
                <a:cubicBezTo>
                  <a:pt x="585149" y="396326"/>
                  <a:pt x="519668" y="368868"/>
                  <a:pt x="450716" y="368868"/>
                </a:cubicBezTo>
                <a:lnTo>
                  <a:pt x="266988" y="368868"/>
                </a:lnTo>
                <a:lnTo>
                  <a:pt x="266988" y="521115"/>
                </a:lnTo>
                <a:cubicBezTo>
                  <a:pt x="266988" y="524948"/>
                  <a:pt x="262338" y="526882"/>
                  <a:pt x="259621" y="524166"/>
                </a:cubicBezTo>
                <a:lnTo>
                  <a:pt x="1256" y="265762"/>
                </a:lnTo>
                <a:cubicBezTo>
                  <a:pt x="-419" y="264088"/>
                  <a:pt x="-419" y="261335"/>
                  <a:pt x="1256" y="259660"/>
                </a:cubicBezTo>
                <a:close/>
              </a:path>
            </a:pathLst>
          </a:custGeom>
          <a:solidFill>
            <a:schemeClr val="bg1"/>
          </a:solidFill>
          <a:ln w="9525"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pic>
        <p:nvPicPr>
          <p:cNvPr id="82" name="Graphique 81" descr="Utilisateur avec un remplissage uni">
            <a:extLst>
              <a:ext uri="{FF2B5EF4-FFF2-40B4-BE49-F238E27FC236}">
                <a16:creationId xmlns:a16="http://schemas.microsoft.com/office/drawing/2014/main" id="{D4E7AC24-0D54-F0AA-0669-8BB7BE83A7CD}"/>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rot="16200000">
            <a:off x="161167" y="5148850"/>
            <a:ext cx="360000" cy="360000"/>
          </a:xfrm>
          <a:prstGeom prst="rect">
            <a:avLst/>
          </a:prstGeom>
        </p:spPr>
      </p:pic>
      <p:pic>
        <p:nvPicPr>
          <p:cNvPr id="87" name="Graphique 86" descr="Ampoule et engrenage contour">
            <a:extLst>
              <a:ext uri="{FF2B5EF4-FFF2-40B4-BE49-F238E27FC236}">
                <a16:creationId xmlns:a16="http://schemas.microsoft.com/office/drawing/2014/main" id="{B57B80E8-BC89-1C29-399B-519B7CB84247}"/>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64182" y="478130"/>
            <a:ext cx="432000" cy="432000"/>
          </a:xfrm>
          <a:prstGeom prst="rect">
            <a:avLst/>
          </a:prstGeom>
        </p:spPr>
      </p:pic>
      <p:sp>
        <p:nvSpPr>
          <p:cNvPr id="16" name="Rectangle 15">
            <a:extLst>
              <a:ext uri="{FF2B5EF4-FFF2-40B4-BE49-F238E27FC236}">
                <a16:creationId xmlns:a16="http://schemas.microsoft.com/office/drawing/2014/main" id="{22ED40B2-9989-8E64-FDEF-537F072A7C20}"/>
              </a:ext>
            </a:extLst>
          </p:cNvPr>
          <p:cNvSpPr/>
          <p:nvPr/>
        </p:nvSpPr>
        <p:spPr>
          <a:xfrm>
            <a:off x="10667999" y="49334"/>
            <a:ext cx="1475065" cy="28990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0000"/>
                </a:solidFill>
                <a:effectLst/>
                <a:uLnTx/>
                <a:uFillTx/>
                <a:latin typeface="Arial"/>
                <a:ea typeface="+mn-ea"/>
                <a:cs typeface="+mn-cs"/>
              </a:rPr>
              <a:t>En cours de relecture par les experts spécialisés</a:t>
            </a:r>
          </a:p>
        </p:txBody>
      </p:sp>
      <p:grpSp>
        <p:nvGrpSpPr>
          <p:cNvPr id="26" name="Groupe 25">
            <a:extLst>
              <a:ext uri="{FF2B5EF4-FFF2-40B4-BE49-F238E27FC236}">
                <a16:creationId xmlns:a16="http://schemas.microsoft.com/office/drawing/2014/main" id="{FA4B4A82-0E22-243C-1DB0-6D129DA55D48}"/>
              </a:ext>
            </a:extLst>
          </p:cNvPr>
          <p:cNvGrpSpPr>
            <a:grpSpLocks noChangeAspect="1"/>
          </p:cNvGrpSpPr>
          <p:nvPr/>
        </p:nvGrpSpPr>
        <p:grpSpPr>
          <a:xfrm>
            <a:off x="11001871" y="6336764"/>
            <a:ext cx="1082632" cy="444130"/>
            <a:chOff x="5810" y="1578917"/>
            <a:chExt cx="559801" cy="229645"/>
          </a:xfrm>
        </p:grpSpPr>
        <p:sp>
          <p:nvSpPr>
            <p:cNvPr id="27" name="Rectangle : coins arrondis 26">
              <a:extLst>
                <a:ext uri="{FF2B5EF4-FFF2-40B4-BE49-F238E27FC236}">
                  <a16:creationId xmlns:a16="http://schemas.microsoft.com/office/drawing/2014/main" id="{13FF5660-DAEA-FD63-03B3-CA41D5B13251}"/>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indent="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hlinkClick r:id="rId3"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endParaRPr>
            </a:p>
          </p:txBody>
        </p:sp>
        <p:pic>
          <p:nvPicPr>
            <p:cNvPr id="28" name="Graphique 27" descr="Retour avec un remplissage uni">
              <a:hlinkClick r:id="rId3" action="ppaction://hlinksldjump"/>
              <a:extLst>
                <a:ext uri="{FF2B5EF4-FFF2-40B4-BE49-F238E27FC236}">
                  <a16:creationId xmlns:a16="http://schemas.microsoft.com/office/drawing/2014/main" id="{38B247FF-02D5-5565-5CF0-BF69CFE89ACE}"/>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19060" y="1578917"/>
              <a:ext cx="229645" cy="229645"/>
            </a:xfrm>
            <a:prstGeom prst="rect">
              <a:avLst/>
            </a:prstGeom>
          </p:spPr>
        </p:pic>
      </p:grpSp>
    </p:spTree>
    <p:extLst>
      <p:ext uri="{BB962C8B-B14F-4D97-AF65-F5344CB8AC3E}">
        <p14:creationId xmlns:p14="http://schemas.microsoft.com/office/powerpoint/2010/main" val="417575898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54C2A-FE79-E7B3-D17E-7B68EDA0CE2B}"/>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770E7919-62A9-9834-DFBB-A0BCC3B800AB}"/>
              </a:ext>
            </a:extLst>
          </p:cNvPr>
          <p:cNvSpPr/>
          <p:nvPr/>
        </p:nvSpPr>
        <p:spPr>
          <a:xfrm>
            <a:off x="0" y="0"/>
            <a:ext cx="12204000" cy="6876000"/>
          </a:xfrm>
          <a:prstGeom prst="rect">
            <a:avLst/>
          </a:prstGeom>
          <a:solidFill>
            <a:schemeClr val="bg1"/>
          </a:solidFill>
          <a:ln w="28575">
            <a:solidFill>
              <a:srgbClr val="00205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latin typeface="Avenir LT Std 45 Book" panose="020B0502020203020204" pitchFamily="34" charset="0"/>
            </a:endParaRPr>
          </a:p>
        </p:txBody>
      </p:sp>
      <p:sp>
        <p:nvSpPr>
          <p:cNvPr id="63" name="Titre 7">
            <a:extLst>
              <a:ext uri="{FF2B5EF4-FFF2-40B4-BE49-F238E27FC236}">
                <a16:creationId xmlns:a16="http://schemas.microsoft.com/office/drawing/2014/main" id="{031E1DC1-2DDE-8C00-9843-475BC15FB4D4}"/>
              </a:ext>
            </a:extLst>
          </p:cNvPr>
          <p:cNvSpPr txBox="1">
            <a:spLocks/>
          </p:cNvSpPr>
          <p:nvPr/>
        </p:nvSpPr>
        <p:spPr>
          <a:xfrm>
            <a:off x="624642" y="210640"/>
            <a:ext cx="11308752" cy="337336"/>
          </a:xfrm>
          <a:prstGeom prst="rect">
            <a:avLst/>
          </a:prstGeom>
        </p:spPr>
        <p:txBody>
          <a:bodyPr vert="horz" wrap="square" lIns="0" tIns="0" rIns="72000" bIns="0" rtlCol="0" anchor="ctr">
            <a:spAutoFit/>
          </a:bodyPr>
          <a:lstStyle>
            <a:lvl1pPr algn="l" defTabSz="914355" rtl="0" eaLnBrk="1" latinLnBrk="0" hangingPunct="1">
              <a:lnSpc>
                <a:spcPct val="90000"/>
              </a:lnSpc>
              <a:spcBef>
                <a:spcPct val="0"/>
              </a:spcBef>
              <a:buNone/>
              <a:defRPr sz="2400" b="1" kern="1200">
                <a:solidFill>
                  <a:srgbClr val="0084D4"/>
                </a:solidFill>
                <a:latin typeface="Arial" panose="020B0604020202020204" pitchFamily="34" charset="0"/>
                <a:ea typeface="+mj-ea"/>
                <a:cs typeface="Arial" panose="020B0604020202020204" pitchFamily="34" charset="0"/>
              </a:defRPr>
            </a:lvl1pPr>
          </a:lstStyle>
          <a:p>
            <a:pPr algn="ctr"/>
            <a:r>
              <a:rPr lang="fr-FR">
                <a:solidFill>
                  <a:schemeClr val="accent1"/>
                </a:solidFill>
                <a:latin typeface="Avenir LT Std 45 Book" panose="020B0502020203020204" pitchFamily="34" charset="0"/>
              </a:rPr>
              <a:t>Comment ajuster le cap ensemble pour préserver l’équipe ? </a:t>
            </a:r>
          </a:p>
        </p:txBody>
      </p:sp>
      <p:sp>
        <p:nvSpPr>
          <p:cNvPr id="5" name="Rectangle : coins arrondis 4">
            <a:extLst>
              <a:ext uri="{FF2B5EF4-FFF2-40B4-BE49-F238E27FC236}">
                <a16:creationId xmlns:a16="http://schemas.microsoft.com/office/drawing/2014/main" id="{D836B08B-3A2E-5169-C572-1016FAC97039}"/>
              </a:ext>
            </a:extLst>
          </p:cNvPr>
          <p:cNvSpPr/>
          <p:nvPr/>
        </p:nvSpPr>
        <p:spPr>
          <a:xfrm>
            <a:off x="400692" y="757322"/>
            <a:ext cx="2726986" cy="5058687"/>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latin typeface="Avenir LT Std 45 Book" panose="020B0502020203020204" pitchFamily="34" charset="0"/>
            </a:endParaRPr>
          </a:p>
        </p:txBody>
      </p:sp>
      <p:sp>
        <p:nvSpPr>
          <p:cNvPr id="7" name="Rectangle : coins arrondis 6">
            <a:extLst>
              <a:ext uri="{FF2B5EF4-FFF2-40B4-BE49-F238E27FC236}">
                <a16:creationId xmlns:a16="http://schemas.microsoft.com/office/drawing/2014/main" id="{BABADF42-84BD-1412-CD5E-0CDF071FFA4B}"/>
              </a:ext>
            </a:extLst>
          </p:cNvPr>
          <p:cNvSpPr/>
          <p:nvPr/>
        </p:nvSpPr>
        <p:spPr>
          <a:xfrm>
            <a:off x="624642" y="873899"/>
            <a:ext cx="2279087" cy="414582"/>
          </a:xfrm>
          <a:prstGeom prst="roundRect">
            <a:avLst/>
          </a:prstGeom>
          <a:solidFill>
            <a:schemeClr val="accent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a:latin typeface="Avenir LT Std 45 Book" panose="020B0502020203020204" pitchFamily="34" charset="0"/>
              </a:rPr>
              <a:t>Comment utiliser cet outil ?</a:t>
            </a:r>
          </a:p>
        </p:txBody>
      </p:sp>
      <p:pic>
        <p:nvPicPr>
          <p:cNvPr id="11" name="Graphique 10" descr="Badge 3 avec un remplissage uni">
            <a:extLst>
              <a:ext uri="{FF2B5EF4-FFF2-40B4-BE49-F238E27FC236}">
                <a16:creationId xmlns:a16="http://schemas.microsoft.com/office/drawing/2014/main" id="{04670B9E-A42F-A0FF-FEC8-9E218466C8F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6551" y="3518103"/>
            <a:ext cx="432000" cy="432000"/>
          </a:xfrm>
          <a:prstGeom prst="rect">
            <a:avLst/>
          </a:prstGeom>
        </p:spPr>
      </p:pic>
      <p:pic>
        <p:nvPicPr>
          <p:cNvPr id="14" name="Graphique 13" descr="Badge avec un remplissage uni">
            <a:extLst>
              <a:ext uri="{FF2B5EF4-FFF2-40B4-BE49-F238E27FC236}">
                <a16:creationId xmlns:a16="http://schemas.microsoft.com/office/drawing/2014/main" id="{70D0D199-116D-0500-4CE6-37133587BA5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6551" y="2401371"/>
            <a:ext cx="432000" cy="432000"/>
          </a:xfrm>
          <a:prstGeom prst="rect">
            <a:avLst/>
          </a:prstGeom>
        </p:spPr>
      </p:pic>
      <p:pic>
        <p:nvPicPr>
          <p:cNvPr id="16" name="Graphique 15" descr="Badge 1 avec un remplissage uni">
            <a:extLst>
              <a:ext uri="{FF2B5EF4-FFF2-40B4-BE49-F238E27FC236}">
                <a16:creationId xmlns:a16="http://schemas.microsoft.com/office/drawing/2014/main" id="{3111B4A0-29D3-EA87-0BA3-BFB6861AA69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56551" y="1355297"/>
            <a:ext cx="432000" cy="432000"/>
          </a:xfrm>
          <a:prstGeom prst="rect">
            <a:avLst/>
          </a:prstGeom>
        </p:spPr>
      </p:pic>
      <p:grpSp>
        <p:nvGrpSpPr>
          <p:cNvPr id="18" name="Groupe 17">
            <a:extLst>
              <a:ext uri="{FF2B5EF4-FFF2-40B4-BE49-F238E27FC236}">
                <a16:creationId xmlns:a16="http://schemas.microsoft.com/office/drawing/2014/main" id="{A927E886-2235-3F95-F456-0A8B00C2E28B}"/>
              </a:ext>
            </a:extLst>
          </p:cNvPr>
          <p:cNvGrpSpPr>
            <a:grpSpLocks noChangeAspect="1"/>
          </p:cNvGrpSpPr>
          <p:nvPr/>
        </p:nvGrpSpPr>
        <p:grpSpPr>
          <a:xfrm>
            <a:off x="456551" y="4729459"/>
            <a:ext cx="432000" cy="432000"/>
            <a:chOff x="694844" y="5372831"/>
            <a:chExt cx="570021" cy="570021"/>
          </a:xfrm>
        </p:grpSpPr>
        <p:pic>
          <p:nvPicPr>
            <p:cNvPr id="9" name="Graphique 8" descr="Ampoule avec un remplissage uni">
              <a:extLst>
                <a:ext uri="{FF2B5EF4-FFF2-40B4-BE49-F238E27FC236}">
                  <a16:creationId xmlns:a16="http://schemas.microsoft.com/office/drawing/2014/main" id="{694C2D3D-186E-BC60-4876-78A76E91278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3854" y="5441841"/>
              <a:ext cx="432000" cy="432000"/>
            </a:xfrm>
            <a:prstGeom prst="rect">
              <a:avLst/>
            </a:prstGeom>
          </p:spPr>
        </p:pic>
        <p:sp>
          <p:nvSpPr>
            <p:cNvPr id="17" name="Ellipse 16">
              <a:extLst>
                <a:ext uri="{FF2B5EF4-FFF2-40B4-BE49-F238E27FC236}">
                  <a16:creationId xmlns:a16="http://schemas.microsoft.com/office/drawing/2014/main" id="{8D05822B-3A82-3EA6-4908-B42BE781DE55}"/>
                </a:ext>
              </a:extLst>
            </p:cNvPr>
            <p:cNvSpPr/>
            <p:nvPr/>
          </p:nvSpPr>
          <p:spPr>
            <a:xfrm>
              <a:off x="694844" y="5372831"/>
              <a:ext cx="570021" cy="570021"/>
            </a:xfrm>
            <a:prstGeom prst="ellipse">
              <a:avLst/>
            </a:prstGeom>
            <a:noFill/>
            <a:ln>
              <a:solidFill>
                <a:schemeClr val="accent1">
                  <a:lumMod val="90000"/>
                  <a:lumOff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latin typeface="Avenir LT Std 45 Book" panose="020B0502020203020204" pitchFamily="34" charset="0"/>
              </a:endParaRPr>
            </a:p>
          </p:txBody>
        </p:sp>
      </p:grpSp>
      <p:cxnSp>
        <p:nvCxnSpPr>
          <p:cNvPr id="20" name="Connecteur droit 19">
            <a:extLst>
              <a:ext uri="{FF2B5EF4-FFF2-40B4-BE49-F238E27FC236}">
                <a16:creationId xmlns:a16="http://schemas.microsoft.com/office/drawing/2014/main" id="{B94A7C5A-3AA5-C3F6-BD47-8A668B4241F0}"/>
              </a:ext>
            </a:extLst>
          </p:cNvPr>
          <p:cNvCxnSpPr>
            <a:cxnSpLocks/>
          </p:cNvCxnSpPr>
          <p:nvPr/>
        </p:nvCxnSpPr>
        <p:spPr>
          <a:xfrm>
            <a:off x="663000" y="2352541"/>
            <a:ext cx="212346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1" name="Connecteur droit 20">
            <a:extLst>
              <a:ext uri="{FF2B5EF4-FFF2-40B4-BE49-F238E27FC236}">
                <a16:creationId xmlns:a16="http://schemas.microsoft.com/office/drawing/2014/main" id="{3AA12875-DE54-7262-577E-D7B1CA979EA3}"/>
              </a:ext>
            </a:extLst>
          </p:cNvPr>
          <p:cNvCxnSpPr>
            <a:cxnSpLocks/>
          </p:cNvCxnSpPr>
          <p:nvPr/>
        </p:nvCxnSpPr>
        <p:spPr>
          <a:xfrm>
            <a:off x="663000" y="3441146"/>
            <a:ext cx="212346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2" name="Connecteur droit 21">
            <a:extLst>
              <a:ext uri="{FF2B5EF4-FFF2-40B4-BE49-F238E27FC236}">
                <a16:creationId xmlns:a16="http://schemas.microsoft.com/office/drawing/2014/main" id="{926C2EA9-D12C-7CF2-F937-42C07842366D}"/>
              </a:ext>
            </a:extLst>
          </p:cNvPr>
          <p:cNvCxnSpPr>
            <a:cxnSpLocks/>
          </p:cNvCxnSpPr>
          <p:nvPr/>
        </p:nvCxnSpPr>
        <p:spPr>
          <a:xfrm>
            <a:off x="663000" y="4611943"/>
            <a:ext cx="212346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pic>
        <p:nvPicPr>
          <p:cNvPr id="24" name="Graphique 23" descr="Utilisateurs contour">
            <a:extLst>
              <a:ext uri="{FF2B5EF4-FFF2-40B4-BE49-F238E27FC236}">
                <a16:creationId xmlns:a16="http://schemas.microsoft.com/office/drawing/2014/main" id="{662AB11E-6E05-EB0D-207B-AE693D61E5A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56551" y="1788630"/>
            <a:ext cx="432000" cy="432000"/>
          </a:xfrm>
          <a:prstGeom prst="rect">
            <a:avLst/>
          </a:prstGeom>
        </p:spPr>
      </p:pic>
      <p:pic>
        <p:nvPicPr>
          <p:cNvPr id="26" name="Graphique 25" descr="Chat contour">
            <a:extLst>
              <a:ext uri="{FF2B5EF4-FFF2-40B4-BE49-F238E27FC236}">
                <a16:creationId xmlns:a16="http://schemas.microsoft.com/office/drawing/2014/main" id="{8481E51D-9A6B-34CE-D87B-13B6BB8089B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56551" y="2850124"/>
            <a:ext cx="432000" cy="432000"/>
          </a:xfrm>
          <a:prstGeom prst="rect">
            <a:avLst/>
          </a:prstGeom>
        </p:spPr>
      </p:pic>
      <p:pic>
        <p:nvPicPr>
          <p:cNvPr id="28" name="Graphique 27" descr="Mille contour">
            <a:extLst>
              <a:ext uri="{FF2B5EF4-FFF2-40B4-BE49-F238E27FC236}">
                <a16:creationId xmlns:a16="http://schemas.microsoft.com/office/drawing/2014/main" id="{9AFF7D92-166F-856D-363B-24232637E2D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56551" y="4008845"/>
            <a:ext cx="432000" cy="432000"/>
          </a:xfrm>
          <a:prstGeom prst="rect">
            <a:avLst/>
          </a:prstGeom>
        </p:spPr>
      </p:pic>
      <p:sp>
        <p:nvSpPr>
          <p:cNvPr id="34" name="Rectangle 33">
            <a:extLst>
              <a:ext uri="{FF2B5EF4-FFF2-40B4-BE49-F238E27FC236}">
                <a16:creationId xmlns:a16="http://schemas.microsoft.com/office/drawing/2014/main" id="{60E7C182-A83E-90F5-033C-4F56C78FFDF2}"/>
              </a:ext>
            </a:extLst>
          </p:cNvPr>
          <p:cNvSpPr/>
          <p:nvPr/>
        </p:nvSpPr>
        <p:spPr>
          <a:xfrm>
            <a:off x="965300" y="1434697"/>
            <a:ext cx="1967023" cy="27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a:solidFill>
                  <a:schemeClr val="accent1">
                    <a:lumMod val="90000"/>
                    <a:lumOff val="10000"/>
                  </a:schemeClr>
                </a:solidFill>
                <a:latin typeface="Avenir LT Std 65 Medium" panose="020B0803020203020204" pitchFamily="34" charset="0"/>
              </a:rPr>
              <a:t>En équipe</a:t>
            </a:r>
          </a:p>
        </p:txBody>
      </p:sp>
      <p:sp>
        <p:nvSpPr>
          <p:cNvPr id="35" name="Rectangle 34">
            <a:extLst>
              <a:ext uri="{FF2B5EF4-FFF2-40B4-BE49-F238E27FC236}">
                <a16:creationId xmlns:a16="http://schemas.microsoft.com/office/drawing/2014/main" id="{29E18092-BF6D-3A87-862A-A9D4DB20C92E}"/>
              </a:ext>
            </a:extLst>
          </p:cNvPr>
          <p:cNvSpPr/>
          <p:nvPr/>
        </p:nvSpPr>
        <p:spPr>
          <a:xfrm>
            <a:off x="965300" y="1761241"/>
            <a:ext cx="1967023" cy="4867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100">
                <a:solidFill>
                  <a:schemeClr val="tx1"/>
                </a:solidFill>
                <a:latin typeface="Avenir LT Std 45 Book" panose="020B0502020203020204" pitchFamily="34" charset="0"/>
              </a:rPr>
              <a:t>Prenez un temps ensemble pour réfléchir à chacun des 5 branches de l’étoile.</a:t>
            </a:r>
          </a:p>
        </p:txBody>
      </p:sp>
      <p:sp>
        <p:nvSpPr>
          <p:cNvPr id="36" name="Rectangle 35">
            <a:extLst>
              <a:ext uri="{FF2B5EF4-FFF2-40B4-BE49-F238E27FC236}">
                <a16:creationId xmlns:a16="http://schemas.microsoft.com/office/drawing/2014/main" id="{D1E3A257-77EC-F6A6-98A8-F67F2BD8A81A}"/>
              </a:ext>
            </a:extLst>
          </p:cNvPr>
          <p:cNvSpPr/>
          <p:nvPr/>
        </p:nvSpPr>
        <p:spPr>
          <a:xfrm>
            <a:off x="965300" y="2480771"/>
            <a:ext cx="1967023" cy="27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a:solidFill>
                  <a:schemeClr val="accent1">
                    <a:lumMod val="90000"/>
                    <a:lumOff val="10000"/>
                  </a:schemeClr>
                </a:solidFill>
                <a:latin typeface="Avenir LT Std 65 Medium" panose="020B0803020203020204" pitchFamily="34" charset="0"/>
              </a:rPr>
              <a:t>Échangez</a:t>
            </a:r>
          </a:p>
        </p:txBody>
      </p:sp>
      <p:sp>
        <p:nvSpPr>
          <p:cNvPr id="37" name="Rectangle 36">
            <a:extLst>
              <a:ext uri="{FF2B5EF4-FFF2-40B4-BE49-F238E27FC236}">
                <a16:creationId xmlns:a16="http://schemas.microsoft.com/office/drawing/2014/main" id="{0D05368C-8E94-B9E2-ED10-128819841986}"/>
              </a:ext>
            </a:extLst>
          </p:cNvPr>
          <p:cNvSpPr/>
          <p:nvPr/>
        </p:nvSpPr>
        <p:spPr>
          <a:xfrm>
            <a:off x="965300" y="2822735"/>
            <a:ext cx="1967023" cy="4867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100">
                <a:solidFill>
                  <a:schemeClr val="tx1"/>
                </a:solidFill>
                <a:latin typeface="Avenir LT Std 45 Book" panose="020B0502020203020204" pitchFamily="34" charset="0"/>
              </a:rPr>
              <a:t>Partagez vos idées, écoutez-vous et complétez toutes les branches.</a:t>
            </a:r>
          </a:p>
        </p:txBody>
      </p:sp>
      <p:sp>
        <p:nvSpPr>
          <p:cNvPr id="38" name="Rectangle 37">
            <a:extLst>
              <a:ext uri="{FF2B5EF4-FFF2-40B4-BE49-F238E27FC236}">
                <a16:creationId xmlns:a16="http://schemas.microsoft.com/office/drawing/2014/main" id="{E42F0336-2D1B-E32D-DBBF-2808FF82D75F}"/>
              </a:ext>
            </a:extLst>
          </p:cNvPr>
          <p:cNvSpPr/>
          <p:nvPr/>
        </p:nvSpPr>
        <p:spPr>
          <a:xfrm>
            <a:off x="965300" y="3597503"/>
            <a:ext cx="1967023" cy="27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a:solidFill>
                  <a:schemeClr val="accent1">
                    <a:lumMod val="90000"/>
                    <a:lumOff val="10000"/>
                  </a:schemeClr>
                </a:solidFill>
                <a:latin typeface="Avenir LT Std 65 Medium" panose="020B0803020203020204" pitchFamily="34" charset="0"/>
              </a:rPr>
              <a:t>Priorisez</a:t>
            </a:r>
          </a:p>
        </p:txBody>
      </p:sp>
      <p:sp>
        <p:nvSpPr>
          <p:cNvPr id="39" name="Rectangle 38">
            <a:extLst>
              <a:ext uri="{FF2B5EF4-FFF2-40B4-BE49-F238E27FC236}">
                <a16:creationId xmlns:a16="http://schemas.microsoft.com/office/drawing/2014/main" id="{FA5EFAC8-71A7-FD2F-51EC-4C66751D0E7C}"/>
              </a:ext>
            </a:extLst>
          </p:cNvPr>
          <p:cNvSpPr/>
          <p:nvPr/>
        </p:nvSpPr>
        <p:spPr>
          <a:xfrm>
            <a:off x="965300" y="3981456"/>
            <a:ext cx="1967023" cy="4867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100">
                <a:solidFill>
                  <a:schemeClr val="tx1"/>
                </a:solidFill>
                <a:latin typeface="Avenir LT Std 45 Book" panose="020B0502020203020204" pitchFamily="34" charset="0"/>
              </a:rPr>
              <a:t>Choisissez 1 à 3 actions à mettre en œuvre en priorité.</a:t>
            </a:r>
          </a:p>
        </p:txBody>
      </p:sp>
      <p:sp>
        <p:nvSpPr>
          <p:cNvPr id="40" name="Rectangle 39">
            <a:extLst>
              <a:ext uri="{FF2B5EF4-FFF2-40B4-BE49-F238E27FC236}">
                <a16:creationId xmlns:a16="http://schemas.microsoft.com/office/drawing/2014/main" id="{9F97D996-87DE-09B6-E69B-AC69549AC461}"/>
              </a:ext>
            </a:extLst>
          </p:cNvPr>
          <p:cNvSpPr/>
          <p:nvPr/>
        </p:nvSpPr>
        <p:spPr>
          <a:xfrm>
            <a:off x="965300" y="4696188"/>
            <a:ext cx="1967023" cy="27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a:solidFill>
                  <a:schemeClr val="accent1">
                    <a:lumMod val="90000"/>
                    <a:lumOff val="10000"/>
                  </a:schemeClr>
                </a:solidFill>
                <a:latin typeface="Avenir LT Std 65 Medium" panose="020B0803020203020204" pitchFamily="34" charset="0"/>
              </a:rPr>
              <a:t>ASTUCE</a:t>
            </a:r>
          </a:p>
        </p:txBody>
      </p:sp>
      <p:sp>
        <p:nvSpPr>
          <p:cNvPr id="41" name="Rectangle 40">
            <a:extLst>
              <a:ext uri="{FF2B5EF4-FFF2-40B4-BE49-F238E27FC236}">
                <a16:creationId xmlns:a16="http://schemas.microsoft.com/office/drawing/2014/main" id="{434B2510-C9BC-C013-7AEB-9371D5F9D0EB}"/>
              </a:ext>
            </a:extLst>
          </p:cNvPr>
          <p:cNvSpPr/>
          <p:nvPr/>
        </p:nvSpPr>
        <p:spPr>
          <a:xfrm>
            <a:off x="965300" y="4973815"/>
            <a:ext cx="1967023" cy="6720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100">
                <a:solidFill>
                  <a:schemeClr val="tx1"/>
                </a:solidFill>
                <a:latin typeface="Avenir LT Std 45 Book" panose="020B0502020203020204" pitchFamily="34" charset="0"/>
              </a:rPr>
              <a:t>Soyez concrets et réalistes. De petites actions régulières ont plus d’impact que de grandes intentions</a:t>
            </a:r>
          </a:p>
        </p:txBody>
      </p:sp>
      <p:sp>
        <p:nvSpPr>
          <p:cNvPr id="42" name="Rectangle : coins arrondis 41">
            <a:extLst>
              <a:ext uri="{FF2B5EF4-FFF2-40B4-BE49-F238E27FC236}">
                <a16:creationId xmlns:a16="http://schemas.microsoft.com/office/drawing/2014/main" id="{32AC37E9-EBE6-76F7-D8B2-6ED573E97C66}"/>
              </a:ext>
            </a:extLst>
          </p:cNvPr>
          <p:cNvSpPr/>
          <p:nvPr/>
        </p:nvSpPr>
        <p:spPr>
          <a:xfrm>
            <a:off x="9980128" y="791910"/>
            <a:ext cx="1836000" cy="2119551"/>
          </a:xfrm>
          <a:prstGeom prst="roundRect">
            <a:avLst/>
          </a:prstGeom>
          <a:solidFill>
            <a:schemeClr val="accent5">
              <a:lumMod val="60000"/>
              <a:lumOff val="4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grpSp>
        <p:nvGrpSpPr>
          <p:cNvPr id="57" name="Groupe 56">
            <a:extLst>
              <a:ext uri="{FF2B5EF4-FFF2-40B4-BE49-F238E27FC236}">
                <a16:creationId xmlns:a16="http://schemas.microsoft.com/office/drawing/2014/main" id="{8AE5952D-B6D8-9F16-7D75-CBFFDA64DA7D}"/>
              </a:ext>
            </a:extLst>
          </p:cNvPr>
          <p:cNvGrpSpPr/>
          <p:nvPr/>
        </p:nvGrpSpPr>
        <p:grpSpPr>
          <a:xfrm>
            <a:off x="10519276" y="819071"/>
            <a:ext cx="757705" cy="554210"/>
            <a:chOff x="10706986" y="693142"/>
            <a:chExt cx="757705" cy="554210"/>
          </a:xfrm>
          <a:solidFill>
            <a:schemeClr val="bg1"/>
          </a:solidFill>
        </p:grpSpPr>
        <p:pic>
          <p:nvPicPr>
            <p:cNvPr id="44" name="Graphique 43" descr="Utilisateurs avec un remplissage uni">
              <a:extLst>
                <a:ext uri="{FF2B5EF4-FFF2-40B4-BE49-F238E27FC236}">
                  <a16:creationId xmlns:a16="http://schemas.microsoft.com/office/drawing/2014/main" id="{9FEEB082-2AC9-E8D6-DC57-CE1E855EE95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863026" y="815352"/>
              <a:ext cx="432000" cy="432000"/>
            </a:xfrm>
            <a:prstGeom prst="rect">
              <a:avLst/>
            </a:prstGeom>
          </p:spPr>
        </p:pic>
        <p:cxnSp>
          <p:nvCxnSpPr>
            <p:cNvPr id="46" name="Connecteur droit 45">
              <a:extLst>
                <a:ext uri="{FF2B5EF4-FFF2-40B4-BE49-F238E27FC236}">
                  <a16:creationId xmlns:a16="http://schemas.microsoft.com/office/drawing/2014/main" id="{A52BCB98-018C-17CC-88FF-A75B551006F9}"/>
                </a:ext>
              </a:extLst>
            </p:cNvPr>
            <p:cNvCxnSpPr>
              <a:cxnSpLocks/>
            </p:cNvCxnSpPr>
            <p:nvPr/>
          </p:nvCxnSpPr>
          <p:spPr>
            <a:xfrm>
              <a:off x="10706986" y="825988"/>
              <a:ext cx="180000" cy="108000"/>
            </a:xfrm>
            <a:prstGeom prst="line">
              <a:avLst/>
            </a:prstGeom>
            <a:grpFill/>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8" name="Connecteur droit 47">
              <a:extLst>
                <a:ext uri="{FF2B5EF4-FFF2-40B4-BE49-F238E27FC236}">
                  <a16:creationId xmlns:a16="http://schemas.microsoft.com/office/drawing/2014/main" id="{3A8D6E6D-9B04-3F4A-735A-C1A5B5F217CB}"/>
                </a:ext>
              </a:extLst>
            </p:cNvPr>
            <p:cNvCxnSpPr>
              <a:cxnSpLocks/>
            </p:cNvCxnSpPr>
            <p:nvPr/>
          </p:nvCxnSpPr>
          <p:spPr>
            <a:xfrm>
              <a:off x="11073715" y="693142"/>
              <a:ext cx="0" cy="180000"/>
            </a:xfrm>
            <a:prstGeom prst="line">
              <a:avLst/>
            </a:prstGeom>
            <a:grpFill/>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0" name="Connecteur droit 49">
              <a:extLst>
                <a:ext uri="{FF2B5EF4-FFF2-40B4-BE49-F238E27FC236}">
                  <a16:creationId xmlns:a16="http://schemas.microsoft.com/office/drawing/2014/main" id="{723469AB-1716-3137-2EEC-59C040894ACA}"/>
                </a:ext>
              </a:extLst>
            </p:cNvPr>
            <p:cNvCxnSpPr>
              <a:cxnSpLocks/>
            </p:cNvCxnSpPr>
            <p:nvPr/>
          </p:nvCxnSpPr>
          <p:spPr>
            <a:xfrm flipH="1">
              <a:off x="11284691" y="825988"/>
              <a:ext cx="180000" cy="108000"/>
            </a:xfrm>
            <a:prstGeom prst="line">
              <a:avLst/>
            </a:prstGeom>
            <a:grpFill/>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1" name="Connecteur droit 50">
              <a:extLst>
                <a:ext uri="{FF2B5EF4-FFF2-40B4-BE49-F238E27FC236}">
                  <a16:creationId xmlns:a16="http://schemas.microsoft.com/office/drawing/2014/main" id="{1E829855-4E30-8C57-D3B2-A80350BCC52F}"/>
                </a:ext>
              </a:extLst>
            </p:cNvPr>
            <p:cNvCxnSpPr>
              <a:cxnSpLocks/>
            </p:cNvCxnSpPr>
            <p:nvPr/>
          </p:nvCxnSpPr>
          <p:spPr>
            <a:xfrm flipH="1">
              <a:off x="11192542" y="721331"/>
              <a:ext cx="108000" cy="144000"/>
            </a:xfrm>
            <a:prstGeom prst="line">
              <a:avLst/>
            </a:prstGeom>
            <a:grpFill/>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3" name="Connecteur droit 52">
              <a:extLst>
                <a:ext uri="{FF2B5EF4-FFF2-40B4-BE49-F238E27FC236}">
                  <a16:creationId xmlns:a16="http://schemas.microsoft.com/office/drawing/2014/main" id="{27620C6B-E4BC-5187-E730-447A5832A18C}"/>
                </a:ext>
              </a:extLst>
            </p:cNvPr>
            <p:cNvCxnSpPr>
              <a:cxnSpLocks/>
            </p:cNvCxnSpPr>
            <p:nvPr/>
          </p:nvCxnSpPr>
          <p:spPr>
            <a:xfrm>
              <a:off x="10855839" y="735507"/>
              <a:ext cx="108000" cy="144000"/>
            </a:xfrm>
            <a:prstGeom prst="line">
              <a:avLst/>
            </a:prstGeom>
            <a:grpFill/>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55" name="Rectangle 54">
            <a:extLst>
              <a:ext uri="{FF2B5EF4-FFF2-40B4-BE49-F238E27FC236}">
                <a16:creationId xmlns:a16="http://schemas.microsoft.com/office/drawing/2014/main" id="{C3A32006-6443-4723-9CD5-454E0BF7D9B9}"/>
              </a:ext>
            </a:extLst>
          </p:cNvPr>
          <p:cNvSpPr/>
          <p:nvPr/>
        </p:nvSpPr>
        <p:spPr>
          <a:xfrm>
            <a:off x="10114595" y="1320072"/>
            <a:ext cx="1567066" cy="27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a:solidFill>
                  <a:schemeClr val="bg1"/>
                </a:solidFill>
                <a:latin typeface="Avenir LT Std 65 Medium" panose="020B0803020203020204" pitchFamily="34" charset="0"/>
              </a:rPr>
              <a:t>NOTRE OBJECTIF</a:t>
            </a:r>
          </a:p>
        </p:txBody>
      </p:sp>
      <p:sp>
        <p:nvSpPr>
          <p:cNvPr id="56" name="Rectangle 55">
            <a:extLst>
              <a:ext uri="{FF2B5EF4-FFF2-40B4-BE49-F238E27FC236}">
                <a16:creationId xmlns:a16="http://schemas.microsoft.com/office/drawing/2014/main" id="{2667A39A-67E0-09B8-19DA-8B182A9ECEA3}"/>
              </a:ext>
            </a:extLst>
          </p:cNvPr>
          <p:cNvSpPr/>
          <p:nvPr/>
        </p:nvSpPr>
        <p:spPr>
          <a:xfrm>
            <a:off x="10184044" y="1901057"/>
            <a:ext cx="1620855" cy="4867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r>
              <a:rPr lang="fr-FR" sz="1100">
                <a:solidFill>
                  <a:schemeClr val="tx1"/>
                </a:solidFill>
                <a:latin typeface="Avenir LT Std 45 Book" panose="020B0502020203020204" pitchFamily="34" charset="0"/>
              </a:rPr>
              <a:t>Agir sur ce qui compte vraiment pour </a:t>
            </a:r>
            <a:r>
              <a:rPr lang="fr-FR" sz="1100">
                <a:solidFill>
                  <a:schemeClr val="tx1"/>
                </a:solidFill>
                <a:latin typeface="Avenir LT Std 65 Medium" panose="020B0803020203020204" pitchFamily="34" charset="0"/>
              </a:rPr>
              <a:t>améliorer notre quotidien </a:t>
            </a:r>
            <a:r>
              <a:rPr lang="fr-FR" sz="1100">
                <a:solidFill>
                  <a:schemeClr val="tx1"/>
                </a:solidFill>
                <a:latin typeface="Avenir LT Std 45 Book" panose="020B0502020203020204" pitchFamily="34" charset="0"/>
              </a:rPr>
              <a:t>et </a:t>
            </a:r>
            <a:r>
              <a:rPr lang="fr-FR" sz="1100">
                <a:solidFill>
                  <a:schemeClr val="tx1"/>
                </a:solidFill>
                <a:latin typeface="Avenir LT Std 65 Medium" panose="020B0803020203020204" pitchFamily="34" charset="0"/>
              </a:rPr>
              <a:t>renforcer notre capacité à durer ensemble.</a:t>
            </a:r>
          </a:p>
        </p:txBody>
      </p:sp>
      <p:sp>
        <p:nvSpPr>
          <p:cNvPr id="58" name="Rectangle : coins arrondis 57">
            <a:extLst>
              <a:ext uri="{FF2B5EF4-FFF2-40B4-BE49-F238E27FC236}">
                <a16:creationId xmlns:a16="http://schemas.microsoft.com/office/drawing/2014/main" id="{CF1135BE-061A-B15C-DCD6-DEB69F1EFDF9}"/>
              </a:ext>
            </a:extLst>
          </p:cNvPr>
          <p:cNvSpPr/>
          <p:nvPr/>
        </p:nvSpPr>
        <p:spPr>
          <a:xfrm>
            <a:off x="10007235" y="3307654"/>
            <a:ext cx="1836000" cy="2898628"/>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latin typeface="Avenir LT Std 45 Book" panose="020B0502020203020204" pitchFamily="34" charset="0"/>
            </a:endParaRPr>
          </a:p>
        </p:txBody>
      </p:sp>
      <p:sp>
        <p:nvSpPr>
          <p:cNvPr id="60" name="Rectangle 59">
            <a:extLst>
              <a:ext uri="{FF2B5EF4-FFF2-40B4-BE49-F238E27FC236}">
                <a16:creationId xmlns:a16="http://schemas.microsoft.com/office/drawing/2014/main" id="{4CECA2BF-B291-FA08-011C-0A0BA669E209}"/>
              </a:ext>
            </a:extLst>
          </p:cNvPr>
          <p:cNvSpPr/>
          <p:nvPr/>
        </p:nvSpPr>
        <p:spPr>
          <a:xfrm>
            <a:off x="10007234" y="3537579"/>
            <a:ext cx="1723833" cy="27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r>
              <a:rPr lang="fr-FR" sz="1200" b="1">
                <a:solidFill>
                  <a:schemeClr val="accent1">
                    <a:lumMod val="90000"/>
                    <a:lumOff val="10000"/>
                  </a:schemeClr>
                </a:solidFill>
                <a:latin typeface="Avenir LT Std 65 Medium" panose="020B0803020203020204" pitchFamily="34" charset="0"/>
              </a:rPr>
              <a:t>NOS PROCHAINES ACTIONS</a:t>
            </a:r>
          </a:p>
        </p:txBody>
      </p:sp>
      <p:pic>
        <p:nvPicPr>
          <p:cNvPr id="61" name="Graphique 60" descr="Badge 3 avec un remplissage uni">
            <a:extLst>
              <a:ext uri="{FF2B5EF4-FFF2-40B4-BE49-F238E27FC236}">
                <a16:creationId xmlns:a16="http://schemas.microsoft.com/office/drawing/2014/main" id="{1FA36B09-E661-F0BC-8F94-CE2D528F7EB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132169" y="5165190"/>
            <a:ext cx="288000" cy="288000"/>
          </a:xfrm>
          <a:prstGeom prst="rect">
            <a:avLst/>
          </a:prstGeom>
        </p:spPr>
      </p:pic>
      <p:pic>
        <p:nvPicPr>
          <p:cNvPr id="62" name="Graphique 61" descr="Badge avec un remplissage uni">
            <a:extLst>
              <a:ext uri="{FF2B5EF4-FFF2-40B4-BE49-F238E27FC236}">
                <a16:creationId xmlns:a16="http://schemas.microsoft.com/office/drawing/2014/main" id="{63F8E8A6-C955-620E-7C5E-98AC0A7ED9F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132169" y="4623179"/>
            <a:ext cx="288000" cy="288000"/>
          </a:xfrm>
          <a:prstGeom prst="rect">
            <a:avLst/>
          </a:prstGeom>
        </p:spPr>
      </p:pic>
      <p:pic>
        <p:nvPicPr>
          <p:cNvPr id="64" name="Graphique 63" descr="Badge 1 avec un remplissage uni">
            <a:extLst>
              <a:ext uri="{FF2B5EF4-FFF2-40B4-BE49-F238E27FC236}">
                <a16:creationId xmlns:a16="http://schemas.microsoft.com/office/drawing/2014/main" id="{47196E70-EDC5-E081-7489-6F43CD3C2FF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132169" y="4081167"/>
            <a:ext cx="288000" cy="288000"/>
          </a:xfrm>
          <a:prstGeom prst="rect">
            <a:avLst/>
          </a:prstGeom>
        </p:spPr>
      </p:pic>
      <p:cxnSp>
        <p:nvCxnSpPr>
          <p:cNvPr id="66" name="Connecteur droit 65">
            <a:extLst>
              <a:ext uri="{FF2B5EF4-FFF2-40B4-BE49-F238E27FC236}">
                <a16:creationId xmlns:a16="http://schemas.microsoft.com/office/drawing/2014/main" id="{786CDFE8-6EF9-0EA8-6DCA-4AF5D64DD5FE}"/>
              </a:ext>
            </a:extLst>
          </p:cNvPr>
          <p:cNvCxnSpPr>
            <a:cxnSpLocks/>
          </p:cNvCxnSpPr>
          <p:nvPr/>
        </p:nvCxnSpPr>
        <p:spPr>
          <a:xfrm>
            <a:off x="10459838" y="4265807"/>
            <a:ext cx="12600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7" name="Connecteur droit 66">
            <a:extLst>
              <a:ext uri="{FF2B5EF4-FFF2-40B4-BE49-F238E27FC236}">
                <a16:creationId xmlns:a16="http://schemas.microsoft.com/office/drawing/2014/main" id="{70C4C1A6-4162-CD83-6DCB-EAF7F37ADDA9}"/>
              </a:ext>
            </a:extLst>
          </p:cNvPr>
          <p:cNvCxnSpPr>
            <a:cxnSpLocks/>
          </p:cNvCxnSpPr>
          <p:nvPr/>
        </p:nvCxnSpPr>
        <p:spPr>
          <a:xfrm>
            <a:off x="10459838" y="4506939"/>
            <a:ext cx="12600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8" name="Connecteur droit 67">
            <a:extLst>
              <a:ext uri="{FF2B5EF4-FFF2-40B4-BE49-F238E27FC236}">
                <a16:creationId xmlns:a16="http://schemas.microsoft.com/office/drawing/2014/main" id="{6600F696-A97C-E1B0-3983-63DC036EAC64}"/>
              </a:ext>
            </a:extLst>
          </p:cNvPr>
          <p:cNvCxnSpPr>
            <a:cxnSpLocks/>
          </p:cNvCxnSpPr>
          <p:nvPr/>
        </p:nvCxnSpPr>
        <p:spPr>
          <a:xfrm>
            <a:off x="10459838" y="4803178"/>
            <a:ext cx="12600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9" name="Connecteur droit 68">
            <a:extLst>
              <a:ext uri="{FF2B5EF4-FFF2-40B4-BE49-F238E27FC236}">
                <a16:creationId xmlns:a16="http://schemas.microsoft.com/office/drawing/2014/main" id="{804F880F-5C09-2C2A-B679-F65D40BD1E71}"/>
              </a:ext>
            </a:extLst>
          </p:cNvPr>
          <p:cNvCxnSpPr>
            <a:cxnSpLocks/>
          </p:cNvCxnSpPr>
          <p:nvPr/>
        </p:nvCxnSpPr>
        <p:spPr>
          <a:xfrm>
            <a:off x="10459838" y="5057295"/>
            <a:ext cx="12600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0" name="Connecteur droit 69">
            <a:extLst>
              <a:ext uri="{FF2B5EF4-FFF2-40B4-BE49-F238E27FC236}">
                <a16:creationId xmlns:a16="http://schemas.microsoft.com/office/drawing/2014/main" id="{A9CEA88D-52F8-83C1-8241-D396FE78D77D}"/>
              </a:ext>
            </a:extLst>
          </p:cNvPr>
          <p:cNvCxnSpPr>
            <a:cxnSpLocks/>
          </p:cNvCxnSpPr>
          <p:nvPr/>
        </p:nvCxnSpPr>
        <p:spPr>
          <a:xfrm>
            <a:off x="10459838" y="5353535"/>
            <a:ext cx="12600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1" name="Connecteur droit 70">
            <a:extLst>
              <a:ext uri="{FF2B5EF4-FFF2-40B4-BE49-F238E27FC236}">
                <a16:creationId xmlns:a16="http://schemas.microsoft.com/office/drawing/2014/main" id="{C4F0B010-6C35-60DA-F149-0FDE91EA1976}"/>
              </a:ext>
            </a:extLst>
          </p:cNvPr>
          <p:cNvCxnSpPr>
            <a:cxnSpLocks/>
          </p:cNvCxnSpPr>
          <p:nvPr/>
        </p:nvCxnSpPr>
        <p:spPr>
          <a:xfrm>
            <a:off x="10459838" y="5580755"/>
            <a:ext cx="12600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73" name="Graphique 72" descr="Calendrier journalier avec un remplissage uni">
            <a:extLst>
              <a:ext uri="{FF2B5EF4-FFF2-40B4-BE49-F238E27FC236}">
                <a16:creationId xmlns:a16="http://schemas.microsoft.com/office/drawing/2014/main" id="{B3FE5D56-C12F-928F-345E-A861666E6000}"/>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0132169" y="5775555"/>
            <a:ext cx="288000" cy="288000"/>
          </a:xfrm>
          <a:prstGeom prst="rect">
            <a:avLst/>
          </a:prstGeom>
        </p:spPr>
      </p:pic>
      <p:sp>
        <p:nvSpPr>
          <p:cNvPr id="74" name="Rectangle 73">
            <a:extLst>
              <a:ext uri="{FF2B5EF4-FFF2-40B4-BE49-F238E27FC236}">
                <a16:creationId xmlns:a16="http://schemas.microsoft.com/office/drawing/2014/main" id="{4EB17117-19C9-BC6F-6EB0-689A120AA87D}"/>
              </a:ext>
            </a:extLst>
          </p:cNvPr>
          <p:cNvSpPr/>
          <p:nvPr/>
        </p:nvSpPr>
        <p:spPr>
          <a:xfrm>
            <a:off x="10276169" y="5678036"/>
            <a:ext cx="1567066" cy="4867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fr-FR">
                <a:solidFill>
                  <a:schemeClr val="tx1"/>
                </a:solidFill>
                <a:latin typeface="Avenir LT Std 45 Book" panose="020B0502020203020204" pitchFamily="34" charset="0"/>
              </a:rPr>
              <a:t>À revoir le : __ / __ / ___</a:t>
            </a:r>
          </a:p>
        </p:txBody>
      </p:sp>
      <p:sp>
        <p:nvSpPr>
          <p:cNvPr id="75" name="Étoile : 5 branches 74">
            <a:extLst>
              <a:ext uri="{FF2B5EF4-FFF2-40B4-BE49-F238E27FC236}">
                <a16:creationId xmlns:a16="http://schemas.microsoft.com/office/drawing/2014/main" id="{BCAB53B1-8547-F255-F501-604E10CC394B}"/>
              </a:ext>
            </a:extLst>
          </p:cNvPr>
          <p:cNvSpPr/>
          <p:nvPr/>
        </p:nvSpPr>
        <p:spPr>
          <a:xfrm>
            <a:off x="5398954" y="2168457"/>
            <a:ext cx="2257026" cy="2132530"/>
          </a:xfrm>
          <a:custGeom>
            <a:avLst/>
            <a:gdLst>
              <a:gd name="csX0" fmla="*/ 2 w 1585781"/>
              <a:gd name="csY0" fmla="*/ 605713 h 1585781"/>
              <a:gd name="csX1" fmla="*/ 605718 w 1585781"/>
              <a:gd name="csY1" fmla="*/ 605717 h 1585781"/>
              <a:gd name="csX2" fmla="*/ 792891 w 1585781"/>
              <a:gd name="csY2" fmla="*/ 0 h 1585781"/>
              <a:gd name="csX3" fmla="*/ 980063 w 1585781"/>
              <a:gd name="csY3" fmla="*/ 605717 h 1585781"/>
              <a:gd name="csX4" fmla="*/ 1585779 w 1585781"/>
              <a:gd name="csY4" fmla="*/ 605713 h 1585781"/>
              <a:gd name="csX5" fmla="*/ 1095742 w 1585781"/>
              <a:gd name="csY5" fmla="*/ 980062 h 1585781"/>
              <a:gd name="csX6" fmla="*/ 1282923 w 1585781"/>
              <a:gd name="csY6" fmla="*/ 1585777 h 1585781"/>
              <a:gd name="csX7" fmla="*/ 792891 w 1585781"/>
              <a:gd name="csY7" fmla="*/ 1211421 h 1585781"/>
              <a:gd name="csX8" fmla="*/ 302858 w 1585781"/>
              <a:gd name="csY8" fmla="*/ 1585777 h 1585781"/>
              <a:gd name="csX9" fmla="*/ 490039 w 1585781"/>
              <a:gd name="csY9" fmla="*/ 980062 h 1585781"/>
              <a:gd name="csX10" fmla="*/ 2 w 1585781"/>
              <a:gd name="csY10" fmla="*/ 605713 h 1585781"/>
              <a:gd name="csX0" fmla="*/ 0 w 1585777"/>
              <a:gd name="csY0" fmla="*/ 605713 h 1585777"/>
              <a:gd name="csX1" fmla="*/ 554345 w 1585777"/>
              <a:gd name="csY1" fmla="*/ 533797 h 1585777"/>
              <a:gd name="csX2" fmla="*/ 792889 w 1585777"/>
              <a:gd name="csY2" fmla="*/ 0 h 1585777"/>
              <a:gd name="csX3" fmla="*/ 980061 w 1585777"/>
              <a:gd name="csY3" fmla="*/ 605717 h 1585777"/>
              <a:gd name="csX4" fmla="*/ 1585777 w 1585777"/>
              <a:gd name="csY4" fmla="*/ 605713 h 1585777"/>
              <a:gd name="csX5" fmla="*/ 1095740 w 1585777"/>
              <a:gd name="csY5" fmla="*/ 980062 h 1585777"/>
              <a:gd name="csX6" fmla="*/ 1282921 w 1585777"/>
              <a:gd name="csY6" fmla="*/ 1585777 h 1585777"/>
              <a:gd name="csX7" fmla="*/ 792889 w 1585777"/>
              <a:gd name="csY7" fmla="*/ 1211421 h 1585777"/>
              <a:gd name="csX8" fmla="*/ 302856 w 1585777"/>
              <a:gd name="csY8" fmla="*/ 1585777 h 1585777"/>
              <a:gd name="csX9" fmla="*/ 490037 w 1585777"/>
              <a:gd name="csY9" fmla="*/ 980062 h 1585777"/>
              <a:gd name="csX10" fmla="*/ 0 w 1585777"/>
              <a:gd name="csY10" fmla="*/ 605713 h 1585777"/>
              <a:gd name="csX0" fmla="*/ 0 w 1585777"/>
              <a:gd name="csY0" fmla="*/ 605713 h 1585777"/>
              <a:gd name="csX1" fmla="*/ 554345 w 1585777"/>
              <a:gd name="csY1" fmla="*/ 533797 h 1585777"/>
              <a:gd name="csX2" fmla="*/ 792889 w 1585777"/>
              <a:gd name="csY2" fmla="*/ 0 h 1585777"/>
              <a:gd name="csX3" fmla="*/ 980061 w 1585777"/>
              <a:gd name="csY3" fmla="*/ 605717 h 1585777"/>
              <a:gd name="csX4" fmla="*/ 1585777 w 1585777"/>
              <a:gd name="csY4" fmla="*/ 605713 h 1585777"/>
              <a:gd name="csX5" fmla="*/ 1095740 w 1585777"/>
              <a:gd name="csY5" fmla="*/ 980062 h 1585777"/>
              <a:gd name="csX6" fmla="*/ 1282921 w 1585777"/>
              <a:gd name="csY6" fmla="*/ 1585777 h 1585777"/>
              <a:gd name="csX7" fmla="*/ 792889 w 1585777"/>
              <a:gd name="csY7" fmla="*/ 1211421 h 1585777"/>
              <a:gd name="csX8" fmla="*/ 302856 w 1585777"/>
              <a:gd name="csY8" fmla="*/ 1585777 h 1585777"/>
              <a:gd name="csX9" fmla="*/ 356473 w 1585777"/>
              <a:gd name="csY9" fmla="*/ 1010885 h 1585777"/>
              <a:gd name="csX10" fmla="*/ 0 w 1585777"/>
              <a:gd name="csY10" fmla="*/ 605713 h 1585777"/>
              <a:gd name="csX0" fmla="*/ 0 w 1585777"/>
              <a:gd name="csY0" fmla="*/ 605713 h 1585777"/>
              <a:gd name="csX1" fmla="*/ 554345 w 1585777"/>
              <a:gd name="csY1" fmla="*/ 533797 h 1585777"/>
              <a:gd name="csX2" fmla="*/ 792889 w 1585777"/>
              <a:gd name="csY2" fmla="*/ 0 h 1585777"/>
              <a:gd name="csX3" fmla="*/ 980061 w 1585777"/>
              <a:gd name="csY3" fmla="*/ 605717 h 1585777"/>
              <a:gd name="csX4" fmla="*/ 1585777 w 1585777"/>
              <a:gd name="csY4" fmla="*/ 605713 h 1585777"/>
              <a:gd name="csX5" fmla="*/ 1095740 w 1585777"/>
              <a:gd name="csY5" fmla="*/ 980062 h 1585777"/>
              <a:gd name="csX6" fmla="*/ 1282921 w 1585777"/>
              <a:gd name="csY6" fmla="*/ 1585777 h 1585777"/>
              <a:gd name="csX7" fmla="*/ 792889 w 1585777"/>
              <a:gd name="csY7" fmla="*/ 1365533 h 1585777"/>
              <a:gd name="csX8" fmla="*/ 302856 w 1585777"/>
              <a:gd name="csY8" fmla="*/ 1585777 h 1585777"/>
              <a:gd name="csX9" fmla="*/ 356473 w 1585777"/>
              <a:gd name="csY9" fmla="*/ 1010885 h 1585777"/>
              <a:gd name="csX10" fmla="*/ 0 w 1585777"/>
              <a:gd name="csY10" fmla="*/ 605713 h 1585777"/>
              <a:gd name="csX0" fmla="*/ 0 w 1585777"/>
              <a:gd name="csY0" fmla="*/ 605713 h 1585777"/>
              <a:gd name="csX1" fmla="*/ 554345 w 1585777"/>
              <a:gd name="csY1" fmla="*/ 533797 h 1585777"/>
              <a:gd name="csX2" fmla="*/ 792889 w 1585777"/>
              <a:gd name="csY2" fmla="*/ 0 h 1585777"/>
              <a:gd name="csX3" fmla="*/ 980061 w 1585777"/>
              <a:gd name="csY3" fmla="*/ 605717 h 1585777"/>
              <a:gd name="csX4" fmla="*/ 1585777 w 1585777"/>
              <a:gd name="csY4" fmla="*/ 605713 h 1585777"/>
              <a:gd name="csX5" fmla="*/ 1260126 w 1585777"/>
              <a:gd name="csY5" fmla="*/ 1010885 h 1585777"/>
              <a:gd name="csX6" fmla="*/ 1282921 w 1585777"/>
              <a:gd name="csY6" fmla="*/ 1585777 h 1585777"/>
              <a:gd name="csX7" fmla="*/ 792889 w 1585777"/>
              <a:gd name="csY7" fmla="*/ 1365533 h 1585777"/>
              <a:gd name="csX8" fmla="*/ 302856 w 1585777"/>
              <a:gd name="csY8" fmla="*/ 1585777 h 1585777"/>
              <a:gd name="csX9" fmla="*/ 356473 w 1585777"/>
              <a:gd name="csY9" fmla="*/ 1010885 h 1585777"/>
              <a:gd name="csX10" fmla="*/ 0 w 1585777"/>
              <a:gd name="csY10" fmla="*/ 605713 h 1585777"/>
              <a:gd name="csX0" fmla="*/ 0 w 1585777"/>
              <a:gd name="csY0" fmla="*/ 605713 h 1585777"/>
              <a:gd name="csX1" fmla="*/ 554345 w 1585777"/>
              <a:gd name="csY1" fmla="*/ 533797 h 1585777"/>
              <a:gd name="csX2" fmla="*/ 792889 w 1585777"/>
              <a:gd name="csY2" fmla="*/ 0 h 1585777"/>
              <a:gd name="csX3" fmla="*/ 1093077 w 1585777"/>
              <a:gd name="csY3" fmla="*/ 513250 h 1585777"/>
              <a:gd name="csX4" fmla="*/ 1585777 w 1585777"/>
              <a:gd name="csY4" fmla="*/ 605713 h 1585777"/>
              <a:gd name="csX5" fmla="*/ 1260126 w 1585777"/>
              <a:gd name="csY5" fmla="*/ 1010885 h 1585777"/>
              <a:gd name="csX6" fmla="*/ 1282921 w 1585777"/>
              <a:gd name="csY6" fmla="*/ 1585777 h 1585777"/>
              <a:gd name="csX7" fmla="*/ 792889 w 1585777"/>
              <a:gd name="csY7" fmla="*/ 1365533 h 1585777"/>
              <a:gd name="csX8" fmla="*/ 302856 w 1585777"/>
              <a:gd name="csY8" fmla="*/ 1585777 h 1585777"/>
              <a:gd name="csX9" fmla="*/ 356473 w 1585777"/>
              <a:gd name="csY9" fmla="*/ 1010885 h 1585777"/>
              <a:gd name="csX10" fmla="*/ 0 w 1585777"/>
              <a:gd name="csY10" fmla="*/ 605713 h 15857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585777" h="1585777">
                <a:moveTo>
                  <a:pt x="0" y="605713"/>
                </a:moveTo>
                <a:lnTo>
                  <a:pt x="554345" y="533797"/>
                </a:lnTo>
                <a:lnTo>
                  <a:pt x="792889" y="0"/>
                </a:lnTo>
                <a:lnTo>
                  <a:pt x="1093077" y="513250"/>
                </a:lnTo>
                <a:lnTo>
                  <a:pt x="1585777" y="605713"/>
                </a:lnTo>
                <a:lnTo>
                  <a:pt x="1260126" y="1010885"/>
                </a:lnTo>
                <a:lnTo>
                  <a:pt x="1282921" y="1585777"/>
                </a:lnTo>
                <a:lnTo>
                  <a:pt x="792889" y="1365533"/>
                </a:lnTo>
                <a:lnTo>
                  <a:pt x="302856" y="1585777"/>
                </a:lnTo>
                <a:lnTo>
                  <a:pt x="356473" y="1010885"/>
                </a:lnTo>
                <a:lnTo>
                  <a:pt x="0" y="605713"/>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sp>
        <p:nvSpPr>
          <p:cNvPr id="76" name="Rectangle 75">
            <a:extLst>
              <a:ext uri="{FF2B5EF4-FFF2-40B4-BE49-F238E27FC236}">
                <a16:creationId xmlns:a16="http://schemas.microsoft.com/office/drawing/2014/main" id="{74A1E54C-27DE-B90D-43A2-FC630FDDF2D6}"/>
              </a:ext>
            </a:extLst>
          </p:cNvPr>
          <p:cNvSpPr/>
          <p:nvPr/>
        </p:nvSpPr>
        <p:spPr>
          <a:xfrm>
            <a:off x="5785030" y="2931156"/>
            <a:ext cx="1567066" cy="27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a:solidFill>
                  <a:schemeClr val="tx1"/>
                </a:solidFill>
                <a:latin typeface="Avenir LT Std 65 Medium" panose="020B0803020203020204" pitchFamily="34" charset="0"/>
              </a:rPr>
              <a:t>NOTRE ÉQUIPE</a:t>
            </a:r>
          </a:p>
        </p:txBody>
      </p:sp>
      <p:sp>
        <p:nvSpPr>
          <p:cNvPr id="77" name="Rectangle 76">
            <a:extLst>
              <a:ext uri="{FF2B5EF4-FFF2-40B4-BE49-F238E27FC236}">
                <a16:creationId xmlns:a16="http://schemas.microsoft.com/office/drawing/2014/main" id="{8861E04B-6CAF-1C30-18CF-04E128CEC60B}"/>
              </a:ext>
            </a:extLst>
          </p:cNvPr>
          <p:cNvSpPr/>
          <p:nvPr/>
        </p:nvSpPr>
        <p:spPr>
          <a:xfrm>
            <a:off x="5830563" y="3423175"/>
            <a:ext cx="1476000" cy="4867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a:solidFill>
                  <a:schemeClr val="tx1"/>
                </a:solidFill>
                <a:latin typeface="Avenir LT Std 45 Book" panose="020B0502020203020204" pitchFamily="34" charset="0"/>
              </a:rPr>
              <a:t>Quelle est l’action qui aura le plus d’impact avec le moins d’effort ?</a:t>
            </a:r>
          </a:p>
        </p:txBody>
      </p:sp>
      <p:sp>
        <p:nvSpPr>
          <p:cNvPr id="80" name="Rectangle : coins arrondis 79">
            <a:extLst>
              <a:ext uri="{FF2B5EF4-FFF2-40B4-BE49-F238E27FC236}">
                <a16:creationId xmlns:a16="http://schemas.microsoft.com/office/drawing/2014/main" id="{7D2176AC-C01B-D6F8-B6C7-0AA6833150C5}"/>
              </a:ext>
            </a:extLst>
          </p:cNvPr>
          <p:cNvSpPr/>
          <p:nvPr/>
        </p:nvSpPr>
        <p:spPr>
          <a:xfrm>
            <a:off x="4037955" y="722170"/>
            <a:ext cx="2279916" cy="2123302"/>
          </a:xfrm>
          <a:custGeom>
            <a:avLst/>
            <a:gdLst>
              <a:gd name="csX0" fmla="*/ 0 w 2023062"/>
              <a:gd name="csY0" fmla="*/ 306352 h 2113028"/>
              <a:gd name="csX1" fmla="*/ 306352 w 2023062"/>
              <a:gd name="csY1" fmla="*/ 0 h 2113028"/>
              <a:gd name="csX2" fmla="*/ 1716710 w 2023062"/>
              <a:gd name="csY2" fmla="*/ 0 h 2113028"/>
              <a:gd name="csX3" fmla="*/ 2023062 w 2023062"/>
              <a:gd name="csY3" fmla="*/ 306352 h 2113028"/>
              <a:gd name="csX4" fmla="*/ 2023062 w 2023062"/>
              <a:gd name="csY4" fmla="*/ 1806676 h 2113028"/>
              <a:gd name="csX5" fmla="*/ 1716710 w 2023062"/>
              <a:gd name="csY5" fmla="*/ 2113028 h 2113028"/>
              <a:gd name="csX6" fmla="*/ 306352 w 2023062"/>
              <a:gd name="csY6" fmla="*/ 2113028 h 2113028"/>
              <a:gd name="csX7" fmla="*/ 0 w 2023062"/>
              <a:gd name="csY7" fmla="*/ 1806676 h 2113028"/>
              <a:gd name="csX8" fmla="*/ 0 w 2023062"/>
              <a:gd name="csY8" fmla="*/ 306352 h 2113028"/>
              <a:gd name="csX0" fmla="*/ 0 w 2023062"/>
              <a:gd name="csY0" fmla="*/ 306352 h 2113028"/>
              <a:gd name="csX1" fmla="*/ 306352 w 2023062"/>
              <a:gd name="csY1" fmla="*/ 0 h 2113028"/>
              <a:gd name="csX2" fmla="*/ 1716710 w 2023062"/>
              <a:gd name="csY2" fmla="*/ 0 h 2113028"/>
              <a:gd name="csX3" fmla="*/ 2023062 w 2023062"/>
              <a:gd name="csY3" fmla="*/ 306352 h 2113028"/>
              <a:gd name="csX4" fmla="*/ 2023062 w 2023062"/>
              <a:gd name="csY4" fmla="*/ 1806676 h 2113028"/>
              <a:gd name="csX5" fmla="*/ 1716710 w 2023062"/>
              <a:gd name="csY5" fmla="*/ 2113028 h 2113028"/>
              <a:gd name="csX6" fmla="*/ 306352 w 2023062"/>
              <a:gd name="csY6" fmla="*/ 2113028 h 2113028"/>
              <a:gd name="csX7" fmla="*/ 195209 w 2023062"/>
              <a:gd name="csY7" fmla="*/ 1765580 h 2113028"/>
              <a:gd name="csX8" fmla="*/ 0 w 2023062"/>
              <a:gd name="csY8" fmla="*/ 306352 h 2113028"/>
              <a:gd name="csX0" fmla="*/ 0 w 2023062"/>
              <a:gd name="csY0" fmla="*/ 306352 h 2123302"/>
              <a:gd name="csX1" fmla="*/ 306352 w 2023062"/>
              <a:gd name="csY1" fmla="*/ 0 h 2123302"/>
              <a:gd name="csX2" fmla="*/ 1716710 w 2023062"/>
              <a:gd name="csY2" fmla="*/ 0 h 2123302"/>
              <a:gd name="csX3" fmla="*/ 2023062 w 2023062"/>
              <a:gd name="csY3" fmla="*/ 306352 h 2123302"/>
              <a:gd name="csX4" fmla="*/ 2023062 w 2023062"/>
              <a:gd name="csY4" fmla="*/ 1806676 h 2123302"/>
              <a:gd name="csX5" fmla="*/ 1716710 w 2023062"/>
              <a:gd name="csY5" fmla="*/ 2113028 h 2123302"/>
              <a:gd name="csX6" fmla="*/ 491287 w 2023062"/>
              <a:gd name="csY6" fmla="*/ 2123302 h 2123302"/>
              <a:gd name="csX7" fmla="*/ 195209 w 2023062"/>
              <a:gd name="csY7" fmla="*/ 1765580 h 2123302"/>
              <a:gd name="csX8" fmla="*/ 0 w 2023062"/>
              <a:gd name="csY8" fmla="*/ 306352 h 2123302"/>
              <a:gd name="csX0" fmla="*/ 0 w 2023062"/>
              <a:gd name="csY0" fmla="*/ 306352 h 2123302"/>
              <a:gd name="csX1" fmla="*/ 306352 w 2023062"/>
              <a:gd name="csY1" fmla="*/ 0 h 2123302"/>
              <a:gd name="csX2" fmla="*/ 1716710 w 2023062"/>
              <a:gd name="csY2" fmla="*/ 0 h 2123302"/>
              <a:gd name="csX3" fmla="*/ 2023062 w 2023062"/>
              <a:gd name="csY3" fmla="*/ 306352 h 2123302"/>
              <a:gd name="csX4" fmla="*/ 2023062 w 2023062"/>
              <a:gd name="csY4" fmla="*/ 1806676 h 2123302"/>
              <a:gd name="csX5" fmla="*/ 1716710 w 2023062"/>
              <a:gd name="csY5" fmla="*/ 2113028 h 2123302"/>
              <a:gd name="csX6" fmla="*/ 491287 w 2023062"/>
              <a:gd name="csY6" fmla="*/ 2123302 h 2123302"/>
              <a:gd name="csX7" fmla="*/ 246579 w 2023062"/>
              <a:gd name="csY7" fmla="*/ 1765580 h 2123302"/>
              <a:gd name="csX8" fmla="*/ 0 w 2023062"/>
              <a:gd name="csY8" fmla="*/ 306352 h 2123302"/>
              <a:gd name="csX0" fmla="*/ 0 w 2023062"/>
              <a:gd name="csY0" fmla="*/ 306352 h 2123302"/>
              <a:gd name="csX1" fmla="*/ 306352 w 2023062"/>
              <a:gd name="csY1" fmla="*/ 0 h 2123302"/>
              <a:gd name="csX2" fmla="*/ 1716710 w 2023062"/>
              <a:gd name="csY2" fmla="*/ 0 h 2123302"/>
              <a:gd name="csX3" fmla="*/ 2023062 w 2023062"/>
              <a:gd name="csY3" fmla="*/ 306352 h 2123302"/>
              <a:gd name="csX4" fmla="*/ 2023062 w 2023062"/>
              <a:gd name="csY4" fmla="*/ 1806676 h 2123302"/>
              <a:gd name="csX5" fmla="*/ 1716710 w 2023062"/>
              <a:gd name="csY5" fmla="*/ 2113028 h 2123302"/>
              <a:gd name="csX6" fmla="*/ 491287 w 2023062"/>
              <a:gd name="csY6" fmla="*/ 2123302 h 2123302"/>
              <a:gd name="csX7" fmla="*/ 246579 w 2023062"/>
              <a:gd name="csY7" fmla="*/ 1765580 h 2123302"/>
              <a:gd name="csX8" fmla="*/ 0 w 2023062"/>
              <a:gd name="csY8" fmla="*/ 306352 h 2123302"/>
              <a:gd name="csX0" fmla="*/ 0 w 2023062"/>
              <a:gd name="csY0" fmla="*/ 306352 h 2123302"/>
              <a:gd name="csX1" fmla="*/ 306352 w 2023062"/>
              <a:gd name="csY1" fmla="*/ 0 h 2123302"/>
              <a:gd name="csX2" fmla="*/ 1716710 w 2023062"/>
              <a:gd name="csY2" fmla="*/ 0 h 2123302"/>
              <a:gd name="csX3" fmla="*/ 2023062 w 2023062"/>
              <a:gd name="csY3" fmla="*/ 306352 h 2123302"/>
              <a:gd name="csX4" fmla="*/ 2023062 w 2023062"/>
              <a:gd name="csY4" fmla="*/ 1806676 h 2123302"/>
              <a:gd name="csX5" fmla="*/ 1716710 w 2023062"/>
              <a:gd name="csY5" fmla="*/ 2113028 h 2123302"/>
              <a:gd name="csX6" fmla="*/ 491287 w 2023062"/>
              <a:gd name="csY6" fmla="*/ 2123302 h 2123302"/>
              <a:gd name="csX7" fmla="*/ 246579 w 2023062"/>
              <a:gd name="csY7" fmla="*/ 1765580 h 2123302"/>
              <a:gd name="csX8" fmla="*/ 0 w 2023062"/>
              <a:gd name="csY8" fmla="*/ 306352 h 2123302"/>
              <a:gd name="csX0" fmla="*/ 0 w 2023062"/>
              <a:gd name="csY0" fmla="*/ 306352 h 2123302"/>
              <a:gd name="csX1" fmla="*/ 306352 w 2023062"/>
              <a:gd name="csY1" fmla="*/ 0 h 2123302"/>
              <a:gd name="csX2" fmla="*/ 1716710 w 2023062"/>
              <a:gd name="csY2" fmla="*/ 0 h 2123302"/>
              <a:gd name="csX3" fmla="*/ 2023062 w 2023062"/>
              <a:gd name="csY3" fmla="*/ 306352 h 2123302"/>
              <a:gd name="csX4" fmla="*/ 2023062 w 2023062"/>
              <a:gd name="csY4" fmla="*/ 1806676 h 2123302"/>
              <a:gd name="csX5" fmla="*/ 1716710 w 2023062"/>
              <a:gd name="csY5" fmla="*/ 2113028 h 2123302"/>
              <a:gd name="csX6" fmla="*/ 491287 w 2023062"/>
              <a:gd name="csY6" fmla="*/ 2123302 h 2123302"/>
              <a:gd name="csX7" fmla="*/ 246579 w 2023062"/>
              <a:gd name="csY7" fmla="*/ 1765580 h 2123302"/>
              <a:gd name="csX8" fmla="*/ 0 w 2023062"/>
              <a:gd name="csY8" fmla="*/ 306352 h 2123302"/>
              <a:gd name="csX0" fmla="*/ 0 w 2197723"/>
              <a:gd name="csY0" fmla="*/ 275530 h 2123302"/>
              <a:gd name="csX1" fmla="*/ 481013 w 2197723"/>
              <a:gd name="csY1" fmla="*/ 0 h 2123302"/>
              <a:gd name="csX2" fmla="*/ 1891371 w 2197723"/>
              <a:gd name="csY2" fmla="*/ 0 h 2123302"/>
              <a:gd name="csX3" fmla="*/ 2197723 w 2197723"/>
              <a:gd name="csY3" fmla="*/ 306352 h 2123302"/>
              <a:gd name="csX4" fmla="*/ 2197723 w 2197723"/>
              <a:gd name="csY4" fmla="*/ 1806676 h 2123302"/>
              <a:gd name="csX5" fmla="*/ 1891371 w 2197723"/>
              <a:gd name="csY5" fmla="*/ 2113028 h 2123302"/>
              <a:gd name="csX6" fmla="*/ 665948 w 2197723"/>
              <a:gd name="csY6" fmla="*/ 2123302 h 2123302"/>
              <a:gd name="csX7" fmla="*/ 421240 w 2197723"/>
              <a:gd name="csY7" fmla="*/ 1765580 h 2123302"/>
              <a:gd name="csX8" fmla="*/ 0 w 2197723"/>
              <a:gd name="csY8" fmla="*/ 275530 h 2123302"/>
              <a:gd name="csX0" fmla="*/ 0 w 2197723"/>
              <a:gd name="csY0" fmla="*/ 275530 h 2123302"/>
              <a:gd name="csX1" fmla="*/ 481013 w 2197723"/>
              <a:gd name="csY1" fmla="*/ 0 h 2123302"/>
              <a:gd name="csX2" fmla="*/ 1891371 w 2197723"/>
              <a:gd name="csY2" fmla="*/ 0 h 2123302"/>
              <a:gd name="csX3" fmla="*/ 2197723 w 2197723"/>
              <a:gd name="csY3" fmla="*/ 306352 h 2123302"/>
              <a:gd name="csX4" fmla="*/ 2197723 w 2197723"/>
              <a:gd name="csY4" fmla="*/ 1806676 h 2123302"/>
              <a:gd name="csX5" fmla="*/ 1891371 w 2197723"/>
              <a:gd name="csY5" fmla="*/ 2113028 h 2123302"/>
              <a:gd name="csX6" fmla="*/ 665948 w 2197723"/>
              <a:gd name="csY6" fmla="*/ 2123302 h 2123302"/>
              <a:gd name="csX7" fmla="*/ 267128 w 2197723"/>
              <a:gd name="csY7" fmla="*/ 1693661 h 2123302"/>
              <a:gd name="csX8" fmla="*/ 0 w 2197723"/>
              <a:gd name="csY8" fmla="*/ 275530 h 2123302"/>
              <a:gd name="csX0" fmla="*/ 0 w 2197723"/>
              <a:gd name="csY0" fmla="*/ 275530 h 2123302"/>
              <a:gd name="csX1" fmla="*/ 481013 w 2197723"/>
              <a:gd name="csY1" fmla="*/ 0 h 2123302"/>
              <a:gd name="csX2" fmla="*/ 1891371 w 2197723"/>
              <a:gd name="csY2" fmla="*/ 0 h 2123302"/>
              <a:gd name="csX3" fmla="*/ 2197723 w 2197723"/>
              <a:gd name="csY3" fmla="*/ 306352 h 2123302"/>
              <a:gd name="csX4" fmla="*/ 2197723 w 2197723"/>
              <a:gd name="csY4" fmla="*/ 1806676 h 2123302"/>
              <a:gd name="csX5" fmla="*/ 1891371 w 2197723"/>
              <a:gd name="csY5" fmla="*/ 2113028 h 2123302"/>
              <a:gd name="csX6" fmla="*/ 665948 w 2197723"/>
              <a:gd name="csY6" fmla="*/ 2123302 h 2123302"/>
              <a:gd name="csX7" fmla="*/ 297951 w 2197723"/>
              <a:gd name="csY7" fmla="*/ 1693661 h 2123302"/>
              <a:gd name="csX8" fmla="*/ 0 w 2197723"/>
              <a:gd name="csY8" fmla="*/ 275530 h 2123302"/>
              <a:gd name="csX0" fmla="*/ 0 w 2197723"/>
              <a:gd name="csY0" fmla="*/ 275530 h 2123302"/>
              <a:gd name="csX1" fmla="*/ 481013 w 2197723"/>
              <a:gd name="csY1" fmla="*/ 0 h 2123302"/>
              <a:gd name="csX2" fmla="*/ 1891371 w 2197723"/>
              <a:gd name="csY2" fmla="*/ 0 h 2123302"/>
              <a:gd name="csX3" fmla="*/ 2197723 w 2197723"/>
              <a:gd name="csY3" fmla="*/ 306352 h 2123302"/>
              <a:gd name="csX4" fmla="*/ 2197723 w 2197723"/>
              <a:gd name="csY4" fmla="*/ 1806676 h 2123302"/>
              <a:gd name="csX5" fmla="*/ 1891371 w 2197723"/>
              <a:gd name="csY5" fmla="*/ 2113028 h 2123302"/>
              <a:gd name="csX6" fmla="*/ 665948 w 2197723"/>
              <a:gd name="csY6" fmla="*/ 2123302 h 2123302"/>
              <a:gd name="csX7" fmla="*/ 297951 w 2197723"/>
              <a:gd name="csY7" fmla="*/ 1693661 h 2123302"/>
              <a:gd name="csX8" fmla="*/ 0 w 2197723"/>
              <a:gd name="csY8" fmla="*/ 275530 h 2123302"/>
              <a:gd name="csX0" fmla="*/ 0 w 2197723"/>
              <a:gd name="csY0" fmla="*/ 275530 h 2123302"/>
              <a:gd name="csX1" fmla="*/ 481013 w 2197723"/>
              <a:gd name="csY1" fmla="*/ 0 h 2123302"/>
              <a:gd name="csX2" fmla="*/ 1891371 w 2197723"/>
              <a:gd name="csY2" fmla="*/ 0 h 2123302"/>
              <a:gd name="csX3" fmla="*/ 2197723 w 2197723"/>
              <a:gd name="csY3" fmla="*/ 306352 h 2123302"/>
              <a:gd name="csX4" fmla="*/ 2197723 w 2197723"/>
              <a:gd name="csY4" fmla="*/ 1806676 h 2123302"/>
              <a:gd name="csX5" fmla="*/ 1891371 w 2197723"/>
              <a:gd name="csY5" fmla="*/ 2113028 h 2123302"/>
              <a:gd name="csX6" fmla="*/ 665948 w 2197723"/>
              <a:gd name="csY6" fmla="*/ 2123302 h 2123302"/>
              <a:gd name="csX7" fmla="*/ 297951 w 2197723"/>
              <a:gd name="csY7" fmla="*/ 1693661 h 2123302"/>
              <a:gd name="csX8" fmla="*/ 0 w 2197723"/>
              <a:gd name="csY8" fmla="*/ 275530 h 2123302"/>
              <a:gd name="csX0" fmla="*/ 0 w 2197723"/>
              <a:gd name="csY0" fmla="*/ 275530 h 2123302"/>
              <a:gd name="csX1" fmla="*/ 481013 w 2197723"/>
              <a:gd name="csY1" fmla="*/ 0 h 2123302"/>
              <a:gd name="csX2" fmla="*/ 1675613 w 2197723"/>
              <a:gd name="csY2" fmla="*/ 0 h 2123302"/>
              <a:gd name="csX3" fmla="*/ 2197723 w 2197723"/>
              <a:gd name="csY3" fmla="*/ 306352 h 2123302"/>
              <a:gd name="csX4" fmla="*/ 2197723 w 2197723"/>
              <a:gd name="csY4" fmla="*/ 1806676 h 2123302"/>
              <a:gd name="csX5" fmla="*/ 1891371 w 2197723"/>
              <a:gd name="csY5" fmla="*/ 2113028 h 2123302"/>
              <a:gd name="csX6" fmla="*/ 665948 w 2197723"/>
              <a:gd name="csY6" fmla="*/ 2123302 h 2123302"/>
              <a:gd name="csX7" fmla="*/ 297951 w 2197723"/>
              <a:gd name="csY7" fmla="*/ 1693661 h 2123302"/>
              <a:gd name="csX8" fmla="*/ 0 w 2197723"/>
              <a:gd name="csY8" fmla="*/ 275530 h 2123302"/>
              <a:gd name="csX0" fmla="*/ 0 w 2197723"/>
              <a:gd name="csY0" fmla="*/ 275530 h 2123302"/>
              <a:gd name="csX1" fmla="*/ 481013 w 2197723"/>
              <a:gd name="csY1" fmla="*/ 0 h 2123302"/>
              <a:gd name="csX2" fmla="*/ 1675613 w 2197723"/>
              <a:gd name="csY2" fmla="*/ 0 h 2123302"/>
              <a:gd name="csX3" fmla="*/ 2053885 w 2197723"/>
              <a:gd name="csY3" fmla="*/ 265256 h 2123302"/>
              <a:gd name="csX4" fmla="*/ 2197723 w 2197723"/>
              <a:gd name="csY4" fmla="*/ 1806676 h 2123302"/>
              <a:gd name="csX5" fmla="*/ 1891371 w 2197723"/>
              <a:gd name="csY5" fmla="*/ 2113028 h 2123302"/>
              <a:gd name="csX6" fmla="*/ 665948 w 2197723"/>
              <a:gd name="csY6" fmla="*/ 2123302 h 2123302"/>
              <a:gd name="csX7" fmla="*/ 297951 w 2197723"/>
              <a:gd name="csY7" fmla="*/ 1693661 h 2123302"/>
              <a:gd name="csX8" fmla="*/ 0 w 2197723"/>
              <a:gd name="csY8" fmla="*/ 275530 h 2123302"/>
              <a:gd name="csX0" fmla="*/ 0 w 2269642"/>
              <a:gd name="csY0" fmla="*/ 275530 h 2123302"/>
              <a:gd name="csX1" fmla="*/ 481013 w 2269642"/>
              <a:gd name="csY1" fmla="*/ 0 h 2123302"/>
              <a:gd name="csX2" fmla="*/ 1675613 w 2269642"/>
              <a:gd name="csY2" fmla="*/ 0 h 2123302"/>
              <a:gd name="csX3" fmla="*/ 2053885 w 2269642"/>
              <a:gd name="csY3" fmla="*/ 265256 h 2123302"/>
              <a:gd name="csX4" fmla="*/ 2269642 w 2269642"/>
              <a:gd name="csY4" fmla="*/ 1560097 h 2123302"/>
              <a:gd name="csX5" fmla="*/ 1891371 w 2269642"/>
              <a:gd name="csY5" fmla="*/ 2113028 h 2123302"/>
              <a:gd name="csX6" fmla="*/ 665948 w 2269642"/>
              <a:gd name="csY6" fmla="*/ 2123302 h 2123302"/>
              <a:gd name="csX7" fmla="*/ 297951 w 2269642"/>
              <a:gd name="csY7" fmla="*/ 1693661 h 2123302"/>
              <a:gd name="csX8" fmla="*/ 0 w 2269642"/>
              <a:gd name="csY8" fmla="*/ 275530 h 2123302"/>
              <a:gd name="csX0" fmla="*/ 0 w 2269642"/>
              <a:gd name="csY0" fmla="*/ 275530 h 2123302"/>
              <a:gd name="csX1" fmla="*/ 481013 w 2269642"/>
              <a:gd name="csY1" fmla="*/ 0 h 2123302"/>
              <a:gd name="csX2" fmla="*/ 1675613 w 2269642"/>
              <a:gd name="csY2" fmla="*/ 0 h 2123302"/>
              <a:gd name="csX3" fmla="*/ 2053885 w 2269642"/>
              <a:gd name="csY3" fmla="*/ 265256 h 2123302"/>
              <a:gd name="csX4" fmla="*/ 2269642 w 2269642"/>
              <a:gd name="csY4" fmla="*/ 1560097 h 2123302"/>
              <a:gd name="csX5" fmla="*/ 1932468 w 2269642"/>
              <a:gd name="csY5" fmla="*/ 2082205 h 2123302"/>
              <a:gd name="csX6" fmla="*/ 665948 w 2269642"/>
              <a:gd name="csY6" fmla="*/ 2123302 h 2123302"/>
              <a:gd name="csX7" fmla="*/ 297951 w 2269642"/>
              <a:gd name="csY7" fmla="*/ 1693661 h 2123302"/>
              <a:gd name="csX8" fmla="*/ 0 w 2269642"/>
              <a:gd name="csY8" fmla="*/ 275530 h 2123302"/>
              <a:gd name="csX0" fmla="*/ 0 w 2269642"/>
              <a:gd name="csY0" fmla="*/ 275530 h 2123302"/>
              <a:gd name="csX1" fmla="*/ 481013 w 2269642"/>
              <a:gd name="csY1" fmla="*/ 0 h 2123302"/>
              <a:gd name="csX2" fmla="*/ 1675613 w 2269642"/>
              <a:gd name="csY2" fmla="*/ 0 h 2123302"/>
              <a:gd name="csX3" fmla="*/ 2053885 w 2269642"/>
              <a:gd name="csY3" fmla="*/ 265256 h 2123302"/>
              <a:gd name="csX4" fmla="*/ 2269642 w 2269642"/>
              <a:gd name="csY4" fmla="*/ 1560097 h 2123302"/>
              <a:gd name="csX5" fmla="*/ 1932468 w 2269642"/>
              <a:gd name="csY5" fmla="*/ 2082205 h 2123302"/>
              <a:gd name="csX6" fmla="*/ 665948 w 2269642"/>
              <a:gd name="csY6" fmla="*/ 2123302 h 2123302"/>
              <a:gd name="csX7" fmla="*/ 297951 w 2269642"/>
              <a:gd name="csY7" fmla="*/ 1693661 h 2123302"/>
              <a:gd name="csX8" fmla="*/ 0 w 2269642"/>
              <a:gd name="csY8" fmla="*/ 275530 h 2123302"/>
              <a:gd name="csX0" fmla="*/ 0 w 2274635"/>
              <a:gd name="csY0" fmla="*/ 275530 h 2123302"/>
              <a:gd name="csX1" fmla="*/ 481013 w 2274635"/>
              <a:gd name="csY1" fmla="*/ 0 h 2123302"/>
              <a:gd name="csX2" fmla="*/ 1675613 w 2274635"/>
              <a:gd name="csY2" fmla="*/ 0 h 2123302"/>
              <a:gd name="csX3" fmla="*/ 2053885 w 2274635"/>
              <a:gd name="csY3" fmla="*/ 265256 h 2123302"/>
              <a:gd name="csX4" fmla="*/ 2269642 w 2274635"/>
              <a:gd name="csY4" fmla="*/ 1560097 h 2123302"/>
              <a:gd name="csX5" fmla="*/ 2117403 w 2274635"/>
              <a:gd name="csY5" fmla="*/ 2082205 h 2123302"/>
              <a:gd name="csX6" fmla="*/ 665948 w 2274635"/>
              <a:gd name="csY6" fmla="*/ 2123302 h 2123302"/>
              <a:gd name="csX7" fmla="*/ 297951 w 2274635"/>
              <a:gd name="csY7" fmla="*/ 1693661 h 2123302"/>
              <a:gd name="csX8" fmla="*/ 0 w 2274635"/>
              <a:gd name="csY8" fmla="*/ 275530 h 2123302"/>
              <a:gd name="csX0" fmla="*/ 0 w 2282705"/>
              <a:gd name="csY0" fmla="*/ 275530 h 2123302"/>
              <a:gd name="csX1" fmla="*/ 481013 w 2282705"/>
              <a:gd name="csY1" fmla="*/ 0 h 2123302"/>
              <a:gd name="csX2" fmla="*/ 1675613 w 2282705"/>
              <a:gd name="csY2" fmla="*/ 0 h 2123302"/>
              <a:gd name="csX3" fmla="*/ 2053885 w 2282705"/>
              <a:gd name="csY3" fmla="*/ 265256 h 2123302"/>
              <a:gd name="csX4" fmla="*/ 2279916 w 2282705"/>
              <a:gd name="csY4" fmla="*/ 1416259 h 2123302"/>
              <a:gd name="csX5" fmla="*/ 2117403 w 2282705"/>
              <a:gd name="csY5" fmla="*/ 2082205 h 2123302"/>
              <a:gd name="csX6" fmla="*/ 665948 w 2282705"/>
              <a:gd name="csY6" fmla="*/ 2123302 h 2123302"/>
              <a:gd name="csX7" fmla="*/ 297951 w 2282705"/>
              <a:gd name="csY7" fmla="*/ 1693661 h 2123302"/>
              <a:gd name="csX8" fmla="*/ 0 w 2282705"/>
              <a:gd name="csY8" fmla="*/ 275530 h 2123302"/>
              <a:gd name="csX0" fmla="*/ 0 w 2279916"/>
              <a:gd name="csY0" fmla="*/ 275530 h 2123302"/>
              <a:gd name="csX1" fmla="*/ 481013 w 2279916"/>
              <a:gd name="csY1" fmla="*/ 0 h 2123302"/>
              <a:gd name="csX2" fmla="*/ 1675613 w 2279916"/>
              <a:gd name="csY2" fmla="*/ 0 h 2123302"/>
              <a:gd name="csX3" fmla="*/ 2053885 w 2279916"/>
              <a:gd name="csY3" fmla="*/ 265256 h 2123302"/>
              <a:gd name="csX4" fmla="*/ 2279916 w 2279916"/>
              <a:gd name="csY4" fmla="*/ 1416259 h 2123302"/>
              <a:gd name="csX5" fmla="*/ 2035210 w 2279916"/>
              <a:gd name="csY5" fmla="*/ 2020560 h 2123302"/>
              <a:gd name="csX6" fmla="*/ 665948 w 2279916"/>
              <a:gd name="csY6" fmla="*/ 2123302 h 2123302"/>
              <a:gd name="csX7" fmla="*/ 297951 w 2279916"/>
              <a:gd name="csY7" fmla="*/ 1693661 h 2123302"/>
              <a:gd name="csX8" fmla="*/ 0 w 2279916"/>
              <a:gd name="csY8" fmla="*/ 275530 h 2123302"/>
              <a:gd name="csX0" fmla="*/ 0 w 2279916"/>
              <a:gd name="csY0" fmla="*/ 275530 h 2123302"/>
              <a:gd name="csX1" fmla="*/ 481013 w 2279916"/>
              <a:gd name="csY1" fmla="*/ 0 h 2123302"/>
              <a:gd name="csX2" fmla="*/ 1675613 w 2279916"/>
              <a:gd name="csY2" fmla="*/ 0 h 2123302"/>
              <a:gd name="csX3" fmla="*/ 2053885 w 2279916"/>
              <a:gd name="csY3" fmla="*/ 265256 h 2123302"/>
              <a:gd name="csX4" fmla="*/ 2279916 w 2279916"/>
              <a:gd name="csY4" fmla="*/ 1416259 h 2123302"/>
              <a:gd name="csX5" fmla="*/ 2035210 w 2279916"/>
              <a:gd name="csY5" fmla="*/ 2071931 h 2123302"/>
              <a:gd name="csX6" fmla="*/ 665948 w 2279916"/>
              <a:gd name="csY6" fmla="*/ 2123302 h 2123302"/>
              <a:gd name="csX7" fmla="*/ 297951 w 2279916"/>
              <a:gd name="csY7" fmla="*/ 1693661 h 2123302"/>
              <a:gd name="csX8" fmla="*/ 0 w 2279916"/>
              <a:gd name="csY8" fmla="*/ 275530 h 2123302"/>
              <a:gd name="csX0" fmla="*/ 0 w 2279916"/>
              <a:gd name="csY0" fmla="*/ 275530 h 2123302"/>
              <a:gd name="csX1" fmla="*/ 481013 w 2279916"/>
              <a:gd name="csY1" fmla="*/ 0 h 2123302"/>
              <a:gd name="csX2" fmla="*/ 1675613 w 2279916"/>
              <a:gd name="csY2" fmla="*/ 0 h 2123302"/>
              <a:gd name="csX3" fmla="*/ 2053885 w 2279916"/>
              <a:gd name="csY3" fmla="*/ 265256 h 2123302"/>
              <a:gd name="csX4" fmla="*/ 2279916 w 2279916"/>
              <a:gd name="csY4" fmla="*/ 1416259 h 2123302"/>
              <a:gd name="csX5" fmla="*/ 2035210 w 2279916"/>
              <a:gd name="csY5" fmla="*/ 2071931 h 2123302"/>
              <a:gd name="csX6" fmla="*/ 665948 w 2279916"/>
              <a:gd name="csY6" fmla="*/ 2123302 h 2123302"/>
              <a:gd name="csX7" fmla="*/ 297951 w 2279916"/>
              <a:gd name="csY7" fmla="*/ 1693661 h 2123302"/>
              <a:gd name="csX8" fmla="*/ 0 w 2279916"/>
              <a:gd name="csY8" fmla="*/ 275530 h 2123302"/>
              <a:gd name="csX0" fmla="*/ 0 w 2279916"/>
              <a:gd name="csY0" fmla="*/ 275530 h 2123302"/>
              <a:gd name="csX1" fmla="*/ 481013 w 2279916"/>
              <a:gd name="csY1" fmla="*/ 0 h 2123302"/>
              <a:gd name="csX2" fmla="*/ 1675613 w 2279916"/>
              <a:gd name="csY2" fmla="*/ 0 h 2123302"/>
              <a:gd name="csX3" fmla="*/ 2053885 w 2279916"/>
              <a:gd name="csY3" fmla="*/ 265256 h 2123302"/>
              <a:gd name="csX4" fmla="*/ 2279916 w 2279916"/>
              <a:gd name="csY4" fmla="*/ 1416259 h 2123302"/>
              <a:gd name="csX5" fmla="*/ 2035210 w 2279916"/>
              <a:gd name="csY5" fmla="*/ 2071931 h 2123302"/>
              <a:gd name="csX6" fmla="*/ 665948 w 2279916"/>
              <a:gd name="csY6" fmla="*/ 2123302 h 2123302"/>
              <a:gd name="csX7" fmla="*/ 339048 w 2279916"/>
              <a:gd name="csY7" fmla="*/ 1693661 h 2123302"/>
              <a:gd name="csX8" fmla="*/ 0 w 2279916"/>
              <a:gd name="csY8" fmla="*/ 275530 h 2123302"/>
              <a:gd name="csX0" fmla="*/ 0 w 2279916"/>
              <a:gd name="csY0" fmla="*/ 275530 h 2123302"/>
              <a:gd name="csX1" fmla="*/ 481013 w 2279916"/>
              <a:gd name="csY1" fmla="*/ 0 h 2123302"/>
              <a:gd name="csX2" fmla="*/ 1675613 w 2279916"/>
              <a:gd name="csY2" fmla="*/ 0 h 2123302"/>
              <a:gd name="csX3" fmla="*/ 2053885 w 2279916"/>
              <a:gd name="csY3" fmla="*/ 265256 h 2123302"/>
              <a:gd name="csX4" fmla="*/ 2279916 w 2279916"/>
              <a:gd name="csY4" fmla="*/ 1416259 h 2123302"/>
              <a:gd name="csX5" fmla="*/ 2035210 w 2279916"/>
              <a:gd name="csY5" fmla="*/ 2071931 h 2123302"/>
              <a:gd name="csX6" fmla="*/ 665948 w 2279916"/>
              <a:gd name="csY6" fmla="*/ 2123302 h 2123302"/>
              <a:gd name="csX7" fmla="*/ 339048 w 2279916"/>
              <a:gd name="csY7" fmla="*/ 1693661 h 2123302"/>
              <a:gd name="csX8" fmla="*/ 0 w 2279916"/>
              <a:gd name="csY8" fmla="*/ 275530 h 2123302"/>
              <a:gd name="csX0" fmla="*/ 0 w 2279916"/>
              <a:gd name="csY0" fmla="*/ 275530 h 2123302"/>
              <a:gd name="csX1" fmla="*/ 481013 w 2279916"/>
              <a:gd name="csY1" fmla="*/ 0 h 2123302"/>
              <a:gd name="csX2" fmla="*/ 1675613 w 2279916"/>
              <a:gd name="csY2" fmla="*/ 0 h 2123302"/>
              <a:gd name="csX3" fmla="*/ 2053885 w 2279916"/>
              <a:gd name="csY3" fmla="*/ 265256 h 2123302"/>
              <a:gd name="csX4" fmla="*/ 2279916 w 2279916"/>
              <a:gd name="csY4" fmla="*/ 1416259 h 2123302"/>
              <a:gd name="csX5" fmla="*/ 2035210 w 2279916"/>
              <a:gd name="csY5" fmla="*/ 2071931 h 2123302"/>
              <a:gd name="csX6" fmla="*/ 665948 w 2279916"/>
              <a:gd name="csY6" fmla="*/ 2123302 h 2123302"/>
              <a:gd name="csX7" fmla="*/ 256855 w 2279916"/>
              <a:gd name="csY7" fmla="*/ 1868322 h 2123302"/>
              <a:gd name="csX8" fmla="*/ 0 w 2279916"/>
              <a:gd name="csY8" fmla="*/ 275530 h 21233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279916" h="2123302">
                <a:moveTo>
                  <a:pt x="0" y="275530"/>
                </a:moveTo>
                <a:cubicBezTo>
                  <a:pt x="0" y="106336"/>
                  <a:pt x="311819" y="0"/>
                  <a:pt x="481013" y="0"/>
                </a:cubicBezTo>
                <a:lnTo>
                  <a:pt x="1675613" y="0"/>
                </a:lnTo>
                <a:cubicBezTo>
                  <a:pt x="1844807" y="0"/>
                  <a:pt x="2053885" y="96062"/>
                  <a:pt x="2053885" y="265256"/>
                </a:cubicBezTo>
                <a:lnTo>
                  <a:pt x="2279916" y="1416259"/>
                </a:lnTo>
                <a:cubicBezTo>
                  <a:pt x="2279916" y="1585453"/>
                  <a:pt x="2163306" y="1917818"/>
                  <a:pt x="2035210" y="2071931"/>
                </a:cubicBezTo>
                <a:lnTo>
                  <a:pt x="665948" y="2123302"/>
                </a:lnTo>
                <a:cubicBezTo>
                  <a:pt x="496754" y="2123302"/>
                  <a:pt x="349322" y="2027242"/>
                  <a:pt x="256855" y="1868322"/>
                </a:cubicBezTo>
                <a:cubicBezTo>
                  <a:pt x="102742" y="1429859"/>
                  <a:pt x="0" y="775638"/>
                  <a:pt x="0" y="275530"/>
                </a:cubicBezTo>
                <a:close/>
              </a:path>
            </a:pathLst>
          </a:custGeom>
          <a:noFill/>
          <a:ln w="19050">
            <a:solidFill>
              <a:srgbClr val="00B3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grpSp>
        <p:nvGrpSpPr>
          <p:cNvPr id="85" name="Groupe 84">
            <a:extLst>
              <a:ext uri="{FF2B5EF4-FFF2-40B4-BE49-F238E27FC236}">
                <a16:creationId xmlns:a16="http://schemas.microsoft.com/office/drawing/2014/main" id="{C9D72283-7E1E-EC96-A400-8F44CD183A5A}"/>
              </a:ext>
            </a:extLst>
          </p:cNvPr>
          <p:cNvGrpSpPr>
            <a:grpSpLocks noChangeAspect="1"/>
          </p:cNvGrpSpPr>
          <p:nvPr/>
        </p:nvGrpSpPr>
        <p:grpSpPr>
          <a:xfrm>
            <a:off x="4254583" y="779585"/>
            <a:ext cx="360000" cy="360000"/>
            <a:chOff x="4069723" y="721331"/>
            <a:chExt cx="432000" cy="432000"/>
          </a:xfrm>
        </p:grpSpPr>
        <p:sp>
          <p:nvSpPr>
            <p:cNvPr id="83" name="Ellipse 82">
              <a:extLst>
                <a:ext uri="{FF2B5EF4-FFF2-40B4-BE49-F238E27FC236}">
                  <a16:creationId xmlns:a16="http://schemas.microsoft.com/office/drawing/2014/main" id="{68272280-D3EE-9BE6-EBAE-5A2DF2D51F26}"/>
                </a:ext>
              </a:extLst>
            </p:cNvPr>
            <p:cNvSpPr/>
            <p:nvPr/>
          </p:nvSpPr>
          <p:spPr>
            <a:xfrm>
              <a:off x="4069723" y="721331"/>
              <a:ext cx="432000" cy="432000"/>
            </a:xfrm>
            <a:prstGeom prst="ellipse">
              <a:avLst/>
            </a:prstGeom>
            <a:solidFill>
              <a:srgbClr val="00B3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sp>
          <p:nvSpPr>
            <p:cNvPr id="84" name="Triangle rectangle 83">
              <a:extLst>
                <a:ext uri="{FF2B5EF4-FFF2-40B4-BE49-F238E27FC236}">
                  <a16:creationId xmlns:a16="http://schemas.microsoft.com/office/drawing/2014/main" id="{8E7B398D-E50C-9D77-1737-1E1D9CABEE7B}"/>
                </a:ext>
              </a:extLst>
            </p:cNvPr>
            <p:cNvSpPr>
              <a:spLocks noChangeAspect="1"/>
            </p:cNvSpPr>
            <p:nvPr/>
          </p:nvSpPr>
          <p:spPr>
            <a:xfrm rot="13423033">
              <a:off x="4119241" y="822219"/>
              <a:ext cx="230224" cy="230224"/>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grpSp>
      <p:sp>
        <p:nvSpPr>
          <p:cNvPr id="86" name="Rectangle 85">
            <a:extLst>
              <a:ext uri="{FF2B5EF4-FFF2-40B4-BE49-F238E27FC236}">
                <a16:creationId xmlns:a16="http://schemas.microsoft.com/office/drawing/2014/main" id="{4FD793A3-18D2-9793-57FC-D07B4279831F}"/>
              </a:ext>
            </a:extLst>
          </p:cNvPr>
          <p:cNvSpPr/>
          <p:nvPr/>
        </p:nvSpPr>
        <p:spPr>
          <a:xfrm>
            <a:off x="4637278" y="820240"/>
            <a:ext cx="1235795" cy="27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a:solidFill>
                  <a:srgbClr val="00B388"/>
                </a:solidFill>
                <a:latin typeface="Avenir LT Std 65 Medium" panose="020B0803020203020204" pitchFamily="34" charset="0"/>
              </a:rPr>
              <a:t>CONTINUER</a:t>
            </a:r>
          </a:p>
        </p:txBody>
      </p:sp>
      <p:sp>
        <p:nvSpPr>
          <p:cNvPr id="87" name="Rectangle 86">
            <a:extLst>
              <a:ext uri="{FF2B5EF4-FFF2-40B4-BE49-F238E27FC236}">
                <a16:creationId xmlns:a16="http://schemas.microsoft.com/office/drawing/2014/main" id="{1B73435A-8986-8096-0EAA-E35AF5210857}"/>
              </a:ext>
            </a:extLst>
          </p:cNvPr>
          <p:cNvSpPr/>
          <p:nvPr/>
        </p:nvSpPr>
        <p:spPr>
          <a:xfrm>
            <a:off x="4219178" y="1197726"/>
            <a:ext cx="1967023" cy="4867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100">
                <a:solidFill>
                  <a:schemeClr val="tx1"/>
                </a:solidFill>
                <a:latin typeface="Avenir LT Std 45 Book" panose="020B0502020203020204" pitchFamily="34" charset="0"/>
              </a:rPr>
              <a:t>Qu’est ce qui fonctionne déjà et que nous souhaitons préserver ?</a:t>
            </a:r>
          </a:p>
        </p:txBody>
      </p:sp>
      <p:cxnSp>
        <p:nvCxnSpPr>
          <p:cNvPr id="88" name="Connecteur droit 87">
            <a:extLst>
              <a:ext uri="{FF2B5EF4-FFF2-40B4-BE49-F238E27FC236}">
                <a16:creationId xmlns:a16="http://schemas.microsoft.com/office/drawing/2014/main" id="{0BF38411-122F-2DA8-F14D-A8684DD2FBFA}"/>
              </a:ext>
            </a:extLst>
          </p:cNvPr>
          <p:cNvCxnSpPr>
            <a:cxnSpLocks/>
          </p:cNvCxnSpPr>
          <p:nvPr/>
        </p:nvCxnSpPr>
        <p:spPr>
          <a:xfrm>
            <a:off x="4578925" y="2310618"/>
            <a:ext cx="1440000" cy="0"/>
          </a:xfrm>
          <a:prstGeom prst="line">
            <a:avLst/>
          </a:prstGeom>
          <a:ln>
            <a:solidFill>
              <a:srgbClr val="00B388"/>
            </a:solidFill>
            <a:prstDash val="dash"/>
          </a:ln>
        </p:spPr>
        <p:style>
          <a:lnRef idx="1">
            <a:schemeClr val="accent1"/>
          </a:lnRef>
          <a:fillRef idx="0">
            <a:schemeClr val="accent1"/>
          </a:fillRef>
          <a:effectRef idx="0">
            <a:schemeClr val="accent1"/>
          </a:effectRef>
          <a:fontRef idx="minor">
            <a:schemeClr val="tx1"/>
          </a:fontRef>
        </p:style>
      </p:cxnSp>
      <p:cxnSp>
        <p:nvCxnSpPr>
          <p:cNvPr id="89" name="Connecteur droit 88">
            <a:extLst>
              <a:ext uri="{FF2B5EF4-FFF2-40B4-BE49-F238E27FC236}">
                <a16:creationId xmlns:a16="http://schemas.microsoft.com/office/drawing/2014/main" id="{9C68AD18-CEC2-02D9-0DA1-B612879D890E}"/>
              </a:ext>
            </a:extLst>
          </p:cNvPr>
          <p:cNvCxnSpPr>
            <a:cxnSpLocks/>
          </p:cNvCxnSpPr>
          <p:nvPr/>
        </p:nvCxnSpPr>
        <p:spPr>
          <a:xfrm>
            <a:off x="4578925" y="2447734"/>
            <a:ext cx="1440000" cy="0"/>
          </a:xfrm>
          <a:prstGeom prst="line">
            <a:avLst/>
          </a:prstGeom>
          <a:ln>
            <a:solidFill>
              <a:srgbClr val="00B388"/>
            </a:solidFill>
            <a:prstDash val="dash"/>
          </a:ln>
        </p:spPr>
        <p:style>
          <a:lnRef idx="1">
            <a:schemeClr val="accent1"/>
          </a:lnRef>
          <a:fillRef idx="0">
            <a:schemeClr val="accent1"/>
          </a:fillRef>
          <a:effectRef idx="0">
            <a:schemeClr val="accent1"/>
          </a:effectRef>
          <a:fontRef idx="minor">
            <a:schemeClr val="tx1"/>
          </a:fontRef>
        </p:style>
      </p:cxnSp>
      <p:cxnSp>
        <p:nvCxnSpPr>
          <p:cNvPr id="90" name="Connecteur droit 89">
            <a:extLst>
              <a:ext uri="{FF2B5EF4-FFF2-40B4-BE49-F238E27FC236}">
                <a16:creationId xmlns:a16="http://schemas.microsoft.com/office/drawing/2014/main" id="{523AEFB4-1E3D-167F-0122-2DEEFE466718}"/>
              </a:ext>
            </a:extLst>
          </p:cNvPr>
          <p:cNvCxnSpPr>
            <a:cxnSpLocks/>
          </p:cNvCxnSpPr>
          <p:nvPr/>
        </p:nvCxnSpPr>
        <p:spPr>
          <a:xfrm>
            <a:off x="4578925" y="2584850"/>
            <a:ext cx="1440000" cy="0"/>
          </a:xfrm>
          <a:prstGeom prst="line">
            <a:avLst/>
          </a:prstGeom>
          <a:ln>
            <a:solidFill>
              <a:srgbClr val="00B388"/>
            </a:solidFill>
            <a:prstDash val="dash"/>
          </a:ln>
        </p:spPr>
        <p:style>
          <a:lnRef idx="1">
            <a:schemeClr val="accent1"/>
          </a:lnRef>
          <a:fillRef idx="0">
            <a:schemeClr val="accent1"/>
          </a:fillRef>
          <a:effectRef idx="0">
            <a:schemeClr val="accent1"/>
          </a:effectRef>
          <a:fontRef idx="minor">
            <a:schemeClr val="tx1"/>
          </a:fontRef>
        </p:style>
      </p:cxnSp>
      <p:cxnSp>
        <p:nvCxnSpPr>
          <p:cNvPr id="91" name="Connecteur droit 90">
            <a:extLst>
              <a:ext uri="{FF2B5EF4-FFF2-40B4-BE49-F238E27FC236}">
                <a16:creationId xmlns:a16="http://schemas.microsoft.com/office/drawing/2014/main" id="{E1E8CACC-C391-EE36-5267-7D6BEBB7D707}"/>
              </a:ext>
            </a:extLst>
          </p:cNvPr>
          <p:cNvCxnSpPr>
            <a:cxnSpLocks/>
          </p:cNvCxnSpPr>
          <p:nvPr/>
        </p:nvCxnSpPr>
        <p:spPr>
          <a:xfrm>
            <a:off x="4758925" y="2721965"/>
            <a:ext cx="1260000" cy="0"/>
          </a:xfrm>
          <a:prstGeom prst="line">
            <a:avLst/>
          </a:prstGeom>
          <a:ln>
            <a:solidFill>
              <a:srgbClr val="00B388"/>
            </a:solidFill>
            <a:prstDash val="dash"/>
          </a:ln>
        </p:spPr>
        <p:style>
          <a:lnRef idx="1">
            <a:schemeClr val="accent1"/>
          </a:lnRef>
          <a:fillRef idx="0">
            <a:schemeClr val="accent1"/>
          </a:fillRef>
          <a:effectRef idx="0">
            <a:schemeClr val="accent1"/>
          </a:effectRef>
          <a:fontRef idx="minor">
            <a:schemeClr val="tx1"/>
          </a:fontRef>
        </p:style>
      </p:cxnSp>
      <p:sp>
        <p:nvSpPr>
          <p:cNvPr id="100" name="Rectangle 99">
            <a:extLst>
              <a:ext uri="{FF2B5EF4-FFF2-40B4-BE49-F238E27FC236}">
                <a16:creationId xmlns:a16="http://schemas.microsoft.com/office/drawing/2014/main" id="{89FF06DA-B4C3-416D-CAF6-F79630302C71}"/>
              </a:ext>
            </a:extLst>
          </p:cNvPr>
          <p:cNvSpPr/>
          <p:nvPr/>
        </p:nvSpPr>
        <p:spPr>
          <a:xfrm>
            <a:off x="4214949" y="1817326"/>
            <a:ext cx="1991800" cy="27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000" b="1">
                <a:solidFill>
                  <a:srgbClr val="00B388"/>
                </a:solidFill>
                <a:latin typeface="Avenir LT Std 45 Book" panose="020B0502020203020204" pitchFamily="34" charset="0"/>
              </a:rPr>
              <a:t>Exemple : soutien entre collègues, proximité managériale…</a:t>
            </a:r>
          </a:p>
        </p:txBody>
      </p:sp>
      <p:sp>
        <p:nvSpPr>
          <p:cNvPr id="101" name="Rectangle : coins arrondis 79">
            <a:extLst>
              <a:ext uri="{FF2B5EF4-FFF2-40B4-BE49-F238E27FC236}">
                <a16:creationId xmlns:a16="http://schemas.microsoft.com/office/drawing/2014/main" id="{C0BCEF5D-2BB4-9C7D-5D92-06B4A591D5F9}"/>
              </a:ext>
            </a:extLst>
          </p:cNvPr>
          <p:cNvSpPr/>
          <p:nvPr/>
        </p:nvSpPr>
        <p:spPr>
          <a:xfrm flipH="1">
            <a:off x="6798892" y="722170"/>
            <a:ext cx="2279916" cy="2123302"/>
          </a:xfrm>
          <a:custGeom>
            <a:avLst/>
            <a:gdLst>
              <a:gd name="csX0" fmla="*/ 0 w 2023062"/>
              <a:gd name="csY0" fmla="*/ 306352 h 2113028"/>
              <a:gd name="csX1" fmla="*/ 306352 w 2023062"/>
              <a:gd name="csY1" fmla="*/ 0 h 2113028"/>
              <a:gd name="csX2" fmla="*/ 1716710 w 2023062"/>
              <a:gd name="csY2" fmla="*/ 0 h 2113028"/>
              <a:gd name="csX3" fmla="*/ 2023062 w 2023062"/>
              <a:gd name="csY3" fmla="*/ 306352 h 2113028"/>
              <a:gd name="csX4" fmla="*/ 2023062 w 2023062"/>
              <a:gd name="csY4" fmla="*/ 1806676 h 2113028"/>
              <a:gd name="csX5" fmla="*/ 1716710 w 2023062"/>
              <a:gd name="csY5" fmla="*/ 2113028 h 2113028"/>
              <a:gd name="csX6" fmla="*/ 306352 w 2023062"/>
              <a:gd name="csY6" fmla="*/ 2113028 h 2113028"/>
              <a:gd name="csX7" fmla="*/ 0 w 2023062"/>
              <a:gd name="csY7" fmla="*/ 1806676 h 2113028"/>
              <a:gd name="csX8" fmla="*/ 0 w 2023062"/>
              <a:gd name="csY8" fmla="*/ 306352 h 2113028"/>
              <a:gd name="csX0" fmla="*/ 0 w 2023062"/>
              <a:gd name="csY0" fmla="*/ 306352 h 2113028"/>
              <a:gd name="csX1" fmla="*/ 306352 w 2023062"/>
              <a:gd name="csY1" fmla="*/ 0 h 2113028"/>
              <a:gd name="csX2" fmla="*/ 1716710 w 2023062"/>
              <a:gd name="csY2" fmla="*/ 0 h 2113028"/>
              <a:gd name="csX3" fmla="*/ 2023062 w 2023062"/>
              <a:gd name="csY3" fmla="*/ 306352 h 2113028"/>
              <a:gd name="csX4" fmla="*/ 2023062 w 2023062"/>
              <a:gd name="csY4" fmla="*/ 1806676 h 2113028"/>
              <a:gd name="csX5" fmla="*/ 1716710 w 2023062"/>
              <a:gd name="csY5" fmla="*/ 2113028 h 2113028"/>
              <a:gd name="csX6" fmla="*/ 306352 w 2023062"/>
              <a:gd name="csY6" fmla="*/ 2113028 h 2113028"/>
              <a:gd name="csX7" fmla="*/ 195209 w 2023062"/>
              <a:gd name="csY7" fmla="*/ 1765580 h 2113028"/>
              <a:gd name="csX8" fmla="*/ 0 w 2023062"/>
              <a:gd name="csY8" fmla="*/ 306352 h 2113028"/>
              <a:gd name="csX0" fmla="*/ 0 w 2023062"/>
              <a:gd name="csY0" fmla="*/ 306352 h 2123302"/>
              <a:gd name="csX1" fmla="*/ 306352 w 2023062"/>
              <a:gd name="csY1" fmla="*/ 0 h 2123302"/>
              <a:gd name="csX2" fmla="*/ 1716710 w 2023062"/>
              <a:gd name="csY2" fmla="*/ 0 h 2123302"/>
              <a:gd name="csX3" fmla="*/ 2023062 w 2023062"/>
              <a:gd name="csY3" fmla="*/ 306352 h 2123302"/>
              <a:gd name="csX4" fmla="*/ 2023062 w 2023062"/>
              <a:gd name="csY4" fmla="*/ 1806676 h 2123302"/>
              <a:gd name="csX5" fmla="*/ 1716710 w 2023062"/>
              <a:gd name="csY5" fmla="*/ 2113028 h 2123302"/>
              <a:gd name="csX6" fmla="*/ 491287 w 2023062"/>
              <a:gd name="csY6" fmla="*/ 2123302 h 2123302"/>
              <a:gd name="csX7" fmla="*/ 195209 w 2023062"/>
              <a:gd name="csY7" fmla="*/ 1765580 h 2123302"/>
              <a:gd name="csX8" fmla="*/ 0 w 2023062"/>
              <a:gd name="csY8" fmla="*/ 306352 h 2123302"/>
              <a:gd name="csX0" fmla="*/ 0 w 2023062"/>
              <a:gd name="csY0" fmla="*/ 306352 h 2123302"/>
              <a:gd name="csX1" fmla="*/ 306352 w 2023062"/>
              <a:gd name="csY1" fmla="*/ 0 h 2123302"/>
              <a:gd name="csX2" fmla="*/ 1716710 w 2023062"/>
              <a:gd name="csY2" fmla="*/ 0 h 2123302"/>
              <a:gd name="csX3" fmla="*/ 2023062 w 2023062"/>
              <a:gd name="csY3" fmla="*/ 306352 h 2123302"/>
              <a:gd name="csX4" fmla="*/ 2023062 w 2023062"/>
              <a:gd name="csY4" fmla="*/ 1806676 h 2123302"/>
              <a:gd name="csX5" fmla="*/ 1716710 w 2023062"/>
              <a:gd name="csY5" fmla="*/ 2113028 h 2123302"/>
              <a:gd name="csX6" fmla="*/ 491287 w 2023062"/>
              <a:gd name="csY6" fmla="*/ 2123302 h 2123302"/>
              <a:gd name="csX7" fmla="*/ 246579 w 2023062"/>
              <a:gd name="csY7" fmla="*/ 1765580 h 2123302"/>
              <a:gd name="csX8" fmla="*/ 0 w 2023062"/>
              <a:gd name="csY8" fmla="*/ 306352 h 2123302"/>
              <a:gd name="csX0" fmla="*/ 0 w 2023062"/>
              <a:gd name="csY0" fmla="*/ 306352 h 2123302"/>
              <a:gd name="csX1" fmla="*/ 306352 w 2023062"/>
              <a:gd name="csY1" fmla="*/ 0 h 2123302"/>
              <a:gd name="csX2" fmla="*/ 1716710 w 2023062"/>
              <a:gd name="csY2" fmla="*/ 0 h 2123302"/>
              <a:gd name="csX3" fmla="*/ 2023062 w 2023062"/>
              <a:gd name="csY3" fmla="*/ 306352 h 2123302"/>
              <a:gd name="csX4" fmla="*/ 2023062 w 2023062"/>
              <a:gd name="csY4" fmla="*/ 1806676 h 2123302"/>
              <a:gd name="csX5" fmla="*/ 1716710 w 2023062"/>
              <a:gd name="csY5" fmla="*/ 2113028 h 2123302"/>
              <a:gd name="csX6" fmla="*/ 491287 w 2023062"/>
              <a:gd name="csY6" fmla="*/ 2123302 h 2123302"/>
              <a:gd name="csX7" fmla="*/ 246579 w 2023062"/>
              <a:gd name="csY7" fmla="*/ 1765580 h 2123302"/>
              <a:gd name="csX8" fmla="*/ 0 w 2023062"/>
              <a:gd name="csY8" fmla="*/ 306352 h 2123302"/>
              <a:gd name="csX0" fmla="*/ 0 w 2023062"/>
              <a:gd name="csY0" fmla="*/ 306352 h 2123302"/>
              <a:gd name="csX1" fmla="*/ 306352 w 2023062"/>
              <a:gd name="csY1" fmla="*/ 0 h 2123302"/>
              <a:gd name="csX2" fmla="*/ 1716710 w 2023062"/>
              <a:gd name="csY2" fmla="*/ 0 h 2123302"/>
              <a:gd name="csX3" fmla="*/ 2023062 w 2023062"/>
              <a:gd name="csY3" fmla="*/ 306352 h 2123302"/>
              <a:gd name="csX4" fmla="*/ 2023062 w 2023062"/>
              <a:gd name="csY4" fmla="*/ 1806676 h 2123302"/>
              <a:gd name="csX5" fmla="*/ 1716710 w 2023062"/>
              <a:gd name="csY5" fmla="*/ 2113028 h 2123302"/>
              <a:gd name="csX6" fmla="*/ 491287 w 2023062"/>
              <a:gd name="csY6" fmla="*/ 2123302 h 2123302"/>
              <a:gd name="csX7" fmla="*/ 246579 w 2023062"/>
              <a:gd name="csY7" fmla="*/ 1765580 h 2123302"/>
              <a:gd name="csX8" fmla="*/ 0 w 2023062"/>
              <a:gd name="csY8" fmla="*/ 306352 h 2123302"/>
              <a:gd name="csX0" fmla="*/ 0 w 2023062"/>
              <a:gd name="csY0" fmla="*/ 306352 h 2123302"/>
              <a:gd name="csX1" fmla="*/ 306352 w 2023062"/>
              <a:gd name="csY1" fmla="*/ 0 h 2123302"/>
              <a:gd name="csX2" fmla="*/ 1716710 w 2023062"/>
              <a:gd name="csY2" fmla="*/ 0 h 2123302"/>
              <a:gd name="csX3" fmla="*/ 2023062 w 2023062"/>
              <a:gd name="csY3" fmla="*/ 306352 h 2123302"/>
              <a:gd name="csX4" fmla="*/ 2023062 w 2023062"/>
              <a:gd name="csY4" fmla="*/ 1806676 h 2123302"/>
              <a:gd name="csX5" fmla="*/ 1716710 w 2023062"/>
              <a:gd name="csY5" fmla="*/ 2113028 h 2123302"/>
              <a:gd name="csX6" fmla="*/ 491287 w 2023062"/>
              <a:gd name="csY6" fmla="*/ 2123302 h 2123302"/>
              <a:gd name="csX7" fmla="*/ 246579 w 2023062"/>
              <a:gd name="csY7" fmla="*/ 1765580 h 2123302"/>
              <a:gd name="csX8" fmla="*/ 0 w 2023062"/>
              <a:gd name="csY8" fmla="*/ 306352 h 2123302"/>
              <a:gd name="csX0" fmla="*/ 0 w 2197723"/>
              <a:gd name="csY0" fmla="*/ 275530 h 2123302"/>
              <a:gd name="csX1" fmla="*/ 481013 w 2197723"/>
              <a:gd name="csY1" fmla="*/ 0 h 2123302"/>
              <a:gd name="csX2" fmla="*/ 1891371 w 2197723"/>
              <a:gd name="csY2" fmla="*/ 0 h 2123302"/>
              <a:gd name="csX3" fmla="*/ 2197723 w 2197723"/>
              <a:gd name="csY3" fmla="*/ 306352 h 2123302"/>
              <a:gd name="csX4" fmla="*/ 2197723 w 2197723"/>
              <a:gd name="csY4" fmla="*/ 1806676 h 2123302"/>
              <a:gd name="csX5" fmla="*/ 1891371 w 2197723"/>
              <a:gd name="csY5" fmla="*/ 2113028 h 2123302"/>
              <a:gd name="csX6" fmla="*/ 665948 w 2197723"/>
              <a:gd name="csY6" fmla="*/ 2123302 h 2123302"/>
              <a:gd name="csX7" fmla="*/ 421240 w 2197723"/>
              <a:gd name="csY7" fmla="*/ 1765580 h 2123302"/>
              <a:gd name="csX8" fmla="*/ 0 w 2197723"/>
              <a:gd name="csY8" fmla="*/ 275530 h 2123302"/>
              <a:gd name="csX0" fmla="*/ 0 w 2197723"/>
              <a:gd name="csY0" fmla="*/ 275530 h 2123302"/>
              <a:gd name="csX1" fmla="*/ 481013 w 2197723"/>
              <a:gd name="csY1" fmla="*/ 0 h 2123302"/>
              <a:gd name="csX2" fmla="*/ 1891371 w 2197723"/>
              <a:gd name="csY2" fmla="*/ 0 h 2123302"/>
              <a:gd name="csX3" fmla="*/ 2197723 w 2197723"/>
              <a:gd name="csY3" fmla="*/ 306352 h 2123302"/>
              <a:gd name="csX4" fmla="*/ 2197723 w 2197723"/>
              <a:gd name="csY4" fmla="*/ 1806676 h 2123302"/>
              <a:gd name="csX5" fmla="*/ 1891371 w 2197723"/>
              <a:gd name="csY5" fmla="*/ 2113028 h 2123302"/>
              <a:gd name="csX6" fmla="*/ 665948 w 2197723"/>
              <a:gd name="csY6" fmla="*/ 2123302 h 2123302"/>
              <a:gd name="csX7" fmla="*/ 267128 w 2197723"/>
              <a:gd name="csY7" fmla="*/ 1693661 h 2123302"/>
              <a:gd name="csX8" fmla="*/ 0 w 2197723"/>
              <a:gd name="csY8" fmla="*/ 275530 h 2123302"/>
              <a:gd name="csX0" fmla="*/ 0 w 2197723"/>
              <a:gd name="csY0" fmla="*/ 275530 h 2123302"/>
              <a:gd name="csX1" fmla="*/ 481013 w 2197723"/>
              <a:gd name="csY1" fmla="*/ 0 h 2123302"/>
              <a:gd name="csX2" fmla="*/ 1891371 w 2197723"/>
              <a:gd name="csY2" fmla="*/ 0 h 2123302"/>
              <a:gd name="csX3" fmla="*/ 2197723 w 2197723"/>
              <a:gd name="csY3" fmla="*/ 306352 h 2123302"/>
              <a:gd name="csX4" fmla="*/ 2197723 w 2197723"/>
              <a:gd name="csY4" fmla="*/ 1806676 h 2123302"/>
              <a:gd name="csX5" fmla="*/ 1891371 w 2197723"/>
              <a:gd name="csY5" fmla="*/ 2113028 h 2123302"/>
              <a:gd name="csX6" fmla="*/ 665948 w 2197723"/>
              <a:gd name="csY6" fmla="*/ 2123302 h 2123302"/>
              <a:gd name="csX7" fmla="*/ 297951 w 2197723"/>
              <a:gd name="csY7" fmla="*/ 1693661 h 2123302"/>
              <a:gd name="csX8" fmla="*/ 0 w 2197723"/>
              <a:gd name="csY8" fmla="*/ 275530 h 2123302"/>
              <a:gd name="csX0" fmla="*/ 0 w 2197723"/>
              <a:gd name="csY0" fmla="*/ 275530 h 2123302"/>
              <a:gd name="csX1" fmla="*/ 481013 w 2197723"/>
              <a:gd name="csY1" fmla="*/ 0 h 2123302"/>
              <a:gd name="csX2" fmla="*/ 1891371 w 2197723"/>
              <a:gd name="csY2" fmla="*/ 0 h 2123302"/>
              <a:gd name="csX3" fmla="*/ 2197723 w 2197723"/>
              <a:gd name="csY3" fmla="*/ 306352 h 2123302"/>
              <a:gd name="csX4" fmla="*/ 2197723 w 2197723"/>
              <a:gd name="csY4" fmla="*/ 1806676 h 2123302"/>
              <a:gd name="csX5" fmla="*/ 1891371 w 2197723"/>
              <a:gd name="csY5" fmla="*/ 2113028 h 2123302"/>
              <a:gd name="csX6" fmla="*/ 665948 w 2197723"/>
              <a:gd name="csY6" fmla="*/ 2123302 h 2123302"/>
              <a:gd name="csX7" fmla="*/ 297951 w 2197723"/>
              <a:gd name="csY7" fmla="*/ 1693661 h 2123302"/>
              <a:gd name="csX8" fmla="*/ 0 w 2197723"/>
              <a:gd name="csY8" fmla="*/ 275530 h 2123302"/>
              <a:gd name="csX0" fmla="*/ 0 w 2197723"/>
              <a:gd name="csY0" fmla="*/ 275530 h 2123302"/>
              <a:gd name="csX1" fmla="*/ 481013 w 2197723"/>
              <a:gd name="csY1" fmla="*/ 0 h 2123302"/>
              <a:gd name="csX2" fmla="*/ 1891371 w 2197723"/>
              <a:gd name="csY2" fmla="*/ 0 h 2123302"/>
              <a:gd name="csX3" fmla="*/ 2197723 w 2197723"/>
              <a:gd name="csY3" fmla="*/ 306352 h 2123302"/>
              <a:gd name="csX4" fmla="*/ 2197723 w 2197723"/>
              <a:gd name="csY4" fmla="*/ 1806676 h 2123302"/>
              <a:gd name="csX5" fmla="*/ 1891371 w 2197723"/>
              <a:gd name="csY5" fmla="*/ 2113028 h 2123302"/>
              <a:gd name="csX6" fmla="*/ 665948 w 2197723"/>
              <a:gd name="csY6" fmla="*/ 2123302 h 2123302"/>
              <a:gd name="csX7" fmla="*/ 297951 w 2197723"/>
              <a:gd name="csY7" fmla="*/ 1693661 h 2123302"/>
              <a:gd name="csX8" fmla="*/ 0 w 2197723"/>
              <a:gd name="csY8" fmla="*/ 275530 h 2123302"/>
              <a:gd name="csX0" fmla="*/ 0 w 2197723"/>
              <a:gd name="csY0" fmla="*/ 275530 h 2123302"/>
              <a:gd name="csX1" fmla="*/ 481013 w 2197723"/>
              <a:gd name="csY1" fmla="*/ 0 h 2123302"/>
              <a:gd name="csX2" fmla="*/ 1675613 w 2197723"/>
              <a:gd name="csY2" fmla="*/ 0 h 2123302"/>
              <a:gd name="csX3" fmla="*/ 2197723 w 2197723"/>
              <a:gd name="csY3" fmla="*/ 306352 h 2123302"/>
              <a:gd name="csX4" fmla="*/ 2197723 w 2197723"/>
              <a:gd name="csY4" fmla="*/ 1806676 h 2123302"/>
              <a:gd name="csX5" fmla="*/ 1891371 w 2197723"/>
              <a:gd name="csY5" fmla="*/ 2113028 h 2123302"/>
              <a:gd name="csX6" fmla="*/ 665948 w 2197723"/>
              <a:gd name="csY6" fmla="*/ 2123302 h 2123302"/>
              <a:gd name="csX7" fmla="*/ 297951 w 2197723"/>
              <a:gd name="csY7" fmla="*/ 1693661 h 2123302"/>
              <a:gd name="csX8" fmla="*/ 0 w 2197723"/>
              <a:gd name="csY8" fmla="*/ 275530 h 2123302"/>
              <a:gd name="csX0" fmla="*/ 0 w 2197723"/>
              <a:gd name="csY0" fmla="*/ 275530 h 2123302"/>
              <a:gd name="csX1" fmla="*/ 481013 w 2197723"/>
              <a:gd name="csY1" fmla="*/ 0 h 2123302"/>
              <a:gd name="csX2" fmla="*/ 1675613 w 2197723"/>
              <a:gd name="csY2" fmla="*/ 0 h 2123302"/>
              <a:gd name="csX3" fmla="*/ 2053885 w 2197723"/>
              <a:gd name="csY3" fmla="*/ 265256 h 2123302"/>
              <a:gd name="csX4" fmla="*/ 2197723 w 2197723"/>
              <a:gd name="csY4" fmla="*/ 1806676 h 2123302"/>
              <a:gd name="csX5" fmla="*/ 1891371 w 2197723"/>
              <a:gd name="csY5" fmla="*/ 2113028 h 2123302"/>
              <a:gd name="csX6" fmla="*/ 665948 w 2197723"/>
              <a:gd name="csY6" fmla="*/ 2123302 h 2123302"/>
              <a:gd name="csX7" fmla="*/ 297951 w 2197723"/>
              <a:gd name="csY7" fmla="*/ 1693661 h 2123302"/>
              <a:gd name="csX8" fmla="*/ 0 w 2197723"/>
              <a:gd name="csY8" fmla="*/ 275530 h 2123302"/>
              <a:gd name="csX0" fmla="*/ 0 w 2269642"/>
              <a:gd name="csY0" fmla="*/ 275530 h 2123302"/>
              <a:gd name="csX1" fmla="*/ 481013 w 2269642"/>
              <a:gd name="csY1" fmla="*/ 0 h 2123302"/>
              <a:gd name="csX2" fmla="*/ 1675613 w 2269642"/>
              <a:gd name="csY2" fmla="*/ 0 h 2123302"/>
              <a:gd name="csX3" fmla="*/ 2053885 w 2269642"/>
              <a:gd name="csY3" fmla="*/ 265256 h 2123302"/>
              <a:gd name="csX4" fmla="*/ 2269642 w 2269642"/>
              <a:gd name="csY4" fmla="*/ 1560097 h 2123302"/>
              <a:gd name="csX5" fmla="*/ 1891371 w 2269642"/>
              <a:gd name="csY5" fmla="*/ 2113028 h 2123302"/>
              <a:gd name="csX6" fmla="*/ 665948 w 2269642"/>
              <a:gd name="csY6" fmla="*/ 2123302 h 2123302"/>
              <a:gd name="csX7" fmla="*/ 297951 w 2269642"/>
              <a:gd name="csY7" fmla="*/ 1693661 h 2123302"/>
              <a:gd name="csX8" fmla="*/ 0 w 2269642"/>
              <a:gd name="csY8" fmla="*/ 275530 h 2123302"/>
              <a:gd name="csX0" fmla="*/ 0 w 2269642"/>
              <a:gd name="csY0" fmla="*/ 275530 h 2123302"/>
              <a:gd name="csX1" fmla="*/ 481013 w 2269642"/>
              <a:gd name="csY1" fmla="*/ 0 h 2123302"/>
              <a:gd name="csX2" fmla="*/ 1675613 w 2269642"/>
              <a:gd name="csY2" fmla="*/ 0 h 2123302"/>
              <a:gd name="csX3" fmla="*/ 2053885 w 2269642"/>
              <a:gd name="csY3" fmla="*/ 265256 h 2123302"/>
              <a:gd name="csX4" fmla="*/ 2269642 w 2269642"/>
              <a:gd name="csY4" fmla="*/ 1560097 h 2123302"/>
              <a:gd name="csX5" fmla="*/ 1932468 w 2269642"/>
              <a:gd name="csY5" fmla="*/ 2082205 h 2123302"/>
              <a:gd name="csX6" fmla="*/ 665948 w 2269642"/>
              <a:gd name="csY6" fmla="*/ 2123302 h 2123302"/>
              <a:gd name="csX7" fmla="*/ 297951 w 2269642"/>
              <a:gd name="csY7" fmla="*/ 1693661 h 2123302"/>
              <a:gd name="csX8" fmla="*/ 0 w 2269642"/>
              <a:gd name="csY8" fmla="*/ 275530 h 2123302"/>
              <a:gd name="csX0" fmla="*/ 0 w 2269642"/>
              <a:gd name="csY0" fmla="*/ 275530 h 2123302"/>
              <a:gd name="csX1" fmla="*/ 481013 w 2269642"/>
              <a:gd name="csY1" fmla="*/ 0 h 2123302"/>
              <a:gd name="csX2" fmla="*/ 1675613 w 2269642"/>
              <a:gd name="csY2" fmla="*/ 0 h 2123302"/>
              <a:gd name="csX3" fmla="*/ 2053885 w 2269642"/>
              <a:gd name="csY3" fmla="*/ 265256 h 2123302"/>
              <a:gd name="csX4" fmla="*/ 2269642 w 2269642"/>
              <a:gd name="csY4" fmla="*/ 1560097 h 2123302"/>
              <a:gd name="csX5" fmla="*/ 1932468 w 2269642"/>
              <a:gd name="csY5" fmla="*/ 2082205 h 2123302"/>
              <a:gd name="csX6" fmla="*/ 665948 w 2269642"/>
              <a:gd name="csY6" fmla="*/ 2123302 h 2123302"/>
              <a:gd name="csX7" fmla="*/ 297951 w 2269642"/>
              <a:gd name="csY7" fmla="*/ 1693661 h 2123302"/>
              <a:gd name="csX8" fmla="*/ 0 w 2269642"/>
              <a:gd name="csY8" fmla="*/ 275530 h 2123302"/>
              <a:gd name="csX0" fmla="*/ 0 w 2274635"/>
              <a:gd name="csY0" fmla="*/ 275530 h 2123302"/>
              <a:gd name="csX1" fmla="*/ 481013 w 2274635"/>
              <a:gd name="csY1" fmla="*/ 0 h 2123302"/>
              <a:gd name="csX2" fmla="*/ 1675613 w 2274635"/>
              <a:gd name="csY2" fmla="*/ 0 h 2123302"/>
              <a:gd name="csX3" fmla="*/ 2053885 w 2274635"/>
              <a:gd name="csY3" fmla="*/ 265256 h 2123302"/>
              <a:gd name="csX4" fmla="*/ 2269642 w 2274635"/>
              <a:gd name="csY4" fmla="*/ 1560097 h 2123302"/>
              <a:gd name="csX5" fmla="*/ 2117403 w 2274635"/>
              <a:gd name="csY5" fmla="*/ 2082205 h 2123302"/>
              <a:gd name="csX6" fmla="*/ 665948 w 2274635"/>
              <a:gd name="csY6" fmla="*/ 2123302 h 2123302"/>
              <a:gd name="csX7" fmla="*/ 297951 w 2274635"/>
              <a:gd name="csY7" fmla="*/ 1693661 h 2123302"/>
              <a:gd name="csX8" fmla="*/ 0 w 2274635"/>
              <a:gd name="csY8" fmla="*/ 275530 h 2123302"/>
              <a:gd name="csX0" fmla="*/ 0 w 2282705"/>
              <a:gd name="csY0" fmla="*/ 275530 h 2123302"/>
              <a:gd name="csX1" fmla="*/ 481013 w 2282705"/>
              <a:gd name="csY1" fmla="*/ 0 h 2123302"/>
              <a:gd name="csX2" fmla="*/ 1675613 w 2282705"/>
              <a:gd name="csY2" fmla="*/ 0 h 2123302"/>
              <a:gd name="csX3" fmla="*/ 2053885 w 2282705"/>
              <a:gd name="csY3" fmla="*/ 265256 h 2123302"/>
              <a:gd name="csX4" fmla="*/ 2279916 w 2282705"/>
              <a:gd name="csY4" fmla="*/ 1416259 h 2123302"/>
              <a:gd name="csX5" fmla="*/ 2117403 w 2282705"/>
              <a:gd name="csY5" fmla="*/ 2082205 h 2123302"/>
              <a:gd name="csX6" fmla="*/ 665948 w 2282705"/>
              <a:gd name="csY6" fmla="*/ 2123302 h 2123302"/>
              <a:gd name="csX7" fmla="*/ 297951 w 2282705"/>
              <a:gd name="csY7" fmla="*/ 1693661 h 2123302"/>
              <a:gd name="csX8" fmla="*/ 0 w 2282705"/>
              <a:gd name="csY8" fmla="*/ 275530 h 2123302"/>
              <a:gd name="csX0" fmla="*/ 0 w 2279916"/>
              <a:gd name="csY0" fmla="*/ 275530 h 2123302"/>
              <a:gd name="csX1" fmla="*/ 481013 w 2279916"/>
              <a:gd name="csY1" fmla="*/ 0 h 2123302"/>
              <a:gd name="csX2" fmla="*/ 1675613 w 2279916"/>
              <a:gd name="csY2" fmla="*/ 0 h 2123302"/>
              <a:gd name="csX3" fmla="*/ 2053885 w 2279916"/>
              <a:gd name="csY3" fmla="*/ 265256 h 2123302"/>
              <a:gd name="csX4" fmla="*/ 2279916 w 2279916"/>
              <a:gd name="csY4" fmla="*/ 1416259 h 2123302"/>
              <a:gd name="csX5" fmla="*/ 2035210 w 2279916"/>
              <a:gd name="csY5" fmla="*/ 2020560 h 2123302"/>
              <a:gd name="csX6" fmla="*/ 665948 w 2279916"/>
              <a:gd name="csY6" fmla="*/ 2123302 h 2123302"/>
              <a:gd name="csX7" fmla="*/ 297951 w 2279916"/>
              <a:gd name="csY7" fmla="*/ 1693661 h 2123302"/>
              <a:gd name="csX8" fmla="*/ 0 w 2279916"/>
              <a:gd name="csY8" fmla="*/ 275530 h 2123302"/>
              <a:gd name="csX0" fmla="*/ 0 w 2279916"/>
              <a:gd name="csY0" fmla="*/ 275530 h 2123302"/>
              <a:gd name="csX1" fmla="*/ 481013 w 2279916"/>
              <a:gd name="csY1" fmla="*/ 0 h 2123302"/>
              <a:gd name="csX2" fmla="*/ 1675613 w 2279916"/>
              <a:gd name="csY2" fmla="*/ 0 h 2123302"/>
              <a:gd name="csX3" fmla="*/ 2053885 w 2279916"/>
              <a:gd name="csY3" fmla="*/ 265256 h 2123302"/>
              <a:gd name="csX4" fmla="*/ 2279916 w 2279916"/>
              <a:gd name="csY4" fmla="*/ 1416259 h 2123302"/>
              <a:gd name="csX5" fmla="*/ 2035210 w 2279916"/>
              <a:gd name="csY5" fmla="*/ 2071931 h 2123302"/>
              <a:gd name="csX6" fmla="*/ 665948 w 2279916"/>
              <a:gd name="csY6" fmla="*/ 2123302 h 2123302"/>
              <a:gd name="csX7" fmla="*/ 297951 w 2279916"/>
              <a:gd name="csY7" fmla="*/ 1693661 h 2123302"/>
              <a:gd name="csX8" fmla="*/ 0 w 2279916"/>
              <a:gd name="csY8" fmla="*/ 275530 h 2123302"/>
              <a:gd name="csX0" fmla="*/ 0 w 2279916"/>
              <a:gd name="csY0" fmla="*/ 275530 h 2123302"/>
              <a:gd name="csX1" fmla="*/ 481013 w 2279916"/>
              <a:gd name="csY1" fmla="*/ 0 h 2123302"/>
              <a:gd name="csX2" fmla="*/ 1675613 w 2279916"/>
              <a:gd name="csY2" fmla="*/ 0 h 2123302"/>
              <a:gd name="csX3" fmla="*/ 2053885 w 2279916"/>
              <a:gd name="csY3" fmla="*/ 265256 h 2123302"/>
              <a:gd name="csX4" fmla="*/ 2279916 w 2279916"/>
              <a:gd name="csY4" fmla="*/ 1416259 h 2123302"/>
              <a:gd name="csX5" fmla="*/ 2035210 w 2279916"/>
              <a:gd name="csY5" fmla="*/ 2071931 h 2123302"/>
              <a:gd name="csX6" fmla="*/ 665948 w 2279916"/>
              <a:gd name="csY6" fmla="*/ 2123302 h 2123302"/>
              <a:gd name="csX7" fmla="*/ 297951 w 2279916"/>
              <a:gd name="csY7" fmla="*/ 1693661 h 2123302"/>
              <a:gd name="csX8" fmla="*/ 0 w 2279916"/>
              <a:gd name="csY8" fmla="*/ 275530 h 2123302"/>
              <a:gd name="csX0" fmla="*/ 0 w 2279916"/>
              <a:gd name="csY0" fmla="*/ 275530 h 2123302"/>
              <a:gd name="csX1" fmla="*/ 481013 w 2279916"/>
              <a:gd name="csY1" fmla="*/ 0 h 2123302"/>
              <a:gd name="csX2" fmla="*/ 1675613 w 2279916"/>
              <a:gd name="csY2" fmla="*/ 0 h 2123302"/>
              <a:gd name="csX3" fmla="*/ 2053885 w 2279916"/>
              <a:gd name="csY3" fmla="*/ 265256 h 2123302"/>
              <a:gd name="csX4" fmla="*/ 2279916 w 2279916"/>
              <a:gd name="csY4" fmla="*/ 1416259 h 2123302"/>
              <a:gd name="csX5" fmla="*/ 2035210 w 2279916"/>
              <a:gd name="csY5" fmla="*/ 2071931 h 2123302"/>
              <a:gd name="csX6" fmla="*/ 665948 w 2279916"/>
              <a:gd name="csY6" fmla="*/ 2123302 h 2123302"/>
              <a:gd name="csX7" fmla="*/ 339048 w 2279916"/>
              <a:gd name="csY7" fmla="*/ 1693661 h 2123302"/>
              <a:gd name="csX8" fmla="*/ 0 w 2279916"/>
              <a:gd name="csY8" fmla="*/ 275530 h 2123302"/>
              <a:gd name="csX0" fmla="*/ 0 w 2279916"/>
              <a:gd name="csY0" fmla="*/ 275530 h 2123302"/>
              <a:gd name="csX1" fmla="*/ 481013 w 2279916"/>
              <a:gd name="csY1" fmla="*/ 0 h 2123302"/>
              <a:gd name="csX2" fmla="*/ 1675613 w 2279916"/>
              <a:gd name="csY2" fmla="*/ 0 h 2123302"/>
              <a:gd name="csX3" fmla="*/ 2053885 w 2279916"/>
              <a:gd name="csY3" fmla="*/ 265256 h 2123302"/>
              <a:gd name="csX4" fmla="*/ 2279916 w 2279916"/>
              <a:gd name="csY4" fmla="*/ 1416259 h 2123302"/>
              <a:gd name="csX5" fmla="*/ 2035210 w 2279916"/>
              <a:gd name="csY5" fmla="*/ 2071931 h 2123302"/>
              <a:gd name="csX6" fmla="*/ 665948 w 2279916"/>
              <a:gd name="csY6" fmla="*/ 2123302 h 2123302"/>
              <a:gd name="csX7" fmla="*/ 339048 w 2279916"/>
              <a:gd name="csY7" fmla="*/ 1693661 h 2123302"/>
              <a:gd name="csX8" fmla="*/ 0 w 2279916"/>
              <a:gd name="csY8" fmla="*/ 275530 h 2123302"/>
              <a:gd name="csX0" fmla="*/ 0 w 2279916"/>
              <a:gd name="csY0" fmla="*/ 275530 h 2123302"/>
              <a:gd name="csX1" fmla="*/ 481013 w 2279916"/>
              <a:gd name="csY1" fmla="*/ 0 h 2123302"/>
              <a:gd name="csX2" fmla="*/ 1675613 w 2279916"/>
              <a:gd name="csY2" fmla="*/ 0 h 2123302"/>
              <a:gd name="csX3" fmla="*/ 2053885 w 2279916"/>
              <a:gd name="csY3" fmla="*/ 265256 h 2123302"/>
              <a:gd name="csX4" fmla="*/ 2279916 w 2279916"/>
              <a:gd name="csY4" fmla="*/ 1416259 h 2123302"/>
              <a:gd name="csX5" fmla="*/ 2035210 w 2279916"/>
              <a:gd name="csY5" fmla="*/ 2071931 h 2123302"/>
              <a:gd name="csX6" fmla="*/ 665948 w 2279916"/>
              <a:gd name="csY6" fmla="*/ 2123302 h 2123302"/>
              <a:gd name="csX7" fmla="*/ 256855 w 2279916"/>
              <a:gd name="csY7" fmla="*/ 1868322 h 2123302"/>
              <a:gd name="csX8" fmla="*/ 0 w 2279916"/>
              <a:gd name="csY8" fmla="*/ 275530 h 21233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279916" h="2123302">
                <a:moveTo>
                  <a:pt x="0" y="275530"/>
                </a:moveTo>
                <a:cubicBezTo>
                  <a:pt x="0" y="106336"/>
                  <a:pt x="311819" y="0"/>
                  <a:pt x="481013" y="0"/>
                </a:cubicBezTo>
                <a:lnTo>
                  <a:pt x="1675613" y="0"/>
                </a:lnTo>
                <a:cubicBezTo>
                  <a:pt x="1844807" y="0"/>
                  <a:pt x="2053885" y="96062"/>
                  <a:pt x="2053885" y="265256"/>
                </a:cubicBezTo>
                <a:lnTo>
                  <a:pt x="2279916" y="1416259"/>
                </a:lnTo>
                <a:cubicBezTo>
                  <a:pt x="2279916" y="1585453"/>
                  <a:pt x="2163306" y="1917818"/>
                  <a:pt x="2035210" y="2071931"/>
                </a:cubicBezTo>
                <a:lnTo>
                  <a:pt x="665948" y="2123302"/>
                </a:lnTo>
                <a:cubicBezTo>
                  <a:pt x="496754" y="2123302"/>
                  <a:pt x="349322" y="2027242"/>
                  <a:pt x="256855" y="1868322"/>
                </a:cubicBezTo>
                <a:cubicBezTo>
                  <a:pt x="102742" y="1429859"/>
                  <a:pt x="0" y="775638"/>
                  <a:pt x="0" y="275530"/>
                </a:cubicBezTo>
                <a:close/>
              </a:path>
            </a:pathLst>
          </a:custGeom>
          <a:noFill/>
          <a:ln w="19050">
            <a:solidFill>
              <a:schemeClr val="accent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pic>
        <p:nvPicPr>
          <p:cNvPr id="103" name="Graphique 102" descr="Badge à suivre avec un remplissage uni">
            <a:extLst>
              <a:ext uri="{FF2B5EF4-FFF2-40B4-BE49-F238E27FC236}">
                <a16:creationId xmlns:a16="http://schemas.microsoft.com/office/drawing/2014/main" id="{D2AFDB1D-07D3-E714-D0E7-24E2BC27025D}"/>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7149174" y="767288"/>
            <a:ext cx="432000" cy="432000"/>
          </a:xfrm>
          <a:prstGeom prst="rect">
            <a:avLst/>
          </a:prstGeom>
        </p:spPr>
      </p:pic>
      <p:cxnSp>
        <p:nvCxnSpPr>
          <p:cNvPr id="104" name="Connecteur droit 103">
            <a:extLst>
              <a:ext uri="{FF2B5EF4-FFF2-40B4-BE49-F238E27FC236}">
                <a16:creationId xmlns:a16="http://schemas.microsoft.com/office/drawing/2014/main" id="{3835BCA7-07AE-C2BD-BF7A-37BE889D144D}"/>
              </a:ext>
            </a:extLst>
          </p:cNvPr>
          <p:cNvCxnSpPr>
            <a:cxnSpLocks/>
          </p:cNvCxnSpPr>
          <p:nvPr/>
        </p:nvCxnSpPr>
        <p:spPr>
          <a:xfrm>
            <a:off x="7152482" y="2310618"/>
            <a:ext cx="1440000" cy="0"/>
          </a:xfrm>
          <a:prstGeom prst="line">
            <a:avLst/>
          </a:prstGeom>
          <a:ln>
            <a:solidFill>
              <a:schemeClr val="accent1">
                <a:lumMod val="75000"/>
                <a:lumOff val="2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5" name="Connecteur droit 104">
            <a:extLst>
              <a:ext uri="{FF2B5EF4-FFF2-40B4-BE49-F238E27FC236}">
                <a16:creationId xmlns:a16="http://schemas.microsoft.com/office/drawing/2014/main" id="{62E62C1E-5E0E-693D-47F7-726403732E32}"/>
              </a:ext>
            </a:extLst>
          </p:cNvPr>
          <p:cNvCxnSpPr>
            <a:cxnSpLocks/>
          </p:cNvCxnSpPr>
          <p:nvPr/>
        </p:nvCxnSpPr>
        <p:spPr>
          <a:xfrm>
            <a:off x="7152482" y="2447734"/>
            <a:ext cx="1440000" cy="0"/>
          </a:xfrm>
          <a:prstGeom prst="line">
            <a:avLst/>
          </a:prstGeom>
          <a:ln>
            <a:solidFill>
              <a:schemeClr val="accent1">
                <a:lumMod val="75000"/>
                <a:lumOff val="2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6" name="Connecteur droit 105">
            <a:extLst>
              <a:ext uri="{FF2B5EF4-FFF2-40B4-BE49-F238E27FC236}">
                <a16:creationId xmlns:a16="http://schemas.microsoft.com/office/drawing/2014/main" id="{6BDF221A-FD1B-2DDF-CFE7-4E87587F1A4E}"/>
              </a:ext>
            </a:extLst>
          </p:cNvPr>
          <p:cNvCxnSpPr>
            <a:cxnSpLocks/>
          </p:cNvCxnSpPr>
          <p:nvPr/>
        </p:nvCxnSpPr>
        <p:spPr>
          <a:xfrm>
            <a:off x="7152482" y="2584850"/>
            <a:ext cx="1440000" cy="0"/>
          </a:xfrm>
          <a:prstGeom prst="line">
            <a:avLst/>
          </a:prstGeom>
          <a:ln>
            <a:solidFill>
              <a:schemeClr val="accent1">
                <a:lumMod val="75000"/>
                <a:lumOff val="2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7" name="Connecteur droit 106">
            <a:extLst>
              <a:ext uri="{FF2B5EF4-FFF2-40B4-BE49-F238E27FC236}">
                <a16:creationId xmlns:a16="http://schemas.microsoft.com/office/drawing/2014/main" id="{E57F3CA2-EC09-4E4E-7386-CF819400C2B9}"/>
              </a:ext>
            </a:extLst>
          </p:cNvPr>
          <p:cNvCxnSpPr>
            <a:cxnSpLocks/>
          </p:cNvCxnSpPr>
          <p:nvPr/>
        </p:nvCxnSpPr>
        <p:spPr>
          <a:xfrm>
            <a:off x="7152482" y="2721965"/>
            <a:ext cx="1260000" cy="0"/>
          </a:xfrm>
          <a:prstGeom prst="line">
            <a:avLst/>
          </a:prstGeom>
          <a:ln>
            <a:solidFill>
              <a:schemeClr val="accent1">
                <a:lumMod val="75000"/>
                <a:lumOff val="25000"/>
              </a:schemeClr>
            </a:solidFill>
            <a:prstDash val="dash"/>
          </a:ln>
        </p:spPr>
        <p:style>
          <a:lnRef idx="1">
            <a:schemeClr val="accent1"/>
          </a:lnRef>
          <a:fillRef idx="0">
            <a:schemeClr val="accent1"/>
          </a:fillRef>
          <a:effectRef idx="0">
            <a:schemeClr val="accent1"/>
          </a:effectRef>
          <a:fontRef idx="minor">
            <a:schemeClr val="tx1"/>
          </a:fontRef>
        </p:style>
      </p:cxnSp>
      <p:sp>
        <p:nvSpPr>
          <p:cNvPr id="108" name="Rectangle 107">
            <a:extLst>
              <a:ext uri="{FF2B5EF4-FFF2-40B4-BE49-F238E27FC236}">
                <a16:creationId xmlns:a16="http://schemas.microsoft.com/office/drawing/2014/main" id="{EF442FE0-B438-EE93-5F03-EBF44218EF40}"/>
              </a:ext>
            </a:extLst>
          </p:cNvPr>
          <p:cNvSpPr/>
          <p:nvPr/>
        </p:nvSpPr>
        <p:spPr>
          <a:xfrm>
            <a:off x="7588361" y="846688"/>
            <a:ext cx="1235795" cy="27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a:solidFill>
                  <a:schemeClr val="accent1">
                    <a:lumMod val="75000"/>
                    <a:lumOff val="25000"/>
                  </a:schemeClr>
                </a:solidFill>
                <a:latin typeface="Avenir LT Std 65 Medium" panose="020B0803020203020204" pitchFamily="34" charset="0"/>
              </a:rPr>
              <a:t>FAIRE PLUS</a:t>
            </a:r>
          </a:p>
        </p:txBody>
      </p:sp>
      <p:sp>
        <p:nvSpPr>
          <p:cNvPr id="109" name="Rectangle 108">
            <a:extLst>
              <a:ext uri="{FF2B5EF4-FFF2-40B4-BE49-F238E27FC236}">
                <a16:creationId xmlns:a16="http://schemas.microsoft.com/office/drawing/2014/main" id="{E3383902-697D-E3CD-AB18-FD46C3BCADFC}"/>
              </a:ext>
            </a:extLst>
          </p:cNvPr>
          <p:cNvSpPr/>
          <p:nvPr/>
        </p:nvSpPr>
        <p:spPr>
          <a:xfrm>
            <a:off x="7093995" y="1225738"/>
            <a:ext cx="1967023" cy="4867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100">
                <a:solidFill>
                  <a:schemeClr val="tx1"/>
                </a:solidFill>
                <a:latin typeface="Avenir LT Std 45 Book" panose="020B0502020203020204" pitchFamily="34" charset="0"/>
              </a:rPr>
              <a:t>Quelles pratiques nous aident aujourd’hui et méritent d’être renforcées ?</a:t>
            </a:r>
          </a:p>
        </p:txBody>
      </p:sp>
      <p:sp>
        <p:nvSpPr>
          <p:cNvPr id="110" name="Rectangle 109">
            <a:extLst>
              <a:ext uri="{FF2B5EF4-FFF2-40B4-BE49-F238E27FC236}">
                <a16:creationId xmlns:a16="http://schemas.microsoft.com/office/drawing/2014/main" id="{2AC1B3F8-8F78-0387-53C9-670DE975302C}"/>
              </a:ext>
            </a:extLst>
          </p:cNvPr>
          <p:cNvSpPr/>
          <p:nvPr/>
        </p:nvSpPr>
        <p:spPr>
          <a:xfrm>
            <a:off x="7089766" y="1845338"/>
            <a:ext cx="1991800" cy="27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000" b="1">
                <a:solidFill>
                  <a:schemeClr val="accent1">
                    <a:lumMod val="75000"/>
                    <a:lumOff val="25000"/>
                  </a:schemeClr>
                </a:solidFill>
                <a:latin typeface="Avenir LT Std 45 Book" panose="020B0502020203020204" pitchFamily="34" charset="0"/>
              </a:rPr>
              <a:t>Exemple : temps de transmission, entraide, reconnaissance..</a:t>
            </a:r>
          </a:p>
        </p:txBody>
      </p:sp>
      <p:sp>
        <p:nvSpPr>
          <p:cNvPr id="111" name="Rectangle : coins arrondis 79">
            <a:extLst>
              <a:ext uri="{FF2B5EF4-FFF2-40B4-BE49-F238E27FC236}">
                <a16:creationId xmlns:a16="http://schemas.microsoft.com/office/drawing/2014/main" id="{49D08C61-57F8-732E-7CB1-5EF445F3C18A}"/>
              </a:ext>
            </a:extLst>
          </p:cNvPr>
          <p:cNvSpPr/>
          <p:nvPr/>
        </p:nvSpPr>
        <p:spPr>
          <a:xfrm flipV="1">
            <a:off x="3458443" y="3123648"/>
            <a:ext cx="2331287" cy="2154766"/>
          </a:xfrm>
          <a:custGeom>
            <a:avLst/>
            <a:gdLst>
              <a:gd name="csX0" fmla="*/ 0 w 2023062"/>
              <a:gd name="csY0" fmla="*/ 306352 h 2113028"/>
              <a:gd name="csX1" fmla="*/ 306352 w 2023062"/>
              <a:gd name="csY1" fmla="*/ 0 h 2113028"/>
              <a:gd name="csX2" fmla="*/ 1716710 w 2023062"/>
              <a:gd name="csY2" fmla="*/ 0 h 2113028"/>
              <a:gd name="csX3" fmla="*/ 2023062 w 2023062"/>
              <a:gd name="csY3" fmla="*/ 306352 h 2113028"/>
              <a:gd name="csX4" fmla="*/ 2023062 w 2023062"/>
              <a:gd name="csY4" fmla="*/ 1806676 h 2113028"/>
              <a:gd name="csX5" fmla="*/ 1716710 w 2023062"/>
              <a:gd name="csY5" fmla="*/ 2113028 h 2113028"/>
              <a:gd name="csX6" fmla="*/ 306352 w 2023062"/>
              <a:gd name="csY6" fmla="*/ 2113028 h 2113028"/>
              <a:gd name="csX7" fmla="*/ 0 w 2023062"/>
              <a:gd name="csY7" fmla="*/ 1806676 h 2113028"/>
              <a:gd name="csX8" fmla="*/ 0 w 2023062"/>
              <a:gd name="csY8" fmla="*/ 306352 h 2113028"/>
              <a:gd name="csX0" fmla="*/ 0 w 2023062"/>
              <a:gd name="csY0" fmla="*/ 306352 h 2113028"/>
              <a:gd name="csX1" fmla="*/ 306352 w 2023062"/>
              <a:gd name="csY1" fmla="*/ 0 h 2113028"/>
              <a:gd name="csX2" fmla="*/ 1716710 w 2023062"/>
              <a:gd name="csY2" fmla="*/ 0 h 2113028"/>
              <a:gd name="csX3" fmla="*/ 2023062 w 2023062"/>
              <a:gd name="csY3" fmla="*/ 306352 h 2113028"/>
              <a:gd name="csX4" fmla="*/ 2023062 w 2023062"/>
              <a:gd name="csY4" fmla="*/ 1806676 h 2113028"/>
              <a:gd name="csX5" fmla="*/ 1716710 w 2023062"/>
              <a:gd name="csY5" fmla="*/ 2113028 h 2113028"/>
              <a:gd name="csX6" fmla="*/ 306352 w 2023062"/>
              <a:gd name="csY6" fmla="*/ 2113028 h 2113028"/>
              <a:gd name="csX7" fmla="*/ 195209 w 2023062"/>
              <a:gd name="csY7" fmla="*/ 1765580 h 2113028"/>
              <a:gd name="csX8" fmla="*/ 0 w 2023062"/>
              <a:gd name="csY8" fmla="*/ 306352 h 2113028"/>
              <a:gd name="csX0" fmla="*/ 0 w 2023062"/>
              <a:gd name="csY0" fmla="*/ 306352 h 2123302"/>
              <a:gd name="csX1" fmla="*/ 306352 w 2023062"/>
              <a:gd name="csY1" fmla="*/ 0 h 2123302"/>
              <a:gd name="csX2" fmla="*/ 1716710 w 2023062"/>
              <a:gd name="csY2" fmla="*/ 0 h 2123302"/>
              <a:gd name="csX3" fmla="*/ 2023062 w 2023062"/>
              <a:gd name="csY3" fmla="*/ 306352 h 2123302"/>
              <a:gd name="csX4" fmla="*/ 2023062 w 2023062"/>
              <a:gd name="csY4" fmla="*/ 1806676 h 2123302"/>
              <a:gd name="csX5" fmla="*/ 1716710 w 2023062"/>
              <a:gd name="csY5" fmla="*/ 2113028 h 2123302"/>
              <a:gd name="csX6" fmla="*/ 491287 w 2023062"/>
              <a:gd name="csY6" fmla="*/ 2123302 h 2123302"/>
              <a:gd name="csX7" fmla="*/ 195209 w 2023062"/>
              <a:gd name="csY7" fmla="*/ 1765580 h 2123302"/>
              <a:gd name="csX8" fmla="*/ 0 w 2023062"/>
              <a:gd name="csY8" fmla="*/ 306352 h 2123302"/>
              <a:gd name="csX0" fmla="*/ 0 w 2023062"/>
              <a:gd name="csY0" fmla="*/ 306352 h 2123302"/>
              <a:gd name="csX1" fmla="*/ 306352 w 2023062"/>
              <a:gd name="csY1" fmla="*/ 0 h 2123302"/>
              <a:gd name="csX2" fmla="*/ 1716710 w 2023062"/>
              <a:gd name="csY2" fmla="*/ 0 h 2123302"/>
              <a:gd name="csX3" fmla="*/ 2023062 w 2023062"/>
              <a:gd name="csY3" fmla="*/ 306352 h 2123302"/>
              <a:gd name="csX4" fmla="*/ 2023062 w 2023062"/>
              <a:gd name="csY4" fmla="*/ 1806676 h 2123302"/>
              <a:gd name="csX5" fmla="*/ 1716710 w 2023062"/>
              <a:gd name="csY5" fmla="*/ 2113028 h 2123302"/>
              <a:gd name="csX6" fmla="*/ 491287 w 2023062"/>
              <a:gd name="csY6" fmla="*/ 2123302 h 2123302"/>
              <a:gd name="csX7" fmla="*/ 246579 w 2023062"/>
              <a:gd name="csY7" fmla="*/ 1765580 h 2123302"/>
              <a:gd name="csX8" fmla="*/ 0 w 2023062"/>
              <a:gd name="csY8" fmla="*/ 306352 h 2123302"/>
              <a:gd name="csX0" fmla="*/ 0 w 2023062"/>
              <a:gd name="csY0" fmla="*/ 306352 h 2123302"/>
              <a:gd name="csX1" fmla="*/ 306352 w 2023062"/>
              <a:gd name="csY1" fmla="*/ 0 h 2123302"/>
              <a:gd name="csX2" fmla="*/ 1716710 w 2023062"/>
              <a:gd name="csY2" fmla="*/ 0 h 2123302"/>
              <a:gd name="csX3" fmla="*/ 2023062 w 2023062"/>
              <a:gd name="csY3" fmla="*/ 306352 h 2123302"/>
              <a:gd name="csX4" fmla="*/ 2023062 w 2023062"/>
              <a:gd name="csY4" fmla="*/ 1806676 h 2123302"/>
              <a:gd name="csX5" fmla="*/ 1716710 w 2023062"/>
              <a:gd name="csY5" fmla="*/ 2113028 h 2123302"/>
              <a:gd name="csX6" fmla="*/ 491287 w 2023062"/>
              <a:gd name="csY6" fmla="*/ 2123302 h 2123302"/>
              <a:gd name="csX7" fmla="*/ 246579 w 2023062"/>
              <a:gd name="csY7" fmla="*/ 1765580 h 2123302"/>
              <a:gd name="csX8" fmla="*/ 0 w 2023062"/>
              <a:gd name="csY8" fmla="*/ 306352 h 2123302"/>
              <a:gd name="csX0" fmla="*/ 0 w 2023062"/>
              <a:gd name="csY0" fmla="*/ 306352 h 2123302"/>
              <a:gd name="csX1" fmla="*/ 306352 w 2023062"/>
              <a:gd name="csY1" fmla="*/ 0 h 2123302"/>
              <a:gd name="csX2" fmla="*/ 1716710 w 2023062"/>
              <a:gd name="csY2" fmla="*/ 0 h 2123302"/>
              <a:gd name="csX3" fmla="*/ 2023062 w 2023062"/>
              <a:gd name="csY3" fmla="*/ 306352 h 2123302"/>
              <a:gd name="csX4" fmla="*/ 2023062 w 2023062"/>
              <a:gd name="csY4" fmla="*/ 1806676 h 2123302"/>
              <a:gd name="csX5" fmla="*/ 1716710 w 2023062"/>
              <a:gd name="csY5" fmla="*/ 2113028 h 2123302"/>
              <a:gd name="csX6" fmla="*/ 491287 w 2023062"/>
              <a:gd name="csY6" fmla="*/ 2123302 h 2123302"/>
              <a:gd name="csX7" fmla="*/ 246579 w 2023062"/>
              <a:gd name="csY7" fmla="*/ 1765580 h 2123302"/>
              <a:gd name="csX8" fmla="*/ 0 w 2023062"/>
              <a:gd name="csY8" fmla="*/ 306352 h 2123302"/>
              <a:gd name="csX0" fmla="*/ 0 w 2023062"/>
              <a:gd name="csY0" fmla="*/ 306352 h 2123302"/>
              <a:gd name="csX1" fmla="*/ 306352 w 2023062"/>
              <a:gd name="csY1" fmla="*/ 0 h 2123302"/>
              <a:gd name="csX2" fmla="*/ 1716710 w 2023062"/>
              <a:gd name="csY2" fmla="*/ 0 h 2123302"/>
              <a:gd name="csX3" fmla="*/ 2023062 w 2023062"/>
              <a:gd name="csY3" fmla="*/ 306352 h 2123302"/>
              <a:gd name="csX4" fmla="*/ 2023062 w 2023062"/>
              <a:gd name="csY4" fmla="*/ 1806676 h 2123302"/>
              <a:gd name="csX5" fmla="*/ 1716710 w 2023062"/>
              <a:gd name="csY5" fmla="*/ 2113028 h 2123302"/>
              <a:gd name="csX6" fmla="*/ 491287 w 2023062"/>
              <a:gd name="csY6" fmla="*/ 2123302 h 2123302"/>
              <a:gd name="csX7" fmla="*/ 246579 w 2023062"/>
              <a:gd name="csY7" fmla="*/ 1765580 h 2123302"/>
              <a:gd name="csX8" fmla="*/ 0 w 2023062"/>
              <a:gd name="csY8" fmla="*/ 306352 h 2123302"/>
              <a:gd name="csX0" fmla="*/ 0 w 2197723"/>
              <a:gd name="csY0" fmla="*/ 275530 h 2123302"/>
              <a:gd name="csX1" fmla="*/ 481013 w 2197723"/>
              <a:gd name="csY1" fmla="*/ 0 h 2123302"/>
              <a:gd name="csX2" fmla="*/ 1891371 w 2197723"/>
              <a:gd name="csY2" fmla="*/ 0 h 2123302"/>
              <a:gd name="csX3" fmla="*/ 2197723 w 2197723"/>
              <a:gd name="csY3" fmla="*/ 306352 h 2123302"/>
              <a:gd name="csX4" fmla="*/ 2197723 w 2197723"/>
              <a:gd name="csY4" fmla="*/ 1806676 h 2123302"/>
              <a:gd name="csX5" fmla="*/ 1891371 w 2197723"/>
              <a:gd name="csY5" fmla="*/ 2113028 h 2123302"/>
              <a:gd name="csX6" fmla="*/ 665948 w 2197723"/>
              <a:gd name="csY6" fmla="*/ 2123302 h 2123302"/>
              <a:gd name="csX7" fmla="*/ 421240 w 2197723"/>
              <a:gd name="csY7" fmla="*/ 1765580 h 2123302"/>
              <a:gd name="csX8" fmla="*/ 0 w 2197723"/>
              <a:gd name="csY8" fmla="*/ 275530 h 2123302"/>
              <a:gd name="csX0" fmla="*/ 0 w 2197723"/>
              <a:gd name="csY0" fmla="*/ 275530 h 2123302"/>
              <a:gd name="csX1" fmla="*/ 481013 w 2197723"/>
              <a:gd name="csY1" fmla="*/ 0 h 2123302"/>
              <a:gd name="csX2" fmla="*/ 1891371 w 2197723"/>
              <a:gd name="csY2" fmla="*/ 0 h 2123302"/>
              <a:gd name="csX3" fmla="*/ 2197723 w 2197723"/>
              <a:gd name="csY3" fmla="*/ 306352 h 2123302"/>
              <a:gd name="csX4" fmla="*/ 2197723 w 2197723"/>
              <a:gd name="csY4" fmla="*/ 1806676 h 2123302"/>
              <a:gd name="csX5" fmla="*/ 1891371 w 2197723"/>
              <a:gd name="csY5" fmla="*/ 2113028 h 2123302"/>
              <a:gd name="csX6" fmla="*/ 665948 w 2197723"/>
              <a:gd name="csY6" fmla="*/ 2123302 h 2123302"/>
              <a:gd name="csX7" fmla="*/ 267128 w 2197723"/>
              <a:gd name="csY7" fmla="*/ 1693661 h 2123302"/>
              <a:gd name="csX8" fmla="*/ 0 w 2197723"/>
              <a:gd name="csY8" fmla="*/ 275530 h 2123302"/>
              <a:gd name="csX0" fmla="*/ 0 w 2197723"/>
              <a:gd name="csY0" fmla="*/ 275530 h 2123302"/>
              <a:gd name="csX1" fmla="*/ 481013 w 2197723"/>
              <a:gd name="csY1" fmla="*/ 0 h 2123302"/>
              <a:gd name="csX2" fmla="*/ 1891371 w 2197723"/>
              <a:gd name="csY2" fmla="*/ 0 h 2123302"/>
              <a:gd name="csX3" fmla="*/ 2197723 w 2197723"/>
              <a:gd name="csY3" fmla="*/ 306352 h 2123302"/>
              <a:gd name="csX4" fmla="*/ 2197723 w 2197723"/>
              <a:gd name="csY4" fmla="*/ 1806676 h 2123302"/>
              <a:gd name="csX5" fmla="*/ 1891371 w 2197723"/>
              <a:gd name="csY5" fmla="*/ 2113028 h 2123302"/>
              <a:gd name="csX6" fmla="*/ 665948 w 2197723"/>
              <a:gd name="csY6" fmla="*/ 2123302 h 2123302"/>
              <a:gd name="csX7" fmla="*/ 297951 w 2197723"/>
              <a:gd name="csY7" fmla="*/ 1693661 h 2123302"/>
              <a:gd name="csX8" fmla="*/ 0 w 2197723"/>
              <a:gd name="csY8" fmla="*/ 275530 h 2123302"/>
              <a:gd name="csX0" fmla="*/ 0 w 2197723"/>
              <a:gd name="csY0" fmla="*/ 275530 h 2123302"/>
              <a:gd name="csX1" fmla="*/ 481013 w 2197723"/>
              <a:gd name="csY1" fmla="*/ 0 h 2123302"/>
              <a:gd name="csX2" fmla="*/ 1891371 w 2197723"/>
              <a:gd name="csY2" fmla="*/ 0 h 2123302"/>
              <a:gd name="csX3" fmla="*/ 2197723 w 2197723"/>
              <a:gd name="csY3" fmla="*/ 306352 h 2123302"/>
              <a:gd name="csX4" fmla="*/ 2197723 w 2197723"/>
              <a:gd name="csY4" fmla="*/ 1806676 h 2123302"/>
              <a:gd name="csX5" fmla="*/ 1891371 w 2197723"/>
              <a:gd name="csY5" fmla="*/ 2113028 h 2123302"/>
              <a:gd name="csX6" fmla="*/ 665948 w 2197723"/>
              <a:gd name="csY6" fmla="*/ 2123302 h 2123302"/>
              <a:gd name="csX7" fmla="*/ 297951 w 2197723"/>
              <a:gd name="csY7" fmla="*/ 1693661 h 2123302"/>
              <a:gd name="csX8" fmla="*/ 0 w 2197723"/>
              <a:gd name="csY8" fmla="*/ 275530 h 2123302"/>
              <a:gd name="csX0" fmla="*/ 0 w 2197723"/>
              <a:gd name="csY0" fmla="*/ 275530 h 2123302"/>
              <a:gd name="csX1" fmla="*/ 481013 w 2197723"/>
              <a:gd name="csY1" fmla="*/ 0 h 2123302"/>
              <a:gd name="csX2" fmla="*/ 1891371 w 2197723"/>
              <a:gd name="csY2" fmla="*/ 0 h 2123302"/>
              <a:gd name="csX3" fmla="*/ 2197723 w 2197723"/>
              <a:gd name="csY3" fmla="*/ 306352 h 2123302"/>
              <a:gd name="csX4" fmla="*/ 2197723 w 2197723"/>
              <a:gd name="csY4" fmla="*/ 1806676 h 2123302"/>
              <a:gd name="csX5" fmla="*/ 1891371 w 2197723"/>
              <a:gd name="csY5" fmla="*/ 2113028 h 2123302"/>
              <a:gd name="csX6" fmla="*/ 665948 w 2197723"/>
              <a:gd name="csY6" fmla="*/ 2123302 h 2123302"/>
              <a:gd name="csX7" fmla="*/ 297951 w 2197723"/>
              <a:gd name="csY7" fmla="*/ 1693661 h 2123302"/>
              <a:gd name="csX8" fmla="*/ 0 w 2197723"/>
              <a:gd name="csY8" fmla="*/ 275530 h 2123302"/>
              <a:gd name="csX0" fmla="*/ 0 w 2197723"/>
              <a:gd name="csY0" fmla="*/ 275530 h 2123302"/>
              <a:gd name="csX1" fmla="*/ 481013 w 2197723"/>
              <a:gd name="csY1" fmla="*/ 0 h 2123302"/>
              <a:gd name="csX2" fmla="*/ 1675613 w 2197723"/>
              <a:gd name="csY2" fmla="*/ 0 h 2123302"/>
              <a:gd name="csX3" fmla="*/ 2197723 w 2197723"/>
              <a:gd name="csY3" fmla="*/ 306352 h 2123302"/>
              <a:gd name="csX4" fmla="*/ 2197723 w 2197723"/>
              <a:gd name="csY4" fmla="*/ 1806676 h 2123302"/>
              <a:gd name="csX5" fmla="*/ 1891371 w 2197723"/>
              <a:gd name="csY5" fmla="*/ 2113028 h 2123302"/>
              <a:gd name="csX6" fmla="*/ 665948 w 2197723"/>
              <a:gd name="csY6" fmla="*/ 2123302 h 2123302"/>
              <a:gd name="csX7" fmla="*/ 297951 w 2197723"/>
              <a:gd name="csY7" fmla="*/ 1693661 h 2123302"/>
              <a:gd name="csX8" fmla="*/ 0 w 2197723"/>
              <a:gd name="csY8" fmla="*/ 275530 h 2123302"/>
              <a:gd name="csX0" fmla="*/ 0 w 2197723"/>
              <a:gd name="csY0" fmla="*/ 275530 h 2123302"/>
              <a:gd name="csX1" fmla="*/ 481013 w 2197723"/>
              <a:gd name="csY1" fmla="*/ 0 h 2123302"/>
              <a:gd name="csX2" fmla="*/ 1675613 w 2197723"/>
              <a:gd name="csY2" fmla="*/ 0 h 2123302"/>
              <a:gd name="csX3" fmla="*/ 2053885 w 2197723"/>
              <a:gd name="csY3" fmla="*/ 265256 h 2123302"/>
              <a:gd name="csX4" fmla="*/ 2197723 w 2197723"/>
              <a:gd name="csY4" fmla="*/ 1806676 h 2123302"/>
              <a:gd name="csX5" fmla="*/ 1891371 w 2197723"/>
              <a:gd name="csY5" fmla="*/ 2113028 h 2123302"/>
              <a:gd name="csX6" fmla="*/ 665948 w 2197723"/>
              <a:gd name="csY6" fmla="*/ 2123302 h 2123302"/>
              <a:gd name="csX7" fmla="*/ 297951 w 2197723"/>
              <a:gd name="csY7" fmla="*/ 1693661 h 2123302"/>
              <a:gd name="csX8" fmla="*/ 0 w 2197723"/>
              <a:gd name="csY8" fmla="*/ 275530 h 2123302"/>
              <a:gd name="csX0" fmla="*/ 0 w 2269642"/>
              <a:gd name="csY0" fmla="*/ 275530 h 2123302"/>
              <a:gd name="csX1" fmla="*/ 481013 w 2269642"/>
              <a:gd name="csY1" fmla="*/ 0 h 2123302"/>
              <a:gd name="csX2" fmla="*/ 1675613 w 2269642"/>
              <a:gd name="csY2" fmla="*/ 0 h 2123302"/>
              <a:gd name="csX3" fmla="*/ 2053885 w 2269642"/>
              <a:gd name="csY3" fmla="*/ 265256 h 2123302"/>
              <a:gd name="csX4" fmla="*/ 2269642 w 2269642"/>
              <a:gd name="csY4" fmla="*/ 1560097 h 2123302"/>
              <a:gd name="csX5" fmla="*/ 1891371 w 2269642"/>
              <a:gd name="csY5" fmla="*/ 2113028 h 2123302"/>
              <a:gd name="csX6" fmla="*/ 665948 w 2269642"/>
              <a:gd name="csY6" fmla="*/ 2123302 h 2123302"/>
              <a:gd name="csX7" fmla="*/ 297951 w 2269642"/>
              <a:gd name="csY7" fmla="*/ 1693661 h 2123302"/>
              <a:gd name="csX8" fmla="*/ 0 w 2269642"/>
              <a:gd name="csY8" fmla="*/ 275530 h 2123302"/>
              <a:gd name="csX0" fmla="*/ 0 w 2269642"/>
              <a:gd name="csY0" fmla="*/ 275530 h 2123302"/>
              <a:gd name="csX1" fmla="*/ 481013 w 2269642"/>
              <a:gd name="csY1" fmla="*/ 0 h 2123302"/>
              <a:gd name="csX2" fmla="*/ 1675613 w 2269642"/>
              <a:gd name="csY2" fmla="*/ 0 h 2123302"/>
              <a:gd name="csX3" fmla="*/ 2053885 w 2269642"/>
              <a:gd name="csY3" fmla="*/ 265256 h 2123302"/>
              <a:gd name="csX4" fmla="*/ 2269642 w 2269642"/>
              <a:gd name="csY4" fmla="*/ 1560097 h 2123302"/>
              <a:gd name="csX5" fmla="*/ 1932468 w 2269642"/>
              <a:gd name="csY5" fmla="*/ 2082205 h 2123302"/>
              <a:gd name="csX6" fmla="*/ 665948 w 2269642"/>
              <a:gd name="csY6" fmla="*/ 2123302 h 2123302"/>
              <a:gd name="csX7" fmla="*/ 297951 w 2269642"/>
              <a:gd name="csY7" fmla="*/ 1693661 h 2123302"/>
              <a:gd name="csX8" fmla="*/ 0 w 2269642"/>
              <a:gd name="csY8" fmla="*/ 275530 h 2123302"/>
              <a:gd name="csX0" fmla="*/ 0 w 2269642"/>
              <a:gd name="csY0" fmla="*/ 275530 h 2123302"/>
              <a:gd name="csX1" fmla="*/ 481013 w 2269642"/>
              <a:gd name="csY1" fmla="*/ 0 h 2123302"/>
              <a:gd name="csX2" fmla="*/ 1675613 w 2269642"/>
              <a:gd name="csY2" fmla="*/ 0 h 2123302"/>
              <a:gd name="csX3" fmla="*/ 2053885 w 2269642"/>
              <a:gd name="csY3" fmla="*/ 265256 h 2123302"/>
              <a:gd name="csX4" fmla="*/ 2269642 w 2269642"/>
              <a:gd name="csY4" fmla="*/ 1560097 h 2123302"/>
              <a:gd name="csX5" fmla="*/ 1932468 w 2269642"/>
              <a:gd name="csY5" fmla="*/ 2082205 h 2123302"/>
              <a:gd name="csX6" fmla="*/ 665948 w 2269642"/>
              <a:gd name="csY6" fmla="*/ 2123302 h 2123302"/>
              <a:gd name="csX7" fmla="*/ 297951 w 2269642"/>
              <a:gd name="csY7" fmla="*/ 1693661 h 2123302"/>
              <a:gd name="csX8" fmla="*/ 0 w 2269642"/>
              <a:gd name="csY8" fmla="*/ 275530 h 2123302"/>
              <a:gd name="csX0" fmla="*/ 0 w 2274635"/>
              <a:gd name="csY0" fmla="*/ 275530 h 2123302"/>
              <a:gd name="csX1" fmla="*/ 481013 w 2274635"/>
              <a:gd name="csY1" fmla="*/ 0 h 2123302"/>
              <a:gd name="csX2" fmla="*/ 1675613 w 2274635"/>
              <a:gd name="csY2" fmla="*/ 0 h 2123302"/>
              <a:gd name="csX3" fmla="*/ 2053885 w 2274635"/>
              <a:gd name="csY3" fmla="*/ 265256 h 2123302"/>
              <a:gd name="csX4" fmla="*/ 2269642 w 2274635"/>
              <a:gd name="csY4" fmla="*/ 1560097 h 2123302"/>
              <a:gd name="csX5" fmla="*/ 2117403 w 2274635"/>
              <a:gd name="csY5" fmla="*/ 2082205 h 2123302"/>
              <a:gd name="csX6" fmla="*/ 665948 w 2274635"/>
              <a:gd name="csY6" fmla="*/ 2123302 h 2123302"/>
              <a:gd name="csX7" fmla="*/ 297951 w 2274635"/>
              <a:gd name="csY7" fmla="*/ 1693661 h 2123302"/>
              <a:gd name="csX8" fmla="*/ 0 w 2274635"/>
              <a:gd name="csY8" fmla="*/ 275530 h 2123302"/>
              <a:gd name="csX0" fmla="*/ 0 w 2282705"/>
              <a:gd name="csY0" fmla="*/ 275530 h 2123302"/>
              <a:gd name="csX1" fmla="*/ 481013 w 2282705"/>
              <a:gd name="csY1" fmla="*/ 0 h 2123302"/>
              <a:gd name="csX2" fmla="*/ 1675613 w 2282705"/>
              <a:gd name="csY2" fmla="*/ 0 h 2123302"/>
              <a:gd name="csX3" fmla="*/ 2053885 w 2282705"/>
              <a:gd name="csY3" fmla="*/ 265256 h 2123302"/>
              <a:gd name="csX4" fmla="*/ 2279916 w 2282705"/>
              <a:gd name="csY4" fmla="*/ 1416259 h 2123302"/>
              <a:gd name="csX5" fmla="*/ 2117403 w 2282705"/>
              <a:gd name="csY5" fmla="*/ 2082205 h 2123302"/>
              <a:gd name="csX6" fmla="*/ 665948 w 2282705"/>
              <a:gd name="csY6" fmla="*/ 2123302 h 2123302"/>
              <a:gd name="csX7" fmla="*/ 297951 w 2282705"/>
              <a:gd name="csY7" fmla="*/ 1693661 h 2123302"/>
              <a:gd name="csX8" fmla="*/ 0 w 2282705"/>
              <a:gd name="csY8" fmla="*/ 275530 h 2123302"/>
              <a:gd name="csX0" fmla="*/ 0 w 2279916"/>
              <a:gd name="csY0" fmla="*/ 275530 h 2123302"/>
              <a:gd name="csX1" fmla="*/ 481013 w 2279916"/>
              <a:gd name="csY1" fmla="*/ 0 h 2123302"/>
              <a:gd name="csX2" fmla="*/ 1675613 w 2279916"/>
              <a:gd name="csY2" fmla="*/ 0 h 2123302"/>
              <a:gd name="csX3" fmla="*/ 2053885 w 2279916"/>
              <a:gd name="csY3" fmla="*/ 265256 h 2123302"/>
              <a:gd name="csX4" fmla="*/ 2279916 w 2279916"/>
              <a:gd name="csY4" fmla="*/ 1416259 h 2123302"/>
              <a:gd name="csX5" fmla="*/ 2035210 w 2279916"/>
              <a:gd name="csY5" fmla="*/ 2020560 h 2123302"/>
              <a:gd name="csX6" fmla="*/ 665948 w 2279916"/>
              <a:gd name="csY6" fmla="*/ 2123302 h 2123302"/>
              <a:gd name="csX7" fmla="*/ 297951 w 2279916"/>
              <a:gd name="csY7" fmla="*/ 1693661 h 2123302"/>
              <a:gd name="csX8" fmla="*/ 0 w 2279916"/>
              <a:gd name="csY8" fmla="*/ 275530 h 2123302"/>
              <a:gd name="csX0" fmla="*/ 0 w 2279916"/>
              <a:gd name="csY0" fmla="*/ 275530 h 2123302"/>
              <a:gd name="csX1" fmla="*/ 481013 w 2279916"/>
              <a:gd name="csY1" fmla="*/ 0 h 2123302"/>
              <a:gd name="csX2" fmla="*/ 1675613 w 2279916"/>
              <a:gd name="csY2" fmla="*/ 0 h 2123302"/>
              <a:gd name="csX3" fmla="*/ 2053885 w 2279916"/>
              <a:gd name="csY3" fmla="*/ 265256 h 2123302"/>
              <a:gd name="csX4" fmla="*/ 2279916 w 2279916"/>
              <a:gd name="csY4" fmla="*/ 1416259 h 2123302"/>
              <a:gd name="csX5" fmla="*/ 2035210 w 2279916"/>
              <a:gd name="csY5" fmla="*/ 2071931 h 2123302"/>
              <a:gd name="csX6" fmla="*/ 665948 w 2279916"/>
              <a:gd name="csY6" fmla="*/ 2123302 h 2123302"/>
              <a:gd name="csX7" fmla="*/ 297951 w 2279916"/>
              <a:gd name="csY7" fmla="*/ 1693661 h 2123302"/>
              <a:gd name="csX8" fmla="*/ 0 w 2279916"/>
              <a:gd name="csY8" fmla="*/ 275530 h 2123302"/>
              <a:gd name="csX0" fmla="*/ 0 w 2279916"/>
              <a:gd name="csY0" fmla="*/ 275530 h 2123302"/>
              <a:gd name="csX1" fmla="*/ 481013 w 2279916"/>
              <a:gd name="csY1" fmla="*/ 0 h 2123302"/>
              <a:gd name="csX2" fmla="*/ 1675613 w 2279916"/>
              <a:gd name="csY2" fmla="*/ 0 h 2123302"/>
              <a:gd name="csX3" fmla="*/ 2053885 w 2279916"/>
              <a:gd name="csY3" fmla="*/ 265256 h 2123302"/>
              <a:gd name="csX4" fmla="*/ 2279916 w 2279916"/>
              <a:gd name="csY4" fmla="*/ 1416259 h 2123302"/>
              <a:gd name="csX5" fmla="*/ 2035210 w 2279916"/>
              <a:gd name="csY5" fmla="*/ 2071931 h 2123302"/>
              <a:gd name="csX6" fmla="*/ 665948 w 2279916"/>
              <a:gd name="csY6" fmla="*/ 2123302 h 2123302"/>
              <a:gd name="csX7" fmla="*/ 297951 w 2279916"/>
              <a:gd name="csY7" fmla="*/ 1693661 h 2123302"/>
              <a:gd name="csX8" fmla="*/ 0 w 2279916"/>
              <a:gd name="csY8" fmla="*/ 275530 h 2123302"/>
              <a:gd name="csX0" fmla="*/ 0 w 2279916"/>
              <a:gd name="csY0" fmla="*/ 275530 h 2123302"/>
              <a:gd name="csX1" fmla="*/ 481013 w 2279916"/>
              <a:gd name="csY1" fmla="*/ 0 h 2123302"/>
              <a:gd name="csX2" fmla="*/ 1675613 w 2279916"/>
              <a:gd name="csY2" fmla="*/ 0 h 2123302"/>
              <a:gd name="csX3" fmla="*/ 2053885 w 2279916"/>
              <a:gd name="csY3" fmla="*/ 265256 h 2123302"/>
              <a:gd name="csX4" fmla="*/ 2279916 w 2279916"/>
              <a:gd name="csY4" fmla="*/ 1416259 h 2123302"/>
              <a:gd name="csX5" fmla="*/ 2035210 w 2279916"/>
              <a:gd name="csY5" fmla="*/ 2071931 h 2123302"/>
              <a:gd name="csX6" fmla="*/ 665948 w 2279916"/>
              <a:gd name="csY6" fmla="*/ 2123302 h 2123302"/>
              <a:gd name="csX7" fmla="*/ 339048 w 2279916"/>
              <a:gd name="csY7" fmla="*/ 1693661 h 2123302"/>
              <a:gd name="csX8" fmla="*/ 0 w 2279916"/>
              <a:gd name="csY8" fmla="*/ 275530 h 2123302"/>
              <a:gd name="csX0" fmla="*/ 0 w 2279916"/>
              <a:gd name="csY0" fmla="*/ 275530 h 2123302"/>
              <a:gd name="csX1" fmla="*/ 481013 w 2279916"/>
              <a:gd name="csY1" fmla="*/ 0 h 2123302"/>
              <a:gd name="csX2" fmla="*/ 1675613 w 2279916"/>
              <a:gd name="csY2" fmla="*/ 0 h 2123302"/>
              <a:gd name="csX3" fmla="*/ 2053885 w 2279916"/>
              <a:gd name="csY3" fmla="*/ 265256 h 2123302"/>
              <a:gd name="csX4" fmla="*/ 2279916 w 2279916"/>
              <a:gd name="csY4" fmla="*/ 1416259 h 2123302"/>
              <a:gd name="csX5" fmla="*/ 2035210 w 2279916"/>
              <a:gd name="csY5" fmla="*/ 2071931 h 2123302"/>
              <a:gd name="csX6" fmla="*/ 665948 w 2279916"/>
              <a:gd name="csY6" fmla="*/ 2123302 h 2123302"/>
              <a:gd name="csX7" fmla="*/ 339048 w 2279916"/>
              <a:gd name="csY7" fmla="*/ 1693661 h 2123302"/>
              <a:gd name="csX8" fmla="*/ 0 w 2279916"/>
              <a:gd name="csY8" fmla="*/ 275530 h 2123302"/>
              <a:gd name="csX0" fmla="*/ 0 w 2279916"/>
              <a:gd name="csY0" fmla="*/ 275530 h 2123302"/>
              <a:gd name="csX1" fmla="*/ 481013 w 2279916"/>
              <a:gd name="csY1" fmla="*/ 0 h 2123302"/>
              <a:gd name="csX2" fmla="*/ 1675613 w 2279916"/>
              <a:gd name="csY2" fmla="*/ 0 h 2123302"/>
              <a:gd name="csX3" fmla="*/ 2053885 w 2279916"/>
              <a:gd name="csY3" fmla="*/ 265256 h 2123302"/>
              <a:gd name="csX4" fmla="*/ 2279916 w 2279916"/>
              <a:gd name="csY4" fmla="*/ 1416259 h 2123302"/>
              <a:gd name="csX5" fmla="*/ 2035210 w 2279916"/>
              <a:gd name="csY5" fmla="*/ 2071931 h 2123302"/>
              <a:gd name="csX6" fmla="*/ 665948 w 2279916"/>
              <a:gd name="csY6" fmla="*/ 2123302 h 2123302"/>
              <a:gd name="csX7" fmla="*/ 256855 w 2279916"/>
              <a:gd name="csY7" fmla="*/ 1868322 h 2123302"/>
              <a:gd name="csX8" fmla="*/ 0 w 2279916"/>
              <a:gd name="csY8" fmla="*/ 275530 h 2123302"/>
              <a:gd name="csX0" fmla="*/ 0 w 2331287"/>
              <a:gd name="csY0" fmla="*/ 275530 h 2123302"/>
              <a:gd name="csX1" fmla="*/ 481013 w 2331287"/>
              <a:gd name="csY1" fmla="*/ 0 h 2123302"/>
              <a:gd name="csX2" fmla="*/ 1675613 w 2331287"/>
              <a:gd name="csY2" fmla="*/ 0 h 2123302"/>
              <a:gd name="csX3" fmla="*/ 2053885 w 2331287"/>
              <a:gd name="csY3" fmla="*/ 265256 h 2123302"/>
              <a:gd name="csX4" fmla="*/ 2331287 w 2331287"/>
              <a:gd name="csY4" fmla="*/ 1601194 h 2123302"/>
              <a:gd name="csX5" fmla="*/ 2035210 w 2331287"/>
              <a:gd name="csY5" fmla="*/ 2071931 h 2123302"/>
              <a:gd name="csX6" fmla="*/ 665948 w 2331287"/>
              <a:gd name="csY6" fmla="*/ 2123302 h 2123302"/>
              <a:gd name="csX7" fmla="*/ 256855 w 2331287"/>
              <a:gd name="csY7" fmla="*/ 1868322 h 2123302"/>
              <a:gd name="csX8" fmla="*/ 0 w 2331287"/>
              <a:gd name="csY8" fmla="*/ 275530 h 2123302"/>
              <a:gd name="csX0" fmla="*/ 0 w 2331287"/>
              <a:gd name="csY0" fmla="*/ 275530 h 2123302"/>
              <a:gd name="csX1" fmla="*/ 481013 w 2331287"/>
              <a:gd name="csY1" fmla="*/ 0 h 2123302"/>
              <a:gd name="csX2" fmla="*/ 1675613 w 2331287"/>
              <a:gd name="csY2" fmla="*/ 0 h 2123302"/>
              <a:gd name="csX3" fmla="*/ 2053885 w 2331287"/>
              <a:gd name="csY3" fmla="*/ 265256 h 2123302"/>
              <a:gd name="csX4" fmla="*/ 2331287 w 2331287"/>
              <a:gd name="csY4" fmla="*/ 1601194 h 2123302"/>
              <a:gd name="csX5" fmla="*/ 1860549 w 2331287"/>
              <a:gd name="csY5" fmla="*/ 2123302 h 2123302"/>
              <a:gd name="csX6" fmla="*/ 665948 w 2331287"/>
              <a:gd name="csY6" fmla="*/ 2123302 h 2123302"/>
              <a:gd name="csX7" fmla="*/ 256855 w 2331287"/>
              <a:gd name="csY7" fmla="*/ 1868322 h 2123302"/>
              <a:gd name="csX8" fmla="*/ 0 w 2331287"/>
              <a:gd name="csY8" fmla="*/ 275530 h 2123302"/>
              <a:gd name="csX0" fmla="*/ 0 w 2331287"/>
              <a:gd name="csY0" fmla="*/ 275530 h 2123302"/>
              <a:gd name="csX1" fmla="*/ 481013 w 2331287"/>
              <a:gd name="csY1" fmla="*/ 0 h 2123302"/>
              <a:gd name="csX2" fmla="*/ 1675613 w 2331287"/>
              <a:gd name="csY2" fmla="*/ 0 h 2123302"/>
              <a:gd name="csX3" fmla="*/ 2053885 w 2331287"/>
              <a:gd name="csY3" fmla="*/ 265256 h 2123302"/>
              <a:gd name="csX4" fmla="*/ 2331287 w 2331287"/>
              <a:gd name="csY4" fmla="*/ 1601194 h 2123302"/>
              <a:gd name="csX5" fmla="*/ 1860549 w 2331287"/>
              <a:gd name="csY5" fmla="*/ 2123302 h 2123302"/>
              <a:gd name="csX6" fmla="*/ 665948 w 2331287"/>
              <a:gd name="csY6" fmla="*/ 2123302 h 2123302"/>
              <a:gd name="csX7" fmla="*/ 256855 w 2331287"/>
              <a:gd name="csY7" fmla="*/ 1868322 h 2123302"/>
              <a:gd name="csX8" fmla="*/ 0 w 2331287"/>
              <a:gd name="csY8" fmla="*/ 275530 h 2123302"/>
              <a:gd name="csX0" fmla="*/ 0 w 2331287"/>
              <a:gd name="csY0" fmla="*/ 275530 h 2123302"/>
              <a:gd name="csX1" fmla="*/ 481013 w 2331287"/>
              <a:gd name="csY1" fmla="*/ 0 h 2123302"/>
              <a:gd name="csX2" fmla="*/ 1675613 w 2331287"/>
              <a:gd name="csY2" fmla="*/ 0 h 2123302"/>
              <a:gd name="csX3" fmla="*/ 2053885 w 2331287"/>
              <a:gd name="csY3" fmla="*/ 265256 h 2123302"/>
              <a:gd name="csX4" fmla="*/ 2331287 w 2331287"/>
              <a:gd name="csY4" fmla="*/ 1601194 h 2123302"/>
              <a:gd name="csX5" fmla="*/ 1860549 w 2331287"/>
              <a:gd name="csY5" fmla="*/ 2123302 h 2123302"/>
              <a:gd name="csX6" fmla="*/ 665948 w 2331287"/>
              <a:gd name="csY6" fmla="*/ 2123302 h 2123302"/>
              <a:gd name="csX7" fmla="*/ 256855 w 2331287"/>
              <a:gd name="csY7" fmla="*/ 1868322 h 2123302"/>
              <a:gd name="csX8" fmla="*/ 0 w 2331287"/>
              <a:gd name="csY8" fmla="*/ 275530 h 2123302"/>
              <a:gd name="csX0" fmla="*/ 0 w 2331287"/>
              <a:gd name="csY0" fmla="*/ 275530 h 2123302"/>
              <a:gd name="csX1" fmla="*/ 481013 w 2331287"/>
              <a:gd name="csY1" fmla="*/ 0 h 2123302"/>
              <a:gd name="csX2" fmla="*/ 1675613 w 2331287"/>
              <a:gd name="csY2" fmla="*/ 0 h 2123302"/>
              <a:gd name="csX3" fmla="*/ 2053885 w 2331287"/>
              <a:gd name="csY3" fmla="*/ 265256 h 2123302"/>
              <a:gd name="csX4" fmla="*/ 2331287 w 2331287"/>
              <a:gd name="csY4" fmla="*/ 1601194 h 2123302"/>
              <a:gd name="csX5" fmla="*/ 1778355 w 2331287"/>
              <a:gd name="csY5" fmla="*/ 2102754 h 2123302"/>
              <a:gd name="csX6" fmla="*/ 665948 w 2331287"/>
              <a:gd name="csY6" fmla="*/ 2123302 h 2123302"/>
              <a:gd name="csX7" fmla="*/ 256855 w 2331287"/>
              <a:gd name="csY7" fmla="*/ 1868322 h 2123302"/>
              <a:gd name="csX8" fmla="*/ 0 w 2331287"/>
              <a:gd name="csY8" fmla="*/ 275530 h 2123302"/>
              <a:gd name="csX0" fmla="*/ 0 w 2331287"/>
              <a:gd name="csY0" fmla="*/ 275530 h 2124946"/>
              <a:gd name="csX1" fmla="*/ 481013 w 2331287"/>
              <a:gd name="csY1" fmla="*/ 0 h 2124946"/>
              <a:gd name="csX2" fmla="*/ 1675613 w 2331287"/>
              <a:gd name="csY2" fmla="*/ 0 h 2124946"/>
              <a:gd name="csX3" fmla="*/ 2053885 w 2331287"/>
              <a:gd name="csY3" fmla="*/ 265256 h 2124946"/>
              <a:gd name="csX4" fmla="*/ 2331287 w 2331287"/>
              <a:gd name="csY4" fmla="*/ 1601194 h 2124946"/>
              <a:gd name="csX5" fmla="*/ 1778355 w 2331287"/>
              <a:gd name="csY5" fmla="*/ 2102754 h 2124946"/>
              <a:gd name="csX6" fmla="*/ 665948 w 2331287"/>
              <a:gd name="csY6" fmla="*/ 2123302 h 2124946"/>
              <a:gd name="csX7" fmla="*/ 256855 w 2331287"/>
              <a:gd name="csY7" fmla="*/ 1868322 h 2124946"/>
              <a:gd name="csX8" fmla="*/ 0 w 2331287"/>
              <a:gd name="csY8" fmla="*/ 275530 h 2124946"/>
              <a:gd name="csX0" fmla="*/ 0 w 2331287"/>
              <a:gd name="csY0" fmla="*/ 275530 h 2124946"/>
              <a:gd name="csX1" fmla="*/ 481013 w 2331287"/>
              <a:gd name="csY1" fmla="*/ 0 h 2124946"/>
              <a:gd name="csX2" fmla="*/ 1675613 w 2331287"/>
              <a:gd name="csY2" fmla="*/ 0 h 2124946"/>
              <a:gd name="csX3" fmla="*/ 2053885 w 2331287"/>
              <a:gd name="csY3" fmla="*/ 265256 h 2124946"/>
              <a:gd name="csX4" fmla="*/ 2331287 w 2331287"/>
              <a:gd name="csY4" fmla="*/ 1601194 h 2124946"/>
              <a:gd name="csX5" fmla="*/ 1778355 w 2331287"/>
              <a:gd name="csY5" fmla="*/ 2102754 h 2124946"/>
              <a:gd name="csX6" fmla="*/ 665948 w 2331287"/>
              <a:gd name="csY6" fmla="*/ 2123302 h 2124946"/>
              <a:gd name="csX7" fmla="*/ 256855 w 2331287"/>
              <a:gd name="csY7" fmla="*/ 1868322 h 2124946"/>
              <a:gd name="csX8" fmla="*/ 0 w 2331287"/>
              <a:gd name="csY8" fmla="*/ 275530 h 2124946"/>
              <a:gd name="csX0" fmla="*/ 0 w 2331287"/>
              <a:gd name="csY0" fmla="*/ 275530 h 2136721"/>
              <a:gd name="csX1" fmla="*/ 481013 w 2331287"/>
              <a:gd name="csY1" fmla="*/ 0 h 2136721"/>
              <a:gd name="csX2" fmla="*/ 1675613 w 2331287"/>
              <a:gd name="csY2" fmla="*/ 0 h 2136721"/>
              <a:gd name="csX3" fmla="*/ 2053885 w 2331287"/>
              <a:gd name="csY3" fmla="*/ 265256 h 2136721"/>
              <a:gd name="csX4" fmla="*/ 2331287 w 2331287"/>
              <a:gd name="csY4" fmla="*/ 1601194 h 2136721"/>
              <a:gd name="csX5" fmla="*/ 1778355 w 2331287"/>
              <a:gd name="csY5" fmla="*/ 2102754 h 2136721"/>
              <a:gd name="csX6" fmla="*/ 665948 w 2331287"/>
              <a:gd name="csY6" fmla="*/ 2123302 h 2136721"/>
              <a:gd name="csX7" fmla="*/ 256855 w 2331287"/>
              <a:gd name="csY7" fmla="*/ 1868322 h 2136721"/>
              <a:gd name="csX8" fmla="*/ 0 w 2331287"/>
              <a:gd name="csY8" fmla="*/ 275530 h 2136721"/>
              <a:gd name="csX0" fmla="*/ 0 w 2331287"/>
              <a:gd name="csY0" fmla="*/ 275530 h 2154766"/>
              <a:gd name="csX1" fmla="*/ 481013 w 2331287"/>
              <a:gd name="csY1" fmla="*/ 0 h 2154766"/>
              <a:gd name="csX2" fmla="*/ 1675613 w 2331287"/>
              <a:gd name="csY2" fmla="*/ 0 h 2154766"/>
              <a:gd name="csX3" fmla="*/ 2053885 w 2331287"/>
              <a:gd name="csY3" fmla="*/ 265256 h 2154766"/>
              <a:gd name="csX4" fmla="*/ 2331287 w 2331287"/>
              <a:gd name="csY4" fmla="*/ 1601194 h 2154766"/>
              <a:gd name="csX5" fmla="*/ 1778355 w 2331287"/>
              <a:gd name="csY5" fmla="*/ 2102754 h 2154766"/>
              <a:gd name="csX6" fmla="*/ 748141 w 2331287"/>
              <a:gd name="csY6" fmla="*/ 2154124 h 2154766"/>
              <a:gd name="csX7" fmla="*/ 256855 w 2331287"/>
              <a:gd name="csY7" fmla="*/ 1868322 h 2154766"/>
              <a:gd name="csX8" fmla="*/ 0 w 2331287"/>
              <a:gd name="csY8" fmla="*/ 275530 h 2154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331287" h="2154766">
                <a:moveTo>
                  <a:pt x="0" y="275530"/>
                </a:moveTo>
                <a:cubicBezTo>
                  <a:pt x="0" y="106336"/>
                  <a:pt x="311819" y="0"/>
                  <a:pt x="481013" y="0"/>
                </a:cubicBezTo>
                <a:lnTo>
                  <a:pt x="1675613" y="0"/>
                </a:lnTo>
                <a:cubicBezTo>
                  <a:pt x="1844807" y="0"/>
                  <a:pt x="2053885" y="96062"/>
                  <a:pt x="2053885" y="265256"/>
                </a:cubicBezTo>
                <a:lnTo>
                  <a:pt x="2331287" y="1601194"/>
                </a:lnTo>
                <a:cubicBezTo>
                  <a:pt x="2331287" y="1770388"/>
                  <a:pt x="2029741" y="2010286"/>
                  <a:pt x="1778355" y="2102754"/>
                </a:cubicBezTo>
                <a:cubicBezTo>
                  <a:pt x="1246591" y="2164400"/>
                  <a:pt x="1146341" y="2154124"/>
                  <a:pt x="748141" y="2154124"/>
                </a:cubicBezTo>
                <a:cubicBezTo>
                  <a:pt x="578947" y="2154124"/>
                  <a:pt x="349322" y="2027242"/>
                  <a:pt x="256855" y="1868322"/>
                </a:cubicBezTo>
                <a:cubicBezTo>
                  <a:pt x="102742" y="1429859"/>
                  <a:pt x="0" y="775638"/>
                  <a:pt x="0" y="275530"/>
                </a:cubicBezTo>
                <a:close/>
              </a:path>
            </a:pathLst>
          </a:custGeom>
          <a:noFill/>
          <a:ln w="1905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pic>
        <p:nvPicPr>
          <p:cNvPr id="113" name="Graphique 112" descr="Badge à ne plus suivre avec un remplissage uni">
            <a:extLst>
              <a:ext uri="{FF2B5EF4-FFF2-40B4-BE49-F238E27FC236}">
                <a16:creationId xmlns:a16="http://schemas.microsoft.com/office/drawing/2014/main" id="{BF537D62-1DBC-3980-B702-681ECA528B82}"/>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3854366" y="3220112"/>
            <a:ext cx="432000" cy="432000"/>
          </a:xfrm>
          <a:prstGeom prst="rect">
            <a:avLst/>
          </a:prstGeom>
        </p:spPr>
      </p:pic>
      <p:cxnSp>
        <p:nvCxnSpPr>
          <p:cNvPr id="114" name="Connecteur droit 113">
            <a:extLst>
              <a:ext uri="{FF2B5EF4-FFF2-40B4-BE49-F238E27FC236}">
                <a16:creationId xmlns:a16="http://schemas.microsoft.com/office/drawing/2014/main" id="{CB93B6B5-943F-2CE7-943B-22EC24968B8F}"/>
              </a:ext>
            </a:extLst>
          </p:cNvPr>
          <p:cNvCxnSpPr>
            <a:cxnSpLocks/>
          </p:cNvCxnSpPr>
          <p:nvPr/>
        </p:nvCxnSpPr>
        <p:spPr>
          <a:xfrm>
            <a:off x="3876494" y="4753027"/>
            <a:ext cx="1440000" cy="0"/>
          </a:xfrm>
          <a:prstGeom prst="line">
            <a:avLst/>
          </a:prstGeom>
          <a:ln>
            <a:solidFill>
              <a:schemeClr val="accent3">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5" name="Connecteur droit 114">
            <a:extLst>
              <a:ext uri="{FF2B5EF4-FFF2-40B4-BE49-F238E27FC236}">
                <a16:creationId xmlns:a16="http://schemas.microsoft.com/office/drawing/2014/main" id="{81E8130B-9FAD-F6C4-2D26-28019211806A}"/>
              </a:ext>
            </a:extLst>
          </p:cNvPr>
          <p:cNvCxnSpPr>
            <a:cxnSpLocks/>
          </p:cNvCxnSpPr>
          <p:nvPr/>
        </p:nvCxnSpPr>
        <p:spPr>
          <a:xfrm>
            <a:off x="3876494" y="4890143"/>
            <a:ext cx="1440000" cy="0"/>
          </a:xfrm>
          <a:prstGeom prst="line">
            <a:avLst/>
          </a:prstGeom>
          <a:ln>
            <a:solidFill>
              <a:schemeClr val="accent3">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6" name="Connecteur droit 115">
            <a:extLst>
              <a:ext uri="{FF2B5EF4-FFF2-40B4-BE49-F238E27FC236}">
                <a16:creationId xmlns:a16="http://schemas.microsoft.com/office/drawing/2014/main" id="{1E0031C0-FFAF-C510-41B8-791A5C80DA4B}"/>
              </a:ext>
            </a:extLst>
          </p:cNvPr>
          <p:cNvCxnSpPr>
            <a:cxnSpLocks/>
          </p:cNvCxnSpPr>
          <p:nvPr/>
        </p:nvCxnSpPr>
        <p:spPr>
          <a:xfrm>
            <a:off x="3876494" y="5027259"/>
            <a:ext cx="1440000" cy="0"/>
          </a:xfrm>
          <a:prstGeom prst="line">
            <a:avLst/>
          </a:prstGeom>
          <a:ln>
            <a:solidFill>
              <a:schemeClr val="accent3">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7" name="Connecteur droit 116">
            <a:extLst>
              <a:ext uri="{FF2B5EF4-FFF2-40B4-BE49-F238E27FC236}">
                <a16:creationId xmlns:a16="http://schemas.microsoft.com/office/drawing/2014/main" id="{816D63EC-334A-8B9A-5155-F613808DE6F3}"/>
              </a:ext>
            </a:extLst>
          </p:cNvPr>
          <p:cNvCxnSpPr>
            <a:cxnSpLocks/>
          </p:cNvCxnSpPr>
          <p:nvPr/>
        </p:nvCxnSpPr>
        <p:spPr>
          <a:xfrm>
            <a:off x="3876494" y="5164374"/>
            <a:ext cx="1260000" cy="0"/>
          </a:xfrm>
          <a:prstGeom prst="line">
            <a:avLst/>
          </a:prstGeom>
          <a:ln>
            <a:solidFill>
              <a:schemeClr val="accent3">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118" name="Rectangle 117">
            <a:extLst>
              <a:ext uri="{FF2B5EF4-FFF2-40B4-BE49-F238E27FC236}">
                <a16:creationId xmlns:a16="http://schemas.microsoft.com/office/drawing/2014/main" id="{BBA6D681-D4BF-3E24-2B5D-F5E974862CF1}"/>
              </a:ext>
            </a:extLst>
          </p:cNvPr>
          <p:cNvSpPr/>
          <p:nvPr/>
        </p:nvSpPr>
        <p:spPr>
          <a:xfrm>
            <a:off x="4250729" y="3309645"/>
            <a:ext cx="1235795" cy="27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a:solidFill>
                  <a:schemeClr val="accent3">
                    <a:lumMod val="75000"/>
                  </a:schemeClr>
                </a:solidFill>
                <a:latin typeface="Avenir LT Std 65 Medium" panose="020B0803020203020204" pitchFamily="34" charset="0"/>
              </a:rPr>
              <a:t>FAIRE MOINS</a:t>
            </a:r>
          </a:p>
        </p:txBody>
      </p:sp>
      <p:sp>
        <p:nvSpPr>
          <p:cNvPr id="119" name="Rectangle 118">
            <a:extLst>
              <a:ext uri="{FF2B5EF4-FFF2-40B4-BE49-F238E27FC236}">
                <a16:creationId xmlns:a16="http://schemas.microsoft.com/office/drawing/2014/main" id="{6409EB6E-32E6-5E33-3544-3038533F2B70}"/>
              </a:ext>
            </a:extLst>
          </p:cNvPr>
          <p:cNvSpPr/>
          <p:nvPr/>
        </p:nvSpPr>
        <p:spPr>
          <a:xfrm>
            <a:off x="3818007" y="3668147"/>
            <a:ext cx="1967023" cy="4867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100">
                <a:solidFill>
                  <a:schemeClr val="tx1"/>
                </a:solidFill>
                <a:latin typeface="Avenir LT Std 45 Book" panose="020B0502020203020204" pitchFamily="34" charset="0"/>
              </a:rPr>
              <a:t>Qu’est ce que nous pouvons accepter de réduire ou simplifier ?</a:t>
            </a:r>
          </a:p>
        </p:txBody>
      </p:sp>
      <p:sp>
        <p:nvSpPr>
          <p:cNvPr id="120" name="Rectangle 119">
            <a:extLst>
              <a:ext uri="{FF2B5EF4-FFF2-40B4-BE49-F238E27FC236}">
                <a16:creationId xmlns:a16="http://schemas.microsoft.com/office/drawing/2014/main" id="{1A96A1E7-9AAA-9996-D915-2F7ABCF52091}"/>
              </a:ext>
            </a:extLst>
          </p:cNvPr>
          <p:cNvSpPr/>
          <p:nvPr/>
        </p:nvSpPr>
        <p:spPr>
          <a:xfrm>
            <a:off x="3813778" y="4287747"/>
            <a:ext cx="1991800" cy="27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000" b="1">
                <a:solidFill>
                  <a:schemeClr val="accent3">
                    <a:lumMod val="75000"/>
                  </a:schemeClr>
                </a:solidFill>
                <a:latin typeface="Avenir LT Std 45 Book" panose="020B0502020203020204" pitchFamily="34" charset="0"/>
              </a:rPr>
              <a:t>Exemple : perfectionnisme, </a:t>
            </a:r>
            <a:r>
              <a:rPr lang="fr-FR" sz="1000" b="1" err="1">
                <a:solidFill>
                  <a:schemeClr val="accent3">
                    <a:lumMod val="75000"/>
                  </a:schemeClr>
                </a:solidFill>
                <a:latin typeface="Avenir LT Std 45 Book" panose="020B0502020203020204" pitchFamily="34" charset="0"/>
              </a:rPr>
              <a:t>reporting</a:t>
            </a:r>
            <a:r>
              <a:rPr lang="fr-FR" sz="1000" b="1">
                <a:solidFill>
                  <a:schemeClr val="accent3">
                    <a:lumMod val="75000"/>
                  </a:schemeClr>
                </a:solidFill>
                <a:latin typeface="Avenir LT Std 45 Book" panose="020B0502020203020204" pitchFamily="34" charset="0"/>
              </a:rPr>
              <a:t> excessif, contrôle systématique…</a:t>
            </a:r>
          </a:p>
        </p:txBody>
      </p:sp>
      <p:sp>
        <p:nvSpPr>
          <p:cNvPr id="121" name="Rectangle : coins arrondis 79">
            <a:extLst>
              <a:ext uri="{FF2B5EF4-FFF2-40B4-BE49-F238E27FC236}">
                <a16:creationId xmlns:a16="http://schemas.microsoft.com/office/drawing/2014/main" id="{A1FD7601-DCB1-13BD-933B-81BA2B1966EE}"/>
              </a:ext>
            </a:extLst>
          </p:cNvPr>
          <p:cNvSpPr/>
          <p:nvPr/>
        </p:nvSpPr>
        <p:spPr>
          <a:xfrm flipH="1" flipV="1">
            <a:off x="7297110" y="3123648"/>
            <a:ext cx="2331287" cy="2154766"/>
          </a:xfrm>
          <a:custGeom>
            <a:avLst/>
            <a:gdLst>
              <a:gd name="csX0" fmla="*/ 0 w 2023062"/>
              <a:gd name="csY0" fmla="*/ 306352 h 2113028"/>
              <a:gd name="csX1" fmla="*/ 306352 w 2023062"/>
              <a:gd name="csY1" fmla="*/ 0 h 2113028"/>
              <a:gd name="csX2" fmla="*/ 1716710 w 2023062"/>
              <a:gd name="csY2" fmla="*/ 0 h 2113028"/>
              <a:gd name="csX3" fmla="*/ 2023062 w 2023062"/>
              <a:gd name="csY3" fmla="*/ 306352 h 2113028"/>
              <a:gd name="csX4" fmla="*/ 2023062 w 2023062"/>
              <a:gd name="csY4" fmla="*/ 1806676 h 2113028"/>
              <a:gd name="csX5" fmla="*/ 1716710 w 2023062"/>
              <a:gd name="csY5" fmla="*/ 2113028 h 2113028"/>
              <a:gd name="csX6" fmla="*/ 306352 w 2023062"/>
              <a:gd name="csY6" fmla="*/ 2113028 h 2113028"/>
              <a:gd name="csX7" fmla="*/ 0 w 2023062"/>
              <a:gd name="csY7" fmla="*/ 1806676 h 2113028"/>
              <a:gd name="csX8" fmla="*/ 0 w 2023062"/>
              <a:gd name="csY8" fmla="*/ 306352 h 2113028"/>
              <a:gd name="csX0" fmla="*/ 0 w 2023062"/>
              <a:gd name="csY0" fmla="*/ 306352 h 2113028"/>
              <a:gd name="csX1" fmla="*/ 306352 w 2023062"/>
              <a:gd name="csY1" fmla="*/ 0 h 2113028"/>
              <a:gd name="csX2" fmla="*/ 1716710 w 2023062"/>
              <a:gd name="csY2" fmla="*/ 0 h 2113028"/>
              <a:gd name="csX3" fmla="*/ 2023062 w 2023062"/>
              <a:gd name="csY3" fmla="*/ 306352 h 2113028"/>
              <a:gd name="csX4" fmla="*/ 2023062 w 2023062"/>
              <a:gd name="csY4" fmla="*/ 1806676 h 2113028"/>
              <a:gd name="csX5" fmla="*/ 1716710 w 2023062"/>
              <a:gd name="csY5" fmla="*/ 2113028 h 2113028"/>
              <a:gd name="csX6" fmla="*/ 306352 w 2023062"/>
              <a:gd name="csY6" fmla="*/ 2113028 h 2113028"/>
              <a:gd name="csX7" fmla="*/ 195209 w 2023062"/>
              <a:gd name="csY7" fmla="*/ 1765580 h 2113028"/>
              <a:gd name="csX8" fmla="*/ 0 w 2023062"/>
              <a:gd name="csY8" fmla="*/ 306352 h 2113028"/>
              <a:gd name="csX0" fmla="*/ 0 w 2023062"/>
              <a:gd name="csY0" fmla="*/ 306352 h 2123302"/>
              <a:gd name="csX1" fmla="*/ 306352 w 2023062"/>
              <a:gd name="csY1" fmla="*/ 0 h 2123302"/>
              <a:gd name="csX2" fmla="*/ 1716710 w 2023062"/>
              <a:gd name="csY2" fmla="*/ 0 h 2123302"/>
              <a:gd name="csX3" fmla="*/ 2023062 w 2023062"/>
              <a:gd name="csY3" fmla="*/ 306352 h 2123302"/>
              <a:gd name="csX4" fmla="*/ 2023062 w 2023062"/>
              <a:gd name="csY4" fmla="*/ 1806676 h 2123302"/>
              <a:gd name="csX5" fmla="*/ 1716710 w 2023062"/>
              <a:gd name="csY5" fmla="*/ 2113028 h 2123302"/>
              <a:gd name="csX6" fmla="*/ 491287 w 2023062"/>
              <a:gd name="csY6" fmla="*/ 2123302 h 2123302"/>
              <a:gd name="csX7" fmla="*/ 195209 w 2023062"/>
              <a:gd name="csY7" fmla="*/ 1765580 h 2123302"/>
              <a:gd name="csX8" fmla="*/ 0 w 2023062"/>
              <a:gd name="csY8" fmla="*/ 306352 h 2123302"/>
              <a:gd name="csX0" fmla="*/ 0 w 2023062"/>
              <a:gd name="csY0" fmla="*/ 306352 h 2123302"/>
              <a:gd name="csX1" fmla="*/ 306352 w 2023062"/>
              <a:gd name="csY1" fmla="*/ 0 h 2123302"/>
              <a:gd name="csX2" fmla="*/ 1716710 w 2023062"/>
              <a:gd name="csY2" fmla="*/ 0 h 2123302"/>
              <a:gd name="csX3" fmla="*/ 2023062 w 2023062"/>
              <a:gd name="csY3" fmla="*/ 306352 h 2123302"/>
              <a:gd name="csX4" fmla="*/ 2023062 w 2023062"/>
              <a:gd name="csY4" fmla="*/ 1806676 h 2123302"/>
              <a:gd name="csX5" fmla="*/ 1716710 w 2023062"/>
              <a:gd name="csY5" fmla="*/ 2113028 h 2123302"/>
              <a:gd name="csX6" fmla="*/ 491287 w 2023062"/>
              <a:gd name="csY6" fmla="*/ 2123302 h 2123302"/>
              <a:gd name="csX7" fmla="*/ 246579 w 2023062"/>
              <a:gd name="csY7" fmla="*/ 1765580 h 2123302"/>
              <a:gd name="csX8" fmla="*/ 0 w 2023062"/>
              <a:gd name="csY8" fmla="*/ 306352 h 2123302"/>
              <a:gd name="csX0" fmla="*/ 0 w 2023062"/>
              <a:gd name="csY0" fmla="*/ 306352 h 2123302"/>
              <a:gd name="csX1" fmla="*/ 306352 w 2023062"/>
              <a:gd name="csY1" fmla="*/ 0 h 2123302"/>
              <a:gd name="csX2" fmla="*/ 1716710 w 2023062"/>
              <a:gd name="csY2" fmla="*/ 0 h 2123302"/>
              <a:gd name="csX3" fmla="*/ 2023062 w 2023062"/>
              <a:gd name="csY3" fmla="*/ 306352 h 2123302"/>
              <a:gd name="csX4" fmla="*/ 2023062 w 2023062"/>
              <a:gd name="csY4" fmla="*/ 1806676 h 2123302"/>
              <a:gd name="csX5" fmla="*/ 1716710 w 2023062"/>
              <a:gd name="csY5" fmla="*/ 2113028 h 2123302"/>
              <a:gd name="csX6" fmla="*/ 491287 w 2023062"/>
              <a:gd name="csY6" fmla="*/ 2123302 h 2123302"/>
              <a:gd name="csX7" fmla="*/ 246579 w 2023062"/>
              <a:gd name="csY7" fmla="*/ 1765580 h 2123302"/>
              <a:gd name="csX8" fmla="*/ 0 w 2023062"/>
              <a:gd name="csY8" fmla="*/ 306352 h 2123302"/>
              <a:gd name="csX0" fmla="*/ 0 w 2023062"/>
              <a:gd name="csY0" fmla="*/ 306352 h 2123302"/>
              <a:gd name="csX1" fmla="*/ 306352 w 2023062"/>
              <a:gd name="csY1" fmla="*/ 0 h 2123302"/>
              <a:gd name="csX2" fmla="*/ 1716710 w 2023062"/>
              <a:gd name="csY2" fmla="*/ 0 h 2123302"/>
              <a:gd name="csX3" fmla="*/ 2023062 w 2023062"/>
              <a:gd name="csY3" fmla="*/ 306352 h 2123302"/>
              <a:gd name="csX4" fmla="*/ 2023062 w 2023062"/>
              <a:gd name="csY4" fmla="*/ 1806676 h 2123302"/>
              <a:gd name="csX5" fmla="*/ 1716710 w 2023062"/>
              <a:gd name="csY5" fmla="*/ 2113028 h 2123302"/>
              <a:gd name="csX6" fmla="*/ 491287 w 2023062"/>
              <a:gd name="csY6" fmla="*/ 2123302 h 2123302"/>
              <a:gd name="csX7" fmla="*/ 246579 w 2023062"/>
              <a:gd name="csY7" fmla="*/ 1765580 h 2123302"/>
              <a:gd name="csX8" fmla="*/ 0 w 2023062"/>
              <a:gd name="csY8" fmla="*/ 306352 h 2123302"/>
              <a:gd name="csX0" fmla="*/ 0 w 2023062"/>
              <a:gd name="csY0" fmla="*/ 306352 h 2123302"/>
              <a:gd name="csX1" fmla="*/ 306352 w 2023062"/>
              <a:gd name="csY1" fmla="*/ 0 h 2123302"/>
              <a:gd name="csX2" fmla="*/ 1716710 w 2023062"/>
              <a:gd name="csY2" fmla="*/ 0 h 2123302"/>
              <a:gd name="csX3" fmla="*/ 2023062 w 2023062"/>
              <a:gd name="csY3" fmla="*/ 306352 h 2123302"/>
              <a:gd name="csX4" fmla="*/ 2023062 w 2023062"/>
              <a:gd name="csY4" fmla="*/ 1806676 h 2123302"/>
              <a:gd name="csX5" fmla="*/ 1716710 w 2023062"/>
              <a:gd name="csY5" fmla="*/ 2113028 h 2123302"/>
              <a:gd name="csX6" fmla="*/ 491287 w 2023062"/>
              <a:gd name="csY6" fmla="*/ 2123302 h 2123302"/>
              <a:gd name="csX7" fmla="*/ 246579 w 2023062"/>
              <a:gd name="csY7" fmla="*/ 1765580 h 2123302"/>
              <a:gd name="csX8" fmla="*/ 0 w 2023062"/>
              <a:gd name="csY8" fmla="*/ 306352 h 2123302"/>
              <a:gd name="csX0" fmla="*/ 0 w 2197723"/>
              <a:gd name="csY0" fmla="*/ 275530 h 2123302"/>
              <a:gd name="csX1" fmla="*/ 481013 w 2197723"/>
              <a:gd name="csY1" fmla="*/ 0 h 2123302"/>
              <a:gd name="csX2" fmla="*/ 1891371 w 2197723"/>
              <a:gd name="csY2" fmla="*/ 0 h 2123302"/>
              <a:gd name="csX3" fmla="*/ 2197723 w 2197723"/>
              <a:gd name="csY3" fmla="*/ 306352 h 2123302"/>
              <a:gd name="csX4" fmla="*/ 2197723 w 2197723"/>
              <a:gd name="csY4" fmla="*/ 1806676 h 2123302"/>
              <a:gd name="csX5" fmla="*/ 1891371 w 2197723"/>
              <a:gd name="csY5" fmla="*/ 2113028 h 2123302"/>
              <a:gd name="csX6" fmla="*/ 665948 w 2197723"/>
              <a:gd name="csY6" fmla="*/ 2123302 h 2123302"/>
              <a:gd name="csX7" fmla="*/ 421240 w 2197723"/>
              <a:gd name="csY7" fmla="*/ 1765580 h 2123302"/>
              <a:gd name="csX8" fmla="*/ 0 w 2197723"/>
              <a:gd name="csY8" fmla="*/ 275530 h 2123302"/>
              <a:gd name="csX0" fmla="*/ 0 w 2197723"/>
              <a:gd name="csY0" fmla="*/ 275530 h 2123302"/>
              <a:gd name="csX1" fmla="*/ 481013 w 2197723"/>
              <a:gd name="csY1" fmla="*/ 0 h 2123302"/>
              <a:gd name="csX2" fmla="*/ 1891371 w 2197723"/>
              <a:gd name="csY2" fmla="*/ 0 h 2123302"/>
              <a:gd name="csX3" fmla="*/ 2197723 w 2197723"/>
              <a:gd name="csY3" fmla="*/ 306352 h 2123302"/>
              <a:gd name="csX4" fmla="*/ 2197723 w 2197723"/>
              <a:gd name="csY4" fmla="*/ 1806676 h 2123302"/>
              <a:gd name="csX5" fmla="*/ 1891371 w 2197723"/>
              <a:gd name="csY5" fmla="*/ 2113028 h 2123302"/>
              <a:gd name="csX6" fmla="*/ 665948 w 2197723"/>
              <a:gd name="csY6" fmla="*/ 2123302 h 2123302"/>
              <a:gd name="csX7" fmla="*/ 267128 w 2197723"/>
              <a:gd name="csY7" fmla="*/ 1693661 h 2123302"/>
              <a:gd name="csX8" fmla="*/ 0 w 2197723"/>
              <a:gd name="csY8" fmla="*/ 275530 h 2123302"/>
              <a:gd name="csX0" fmla="*/ 0 w 2197723"/>
              <a:gd name="csY0" fmla="*/ 275530 h 2123302"/>
              <a:gd name="csX1" fmla="*/ 481013 w 2197723"/>
              <a:gd name="csY1" fmla="*/ 0 h 2123302"/>
              <a:gd name="csX2" fmla="*/ 1891371 w 2197723"/>
              <a:gd name="csY2" fmla="*/ 0 h 2123302"/>
              <a:gd name="csX3" fmla="*/ 2197723 w 2197723"/>
              <a:gd name="csY3" fmla="*/ 306352 h 2123302"/>
              <a:gd name="csX4" fmla="*/ 2197723 w 2197723"/>
              <a:gd name="csY4" fmla="*/ 1806676 h 2123302"/>
              <a:gd name="csX5" fmla="*/ 1891371 w 2197723"/>
              <a:gd name="csY5" fmla="*/ 2113028 h 2123302"/>
              <a:gd name="csX6" fmla="*/ 665948 w 2197723"/>
              <a:gd name="csY6" fmla="*/ 2123302 h 2123302"/>
              <a:gd name="csX7" fmla="*/ 297951 w 2197723"/>
              <a:gd name="csY7" fmla="*/ 1693661 h 2123302"/>
              <a:gd name="csX8" fmla="*/ 0 w 2197723"/>
              <a:gd name="csY8" fmla="*/ 275530 h 2123302"/>
              <a:gd name="csX0" fmla="*/ 0 w 2197723"/>
              <a:gd name="csY0" fmla="*/ 275530 h 2123302"/>
              <a:gd name="csX1" fmla="*/ 481013 w 2197723"/>
              <a:gd name="csY1" fmla="*/ 0 h 2123302"/>
              <a:gd name="csX2" fmla="*/ 1891371 w 2197723"/>
              <a:gd name="csY2" fmla="*/ 0 h 2123302"/>
              <a:gd name="csX3" fmla="*/ 2197723 w 2197723"/>
              <a:gd name="csY3" fmla="*/ 306352 h 2123302"/>
              <a:gd name="csX4" fmla="*/ 2197723 w 2197723"/>
              <a:gd name="csY4" fmla="*/ 1806676 h 2123302"/>
              <a:gd name="csX5" fmla="*/ 1891371 w 2197723"/>
              <a:gd name="csY5" fmla="*/ 2113028 h 2123302"/>
              <a:gd name="csX6" fmla="*/ 665948 w 2197723"/>
              <a:gd name="csY6" fmla="*/ 2123302 h 2123302"/>
              <a:gd name="csX7" fmla="*/ 297951 w 2197723"/>
              <a:gd name="csY7" fmla="*/ 1693661 h 2123302"/>
              <a:gd name="csX8" fmla="*/ 0 w 2197723"/>
              <a:gd name="csY8" fmla="*/ 275530 h 2123302"/>
              <a:gd name="csX0" fmla="*/ 0 w 2197723"/>
              <a:gd name="csY0" fmla="*/ 275530 h 2123302"/>
              <a:gd name="csX1" fmla="*/ 481013 w 2197723"/>
              <a:gd name="csY1" fmla="*/ 0 h 2123302"/>
              <a:gd name="csX2" fmla="*/ 1891371 w 2197723"/>
              <a:gd name="csY2" fmla="*/ 0 h 2123302"/>
              <a:gd name="csX3" fmla="*/ 2197723 w 2197723"/>
              <a:gd name="csY3" fmla="*/ 306352 h 2123302"/>
              <a:gd name="csX4" fmla="*/ 2197723 w 2197723"/>
              <a:gd name="csY4" fmla="*/ 1806676 h 2123302"/>
              <a:gd name="csX5" fmla="*/ 1891371 w 2197723"/>
              <a:gd name="csY5" fmla="*/ 2113028 h 2123302"/>
              <a:gd name="csX6" fmla="*/ 665948 w 2197723"/>
              <a:gd name="csY6" fmla="*/ 2123302 h 2123302"/>
              <a:gd name="csX7" fmla="*/ 297951 w 2197723"/>
              <a:gd name="csY7" fmla="*/ 1693661 h 2123302"/>
              <a:gd name="csX8" fmla="*/ 0 w 2197723"/>
              <a:gd name="csY8" fmla="*/ 275530 h 2123302"/>
              <a:gd name="csX0" fmla="*/ 0 w 2197723"/>
              <a:gd name="csY0" fmla="*/ 275530 h 2123302"/>
              <a:gd name="csX1" fmla="*/ 481013 w 2197723"/>
              <a:gd name="csY1" fmla="*/ 0 h 2123302"/>
              <a:gd name="csX2" fmla="*/ 1675613 w 2197723"/>
              <a:gd name="csY2" fmla="*/ 0 h 2123302"/>
              <a:gd name="csX3" fmla="*/ 2197723 w 2197723"/>
              <a:gd name="csY3" fmla="*/ 306352 h 2123302"/>
              <a:gd name="csX4" fmla="*/ 2197723 w 2197723"/>
              <a:gd name="csY4" fmla="*/ 1806676 h 2123302"/>
              <a:gd name="csX5" fmla="*/ 1891371 w 2197723"/>
              <a:gd name="csY5" fmla="*/ 2113028 h 2123302"/>
              <a:gd name="csX6" fmla="*/ 665948 w 2197723"/>
              <a:gd name="csY6" fmla="*/ 2123302 h 2123302"/>
              <a:gd name="csX7" fmla="*/ 297951 w 2197723"/>
              <a:gd name="csY7" fmla="*/ 1693661 h 2123302"/>
              <a:gd name="csX8" fmla="*/ 0 w 2197723"/>
              <a:gd name="csY8" fmla="*/ 275530 h 2123302"/>
              <a:gd name="csX0" fmla="*/ 0 w 2197723"/>
              <a:gd name="csY0" fmla="*/ 275530 h 2123302"/>
              <a:gd name="csX1" fmla="*/ 481013 w 2197723"/>
              <a:gd name="csY1" fmla="*/ 0 h 2123302"/>
              <a:gd name="csX2" fmla="*/ 1675613 w 2197723"/>
              <a:gd name="csY2" fmla="*/ 0 h 2123302"/>
              <a:gd name="csX3" fmla="*/ 2053885 w 2197723"/>
              <a:gd name="csY3" fmla="*/ 265256 h 2123302"/>
              <a:gd name="csX4" fmla="*/ 2197723 w 2197723"/>
              <a:gd name="csY4" fmla="*/ 1806676 h 2123302"/>
              <a:gd name="csX5" fmla="*/ 1891371 w 2197723"/>
              <a:gd name="csY5" fmla="*/ 2113028 h 2123302"/>
              <a:gd name="csX6" fmla="*/ 665948 w 2197723"/>
              <a:gd name="csY6" fmla="*/ 2123302 h 2123302"/>
              <a:gd name="csX7" fmla="*/ 297951 w 2197723"/>
              <a:gd name="csY7" fmla="*/ 1693661 h 2123302"/>
              <a:gd name="csX8" fmla="*/ 0 w 2197723"/>
              <a:gd name="csY8" fmla="*/ 275530 h 2123302"/>
              <a:gd name="csX0" fmla="*/ 0 w 2269642"/>
              <a:gd name="csY0" fmla="*/ 275530 h 2123302"/>
              <a:gd name="csX1" fmla="*/ 481013 w 2269642"/>
              <a:gd name="csY1" fmla="*/ 0 h 2123302"/>
              <a:gd name="csX2" fmla="*/ 1675613 w 2269642"/>
              <a:gd name="csY2" fmla="*/ 0 h 2123302"/>
              <a:gd name="csX3" fmla="*/ 2053885 w 2269642"/>
              <a:gd name="csY3" fmla="*/ 265256 h 2123302"/>
              <a:gd name="csX4" fmla="*/ 2269642 w 2269642"/>
              <a:gd name="csY4" fmla="*/ 1560097 h 2123302"/>
              <a:gd name="csX5" fmla="*/ 1891371 w 2269642"/>
              <a:gd name="csY5" fmla="*/ 2113028 h 2123302"/>
              <a:gd name="csX6" fmla="*/ 665948 w 2269642"/>
              <a:gd name="csY6" fmla="*/ 2123302 h 2123302"/>
              <a:gd name="csX7" fmla="*/ 297951 w 2269642"/>
              <a:gd name="csY7" fmla="*/ 1693661 h 2123302"/>
              <a:gd name="csX8" fmla="*/ 0 w 2269642"/>
              <a:gd name="csY8" fmla="*/ 275530 h 2123302"/>
              <a:gd name="csX0" fmla="*/ 0 w 2269642"/>
              <a:gd name="csY0" fmla="*/ 275530 h 2123302"/>
              <a:gd name="csX1" fmla="*/ 481013 w 2269642"/>
              <a:gd name="csY1" fmla="*/ 0 h 2123302"/>
              <a:gd name="csX2" fmla="*/ 1675613 w 2269642"/>
              <a:gd name="csY2" fmla="*/ 0 h 2123302"/>
              <a:gd name="csX3" fmla="*/ 2053885 w 2269642"/>
              <a:gd name="csY3" fmla="*/ 265256 h 2123302"/>
              <a:gd name="csX4" fmla="*/ 2269642 w 2269642"/>
              <a:gd name="csY4" fmla="*/ 1560097 h 2123302"/>
              <a:gd name="csX5" fmla="*/ 1932468 w 2269642"/>
              <a:gd name="csY5" fmla="*/ 2082205 h 2123302"/>
              <a:gd name="csX6" fmla="*/ 665948 w 2269642"/>
              <a:gd name="csY6" fmla="*/ 2123302 h 2123302"/>
              <a:gd name="csX7" fmla="*/ 297951 w 2269642"/>
              <a:gd name="csY7" fmla="*/ 1693661 h 2123302"/>
              <a:gd name="csX8" fmla="*/ 0 w 2269642"/>
              <a:gd name="csY8" fmla="*/ 275530 h 2123302"/>
              <a:gd name="csX0" fmla="*/ 0 w 2269642"/>
              <a:gd name="csY0" fmla="*/ 275530 h 2123302"/>
              <a:gd name="csX1" fmla="*/ 481013 w 2269642"/>
              <a:gd name="csY1" fmla="*/ 0 h 2123302"/>
              <a:gd name="csX2" fmla="*/ 1675613 w 2269642"/>
              <a:gd name="csY2" fmla="*/ 0 h 2123302"/>
              <a:gd name="csX3" fmla="*/ 2053885 w 2269642"/>
              <a:gd name="csY3" fmla="*/ 265256 h 2123302"/>
              <a:gd name="csX4" fmla="*/ 2269642 w 2269642"/>
              <a:gd name="csY4" fmla="*/ 1560097 h 2123302"/>
              <a:gd name="csX5" fmla="*/ 1932468 w 2269642"/>
              <a:gd name="csY5" fmla="*/ 2082205 h 2123302"/>
              <a:gd name="csX6" fmla="*/ 665948 w 2269642"/>
              <a:gd name="csY6" fmla="*/ 2123302 h 2123302"/>
              <a:gd name="csX7" fmla="*/ 297951 w 2269642"/>
              <a:gd name="csY7" fmla="*/ 1693661 h 2123302"/>
              <a:gd name="csX8" fmla="*/ 0 w 2269642"/>
              <a:gd name="csY8" fmla="*/ 275530 h 2123302"/>
              <a:gd name="csX0" fmla="*/ 0 w 2274635"/>
              <a:gd name="csY0" fmla="*/ 275530 h 2123302"/>
              <a:gd name="csX1" fmla="*/ 481013 w 2274635"/>
              <a:gd name="csY1" fmla="*/ 0 h 2123302"/>
              <a:gd name="csX2" fmla="*/ 1675613 w 2274635"/>
              <a:gd name="csY2" fmla="*/ 0 h 2123302"/>
              <a:gd name="csX3" fmla="*/ 2053885 w 2274635"/>
              <a:gd name="csY3" fmla="*/ 265256 h 2123302"/>
              <a:gd name="csX4" fmla="*/ 2269642 w 2274635"/>
              <a:gd name="csY4" fmla="*/ 1560097 h 2123302"/>
              <a:gd name="csX5" fmla="*/ 2117403 w 2274635"/>
              <a:gd name="csY5" fmla="*/ 2082205 h 2123302"/>
              <a:gd name="csX6" fmla="*/ 665948 w 2274635"/>
              <a:gd name="csY6" fmla="*/ 2123302 h 2123302"/>
              <a:gd name="csX7" fmla="*/ 297951 w 2274635"/>
              <a:gd name="csY7" fmla="*/ 1693661 h 2123302"/>
              <a:gd name="csX8" fmla="*/ 0 w 2274635"/>
              <a:gd name="csY8" fmla="*/ 275530 h 2123302"/>
              <a:gd name="csX0" fmla="*/ 0 w 2282705"/>
              <a:gd name="csY0" fmla="*/ 275530 h 2123302"/>
              <a:gd name="csX1" fmla="*/ 481013 w 2282705"/>
              <a:gd name="csY1" fmla="*/ 0 h 2123302"/>
              <a:gd name="csX2" fmla="*/ 1675613 w 2282705"/>
              <a:gd name="csY2" fmla="*/ 0 h 2123302"/>
              <a:gd name="csX3" fmla="*/ 2053885 w 2282705"/>
              <a:gd name="csY3" fmla="*/ 265256 h 2123302"/>
              <a:gd name="csX4" fmla="*/ 2279916 w 2282705"/>
              <a:gd name="csY4" fmla="*/ 1416259 h 2123302"/>
              <a:gd name="csX5" fmla="*/ 2117403 w 2282705"/>
              <a:gd name="csY5" fmla="*/ 2082205 h 2123302"/>
              <a:gd name="csX6" fmla="*/ 665948 w 2282705"/>
              <a:gd name="csY6" fmla="*/ 2123302 h 2123302"/>
              <a:gd name="csX7" fmla="*/ 297951 w 2282705"/>
              <a:gd name="csY7" fmla="*/ 1693661 h 2123302"/>
              <a:gd name="csX8" fmla="*/ 0 w 2282705"/>
              <a:gd name="csY8" fmla="*/ 275530 h 2123302"/>
              <a:gd name="csX0" fmla="*/ 0 w 2279916"/>
              <a:gd name="csY0" fmla="*/ 275530 h 2123302"/>
              <a:gd name="csX1" fmla="*/ 481013 w 2279916"/>
              <a:gd name="csY1" fmla="*/ 0 h 2123302"/>
              <a:gd name="csX2" fmla="*/ 1675613 w 2279916"/>
              <a:gd name="csY2" fmla="*/ 0 h 2123302"/>
              <a:gd name="csX3" fmla="*/ 2053885 w 2279916"/>
              <a:gd name="csY3" fmla="*/ 265256 h 2123302"/>
              <a:gd name="csX4" fmla="*/ 2279916 w 2279916"/>
              <a:gd name="csY4" fmla="*/ 1416259 h 2123302"/>
              <a:gd name="csX5" fmla="*/ 2035210 w 2279916"/>
              <a:gd name="csY5" fmla="*/ 2020560 h 2123302"/>
              <a:gd name="csX6" fmla="*/ 665948 w 2279916"/>
              <a:gd name="csY6" fmla="*/ 2123302 h 2123302"/>
              <a:gd name="csX7" fmla="*/ 297951 w 2279916"/>
              <a:gd name="csY7" fmla="*/ 1693661 h 2123302"/>
              <a:gd name="csX8" fmla="*/ 0 w 2279916"/>
              <a:gd name="csY8" fmla="*/ 275530 h 2123302"/>
              <a:gd name="csX0" fmla="*/ 0 w 2279916"/>
              <a:gd name="csY0" fmla="*/ 275530 h 2123302"/>
              <a:gd name="csX1" fmla="*/ 481013 w 2279916"/>
              <a:gd name="csY1" fmla="*/ 0 h 2123302"/>
              <a:gd name="csX2" fmla="*/ 1675613 w 2279916"/>
              <a:gd name="csY2" fmla="*/ 0 h 2123302"/>
              <a:gd name="csX3" fmla="*/ 2053885 w 2279916"/>
              <a:gd name="csY3" fmla="*/ 265256 h 2123302"/>
              <a:gd name="csX4" fmla="*/ 2279916 w 2279916"/>
              <a:gd name="csY4" fmla="*/ 1416259 h 2123302"/>
              <a:gd name="csX5" fmla="*/ 2035210 w 2279916"/>
              <a:gd name="csY5" fmla="*/ 2071931 h 2123302"/>
              <a:gd name="csX6" fmla="*/ 665948 w 2279916"/>
              <a:gd name="csY6" fmla="*/ 2123302 h 2123302"/>
              <a:gd name="csX7" fmla="*/ 297951 w 2279916"/>
              <a:gd name="csY7" fmla="*/ 1693661 h 2123302"/>
              <a:gd name="csX8" fmla="*/ 0 w 2279916"/>
              <a:gd name="csY8" fmla="*/ 275530 h 2123302"/>
              <a:gd name="csX0" fmla="*/ 0 w 2279916"/>
              <a:gd name="csY0" fmla="*/ 275530 h 2123302"/>
              <a:gd name="csX1" fmla="*/ 481013 w 2279916"/>
              <a:gd name="csY1" fmla="*/ 0 h 2123302"/>
              <a:gd name="csX2" fmla="*/ 1675613 w 2279916"/>
              <a:gd name="csY2" fmla="*/ 0 h 2123302"/>
              <a:gd name="csX3" fmla="*/ 2053885 w 2279916"/>
              <a:gd name="csY3" fmla="*/ 265256 h 2123302"/>
              <a:gd name="csX4" fmla="*/ 2279916 w 2279916"/>
              <a:gd name="csY4" fmla="*/ 1416259 h 2123302"/>
              <a:gd name="csX5" fmla="*/ 2035210 w 2279916"/>
              <a:gd name="csY5" fmla="*/ 2071931 h 2123302"/>
              <a:gd name="csX6" fmla="*/ 665948 w 2279916"/>
              <a:gd name="csY6" fmla="*/ 2123302 h 2123302"/>
              <a:gd name="csX7" fmla="*/ 297951 w 2279916"/>
              <a:gd name="csY7" fmla="*/ 1693661 h 2123302"/>
              <a:gd name="csX8" fmla="*/ 0 w 2279916"/>
              <a:gd name="csY8" fmla="*/ 275530 h 2123302"/>
              <a:gd name="csX0" fmla="*/ 0 w 2279916"/>
              <a:gd name="csY0" fmla="*/ 275530 h 2123302"/>
              <a:gd name="csX1" fmla="*/ 481013 w 2279916"/>
              <a:gd name="csY1" fmla="*/ 0 h 2123302"/>
              <a:gd name="csX2" fmla="*/ 1675613 w 2279916"/>
              <a:gd name="csY2" fmla="*/ 0 h 2123302"/>
              <a:gd name="csX3" fmla="*/ 2053885 w 2279916"/>
              <a:gd name="csY3" fmla="*/ 265256 h 2123302"/>
              <a:gd name="csX4" fmla="*/ 2279916 w 2279916"/>
              <a:gd name="csY4" fmla="*/ 1416259 h 2123302"/>
              <a:gd name="csX5" fmla="*/ 2035210 w 2279916"/>
              <a:gd name="csY5" fmla="*/ 2071931 h 2123302"/>
              <a:gd name="csX6" fmla="*/ 665948 w 2279916"/>
              <a:gd name="csY6" fmla="*/ 2123302 h 2123302"/>
              <a:gd name="csX7" fmla="*/ 339048 w 2279916"/>
              <a:gd name="csY7" fmla="*/ 1693661 h 2123302"/>
              <a:gd name="csX8" fmla="*/ 0 w 2279916"/>
              <a:gd name="csY8" fmla="*/ 275530 h 2123302"/>
              <a:gd name="csX0" fmla="*/ 0 w 2279916"/>
              <a:gd name="csY0" fmla="*/ 275530 h 2123302"/>
              <a:gd name="csX1" fmla="*/ 481013 w 2279916"/>
              <a:gd name="csY1" fmla="*/ 0 h 2123302"/>
              <a:gd name="csX2" fmla="*/ 1675613 w 2279916"/>
              <a:gd name="csY2" fmla="*/ 0 h 2123302"/>
              <a:gd name="csX3" fmla="*/ 2053885 w 2279916"/>
              <a:gd name="csY3" fmla="*/ 265256 h 2123302"/>
              <a:gd name="csX4" fmla="*/ 2279916 w 2279916"/>
              <a:gd name="csY4" fmla="*/ 1416259 h 2123302"/>
              <a:gd name="csX5" fmla="*/ 2035210 w 2279916"/>
              <a:gd name="csY5" fmla="*/ 2071931 h 2123302"/>
              <a:gd name="csX6" fmla="*/ 665948 w 2279916"/>
              <a:gd name="csY6" fmla="*/ 2123302 h 2123302"/>
              <a:gd name="csX7" fmla="*/ 339048 w 2279916"/>
              <a:gd name="csY7" fmla="*/ 1693661 h 2123302"/>
              <a:gd name="csX8" fmla="*/ 0 w 2279916"/>
              <a:gd name="csY8" fmla="*/ 275530 h 2123302"/>
              <a:gd name="csX0" fmla="*/ 0 w 2279916"/>
              <a:gd name="csY0" fmla="*/ 275530 h 2123302"/>
              <a:gd name="csX1" fmla="*/ 481013 w 2279916"/>
              <a:gd name="csY1" fmla="*/ 0 h 2123302"/>
              <a:gd name="csX2" fmla="*/ 1675613 w 2279916"/>
              <a:gd name="csY2" fmla="*/ 0 h 2123302"/>
              <a:gd name="csX3" fmla="*/ 2053885 w 2279916"/>
              <a:gd name="csY3" fmla="*/ 265256 h 2123302"/>
              <a:gd name="csX4" fmla="*/ 2279916 w 2279916"/>
              <a:gd name="csY4" fmla="*/ 1416259 h 2123302"/>
              <a:gd name="csX5" fmla="*/ 2035210 w 2279916"/>
              <a:gd name="csY5" fmla="*/ 2071931 h 2123302"/>
              <a:gd name="csX6" fmla="*/ 665948 w 2279916"/>
              <a:gd name="csY6" fmla="*/ 2123302 h 2123302"/>
              <a:gd name="csX7" fmla="*/ 256855 w 2279916"/>
              <a:gd name="csY7" fmla="*/ 1868322 h 2123302"/>
              <a:gd name="csX8" fmla="*/ 0 w 2279916"/>
              <a:gd name="csY8" fmla="*/ 275530 h 2123302"/>
              <a:gd name="csX0" fmla="*/ 0 w 2331287"/>
              <a:gd name="csY0" fmla="*/ 275530 h 2123302"/>
              <a:gd name="csX1" fmla="*/ 481013 w 2331287"/>
              <a:gd name="csY1" fmla="*/ 0 h 2123302"/>
              <a:gd name="csX2" fmla="*/ 1675613 w 2331287"/>
              <a:gd name="csY2" fmla="*/ 0 h 2123302"/>
              <a:gd name="csX3" fmla="*/ 2053885 w 2331287"/>
              <a:gd name="csY3" fmla="*/ 265256 h 2123302"/>
              <a:gd name="csX4" fmla="*/ 2331287 w 2331287"/>
              <a:gd name="csY4" fmla="*/ 1601194 h 2123302"/>
              <a:gd name="csX5" fmla="*/ 2035210 w 2331287"/>
              <a:gd name="csY5" fmla="*/ 2071931 h 2123302"/>
              <a:gd name="csX6" fmla="*/ 665948 w 2331287"/>
              <a:gd name="csY6" fmla="*/ 2123302 h 2123302"/>
              <a:gd name="csX7" fmla="*/ 256855 w 2331287"/>
              <a:gd name="csY7" fmla="*/ 1868322 h 2123302"/>
              <a:gd name="csX8" fmla="*/ 0 w 2331287"/>
              <a:gd name="csY8" fmla="*/ 275530 h 2123302"/>
              <a:gd name="csX0" fmla="*/ 0 w 2331287"/>
              <a:gd name="csY0" fmla="*/ 275530 h 2123302"/>
              <a:gd name="csX1" fmla="*/ 481013 w 2331287"/>
              <a:gd name="csY1" fmla="*/ 0 h 2123302"/>
              <a:gd name="csX2" fmla="*/ 1675613 w 2331287"/>
              <a:gd name="csY2" fmla="*/ 0 h 2123302"/>
              <a:gd name="csX3" fmla="*/ 2053885 w 2331287"/>
              <a:gd name="csY3" fmla="*/ 265256 h 2123302"/>
              <a:gd name="csX4" fmla="*/ 2331287 w 2331287"/>
              <a:gd name="csY4" fmla="*/ 1601194 h 2123302"/>
              <a:gd name="csX5" fmla="*/ 1860549 w 2331287"/>
              <a:gd name="csY5" fmla="*/ 2123302 h 2123302"/>
              <a:gd name="csX6" fmla="*/ 665948 w 2331287"/>
              <a:gd name="csY6" fmla="*/ 2123302 h 2123302"/>
              <a:gd name="csX7" fmla="*/ 256855 w 2331287"/>
              <a:gd name="csY7" fmla="*/ 1868322 h 2123302"/>
              <a:gd name="csX8" fmla="*/ 0 w 2331287"/>
              <a:gd name="csY8" fmla="*/ 275530 h 2123302"/>
              <a:gd name="csX0" fmla="*/ 0 w 2331287"/>
              <a:gd name="csY0" fmla="*/ 275530 h 2123302"/>
              <a:gd name="csX1" fmla="*/ 481013 w 2331287"/>
              <a:gd name="csY1" fmla="*/ 0 h 2123302"/>
              <a:gd name="csX2" fmla="*/ 1675613 w 2331287"/>
              <a:gd name="csY2" fmla="*/ 0 h 2123302"/>
              <a:gd name="csX3" fmla="*/ 2053885 w 2331287"/>
              <a:gd name="csY3" fmla="*/ 265256 h 2123302"/>
              <a:gd name="csX4" fmla="*/ 2331287 w 2331287"/>
              <a:gd name="csY4" fmla="*/ 1601194 h 2123302"/>
              <a:gd name="csX5" fmla="*/ 1860549 w 2331287"/>
              <a:gd name="csY5" fmla="*/ 2123302 h 2123302"/>
              <a:gd name="csX6" fmla="*/ 665948 w 2331287"/>
              <a:gd name="csY6" fmla="*/ 2123302 h 2123302"/>
              <a:gd name="csX7" fmla="*/ 256855 w 2331287"/>
              <a:gd name="csY7" fmla="*/ 1868322 h 2123302"/>
              <a:gd name="csX8" fmla="*/ 0 w 2331287"/>
              <a:gd name="csY8" fmla="*/ 275530 h 2123302"/>
              <a:gd name="csX0" fmla="*/ 0 w 2331287"/>
              <a:gd name="csY0" fmla="*/ 275530 h 2123302"/>
              <a:gd name="csX1" fmla="*/ 481013 w 2331287"/>
              <a:gd name="csY1" fmla="*/ 0 h 2123302"/>
              <a:gd name="csX2" fmla="*/ 1675613 w 2331287"/>
              <a:gd name="csY2" fmla="*/ 0 h 2123302"/>
              <a:gd name="csX3" fmla="*/ 2053885 w 2331287"/>
              <a:gd name="csY3" fmla="*/ 265256 h 2123302"/>
              <a:gd name="csX4" fmla="*/ 2331287 w 2331287"/>
              <a:gd name="csY4" fmla="*/ 1601194 h 2123302"/>
              <a:gd name="csX5" fmla="*/ 1860549 w 2331287"/>
              <a:gd name="csY5" fmla="*/ 2123302 h 2123302"/>
              <a:gd name="csX6" fmla="*/ 665948 w 2331287"/>
              <a:gd name="csY6" fmla="*/ 2123302 h 2123302"/>
              <a:gd name="csX7" fmla="*/ 256855 w 2331287"/>
              <a:gd name="csY7" fmla="*/ 1868322 h 2123302"/>
              <a:gd name="csX8" fmla="*/ 0 w 2331287"/>
              <a:gd name="csY8" fmla="*/ 275530 h 2123302"/>
              <a:gd name="csX0" fmla="*/ 0 w 2331287"/>
              <a:gd name="csY0" fmla="*/ 275530 h 2123302"/>
              <a:gd name="csX1" fmla="*/ 481013 w 2331287"/>
              <a:gd name="csY1" fmla="*/ 0 h 2123302"/>
              <a:gd name="csX2" fmla="*/ 1675613 w 2331287"/>
              <a:gd name="csY2" fmla="*/ 0 h 2123302"/>
              <a:gd name="csX3" fmla="*/ 2053885 w 2331287"/>
              <a:gd name="csY3" fmla="*/ 265256 h 2123302"/>
              <a:gd name="csX4" fmla="*/ 2331287 w 2331287"/>
              <a:gd name="csY4" fmla="*/ 1601194 h 2123302"/>
              <a:gd name="csX5" fmla="*/ 1778355 w 2331287"/>
              <a:gd name="csY5" fmla="*/ 2102754 h 2123302"/>
              <a:gd name="csX6" fmla="*/ 665948 w 2331287"/>
              <a:gd name="csY6" fmla="*/ 2123302 h 2123302"/>
              <a:gd name="csX7" fmla="*/ 256855 w 2331287"/>
              <a:gd name="csY7" fmla="*/ 1868322 h 2123302"/>
              <a:gd name="csX8" fmla="*/ 0 w 2331287"/>
              <a:gd name="csY8" fmla="*/ 275530 h 2123302"/>
              <a:gd name="csX0" fmla="*/ 0 w 2331287"/>
              <a:gd name="csY0" fmla="*/ 275530 h 2124946"/>
              <a:gd name="csX1" fmla="*/ 481013 w 2331287"/>
              <a:gd name="csY1" fmla="*/ 0 h 2124946"/>
              <a:gd name="csX2" fmla="*/ 1675613 w 2331287"/>
              <a:gd name="csY2" fmla="*/ 0 h 2124946"/>
              <a:gd name="csX3" fmla="*/ 2053885 w 2331287"/>
              <a:gd name="csY3" fmla="*/ 265256 h 2124946"/>
              <a:gd name="csX4" fmla="*/ 2331287 w 2331287"/>
              <a:gd name="csY4" fmla="*/ 1601194 h 2124946"/>
              <a:gd name="csX5" fmla="*/ 1778355 w 2331287"/>
              <a:gd name="csY5" fmla="*/ 2102754 h 2124946"/>
              <a:gd name="csX6" fmla="*/ 665948 w 2331287"/>
              <a:gd name="csY6" fmla="*/ 2123302 h 2124946"/>
              <a:gd name="csX7" fmla="*/ 256855 w 2331287"/>
              <a:gd name="csY7" fmla="*/ 1868322 h 2124946"/>
              <a:gd name="csX8" fmla="*/ 0 w 2331287"/>
              <a:gd name="csY8" fmla="*/ 275530 h 2124946"/>
              <a:gd name="csX0" fmla="*/ 0 w 2331287"/>
              <a:gd name="csY0" fmla="*/ 275530 h 2124946"/>
              <a:gd name="csX1" fmla="*/ 481013 w 2331287"/>
              <a:gd name="csY1" fmla="*/ 0 h 2124946"/>
              <a:gd name="csX2" fmla="*/ 1675613 w 2331287"/>
              <a:gd name="csY2" fmla="*/ 0 h 2124946"/>
              <a:gd name="csX3" fmla="*/ 2053885 w 2331287"/>
              <a:gd name="csY3" fmla="*/ 265256 h 2124946"/>
              <a:gd name="csX4" fmla="*/ 2331287 w 2331287"/>
              <a:gd name="csY4" fmla="*/ 1601194 h 2124946"/>
              <a:gd name="csX5" fmla="*/ 1778355 w 2331287"/>
              <a:gd name="csY5" fmla="*/ 2102754 h 2124946"/>
              <a:gd name="csX6" fmla="*/ 665948 w 2331287"/>
              <a:gd name="csY6" fmla="*/ 2123302 h 2124946"/>
              <a:gd name="csX7" fmla="*/ 256855 w 2331287"/>
              <a:gd name="csY7" fmla="*/ 1868322 h 2124946"/>
              <a:gd name="csX8" fmla="*/ 0 w 2331287"/>
              <a:gd name="csY8" fmla="*/ 275530 h 2124946"/>
              <a:gd name="csX0" fmla="*/ 0 w 2331287"/>
              <a:gd name="csY0" fmla="*/ 275530 h 2136721"/>
              <a:gd name="csX1" fmla="*/ 481013 w 2331287"/>
              <a:gd name="csY1" fmla="*/ 0 h 2136721"/>
              <a:gd name="csX2" fmla="*/ 1675613 w 2331287"/>
              <a:gd name="csY2" fmla="*/ 0 h 2136721"/>
              <a:gd name="csX3" fmla="*/ 2053885 w 2331287"/>
              <a:gd name="csY3" fmla="*/ 265256 h 2136721"/>
              <a:gd name="csX4" fmla="*/ 2331287 w 2331287"/>
              <a:gd name="csY4" fmla="*/ 1601194 h 2136721"/>
              <a:gd name="csX5" fmla="*/ 1778355 w 2331287"/>
              <a:gd name="csY5" fmla="*/ 2102754 h 2136721"/>
              <a:gd name="csX6" fmla="*/ 665948 w 2331287"/>
              <a:gd name="csY6" fmla="*/ 2123302 h 2136721"/>
              <a:gd name="csX7" fmla="*/ 256855 w 2331287"/>
              <a:gd name="csY7" fmla="*/ 1868322 h 2136721"/>
              <a:gd name="csX8" fmla="*/ 0 w 2331287"/>
              <a:gd name="csY8" fmla="*/ 275530 h 2136721"/>
              <a:gd name="csX0" fmla="*/ 0 w 2331287"/>
              <a:gd name="csY0" fmla="*/ 275530 h 2154766"/>
              <a:gd name="csX1" fmla="*/ 481013 w 2331287"/>
              <a:gd name="csY1" fmla="*/ 0 h 2154766"/>
              <a:gd name="csX2" fmla="*/ 1675613 w 2331287"/>
              <a:gd name="csY2" fmla="*/ 0 h 2154766"/>
              <a:gd name="csX3" fmla="*/ 2053885 w 2331287"/>
              <a:gd name="csY3" fmla="*/ 265256 h 2154766"/>
              <a:gd name="csX4" fmla="*/ 2331287 w 2331287"/>
              <a:gd name="csY4" fmla="*/ 1601194 h 2154766"/>
              <a:gd name="csX5" fmla="*/ 1778355 w 2331287"/>
              <a:gd name="csY5" fmla="*/ 2102754 h 2154766"/>
              <a:gd name="csX6" fmla="*/ 748141 w 2331287"/>
              <a:gd name="csY6" fmla="*/ 2154124 h 2154766"/>
              <a:gd name="csX7" fmla="*/ 256855 w 2331287"/>
              <a:gd name="csY7" fmla="*/ 1868322 h 2154766"/>
              <a:gd name="csX8" fmla="*/ 0 w 2331287"/>
              <a:gd name="csY8" fmla="*/ 275530 h 2154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331287" h="2154766">
                <a:moveTo>
                  <a:pt x="0" y="275530"/>
                </a:moveTo>
                <a:cubicBezTo>
                  <a:pt x="0" y="106336"/>
                  <a:pt x="311819" y="0"/>
                  <a:pt x="481013" y="0"/>
                </a:cubicBezTo>
                <a:lnTo>
                  <a:pt x="1675613" y="0"/>
                </a:lnTo>
                <a:cubicBezTo>
                  <a:pt x="1844807" y="0"/>
                  <a:pt x="2053885" y="96062"/>
                  <a:pt x="2053885" y="265256"/>
                </a:cubicBezTo>
                <a:lnTo>
                  <a:pt x="2331287" y="1601194"/>
                </a:lnTo>
                <a:cubicBezTo>
                  <a:pt x="2331287" y="1770388"/>
                  <a:pt x="2029741" y="2010286"/>
                  <a:pt x="1778355" y="2102754"/>
                </a:cubicBezTo>
                <a:cubicBezTo>
                  <a:pt x="1246591" y="2164400"/>
                  <a:pt x="1146341" y="2154124"/>
                  <a:pt x="748141" y="2154124"/>
                </a:cubicBezTo>
                <a:cubicBezTo>
                  <a:pt x="578947" y="2154124"/>
                  <a:pt x="349322" y="2027242"/>
                  <a:pt x="256855" y="1868322"/>
                </a:cubicBezTo>
                <a:cubicBezTo>
                  <a:pt x="102742" y="1429859"/>
                  <a:pt x="0" y="775638"/>
                  <a:pt x="0" y="275530"/>
                </a:cubicBezTo>
                <a:close/>
              </a:path>
            </a:pathLst>
          </a:custGeom>
          <a:noFill/>
          <a:ln w="19050">
            <a:solidFill>
              <a:srgbClr val="F282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grpSp>
        <p:nvGrpSpPr>
          <p:cNvPr id="141" name="Groupe 140">
            <a:extLst>
              <a:ext uri="{FF2B5EF4-FFF2-40B4-BE49-F238E27FC236}">
                <a16:creationId xmlns:a16="http://schemas.microsoft.com/office/drawing/2014/main" id="{3E51E02A-E921-7368-D0E4-B76781FACB48}"/>
              </a:ext>
            </a:extLst>
          </p:cNvPr>
          <p:cNvGrpSpPr/>
          <p:nvPr/>
        </p:nvGrpSpPr>
        <p:grpSpPr>
          <a:xfrm>
            <a:off x="7593404" y="3292112"/>
            <a:ext cx="360000" cy="360000"/>
            <a:chOff x="7352078" y="3273617"/>
            <a:chExt cx="360000" cy="360000"/>
          </a:xfrm>
        </p:grpSpPr>
        <p:sp>
          <p:nvSpPr>
            <p:cNvPr id="122" name="Ellipse 121">
              <a:extLst>
                <a:ext uri="{FF2B5EF4-FFF2-40B4-BE49-F238E27FC236}">
                  <a16:creationId xmlns:a16="http://schemas.microsoft.com/office/drawing/2014/main" id="{ED8DF6F7-9CF6-2CC2-CB7D-BD112621D810}"/>
                </a:ext>
              </a:extLst>
            </p:cNvPr>
            <p:cNvSpPr/>
            <p:nvPr/>
          </p:nvSpPr>
          <p:spPr>
            <a:xfrm>
              <a:off x="7352078" y="3273617"/>
              <a:ext cx="360000" cy="360000"/>
            </a:xfrm>
            <a:prstGeom prst="ellipse">
              <a:avLst/>
            </a:prstGeom>
            <a:solidFill>
              <a:srgbClr val="F282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sp>
          <p:nvSpPr>
            <p:cNvPr id="138" name="Forme libre : forme 137">
              <a:extLst>
                <a:ext uri="{FF2B5EF4-FFF2-40B4-BE49-F238E27FC236}">
                  <a16:creationId xmlns:a16="http://schemas.microsoft.com/office/drawing/2014/main" id="{DCF67A40-835D-14AE-BCA2-1257CF1F5922}"/>
                </a:ext>
              </a:extLst>
            </p:cNvPr>
            <p:cNvSpPr>
              <a:spLocks noChangeAspect="1"/>
            </p:cNvSpPr>
            <p:nvPr/>
          </p:nvSpPr>
          <p:spPr>
            <a:xfrm flipH="1">
              <a:off x="7406078" y="3332211"/>
              <a:ext cx="252000" cy="242813"/>
            </a:xfrm>
            <a:custGeom>
              <a:avLst/>
              <a:gdLst>
                <a:gd name="csX0" fmla="*/ 286231 w 870865"/>
                <a:gd name="csY0" fmla="*/ 15 h 839116"/>
                <a:gd name="csX1" fmla="*/ 284631 w 870865"/>
                <a:gd name="csY1" fmla="*/ 53 h 839116"/>
                <a:gd name="csX2" fmla="*/ 283552 w 870865"/>
                <a:gd name="csY2" fmla="*/ 90 h 839116"/>
                <a:gd name="csX3" fmla="*/ 283180 w 870865"/>
                <a:gd name="csY3" fmla="*/ 90 h 839116"/>
                <a:gd name="csX4" fmla="*/ 281841 w 870865"/>
                <a:gd name="csY4" fmla="*/ 462 h 839116"/>
                <a:gd name="csX5" fmla="*/ 280539 w 870865"/>
                <a:gd name="csY5" fmla="*/ 760 h 839116"/>
                <a:gd name="csX6" fmla="*/ 279050 w 870865"/>
                <a:gd name="csY6" fmla="*/ 1466 h 839116"/>
                <a:gd name="csX7" fmla="*/ 277860 w 870865"/>
                <a:gd name="csY7" fmla="*/ 2099 h 839116"/>
                <a:gd name="csX8" fmla="*/ 276558 w 870865"/>
                <a:gd name="csY8" fmla="*/ 3029 h 839116"/>
                <a:gd name="csX9" fmla="*/ 275441 w 870865"/>
                <a:gd name="csY9" fmla="*/ 3959 h 839116"/>
                <a:gd name="csX10" fmla="*/ 274325 w 870865"/>
                <a:gd name="csY10" fmla="*/ 5262 h 839116"/>
                <a:gd name="csX11" fmla="*/ 273581 w 870865"/>
                <a:gd name="csY11" fmla="*/ 6266 h 839116"/>
                <a:gd name="csX12" fmla="*/ 272762 w 870865"/>
                <a:gd name="csY12" fmla="*/ 7866 h 839116"/>
                <a:gd name="csX13" fmla="*/ 272204 w 870865"/>
                <a:gd name="csY13" fmla="*/ 9057 h 839116"/>
                <a:gd name="csX14" fmla="*/ 271832 w 870865"/>
                <a:gd name="csY14" fmla="*/ 10471 h 839116"/>
                <a:gd name="csX15" fmla="*/ 271535 w 870865"/>
                <a:gd name="csY15" fmla="*/ 11773 h 839116"/>
                <a:gd name="csX16" fmla="*/ 11683 w 870865"/>
                <a:gd name="csY16" fmla="*/ 271739 h 839116"/>
                <a:gd name="csX17" fmla="*/ 11683 w 870865"/>
                <a:gd name="csY17" fmla="*/ 271702 h 839116"/>
                <a:gd name="csX18" fmla="*/ 10306 w 870865"/>
                <a:gd name="csY18" fmla="*/ 272074 h 839116"/>
                <a:gd name="csX19" fmla="*/ 9004 w 870865"/>
                <a:gd name="csY19" fmla="*/ 272371 h 839116"/>
                <a:gd name="csX20" fmla="*/ 7590 w 870865"/>
                <a:gd name="csY20" fmla="*/ 273041 h 839116"/>
                <a:gd name="csX21" fmla="*/ 6288 w 870865"/>
                <a:gd name="csY21" fmla="*/ 273711 h 839116"/>
                <a:gd name="csX22" fmla="*/ 4800 w 870865"/>
                <a:gd name="csY22" fmla="*/ 274827 h 839116"/>
                <a:gd name="csX23" fmla="*/ 3981 w 870865"/>
                <a:gd name="csY23" fmla="*/ 275534 h 839116"/>
                <a:gd name="csX24" fmla="*/ 2604 w 870865"/>
                <a:gd name="csY24" fmla="*/ 277171 h 839116"/>
                <a:gd name="csX25" fmla="*/ 2084 w 870865"/>
                <a:gd name="csY25" fmla="*/ 277915 h 839116"/>
                <a:gd name="csX26" fmla="*/ 1191 w 870865"/>
                <a:gd name="csY26" fmla="*/ 279664 h 839116"/>
                <a:gd name="csX27" fmla="*/ 707 w 870865"/>
                <a:gd name="csY27" fmla="*/ 280706 h 839116"/>
                <a:gd name="csX28" fmla="*/ 335 w 870865"/>
                <a:gd name="csY28" fmla="*/ 282268 h 839116"/>
                <a:gd name="csX29" fmla="*/ 37 w 870865"/>
                <a:gd name="csY29" fmla="*/ 283459 h 839116"/>
                <a:gd name="csX30" fmla="*/ 37 w 870865"/>
                <a:gd name="csY30" fmla="*/ 283719 h 839116"/>
                <a:gd name="csX31" fmla="*/ 0 w 870865"/>
                <a:gd name="csY31" fmla="*/ 285245 h 839116"/>
                <a:gd name="csX32" fmla="*/ 37 w 870865"/>
                <a:gd name="csY32" fmla="*/ 286771 h 839116"/>
                <a:gd name="csX33" fmla="*/ 37 w 870865"/>
                <a:gd name="csY33" fmla="*/ 287031 h 839116"/>
                <a:gd name="csX34" fmla="*/ 335 w 870865"/>
                <a:gd name="csY34" fmla="*/ 288222 h 839116"/>
                <a:gd name="csX35" fmla="*/ 707 w 870865"/>
                <a:gd name="csY35" fmla="*/ 289784 h 839116"/>
                <a:gd name="csX36" fmla="*/ 1191 w 870865"/>
                <a:gd name="csY36" fmla="*/ 290826 h 839116"/>
                <a:gd name="csX37" fmla="*/ 2084 w 870865"/>
                <a:gd name="csY37" fmla="*/ 292575 h 839116"/>
                <a:gd name="csX38" fmla="*/ 2604 w 870865"/>
                <a:gd name="csY38" fmla="*/ 293319 h 839116"/>
                <a:gd name="csX39" fmla="*/ 3981 w 870865"/>
                <a:gd name="csY39" fmla="*/ 294956 h 839116"/>
                <a:gd name="csX40" fmla="*/ 4688 w 870865"/>
                <a:gd name="csY40" fmla="*/ 295551 h 839116"/>
                <a:gd name="csX41" fmla="*/ 6362 w 870865"/>
                <a:gd name="csY41" fmla="*/ 296816 h 839116"/>
                <a:gd name="csX42" fmla="*/ 7107 w 870865"/>
                <a:gd name="csY42" fmla="*/ 297226 h 839116"/>
                <a:gd name="csX43" fmla="*/ 9116 w 870865"/>
                <a:gd name="csY43" fmla="*/ 298156 h 839116"/>
                <a:gd name="csX44" fmla="*/ 9897 w 870865"/>
                <a:gd name="csY44" fmla="*/ 298379 h 839116"/>
                <a:gd name="csX45" fmla="*/ 11683 w 870865"/>
                <a:gd name="csY45" fmla="*/ 298826 h 839116"/>
                <a:gd name="csX46" fmla="*/ 271535 w 870865"/>
                <a:gd name="csY46" fmla="*/ 558791 h 839116"/>
                <a:gd name="csX47" fmla="*/ 271907 w 870865"/>
                <a:gd name="csY47" fmla="*/ 560205 h 839116"/>
                <a:gd name="csX48" fmla="*/ 272204 w 870865"/>
                <a:gd name="csY48" fmla="*/ 561433 h 839116"/>
                <a:gd name="csX49" fmla="*/ 272874 w 870865"/>
                <a:gd name="csY49" fmla="*/ 562884 h 839116"/>
                <a:gd name="csX50" fmla="*/ 273544 w 870865"/>
                <a:gd name="csY50" fmla="*/ 564186 h 839116"/>
                <a:gd name="csX51" fmla="*/ 274623 w 870865"/>
                <a:gd name="csY51" fmla="*/ 565600 h 839116"/>
                <a:gd name="csX52" fmla="*/ 275367 w 870865"/>
                <a:gd name="csY52" fmla="*/ 566493 h 839116"/>
                <a:gd name="csX53" fmla="*/ 276706 w 870865"/>
                <a:gd name="csY53" fmla="*/ 567610 h 839116"/>
                <a:gd name="csX54" fmla="*/ 277860 w 870865"/>
                <a:gd name="csY54" fmla="*/ 568465 h 839116"/>
                <a:gd name="csX55" fmla="*/ 279050 w 870865"/>
                <a:gd name="csY55" fmla="*/ 569061 h 839116"/>
                <a:gd name="csX56" fmla="*/ 280576 w 870865"/>
                <a:gd name="csY56" fmla="*/ 569805 h 839116"/>
                <a:gd name="csX57" fmla="*/ 281841 w 870865"/>
                <a:gd name="csY57" fmla="*/ 570102 h 839116"/>
                <a:gd name="csX58" fmla="*/ 283180 w 870865"/>
                <a:gd name="csY58" fmla="*/ 570475 h 839116"/>
                <a:gd name="csX59" fmla="*/ 283552 w 870865"/>
                <a:gd name="csY59" fmla="*/ 570475 h 839116"/>
                <a:gd name="csX60" fmla="*/ 284631 w 870865"/>
                <a:gd name="csY60" fmla="*/ 570475 h 839116"/>
                <a:gd name="csX61" fmla="*/ 286603 w 870865"/>
                <a:gd name="csY61" fmla="*/ 570475 h 839116"/>
                <a:gd name="csX62" fmla="*/ 286827 w 870865"/>
                <a:gd name="csY62" fmla="*/ 570475 h 839116"/>
                <a:gd name="csX63" fmla="*/ 289059 w 870865"/>
                <a:gd name="csY63" fmla="*/ 569991 h 839116"/>
                <a:gd name="csX64" fmla="*/ 289580 w 870865"/>
                <a:gd name="csY64" fmla="*/ 569805 h 839116"/>
                <a:gd name="csX65" fmla="*/ 291626 w 870865"/>
                <a:gd name="csY65" fmla="*/ 568875 h 839116"/>
                <a:gd name="csX66" fmla="*/ 292408 w 870865"/>
                <a:gd name="csY66" fmla="*/ 568391 h 839116"/>
                <a:gd name="csX67" fmla="*/ 294454 w 870865"/>
                <a:gd name="csY67" fmla="*/ 566791 h 839116"/>
                <a:gd name="csX68" fmla="*/ 294566 w 870865"/>
                <a:gd name="csY68" fmla="*/ 566717 h 839116"/>
                <a:gd name="csX69" fmla="*/ 296314 w 870865"/>
                <a:gd name="csY69" fmla="*/ 564633 h 839116"/>
                <a:gd name="csX70" fmla="*/ 296612 w 870865"/>
                <a:gd name="csY70" fmla="*/ 564149 h 839116"/>
                <a:gd name="csX71" fmla="*/ 297691 w 870865"/>
                <a:gd name="csY71" fmla="*/ 562103 h 839116"/>
                <a:gd name="csX72" fmla="*/ 297914 w 870865"/>
                <a:gd name="csY72" fmla="*/ 561396 h 839116"/>
                <a:gd name="csX73" fmla="*/ 298509 w 870865"/>
                <a:gd name="csY73" fmla="*/ 559089 h 839116"/>
                <a:gd name="csX74" fmla="*/ 298621 w 870865"/>
                <a:gd name="csY74" fmla="*/ 558792 h 839116"/>
                <a:gd name="csX75" fmla="*/ 558473 w 870865"/>
                <a:gd name="csY75" fmla="*/ 298826 h 839116"/>
                <a:gd name="csX76" fmla="*/ 563682 w 870865"/>
                <a:gd name="csY76" fmla="*/ 296965 h 839116"/>
                <a:gd name="csX77" fmla="*/ 563719 w 870865"/>
                <a:gd name="csY77" fmla="*/ 296928 h 839116"/>
                <a:gd name="csX78" fmla="*/ 568035 w 870865"/>
                <a:gd name="csY78" fmla="*/ 292761 h 839116"/>
                <a:gd name="csX79" fmla="*/ 568072 w 870865"/>
                <a:gd name="csY79" fmla="*/ 292687 h 839116"/>
                <a:gd name="csX80" fmla="*/ 570118 w 870865"/>
                <a:gd name="csY80" fmla="*/ 287068 h 839116"/>
                <a:gd name="csX81" fmla="*/ 570156 w 870865"/>
                <a:gd name="csY81" fmla="*/ 286920 h 839116"/>
                <a:gd name="csX82" fmla="*/ 570267 w 870865"/>
                <a:gd name="csY82" fmla="*/ 285952 h 839116"/>
                <a:gd name="csX83" fmla="*/ 570267 w 870865"/>
                <a:gd name="csY83" fmla="*/ 285803 h 839116"/>
                <a:gd name="csX84" fmla="*/ 570267 w 870865"/>
                <a:gd name="csY84" fmla="*/ 284836 h 839116"/>
                <a:gd name="csX85" fmla="*/ 570267 w 870865"/>
                <a:gd name="csY85" fmla="*/ 284687 h 839116"/>
                <a:gd name="csX86" fmla="*/ 570156 w 870865"/>
                <a:gd name="csY86" fmla="*/ 283720 h 839116"/>
                <a:gd name="csX87" fmla="*/ 568035 w 870865"/>
                <a:gd name="csY87" fmla="*/ 277878 h 839116"/>
                <a:gd name="csX88" fmla="*/ 567998 w 870865"/>
                <a:gd name="csY88" fmla="*/ 277841 h 839116"/>
                <a:gd name="csX89" fmla="*/ 558473 w 870865"/>
                <a:gd name="csY89" fmla="*/ 271814 h 839116"/>
                <a:gd name="csX90" fmla="*/ 298621 w 870865"/>
                <a:gd name="csY90" fmla="*/ 11848 h 839116"/>
                <a:gd name="csX91" fmla="*/ 298621 w 870865"/>
                <a:gd name="csY91" fmla="*/ 11885 h 839116"/>
                <a:gd name="csX92" fmla="*/ 298509 w 870865"/>
                <a:gd name="csY92" fmla="*/ 11550 h 839116"/>
                <a:gd name="csX93" fmla="*/ 297914 w 870865"/>
                <a:gd name="csY93" fmla="*/ 9243 h 839116"/>
                <a:gd name="csX94" fmla="*/ 297691 w 870865"/>
                <a:gd name="csY94" fmla="*/ 8573 h 839116"/>
                <a:gd name="csX95" fmla="*/ 296575 w 870865"/>
                <a:gd name="csY95" fmla="*/ 6415 h 839116"/>
                <a:gd name="csX96" fmla="*/ 296314 w 870865"/>
                <a:gd name="csY96" fmla="*/ 6043 h 839116"/>
                <a:gd name="csX97" fmla="*/ 294454 w 870865"/>
                <a:gd name="csY97" fmla="*/ 3848 h 839116"/>
                <a:gd name="csX98" fmla="*/ 294379 w 870865"/>
                <a:gd name="csY98" fmla="*/ 3774 h 839116"/>
                <a:gd name="csX99" fmla="*/ 292110 w 870865"/>
                <a:gd name="csY99" fmla="*/ 2025 h 839116"/>
                <a:gd name="csX100" fmla="*/ 291812 w 870865"/>
                <a:gd name="csY100" fmla="*/ 1876 h 839116"/>
                <a:gd name="csX101" fmla="*/ 289580 w 870865"/>
                <a:gd name="csY101" fmla="*/ 872 h 839116"/>
                <a:gd name="csX102" fmla="*/ 289021 w 870865"/>
                <a:gd name="csY102" fmla="*/ 648 h 839116"/>
                <a:gd name="csX103" fmla="*/ 286826 w 870865"/>
                <a:gd name="csY103" fmla="*/ 202 h 839116"/>
                <a:gd name="csX104" fmla="*/ 286603 w 870865"/>
                <a:gd name="csY104" fmla="*/ 202 h 839116"/>
                <a:gd name="csX105" fmla="*/ 286268 w 870865"/>
                <a:gd name="csY105" fmla="*/ 90 h 839116"/>
                <a:gd name="csX106" fmla="*/ 285041 w 870865"/>
                <a:gd name="csY106" fmla="*/ 74615 h 839116"/>
                <a:gd name="csX107" fmla="*/ 495591 w 870865"/>
                <a:gd name="csY107" fmla="*/ 285203 h 839116"/>
                <a:gd name="csX108" fmla="*/ 285041 w 870865"/>
                <a:gd name="csY108" fmla="*/ 495830 h 839116"/>
                <a:gd name="csX109" fmla="*/ 74519 w 870865"/>
                <a:gd name="csY109" fmla="*/ 285203 h 839116"/>
                <a:gd name="csX110" fmla="*/ 285041 w 870865"/>
                <a:gd name="csY110" fmla="*/ 74615 h 839116"/>
                <a:gd name="csX111" fmla="*/ 654620 w 870865"/>
                <a:gd name="csY111" fmla="*/ 409476 h 839116"/>
                <a:gd name="csX112" fmla="*/ 654620 w 870865"/>
                <a:gd name="csY112" fmla="*/ 409439 h 839116"/>
                <a:gd name="csX113" fmla="*/ 654248 w 870865"/>
                <a:gd name="csY113" fmla="*/ 409551 h 839116"/>
                <a:gd name="csX114" fmla="*/ 654137 w 870865"/>
                <a:gd name="csY114" fmla="*/ 409551 h 839116"/>
                <a:gd name="csX115" fmla="*/ 653206 w 870865"/>
                <a:gd name="csY115" fmla="*/ 409774 h 839116"/>
                <a:gd name="csX116" fmla="*/ 651160 w 870865"/>
                <a:gd name="csY116" fmla="*/ 410295 h 839116"/>
                <a:gd name="csX117" fmla="*/ 649039 w 870865"/>
                <a:gd name="csY117" fmla="*/ 411262 h 839116"/>
                <a:gd name="csX118" fmla="*/ 647886 w 870865"/>
                <a:gd name="csY118" fmla="*/ 412118 h 839116"/>
                <a:gd name="csX119" fmla="*/ 646807 w 870865"/>
                <a:gd name="csY119" fmla="*/ 412936 h 839116"/>
                <a:gd name="csX120" fmla="*/ 645765 w 870865"/>
                <a:gd name="csY120" fmla="*/ 414053 h 839116"/>
                <a:gd name="csX121" fmla="*/ 644872 w 870865"/>
                <a:gd name="csY121" fmla="*/ 415094 h 839116"/>
                <a:gd name="csX122" fmla="*/ 644128 w 870865"/>
                <a:gd name="csY122" fmla="*/ 416285 h 839116"/>
                <a:gd name="csX123" fmla="*/ 643458 w 870865"/>
                <a:gd name="csY123" fmla="*/ 417587 h 839116"/>
                <a:gd name="csX124" fmla="*/ 643012 w 870865"/>
                <a:gd name="csY124" fmla="*/ 418852 h 839116"/>
                <a:gd name="csX125" fmla="*/ 642640 w 870865"/>
                <a:gd name="csY125" fmla="*/ 420378 h 839116"/>
                <a:gd name="csX126" fmla="*/ 642454 w 870865"/>
                <a:gd name="csY126" fmla="*/ 421196 h 839116"/>
                <a:gd name="csX127" fmla="*/ 453478 w 870865"/>
                <a:gd name="csY127" fmla="*/ 610763 h 839116"/>
                <a:gd name="csX128" fmla="*/ 453329 w 870865"/>
                <a:gd name="csY128" fmla="*/ 610800 h 839116"/>
                <a:gd name="csX129" fmla="*/ 453031 w 870865"/>
                <a:gd name="csY129" fmla="*/ 610837 h 839116"/>
                <a:gd name="csX130" fmla="*/ 452994 w 870865"/>
                <a:gd name="csY130" fmla="*/ 610837 h 839116"/>
                <a:gd name="csX131" fmla="*/ 450761 w 870865"/>
                <a:gd name="csY131" fmla="*/ 611358 h 839116"/>
                <a:gd name="csX132" fmla="*/ 450538 w 870865"/>
                <a:gd name="csY132" fmla="*/ 611396 h 839116"/>
                <a:gd name="csX133" fmla="*/ 447897 w 870865"/>
                <a:gd name="csY133" fmla="*/ 612586 h 839116"/>
                <a:gd name="csX134" fmla="*/ 446892 w 870865"/>
                <a:gd name="csY134" fmla="*/ 613330 h 839116"/>
                <a:gd name="csX135" fmla="*/ 445590 w 870865"/>
                <a:gd name="csY135" fmla="*/ 614260 h 839116"/>
                <a:gd name="csX136" fmla="*/ 444808 w 870865"/>
                <a:gd name="csY136" fmla="*/ 615116 h 839116"/>
                <a:gd name="csX137" fmla="*/ 443618 w 870865"/>
                <a:gd name="csY137" fmla="*/ 616530 h 839116"/>
                <a:gd name="csX138" fmla="*/ 443134 w 870865"/>
                <a:gd name="csY138" fmla="*/ 617349 h 839116"/>
                <a:gd name="csX139" fmla="*/ 442278 w 870865"/>
                <a:gd name="csY139" fmla="*/ 619023 h 839116"/>
                <a:gd name="csX140" fmla="*/ 441869 w 870865"/>
                <a:gd name="csY140" fmla="*/ 620139 h 839116"/>
                <a:gd name="csX141" fmla="*/ 441460 w 870865"/>
                <a:gd name="csY141" fmla="*/ 621776 h 839116"/>
                <a:gd name="csX142" fmla="*/ 441236 w 870865"/>
                <a:gd name="csY142" fmla="*/ 622483 h 839116"/>
                <a:gd name="csX143" fmla="*/ 441199 w 870865"/>
                <a:gd name="csY143" fmla="*/ 622967 h 839116"/>
                <a:gd name="csX144" fmla="*/ 441162 w 870865"/>
                <a:gd name="csY144" fmla="*/ 624306 h 839116"/>
                <a:gd name="csX145" fmla="*/ 441199 w 870865"/>
                <a:gd name="csY145" fmla="*/ 625720 h 839116"/>
                <a:gd name="csX146" fmla="*/ 441236 w 870865"/>
                <a:gd name="csY146" fmla="*/ 626130 h 839116"/>
                <a:gd name="csX147" fmla="*/ 441385 w 870865"/>
                <a:gd name="csY147" fmla="*/ 626799 h 839116"/>
                <a:gd name="csX148" fmla="*/ 441869 w 870865"/>
                <a:gd name="csY148" fmla="*/ 628511 h 839116"/>
                <a:gd name="csX149" fmla="*/ 442204 w 870865"/>
                <a:gd name="csY149" fmla="*/ 629553 h 839116"/>
                <a:gd name="csX150" fmla="*/ 443060 w 870865"/>
                <a:gd name="csY150" fmla="*/ 631190 h 839116"/>
                <a:gd name="csX151" fmla="*/ 443692 w 870865"/>
                <a:gd name="csY151" fmla="*/ 632194 h 839116"/>
                <a:gd name="csX152" fmla="*/ 444622 w 870865"/>
                <a:gd name="csY152" fmla="*/ 633311 h 839116"/>
                <a:gd name="csX153" fmla="*/ 445552 w 870865"/>
                <a:gd name="csY153" fmla="*/ 634352 h 839116"/>
                <a:gd name="csX154" fmla="*/ 447190 w 870865"/>
                <a:gd name="csY154" fmla="*/ 635543 h 839116"/>
                <a:gd name="csX155" fmla="*/ 447785 w 870865"/>
                <a:gd name="csY155" fmla="*/ 635952 h 839116"/>
                <a:gd name="csX156" fmla="*/ 450389 w 870865"/>
                <a:gd name="csY156" fmla="*/ 637180 h 839116"/>
                <a:gd name="csX157" fmla="*/ 451431 w 870865"/>
                <a:gd name="csY157" fmla="*/ 637441 h 839116"/>
                <a:gd name="csX158" fmla="*/ 452994 w 870865"/>
                <a:gd name="csY158" fmla="*/ 637776 h 839116"/>
                <a:gd name="csX159" fmla="*/ 642456 w 870865"/>
                <a:gd name="csY159" fmla="*/ 827418 h 839116"/>
                <a:gd name="csX160" fmla="*/ 642419 w 870865"/>
                <a:gd name="csY160" fmla="*/ 827418 h 839116"/>
                <a:gd name="csX161" fmla="*/ 642642 w 870865"/>
                <a:gd name="csY161" fmla="*/ 828200 h 839116"/>
                <a:gd name="csX162" fmla="*/ 643051 w 870865"/>
                <a:gd name="csY162" fmla="*/ 829762 h 839116"/>
                <a:gd name="csX163" fmla="*/ 643498 w 870865"/>
                <a:gd name="csY163" fmla="*/ 830990 h 839116"/>
                <a:gd name="csX164" fmla="*/ 644167 w 870865"/>
                <a:gd name="csY164" fmla="*/ 832292 h 839116"/>
                <a:gd name="csX165" fmla="*/ 644911 w 870865"/>
                <a:gd name="csY165" fmla="*/ 833483 h 839116"/>
                <a:gd name="csX166" fmla="*/ 645842 w 870865"/>
                <a:gd name="csY166" fmla="*/ 834599 h 839116"/>
                <a:gd name="csX167" fmla="*/ 646809 w 870865"/>
                <a:gd name="csY167" fmla="*/ 835604 h 839116"/>
                <a:gd name="csX168" fmla="*/ 648223 w 870865"/>
                <a:gd name="csY168" fmla="*/ 836720 h 839116"/>
                <a:gd name="csX169" fmla="*/ 649079 w 870865"/>
                <a:gd name="csY169" fmla="*/ 837316 h 839116"/>
                <a:gd name="csX170" fmla="*/ 651237 w 870865"/>
                <a:gd name="csY170" fmla="*/ 838320 h 839116"/>
                <a:gd name="csX171" fmla="*/ 651571 w 870865"/>
                <a:gd name="csY171" fmla="*/ 838469 h 839116"/>
                <a:gd name="csX172" fmla="*/ 652650 w 870865"/>
                <a:gd name="csY172" fmla="*/ 838729 h 839116"/>
                <a:gd name="csX173" fmla="*/ 654176 w 870865"/>
                <a:gd name="csY173" fmla="*/ 839064 h 839116"/>
                <a:gd name="csX174" fmla="*/ 654436 w 870865"/>
                <a:gd name="csY174" fmla="*/ 839064 h 839116"/>
                <a:gd name="csX175" fmla="*/ 655962 w 870865"/>
                <a:gd name="csY175" fmla="*/ 839101 h 839116"/>
                <a:gd name="csX176" fmla="*/ 657488 w 870865"/>
                <a:gd name="csY176" fmla="*/ 839064 h 839116"/>
                <a:gd name="csX177" fmla="*/ 657711 w 870865"/>
                <a:gd name="csY177" fmla="*/ 839064 h 839116"/>
                <a:gd name="csX178" fmla="*/ 659980 w 870865"/>
                <a:gd name="csY178" fmla="*/ 838543 h 839116"/>
                <a:gd name="csX179" fmla="*/ 660501 w 870865"/>
                <a:gd name="csY179" fmla="*/ 838357 h 839116"/>
                <a:gd name="csX180" fmla="*/ 662957 w 870865"/>
                <a:gd name="csY180" fmla="*/ 837241 h 839116"/>
                <a:gd name="csX181" fmla="*/ 662994 w 870865"/>
                <a:gd name="csY181" fmla="*/ 837204 h 839116"/>
                <a:gd name="csX182" fmla="*/ 663031 w 870865"/>
                <a:gd name="csY182" fmla="*/ 837204 h 839116"/>
                <a:gd name="csX183" fmla="*/ 665301 w 870865"/>
                <a:gd name="csY183" fmla="*/ 835418 h 839116"/>
                <a:gd name="csX184" fmla="*/ 665413 w 870865"/>
                <a:gd name="csY184" fmla="*/ 835381 h 839116"/>
                <a:gd name="csX185" fmla="*/ 665450 w 870865"/>
                <a:gd name="csY185" fmla="*/ 835269 h 839116"/>
                <a:gd name="csX186" fmla="*/ 667236 w 870865"/>
                <a:gd name="csY186" fmla="*/ 833185 h 839116"/>
                <a:gd name="csX187" fmla="*/ 667496 w 870865"/>
                <a:gd name="csY187" fmla="*/ 832813 h 839116"/>
                <a:gd name="csX188" fmla="*/ 668649 w 870865"/>
                <a:gd name="csY188" fmla="*/ 830544 h 839116"/>
                <a:gd name="csX189" fmla="*/ 668873 w 870865"/>
                <a:gd name="csY189" fmla="*/ 830023 h 839116"/>
                <a:gd name="csX190" fmla="*/ 669468 w 870865"/>
                <a:gd name="csY190" fmla="*/ 827530 h 839116"/>
                <a:gd name="csX191" fmla="*/ 669542 w 870865"/>
                <a:gd name="csY191" fmla="*/ 827381 h 839116"/>
                <a:gd name="csX192" fmla="*/ 859071 w 870865"/>
                <a:gd name="csY192" fmla="*/ 637738 h 839116"/>
                <a:gd name="csX193" fmla="*/ 861378 w 870865"/>
                <a:gd name="csY193" fmla="*/ 637218 h 839116"/>
                <a:gd name="csX194" fmla="*/ 861452 w 870865"/>
                <a:gd name="csY194" fmla="*/ 637180 h 839116"/>
                <a:gd name="csX195" fmla="*/ 861564 w 870865"/>
                <a:gd name="csY195" fmla="*/ 637143 h 839116"/>
                <a:gd name="csX196" fmla="*/ 864243 w 870865"/>
                <a:gd name="csY196" fmla="*/ 635915 h 839116"/>
                <a:gd name="csX197" fmla="*/ 866587 w 870865"/>
                <a:gd name="csY197" fmla="*/ 634167 h 839116"/>
                <a:gd name="csX198" fmla="*/ 866661 w 870865"/>
                <a:gd name="csY198" fmla="*/ 634055 h 839116"/>
                <a:gd name="csX199" fmla="*/ 866773 w 870865"/>
                <a:gd name="csY199" fmla="*/ 633943 h 839116"/>
                <a:gd name="csX200" fmla="*/ 868596 w 870865"/>
                <a:gd name="csY200" fmla="*/ 631711 h 839116"/>
                <a:gd name="csX201" fmla="*/ 868633 w 870865"/>
                <a:gd name="csY201" fmla="*/ 631674 h 839116"/>
                <a:gd name="csX202" fmla="*/ 869935 w 870865"/>
                <a:gd name="csY202" fmla="*/ 629106 h 839116"/>
                <a:gd name="csX203" fmla="*/ 869973 w 870865"/>
                <a:gd name="csY203" fmla="*/ 628995 h 839116"/>
                <a:gd name="csX204" fmla="*/ 870010 w 870865"/>
                <a:gd name="csY204" fmla="*/ 628846 h 839116"/>
                <a:gd name="csX205" fmla="*/ 870680 w 870865"/>
                <a:gd name="csY205" fmla="*/ 626316 h 839116"/>
                <a:gd name="csX206" fmla="*/ 870680 w 870865"/>
                <a:gd name="csY206" fmla="*/ 626242 h 839116"/>
                <a:gd name="csX207" fmla="*/ 870717 w 870865"/>
                <a:gd name="csY207" fmla="*/ 626056 h 839116"/>
                <a:gd name="csX208" fmla="*/ 870828 w 870865"/>
                <a:gd name="csY208" fmla="*/ 625311 h 839116"/>
                <a:gd name="csX209" fmla="*/ 870866 w 870865"/>
                <a:gd name="csY209" fmla="*/ 624381 h 839116"/>
                <a:gd name="csX210" fmla="*/ 870866 w 870865"/>
                <a:gd name="csY210" fmla="*/ 624121 h 839116"/>
                <a:gd name="csX211" fmla="*/ 870828 w 870865"/>
                <a:gd name="csY211" fmla="*/ 623153 h 839116"/>
                <a:gd name="csX212" fmla="*/ 870717 w 870865"/>
                <a:gd name="csY212" fmla="*/ 622447 h 839116"/>
                <a:gd name="csX213" fmla="*/ 870680 w 870865"/>
                <a:gd name="csY213" fmla="*/ 622223 h 839116"/>
                <a:gd name="csX214" fmla="*/ 870680 w 870865"/>
                <a:gd name="csY214" fmla="*/ 622186 h 839116"/>
                <a:gd name="csX215" fmla="*/ 870047 w 870865"/>
                <a:gd name="csY215" fmla="*/ 619656 h 839116"/>
                <a:gd name="csX216" fmla="*/ 869973 w 870865"/>
                <a:gd name="csY216" fmla="*/ 619433 h 839116"/>
                <a:gd name="csX217" fmla="*/ 869935 w 870865"/>
                <a:gd name="csY217" fmla="*/ 619358 h 839116"/>
                <a:gd name="csX218" fmla="*/ 868633 w 870865"/>
                <a:gd name="csY218" fmla="*/ 616754 h 839116"/>
                <a:gd name="csX219" fmla="*/ 868596 w 870865"/>
                <a:gd name="csY219" fmla="*/ 616754 h 839116"/>
                <a:gd name="csX220" fmla="*/ 866773 w 870865"/>
                <a:gd name="csY220" fmla="*/ 614521 h 839116"/>
                <a:gd name="csX221" fmla="*/ 866661 w 870865"/>
                <a:gd name="csY221" fmla="*/ 614447 h 839116"/>
                <a:gd name="csX222" fmla="*/ 866624 w 870865"/>
                <a:gd name="csY222" fmla="*/ 614410 h 839116"/>
                <a:gd name="csX223" fmla="*/ 864317 w 870865"/>
                <a:gd name="csY223" fmla="*/ 612586 h 839116"/>
                <a:gd name="csX224" fmla="*/ 864243 w 870865"/>
                <a:gd name="csY224" fmla="*/ 612586 h 839116"/>
                <a:gd name="csX225" fmla="*/ 864168 w 870865"/>
                <a:gd name="csY225" fmla="*/ 612512 h 839116"/>
                <a:gd name="csX226" fmla="*/ 861452 w 870865"/>
                <a:gd name="csY226" fmla="*/ 611321 h 839116"/>
                <a:gd name="csX227" fmla="*/ 859071 w 870865"/>
                <a:gd name="csY227" fmla="*/ 610763 h 839116"/>
                <a:gd name="csX228" fmla="*/ 858476 w 870865"/>
                <a:gd name="csY228" fmla="*/ 610652 h 839116"/>
                <a:gd name="csX229" fmla="*/ 669499 w 870865"/>
                <a:gd name="csY229" fmla="*/ 421085 h 839116"/>
                <a:gd name="csX230" fmla="*/ 669537 w 870865"/>
                <a:gd name="csY230" fmla="*/ 421085 h 839116"/>
                <a:gd name="csX231" fmla="*/ 669462 w 870865"/>
                <a:gd name="csY231" fmla="*/ 420936 h 839116"/>
                <a:gd name="csX232" fmla="*/ 668867 w 870865"/>
                <a:gd name="csY232" fmla="*/ 418443 h 839116"/>
                <a:gd name="csX233" fmla="*/ 668644 w 870865"/>
                <a:gd name="csY233" fmla="*/ 417923 h 839116"/>
                <a:gd name="csX234" fmla="*/ 667528 w 870865"/>
                <a:gd name="csY234" fmla="*/ 415727 h 839116"/>
                <a:gd name="csX235" fmla="*/ 667230 w 870865"/>
                <a:gd name="csY235" fmla="*/ 415244 h 839116"/>
                <a:gd name="csX236" fmla="*/ 665444 w 870865"/>
                <a:gd name="csY236" fmla="*/ 413123 h 839116"/>
                <a:gd name="csX237" fmla="*/ 665332 w 870865"/>
                <a:gd name="csY237" fmla="*/ 413011 h 839116"/>
                <a:gd name="csX238" fmla="*/ 663025 w 870865"/>
                <a:gd name="csY238" fmla="*/ 411262 h 839116"/>
                <a:gd name="csX239" fmla="*/ 662839 w 870865"/>
                <a:gd name="csY239" fmla="*/ 411151 h 839116"/>
                <a:gd name="csX240" fmla="*/ 660533 w 870865"/>
                <a:gd name="csY240" fmla="*/ 410072 h 839116"/>
                <a:gd name="csX241" fmla="*/ 659974 w 870865"/>
                <a:gd name="csY241" fmla="*/ 409886 h 839116"/>
                <a:gd name="csX242" fmla="*/ 657742 w 870865"/>
                <a:gd name="csY242" fmla="*/ 409402 h 839116"/>
                <a:gd name="csX243" fmla="*/ 657630 w 870865"/>
                <a:gd name="csY243" fmla="*/ 409402 h 839116"/>
                <a:gd name="csX244" fmla="*/ 655956 w 870865"/>
                <a:gd name="csY244" fmla="*/ 409365 h 839116"/>
                <a:gd name="csX245" fmla="*/ 654691 w 870865"/>
                <a:gd name="csY245" fmla="*/ 409328 h 839116"/>
                <a:gd name="csX246" fmla="*/ 655885 w 870865"/>
                <a:gd name="csY246" fmla="*/ 478942 h 839116"/>
                <a:gd name="csX247" fmla="*/ 801399 w 870865"/>
                <a:gd name="csY247" fmla="*/ 624274 h 839116"/>
                <a:gd name="csX248" fmla="*/ 655885 w 870865"/>
                <a:gd name="csY248" fmla="*/ 769645 h 839116"/>
                <a:gd name="csX249" fmla="*/ 510410 w 870865"/>
                <a:gd name="csY249" fmla="*/ 624274 h 839116"/>
                <a:gd name="csX250" fmla="*/ 655885 w 870865"/>
                <a:gd name="csY250" fmla="*/ 478942 h 8391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Lst>
              <a:rect l="l" t="t" r="r" b="b"/>
              <a:pathLst>
                <a:path w="870865" h="839116">
                  <a:moveTo>
                    <a:pt x="286231" y="15"/>
                  </a:moveTo>
                  <a:cubicBezTo>
                    <a:pt x="285710" y="-22"/>
                    <a:pt x="285152" y="15"/>
                    <a:pt x="284631" y="53"/>
                  </a:cubicBezTo>
                  <a:cubicBezTo>
                    <a:pt x="284259" y="53"/>
                    <a:pt x="283925" y="53"/>
                    <a:pt x="283552" y="90"/>
                  </a:cubicBezTo>
                  <a:lnTo>
                    <a:pt x="283180" y="90"/>
                  </a:lnTo>
                  <a:cubicBezTo>
                    <a:pt x="282734" y="164"/>
                    <a:pt x="282287" y="313"/>
                    <a:pt x="281841" y="462"/>
                  </a:cubicBezTo>
                  <a:cubicBezTo>
                    <a:pt x="281395" y="536"/>
                    <a:pt x="280985" y="648"/>
                    <a:pt x="280539" y="760"/>
                  </a:cubicBezTo>
                  <a:cubicBezTo>
                    <a:pt x="280018" y="946"/>
                    <a:pt x="279534" y="1206"/>
                    <a:pt x="279050" y="1466"/>
                  </a:cubicBezTo>
                  <a:cubicBezTo>
                    <a:pt x="278641" y="1653"/>
                    <a:pt x="278232" y="1876"/>
                    <a:pt x="277860" y="2099"/>
                  </a:cubicBezTo>
                  <a:cubicBezTo>
                    <a:pt x="277413" y="2397"/>
                    <a:pt x="276967" y="2694"/>
                    <a:pt x="276558" y="3029"/>
                  </a:cubicBezTo>
                  <a:cubicBezTo>
                    <a:pt x="276186" y="3327"/>
                    <a:pt x="275776" y="3662"/>
                    <a:pt x="275441" y="3959"/>
                  </a:cubicBezTo>
                  <a:cubicBezTo>
                    <a:pt x="275032" y="4369"/>
                    <a:pt x="274660" y="4815"/>
                    <a:pt x="274325" y="5262"/>
                  </a:cubicBezTo>
                  <a:cubicBezTo>
                    <a:pt x="274065" y="5596"/>
                    <a:pt x="273804" y="5931"/>
                    <a:pt x="273581" y="6266"/>
                  </a:cubicBezTo>
                  <a:cubicBezTo>
                    <a:pt x="273283" y="6787"/>
                    <a:pt x="272986" y="7345"/>
                    <a:pt x="272762" y="7866"/>
                  </a:cubicBezTo>
                  <a:cubicBezTo>
                    <a:pt x="272576" y="8275"/>
                    <a:pt x="272390" y="8647"/>
                    <a:pt x="272204" y="9057"/>
                  </a:cubicBezTo>
                  <a:cubicBezTo>
                    <a:pt x="272055" y="9540"/>
                    <a:pt x="271944" y="9987"/>
                    <a:pt x="271832" y="10471"/>
                  </a:cubicBezTo>
                  <a:cubicBezTo>
                    <a:pt x="271721" y="10880"/>
                    <a:pt x="271609" y="11326"/>
                    <a:pt x="271535" y="11773"/>
                  </a:cubicBezTo>
                  <a:cubicBezTo>
                    <a:pt x="253564" y="147285"/>
                    <a:pt x="147119" y="253727"/>
                    <a:pt x="11683" y="271739"/>
                  </a:cubicBezTo>
                  <a:lnTo>
                    <a:pt x="11683" y="271702"/>
                  </a:lnTo>
                  <a:cubicBezTo>
                    <a:pt x="11199" y="271813"/>
                    <a:pt x="10753" y="271925"/>
                    <a:pt x="10306" y="272074"/>
                  </a:cubicBezTo>
                  <a:cubicBezTo>
                    <a:pt x="9860" y="272148"/>
                    <a:pt x="9451" y="272260"/>
                    <a:pt x="9004" y="272371"/>
                  </a:cubicBezTo>
                  <a:cubicBezTo>
                    <a:pt x="8520" y="272557"/>
                    <a:pt x="8074" y="272781"/>
                    <a:pt x="7590" y="273041"/>
                  </a:cubicBezTo>
                  <a:cubicBezTo>
                    <a:pt x="7144" y="273227"/>
                    <a:pt x="6697" y="273487"/>
                    <a:pt x="6288" y="273711"/>
                  </a:cubicBezTo>
                  <a:cubicBezTo>
                    <a:pt x="5767" y="274083"/>
                    <a:pt x="5283" y="274455"/>
                    <a:pt x="4800" y="274827"/>
                  </a:cubicBezTo>
                  <a:cubicBezTo>
                    <a:pt x="4539" y="275050"/>
                    <a:pt x="4242" y="275273"/>
                    <a:pt x="3981" y="275534"/>
                  </a:cubicBezTo>
                  <a:cubicBezTo>
                    <a:pt x="3460" y="276055"/>
                    <a:pt x="3014" y="276613"/>
                    <a:pt x="2604" y="277171"/>
                  </a:cubicBezTo>
                  <a:cubicBezTo>
                    <a:pt x="2418" y="277432"/>
                    <a:pt x="2232" y="277655"/>
                    <a:pt x="2084" y="277915"/>
                  </a:cubicBezTo>
                  <a:cubicBezTo>
                    <a:pt x="1749" y="278473"/>
                    <a:pt x="1451" y="279031"/>
                    <a:pt x="1191" y="279664"/>
                  </a:cubicBezTo>
                  <a:cubicBezTo>
                    <a:pt x="1005" y="279999"/>
                    <a:pt x="856" y="280371"/>
                    <a:pt x="707" y="280706"/>
                  </a:cubicBezTo>
                  <a:cubicBezTo>
                    <a:pt x="558" y="281227"/>
                    <a:pt x="446" y="281748"/>
                    <a:pt x="335" y="282268"/>
                  </a:cubicBezTo>
                  <a:cubicBezTo>
                    <a:pt x="223" y="282640"/>
                    <a:pt x="112" y="283050"/>
                    <a:pt x="37" y="283459"/>
                  </a:cubicBezTo>
                  <a:lnTo>
                    <a:pt x="37" y="283719"/>
                  </a:lnTo>
                  <a:cubicBezTo>
                    <a:pt x="0" y="284203"/>
                    <a:pt x="0" y="284724"/>
                    <a:pt x="0" y="285245"/>
                  </a:cubicBezTo>
                  <a:cubicBezTo>
                    <a:pt x="0" y="285729"/>
                    <a:pt x="0" y="286250"/>
                    <a:pt x="37" y="286771"/>
                  </a:cubicBezTo>
                  <a:lnTo>
                    <a:pt x="37" y="287031"/>
                  </a:lnTo>
                  <a:cubicBezTo>
                    <a:pt x="112" y="287440"/>
                    <a:pt x="223" y="287850"/>
                    <a:pt x="335" y="288222"/>
                  </a:cubicBezTo>
                  <a:cubicBezTo>
                    <a:pt x="446" y="288742"/>
                    <a:pt x="558" y="289263"/>
                    <a:pt x="707" y="289784"/>
                  </a:cubicBezTo>
                  <a:cubicBezTo>
                    <a:pt x="856" y="290119"/>
                    <a:pt x="1005" y="290491"/>
                    <a:pt x="1191" y="290826"/>
                  </a:cubicBezTo>
                  <a:cubicBezTo>
                    <a:pt x="1451" y="291459"/>
                    <a:pt x="1749" y="292017"/>
                    <a:pt x="2084" y="292575"/>
                  </a:cubicBezTo>
                  <a:cubicBezTo>
                    <a:pt x="2232" y="292835"/>
                    <a:pt x="2418" y="293096"/>
                    <a:pt x="2604" y="293319"/>
                  </a:cubicBezTo>
                  <a:cubicBezTo>
                    <a:pt x="3014" y="293914"/>
                    <a:pt x="3460" y="294435"/>
                    <a:pt x="3981" y="294956"/>
                  </a:cubicBezTo>
                  <a:cubicBezTo>
                    <a:pt x="4204" y="295179"/>
                    <a:pt x="4428" y="295365"/>
                    <a:pt x="4688" y="295551"/>
                  </a:cubicBezTo>
                  <a:cubicBezTo>
                    <a:pt x="5209" y="296035"/>
                    <a:pt x="5767" y="296444"/>
                    <a:pt x="6362" y="296816"/>
                  </a:cubicBezTo>
                  <a:cubicBezTo>
                    <a:pt x="6623" y="296965"/>
                    <a:pt x="6846" y="297114"/>
                    <a:pt x="7107" y="297226"/>
                  </a:cubicBezTo>
                  <a:cubicBezTo>
                    <a:pt x="7739" y="297598"/>
                    <a:pt x="8446" y="297895"/>
                    <a:pt x="9116" y="298156"/>
                  </a:cubicBezTo>
                  <a:cubicBezTo>
                    <a:pt x="9376" y="298230"/>
                    <a:pt x="9637" y="298305"/>
                    <a:pt x="9897" y="298379"/>
                  </a:cubicBezTo>
                  <a:cubicBezTo>
                    <a:pt x="10492" y="298565"/>
                    <a:pt x="11088" y="298714"/>
                    <a:pt x="11683" y="298826"/>
                  </a:cubicBezTo>
                  <a:cubicBezTo>
                    <a:pt x="147119" y="316834"/>
                    <a:pt x="253570" y="423279"/>
                    <a:pt x="271535" y="558791"/>
                  </a:cubicBezTo>
                  <a:cubicBezTo>
                    <a:pt x="271646" y="559275"/>
                    <a:pt x="271758" y="559759"/>
                    <a:pt x="271907" y="560205"/>
                  </a:cubicBezTo>
                  <a:cubicBezTo>
                    <a:pt x="271981" y="560615"/>
                    <a:pt x="272093" y="561024"/>
                    <a:pt x="272204" y="561433"/>
                  </a:cubicBezTo>
                  <a:cubicBezTo>
                    <a:pt x="272428" y="561917"/>
                    <a:pt x="272614" y="562401"/>
                    <a:pt x="272874" y="562884"/>
                  </a:cubicBezTo>
                  <a:cubicBezTo>
                    <a:pt x="273097" y="563331"/>
                    <a:pt x="273283" y="563777"/>
                    <a:pt x="273544" y="564186"/>
                  </a:cubicBezTo>
                  <a:cubicBezTo>
                    <a:pt x="273879" y="564670"/>
                    <a:pt x="274251" y="565154"/>
                    <a:pt x="274623" y="565600"/>
                  </a:cubicBezTo>
                  <a:cubicBezTo>
                    <a:pt x="274883" y="565898"/>
                    <a:pt x="275106" y="566196"/>
                    <a:pt x="275367" y="566493"/>
                  </a:cubicBezTo>
                  <a:cubicBezTo>
                    <a:pt x="275813" y="566903"/>
                    <a:pt x="276260" y="567275"/>
                    <a:pt x="276706" y="567610"/>
                  </a:cubicBezTo>
                  <a:cubicBezTo>
                    <a:pt x="277078" y="567907"/>
                    <a:pt x="277450" y="568205"/>
                    <a:pt x="277860" y="568465"/>
                  </a:cubicBezTo>
                  <a:cubicBezTo>
                    <a:pt x="278232" y="568689"/>
                    <a:pt x="278641" y="568875"/>
                    <a:pt x="279050" y="569061"/>
                  </a:cubicBezTo>
                  <a:cubicBezTo>
                    <a:pt x="279534" y="569358"/>
                    <a:pt x="280055" y="569582"/>
                    <a:pt x="280576" y="569805"/>
                  </a:cubicBezTo>
                  <a:cubicBezTo>
                    <a:pt x="280985" y="569916"/>
                    <a:pt x="281394" y="570028"/>
                    <a:pt x="281841" y="570102"/>
                  </a:cubicBezTo>
                  <a:cubicBezTo>
                    <a:pt x="282287" y="570251"/>
                    <a:pt x="282734" y="570363"/>
                    <a:pt x="283180" y="570475"/>
                  </a:cubicBezTo>
                  <a:lnTo>
                    <a:pt x="283552" y="570475"/>
                  </a:lnTo>
                  <a:lnTo>
                    <a:pt x="284631" y="570475"/>
                  </a:lnTo>
                  <a:cubicBezTo>
                    <a:pt x="285301" y="570512"/>
                    <a:pt x="285971" y="570512"/>
                    <a:pt x="286603" y="570475"/>
                  </a:cubicBezTo>
                  <a:lnTo>
                    <a:pt x="286827" y="570475"/>
                  </a:lnTo>
                  <a:cubicBezTo>
                    <a:pt x="287571" y="570363"/>
                    <a:pt x="288315" y="570214"/>
                    <a:pt x="289059" y="569991"/>
                  </a:cubicBezTo>
                  <a:cubicBezTo>
                    <a:pt x="289245" y="569916"/>
                    <a:pt x="289394" y="569879"/>
                    <a:pt x="289580" y="569805"/>
                  </a:cubicBezTo>
                  <a:cubicBezTo>
                    <a:pt x="290287" y="569544"/>
                    <a:pt x="290957" y="569209"/>
                    <a:pt x="291626" y="568875"/>
                  </a:cubicBezTo>
                  <a:cubicBezTo>
                    <a:pt x="291887" y="568726"/>
                    <a:pt x="292147" y="568577"/>
                    <a:pt x="292408" y="568391"/>
                  </a:cubicBezTo>
                  <a:cubicBezTo>
                    <a:pt x="293152" y="567944"/>
                    <a:pt x="293821" y="567386"/>
                    <a:pt x="294454" y="566791"/>
                  </a:cubicBezTo>
                  <a:cubicBezTo>
                    <a:pt x="294491" y="566754"/>
                    <a:pt x="294528" y="566754"/>
                    <a:pt x="294566" y="566717"/>
                  </a:cubicBezTo>
                  <a:cubicBezTo>
                    <a:pt x="295235" y="566084"/>
                    <a:pt x="295793" y="565377"/>
                    <a:pt x="296314" y="564633"/>
                  </a:cubicBezTo>
                  <a:cubicBezTo>
                    <a:pt x="296426" y="564484"/>
                    <a:pt x="296500" y="564335"/>
                    <a:pt x="296612" y="564149"/>
                  </a:cubicBezTo>
                  <a:cubicBezTo>
                    <a:pt x="297021" y="563517"/>
                    <a:pt x="297393" y="562810"/>
                    <a:pt x="297691" y="562103"/>
                  </a:cubicBezTo>
                  <a:cubicBezTo>
                    <a:pt x="297765" y="561880"/>
                    <a:pt x="297840" y="561619"/>
                    <a:pt x="297914" y="561396"/>
                  </a:cubicBezTo>
                  <a:cubicBezTo>
                    <a:pt x="298212" y="560652"/>
                    <a:pt x="298398" y="559871"/>
                    <a:pt x="298509" y="559089"/>
                  </a:cubicBezTo>
                  <a:cubicBezTo>
                    <a:pt x="298547" y="558978"/>
                    <a:pt x="298584" y="558903"/>
                    <a:pt x="298621" y="558792"/>
                  </a:cubicBezTo>
                  <a:cubicBezTo>
                    <a:pt x="316592" y="423279"/>
                    <a:pt x="423037" y="316837"/>
                    <a:pt x="558473" y="298826"/>
                  </a:cubicBezTo>
                  <a:cubicBezTo>
                    <a:pt x="560296" y="298565"/>
                    <a:pt x="562082" y="297933"/>
                    <a:pt x="563682" y="296965"/>
                  </a:cubicBezTo>
                  <a:cubicBezTo>
                    <a:pt x="563682" y="296965"/>
                    <a:pt x="563719" y="296965"/>
                    <a:pt x="563719" y="296928"/>
                  </a:cubicBezTo>
                  <a:cubicBezTo>
                    <a:pt x="565468" y="295886"/>
                    <a:pt x="566919" y="294473"/>
                    <a:pt x="568035" y="292761"/>
                  </a:cubicBezTo>
                  <a:cubicBezTo>
                    <a:pt x="568035" y="292724"/>
                    <a:pt x="568072" y="292687"/>
                    <a:pt x="568072" y="292687"/>
                  </a:cubicBezTo>
                  <a:cubicBezTo>
                    <a:pt x="569151" y="290975"/>
                    <a:pt x="569858" y="289077"/>
                    <a:pt x="570118" y="287068"/>
                  </a:cubicBezTo>
                  <a:cubicBezTo>
                    <a:pt x="570118" y="287031"/>
                    <a:pt x="570156" y="286994"/>
                    <a:pt x="570156" y="286920"/>
                  </a:cubicBezTo>
                  <a:cubicBezTo>
                    <a:pt x="570193" y="286622"/>
                    <a:pt x="570230" y="286287"/>
                    <a:pt x="570267" y="285952"/>
                  </a:cubicBezTo>
                  <a:lnTo>
                    <a:pt x="570267" y="285803"/>
                  </a:lnTo>
                  <a:lnTo>
                    <a:pt x="570267" y="284836"/>
                  </a:lnTo>
                  <a:lnTo>
                    <a:pt x="570267" y="284687"/>
                  </a:lnTo>
                  <a:cubicBezTo>
                    <a:pt x="570230" y="284352"/>
                    <a:pt x="570193" y="284055"/>
                    <a:pt x="570156" y="283720"/>
                  </a:cubicBezTo>
                  <a:cubicBezTo>
                    <a:pt x="569895" y="281636"/>
                    <a:pt x="569188" y="279627"/>
                    <a:pt x="568035" y="277878"/>
                  </a:cubicBezTo>
                  <a:cubicBezTo>
                    <a:pt x="568035" y="277878"/>
                    <a:pt x="567998" y="277878"/>
                    <a:pt x="567998" y="277841"/>
                  </a:cubicBezTo>
                  <a:cubicBezTo>
                    <a:pt x="565840" y="274567"/>
                    <a:pt x="562379" y="272372"/>
                    <a:pt x="558473" y="271814"/>
                  </a:cubicBezTo>
                  <a:cubicBezTo>
                    <a:pt x="423037" y="253806"/>
                    <a:pt x="316623" y="147360"/>
                    <a:pt x="298621" y="11848"/>
                  </a:cubicBezTo>
                  <a:lnTo>
                    <a:pt x="298621" y="11885"/>
                  </a:lnTo>
                  <a:cubicBezTo>
                    <a:pt x="298584" y="11773"/>
                    <a:pt x="298547" y="11662"/>
                    <a:pt x="298509" y="11550"/>
                  </a:cubicBezTo>
                  <a:cubicBezTo>
                    <a:pt x="298398" y="10769"/>
                    <a:pt x="298174" y="9987"/>
                    <a:pt x="297914" y="9243"/>
                  </a:cubicBezTo>
                  <a:cubicBezTo>
                    <a:pt x="297840" y="9020"/>
                    <a:pt x="297765" y="8797"/>
                    <a:pt x="297691" y="8573"/>
                  </a:cubicBezTo>
                  <a:cubicBezTo>
                    <a:pt x="297356" y="7792"/>
                    <a:pt x="296984" y="7085"/>
                    <a:pt x="296575" y="6415"/>
                  </a:cubicBezTo>
                  <a:cubicBezTo>
                    <a:pt x="296463" y="6267"/>
                    <a:pt x="296389" y="6155"/>
                    <a:pt x="296314" y="6043"/>
                  </a:cubicBezTo>
                  <a:cubicBezTo>
                    <a:pt x="295756" y="5262"/>
                    <a:pt x="295161" y="4518"/>
                    <a:pt x="294454" y="3848"/>
                  </a:cubicBezTo>
                  <a:cubicBezTo>
                    <a:pt x="294417" y="3811"/>
                    <a:pt x="294379" y="3811"/>
                    <a:pt x="294379" y="3774"/>
                  </a:cubicBezTo>
                  <a:cubicBezTo>
                    <a:pt x="293672" y="3104"/>
                    <a:pt x="292928" y="2546"/>
                    <a:pt x="292110" y="2025"/>
                  </a:cubicBezTo>
                  <a:cubicBezTo>
                    <a:pt x="291998" y="1988"/>
                    <a:pt x="291887" y="1913"/>
                    <a:pt x="291812" y="1876"/>
                  </a:cubicBezTo>
                  <a:cubicBezTo>
                    <a:pt x="291105" y="1467"/>
                    <a:pt x="290361" y="1132"/>
                    <a:pt x="289580" y="872"/>
                  </a:cubicBezTo>
                  <a:cubicBezTo>
                    <a:pt x="289394" y="797"/>
                    <a:pt x="289208" y="723"/>
                    <a:pt x="289021" y="648"/>
                  </a:cubicBezTo>
                  <a:cubicBezTo>
                    <a:pt x="288315" y="462"/>
                    <a:pt x="287570" y="276"/>
                    <a:pt x="286826" y="202"/>
                  </a:cubicBezTo>
                  <a:lnTo>
                    <a:pt x="286603" y="202"/>
                  </a:lnTo>
                  <a:cubicBezTo>
                    <a:pt x="286491" y="165"/>
                    <a:pt x="286380" y="128"/>
                    <a:pt x="286268" y="90"/>
                  </a:cubicBezTo>
                  <a:close/>
                  <a:moveTo>
                    <a:pt x="285041" y="74615"/>
                  </a:moveTo>
                  <a:cubicBezTo>
                    <a:pt x="317634" y="174180"/>
                    <a:pt x="396064" y="252618"/>
                    <a:pt x="495591" y="285203"/>
                  </a:cubicBezTo>
                  <a:cubicBezTo>
                    <a:pt x="396064" y="317797"/>
                    <a:pt x="317626" y="396265"/>
                    <a:pt x="285041" y="495830"/>
                  </a:cubicBezTo>
                  <a:cubicBezTo>
                    <a:pt x="252447" y="396265"/>
                    <a:pt x="174055" y="317798"/>
                    <a:pt x="74519" y="285203"/>
                  </a:cubicBezTo>
                  <a:cubicBezTo>
                    <a:pt x="174046" y="252610"/>
                    <a:pt x="252446" y="174180"/>
                    <a:pt x="285041" y="74615"/>
                  </a:cubicBezTo>
                  <a:close/>
                  <a:moveTo>
                    <a:pt x="654620" y="409476"/>
                  </a:moveTo>
                  <a:lnTo>
                    <a:pt x="654620" y="409439"/>
                  </a:lnTo>
                  <a:cubicBezTo>
                    <a:pt x="654509" y="409476"/>
                    <a:pt x="654360" y="409513"/>
                    <a:pt x="654248" y="409551"/>
                  </a:cubicBezTo>
                  <a:lnTo>
                    <a:pt x="654137" y="409551"/>
                  </a:lnTo>
                  <a:cubicBezTo>
                    <a:pt x="653839" y="409625"/>
                    <a:pt x="653504" y="409699"/>
                    <a:pt x="653206" y="409774"/>
                  </a:cubicBezTo>
                  <a:cubicBezTo>
                    <a:pt x="652500" y="409885"/>
                    <a:pt x="651830" y="410071"/>
                    <a:pt x="651160" y="410295"/>
                  </a:cubicBezTo>
                  <a:cubicBezTo>
                    <a:pt x="650453" y="410555"/>
                    <a:pt x="649746" y="410890"/>
                    <a:pt x="649039" y="411262"/>
                  </a:cubicBezTo>
                  <a:cubicBezTo>
                    <a:pt x="648630" y="411522"/>
                    <a:pt x="648258" y="411820"/>
                    <a:pt x="647886" y="412118"/>
                  </a:cubicBezTo>
                  <a:cubicBezTo>
                    <a:pt x="647514" y="412378"/>
                    <a:pt x="647179" y="412639"/>
                    <a:pt x="646807" y="412936"/>
                  </a:cubicBezTo>
                  <a:cubicBezTo>
                    <a:pt x="646435" y="413271"/>
                    <a:pt x="646100" y="413643"/>
                    <a:pt x="645765" y="414053"/>
                  </a:cubicBezTo>
                  <a:cubicBezTo>
                    <a:pt x="645430" y="414387"/>
                    <a:pt x="645170" y="414722"/>
                    <a:pt x="644872" y="415094"/>
                  </a:cubicBezTo>
                  <a:cubicBezTo>
                    <a:pt x="644612" y="415504"/>
                    <a:pt x="644351" y="415876"/>
                    <a:pt x="644128" y="416285"/>
                  </a:cubicBezTo>
                  <a:cubicBezTo>
                    <a:pt x="643867" y="416732"/>
                    <a:pt x="643681" y="417141"/>
                    <a:pt x="643458" y="417587"/>
                  </a:cubicBezTo>
                  <a:cubicBezTo>
                    <a:pt x="643309" y="417997"/>
                    <a:pt x="643123" y="418443"/>
                    <a:pt x="643012" y="418852"/>
                  </a:cubicBezTo>
                  <a:cubicBezTo>
                    <a:pt x="642863" y="419373"/>
                    <a:pt x="642751" y="419857"/>
                    <a:pt x="642640" y="420378"/>
                  </a:cubicBezTo>
                  <a:cubicBezTo>
                    <a:pt x="642565" y="420638"/>
                    <a:pt x="642491" y="420936"/>
                    <a:pt x="642454" y="421196"/>
                  </a:cubicBezTo>
                  <a:cubicBezTo>
                    <a:pt x="629357" y="519866"/>
                    <a:pt x="552040" y="597447"/>
                    <a:pt x="453478" y="610763"/>
                  </a:cubicBezTo>
                  <a:cubicBezTo>
                    <a:pt x="453440" y="610763"/>
                    <a:pt x="453366" y="610763"/>
                    <a:pt x="453329" y="610800"/>
                  </a:cubicBezTo>
                  <a:cubicBezTo>
                    <a:pt x="453217" y="610800"/>
                    <a:pt x="453106" y="610837"/>
                    <a:pt x="453031" y="610837"/>
                  </a:cubicBezTo>
                  <a:lnTo>
                    <a:pt x="452994" y="610837"/>
                  </a:lnTo>
                  <a:cubicBezTo>
                    <a:pt x="452250" y="610949"/>
                    <a:pt x="451506" y="611135"/>
                    <a:pt x="450761" y="611358"/>
                  </a:cubicBezTo>
                  <a:cubicBezTo>
                    <a:pt x="450687" y="611358"/>
                    <a:pt x="450613" y="611396"/>
                    <a:pt x="450538" y="611396"/>
                  </a:cubicBezTo>
                  <a:cubicBezTo>
                    <a:pt x="449608" y="611693"/>
                    <a:pt x="448752" y="612102"/>
                    <a:pt x="447897" y="612586"/>
                  </a:cubicBezTo>
                  <a:cubicBezTo>
                    <a:pt x="447562" y="612809"/>
                    <a:pt x="447227" y="613070"/>
                    <a:pt x="446892" y="613330"/>
                  </a:cubicBezTo>
                  <a:cubicBezTo>
                    <a:pt x="446445" y="613628"/>
                    <a:pt x="445999" y="613926"/>
                    <a:pt x="445590" y="614260"/>
                  </a:cubicBezTo>
                  <a:cubicBezTo>
                    <a:pt x="445329" y="614558"/>
                    <a:pt x="445069" y="614819"/>
                    <a:pt x="444808" y="615116"/>
                  </a:cubicBezTo>
                  <a:cubicBezTo>
                    <a:pt x="444399" y="615563"/>
                    <a:pt x="443990" y="616046"/>
                    <a:pt x="443618" y="616530"/>
                  </a:cubicBezTo>
                  <a:cubicBezTo>
                    <a:pt x="443469" y="616791"/>
                    <a:pt x="443283" y="617088"/>
                    <a:pt x="443134" y="617349"/>
                  </a:cubicBezTo>
                  <a:cubicBezTo>
                    <a:pt x="442799" y="617907"/>
                    <a:pt x="442501" y="618465"/>
                    <a:pt x="442278" y="619023"/>
                  </a:cubicBezTo>
                  <a:cubicBezTo>
                    <a:pt x="442129" y="619395"/>
                    <a:pt x="441981" y="619767"/>
                    <a:pt x="441869" y="620139"/>
                  </a:cubicBezTo>
                  <a:cubicBezTo>
                    <a:pt x="441683" y="620660"/>
                    <a:pt x="441571" y="621218"/>
                    <a:pt x="441460" y="621776"/>
                  </a:cubicBezTo>
                  <a:cubicBezTo>
                    <a:pt x="441385" y="622000"/>
                    <a:pt x="441311" y="622260"/>
                    <a:pt x="441236" y="622483"/>
                  </a:cubicBezTo>
                  <a:cubicBezTo>
                    <a:pt x="441236" y="622632"/>
                    <a:pt x="441236" y="622781"/>
                    <a:pt x="441199" y="622967"/>
                  </a:cubicBezTo>
                  <a:cubicBezTo>
                    <a:pt x="441162" y="623413"/>
                    <a:pt x="441162" y="623860"/>
                    <a:pt x="441162" y="624306"/>
                  </a:cubicBezTo>
                  <a:cubicBezTo>
                    <a:pt x="441162" y="624790"/>
                    <a:pt x="441162" y="625237"/>
                    <a:pt x="441199" y="625720"/>
                  </a:cubicBezTo>
                  <a:cubicBezTo>
                    <a:pt x="441236" y="625869"/>
                    <a:pt x="441236" y="625981"/>
                    <a:pt x="441236" y="626130"/>
                  </a:cubicBezTo>
                  <a:cubicBezTo>
                    <a:pt x="441274" y="626353"/>
                    <a:pt x="441348" y="626576"/>
                    <a:pt x="441385" y="626799"/>
                  </a:cubicBezTo>
                  <a:cubicBezTo>
                    <a:pt x="441497" y="627395"/>
                    <a:pt x="441683" y="627953"/>
                    <a:pt x="441869" y="628511"/>
                  </a:cubicBezTo>
                  <a:cubicBezTo>
                    <a:pt x="441981" y="628883"/>
                    <a:pt x="442092" y="629218"/>
                    <a:pt x="442204" y="629553"/>
                  </a:cubicBezTo>
                  <a:cubicBezTo>
                    <a:pt x="442464" y="630111"/>
                    <a:pt x="442725" y="630669"/>
                    <a:pt x="443060" y="631190"/>
                  </a:cubicBezTo>
                  <a:cubicBezTo>
                    <a:pt x="443246" y="631525"/>
                    <a:pt x="443469" y="631860"/>
                    <a:pt x="443692" y="632194"/>
                  </a:cubicBezTo>
                  <a:cubicBezTo>
                    <a:pt x="443990" y="632566"/>
                    <a:pt x="444325" y="632976"/>
                    <a:pt x="444622" y="633311"/>
                  </a:cubicBezTo>
                  <a:cubicBezTo>
                    <a:pt x="444920" y="633683"/>
                    <a:pt x="445255" y="634018"/>
                    <a:pt x="445552" y="634352"/>
                  </a:cubicBezTo>
                  <a:cubicBezTo>
                    <a:pt x="446073" y="634799"/>
                    <a:pt x="446631" y="635208"/>
                    <a:pt x="447190" y="635543"/>
                  </a:cubicBezTo>
                  <a:cubicBezTo>
                    <a:pt x="447376" y="635692"/>
                    <a:pt x="447599" y="635841"/>
                    <a:pt x="447785" y="635952"/>
                  </a:cubicBezTo>
                  <a:cubicBezTo>
                    <a:pt x="448603" y="636473"/>
                    <a:pt x="449496" y="636845"/>
                    <a:pt x="450389" y="637180"/>
                  </a:cubicBezTo>
                  <a:cubicBezTo>
                    <a:pt x="450724" y="637255"/>
                    <a:pt x="451096" y="637366"/>
                    <a:pt x="451431" y="637441"/>
                  </a:cubicBezTo>
                  <a:cubicBezTo>
                    <a:pt x="451952" y="637590"/>
                    <a:pt x="452473" y="637701"/>
                    <a:pt x="452994" y="637776"/>
                  </a:cubicBezTo>
                  <a:cubicBezTo>
                    <a:pt x="551778" y="650910"/>
                    <a:pt x="629321" y="728560"/>
                    <a:pt x="642456" y="827418"/>
                  </a:cubicBezTo>
                  <a:lnTo>
                    <a:pt x="642419" y="827418"/>
                  </a:lnTo>
                  <a:cubicBezTo>
                    <a:pt x="642493" y="827679"/>
                    <a:pt x="642567" y="827939"/>
                    <a:pt x="642642" y="828200"/>
                  </a:cubicBezTo>
                  <a:cubicBezTo>
                    <a:pt x="642753" y="828721"/>
                    <a:pt x="642865" y="829242"/>
                    <a:pt x="643051" y="829762"/>
                  </a:cubicBezTo>
                  <a:cubicBezTo>
                    <a:pt x="643163" y="830172"/>
                    <a:pt x="643349" y="830581"/>
                    <a:pt x="643498" y="830990"/>
                  </a:cubicBezTo>
                  <a:cubicBezTo>
                    <a:pt x="643721" y="831437"/>
                    <a:pt x="643944" y="831883"/>
                    <a:pt x="644167" y="832292"/>
                  </a:cubicBezTo>
                  <a:cubicBezTo>
                    <a:pt x="644390" y="832702"/>
                    <a:pt x="644651" y="833111"/>
                    <a:pt x="644911" y="833483"/>
                  </a:cubicBezTo>
                  <a:cubicBezTo>
                    <a:pt x="645209" y="833892"/>
                    <a:pt x="645507" y="834264"/>
                    <a:pt x="645842" y="834599"/>
                  </a:cubicBezTo>
                  <a:cubicBezTo>
                    <a:pt x="646139" y="834971"/>
                    <a:pt x="646474" y="835306"/>
                    <a:pt x="646809" y="835604"/>
                  </a:cubicBezTo>
                  <a:cubicBezTo>
                    <a:pt x="647255" y="836013"/>
                    <a:pt x="647739" y="836385"/>
                    <a:pt x="648223" y="836720"/>
                  </a:cubicBezTo>
                  <a:cubicBezTo>
                    <a:pt x="648483" y="836943"/>
                    <a:pt x="648781" y="837129"/>
                    <a:pt x="649079" y="837316"/>
                  </a:cubicBezTo>
                  <a:cubicBezTo>
                    <a:pt x="649786" y="837725"/>
                    <a:pt x="650493" y="838022"/>
                    <a:pt x="651237" y="838320"/>
                  </a:cubicBezTo>
                  <a:cubicBezTo>
                    <a:pt x="651348" y="838357"/>
                    <a:pt x="651460" y="838395"/>
                    <a:pt x="651571" y="838469"/>
                  </a:cubicBezTo>
                  <a:cubicBezTo>
                    <a:pt x="651944" y="838543"/>
                    <a:pt x="652278" y="838655"/>
                    <a:pt x="652650" y="838729"/>
                  </a:cubicBezTo>
                  <a:cubicBezTo>
                    <a:pt x="653134" y="838878"/>
                    <a:pt x="653655" y="838990"/>
                    <a:pt x="654176" y="839064"/>
                  </a:cubicBezTo>
                  <a:lnTo>
                    <a:pt x="654436" y="839064"/>
                  </a:lnTo>
                  <a:cubicBezTo>
                    <a:pt x="654957" y="839101"/>
                    <a:pt x="655441" y="839139"/>
                    <a:pt x="655962" y="839101"/>
                  </a:cubicBezTo>
                  <a:cubicBezTo>
                    <a:pt x="656483" y="839139"/>
                    <a:pt x="657004" y="839101"/>
                    <a:pt x="657488" y="839064"/>
                  </a:cubicBezTo>
                  <a:lnTo>
                    <a:pt x="657711" y="839064"/>
                  </a:lnTo>
                  <a:cubicBezTo>
                    <a:pt x="658492" y="838953"/>
                    <a:pt x="659236" y="838804"/>
                    <a:pt x="659980" y="838543"/>
                  </a:cubicBezTo>
                  <a:cubicBezTo>
                    <a:pt x="660129" y="838506"/>
                    <a:pt x="660315" y="838432"/>
                    <a:pt x="660501" y="838357"/>
                  </a:cubicBezTo>
                  <a:cubicBezTo>
                    <a:pt x="661357" y="838060"/>
                    <a:pt x="662176" y="837688"/>
                    <a:pt x="662957" y="837241"/>
                  </a:cubicBezTo>
                  <a:lnTo>
                    <a:pt x="662994" y="837204"/>
                  </a:lnTo>
                  <a:lnTo>
                    <a:pt x="663031" y="837204"/>
                  </a:lnTo>
                  <a:cubicBezTo>
                    <a:pt x="663850" y="836683"/>
                    <a:pt x="664631" y="836088"/>
                    <a:pt x="665301" y="835418"/>
                  </a:cubicBezTo>
                  <a:cubicBezTo>
                    <a:pt x="665338" y="835418"/>
                    <a:pt x="665375" y="835381"/>
                    <a:pt x="665413" y="835381"/>
                  </a:cubicBezTo>
                  <a:cubicBezTo>
                    <a:pt x="665413" y="835344"/>
                    <a:pt x="665450" y="835306"/>
                    <a:pt x="665450" y="835269"/>
                  </a:cubicBezTo>
                  <a:cubicBezTo>
                    <a:pt x="666119" y="834637"/>
                    <a:pt x="666715" y="833930"/>
                    <a:pt x="667236" y="833185"/>
                  </a:cubicBezTo>
                  <a:cubicBezTo>
                    <a:pt x="667310" y="833074"/>
                    <a:pt x="667422" y="832925"/>
                    <a:pt x="667496" y="832813"/>
                  </a:cubicBezTo>
                  <a:cubicBezTo>
                    <a:pt x="667943" y="832107"/>
                    <a:pt x="668352" y="831325"/>
                    <a:pt x="668649" y="830544"/>
                  </a:cubicBezTo>
                  <a:cubicBezTo>
                    <a:pt x="668724" y="830358"/>
                    <a:pt x="668798" y="830172"/>
                    <a:pt x="668873" y="830023"/>
                  </a:cubicBezTo>
                  <a:cubicBezTo>
                    <a:pt x="669133" y="829204"/>
                    <a:pt x="669356" y="828386"/>
                    <a:pt x="669468" y="827530"/>
                  </a:cubicBezTo>
                  <a:cubicBezTo>
                    <a:pt x="669505" y="827456"/>
                    <a:pt x="669505" y="827418"/>
                    <a:pt x="669542" y="827381"/>
                  </a:cubicBezTo>
                  <a:cubicBezTo>
                    <a:pt x="682677" y="728559"/>
                    <a:pt x="760290" y="650873"/>
                    <a:pt x="859071" y="637738"/>
                  </a:cubicBezTo>
                  <a:cubicBezTo>
                    <a:pt x="859852" y="637627"/>
                    <a:pt x="860634" y="637441"/>
                    <a:pt x="861378" y="637218"/>
                  </a:cubicBezTo>
                  <a:cubicBezTo>
                    <a:pt x="861415" y="637218"/>
                    <a:pt x="861415" y="637180"/>
                    <a:pt x="861452" y="637180"/>
                  </a:cubicBezTo>
                  <a:cubicBezTo>
                    <a:pt x="861489" y="637180"/>
                    <a:pt x="861527" y="637143"/>
                    <a:pt x="861564" y="637143"/>
                  </a:cubicBezTo>
                  <a:cubicBezTo>
                    <a:pt x="862494" y="636808"/>
                    <a:pt x="863387" y="636399"/>
                    <a:pt x="864243" y="635915"/>
                  </a:cubicBezTo>
                  <a:cubicBezTo>
                    <a:pt x="865061" y="635394"/>
                    <a:pt x="865843" y="634836"/>
                    <a:pt x="866587" y="634167"/>
                  </a:cubicBezTo>
                  <a:cubicBezTo>
                    <a:pt x="866587" y="634129"/>
                    <a:pt x="866624" y="634092"/>
                    <a:pt x="866661" y="634055"/>
                  </a:cubicBezTo>
                  <a:cubicBezTo>
                    <a:pt x="866698" y="634018"/>
                    <a:pt x="866736" y="633981"/>
                    <a:pt x="866773" y="633943"/>
                  </a:cubicBezTo>
                  <a:cubicBezTo>
                    <a:pt x="867480" y="633274"/>
                    <a:pt x="868075" y="632529"/>
                    <a:pt x="868596" y="631711"/>
                  </a:cubicBezTo>
                  <a:cubicBezTo>
                    <a:pt x="868633" y="631711"/>
                    <a:pt x="868633" y="631711"/>
                    <a:pt x="868633" y="631674"/>
                  </a:cubicBezTo>
                  <a:cubicBezTo>
                    <a:pt x="869154" y="630892"/>
                    <a:pt x="869600" y="629999"/>
                    <a:pt x="869935" y="629106"/>
                  </a:cubicBezTo>
                  <a:cubicBezTo>
                    <a:pt x="869973" y="629069"/>
                    <a:pt x="869973" y="629032"/>
                    <a:pt x="869973" y="628995"/>
                  </a:cubicBezTo>
                  <a:cubicBezTo>
                    <a:pt x="870010" y="628958"/>
                    <a:pt x="870010" y="628920"/>
                    <a:pt x="870010" y="628846"/>
                  </a:cubicBezTo>
                  <a:cubicBezTo>
                    <a:pt x="870307" y="628027"/>
                    <a:pt x="870531" y="627172"/>
                    <a:pt x="870680" y="626316"/>
                  </a:cubicBezTo>
                  <a:lnTo>
                    <a:pt x="870680" y="626242"/>
                  </a:lnTo>
                  <a:cubicBezTo>
                    <a:pt x="870680" y="626167"/>
                    <a:pt x="870717" y="626130"/>
                    <a:pt x="870717" y="626056"/>
                  </a:cubicBezTo>
                  <a:cubicBezTo>
                    <a:pt x="870754" y="625795"/>
                    <a:pt x="870791" y="625572"/>
                    <a:pt x="870828" y="625311"/>
                  </a:cubicBezTo>
                  <a:cubicBezTo>
                    <a:pt x="870866" y="625014"/>
                    <a:pt x="870866" y="624679"/>
                    <a:pt x="870866" y="624381"/>
                  </a:cubicBezTo>
                  <a:lnTo>
                    <a:pt x="870866" y="624121"/>
                  </a:lnTo>
                  <a:cubicBezTo>
                    <a:pt x="870866" y="623786"/>
                    <a:pt x="870866" y="623488"/>
                    <a:pt x="870828" y="623153"/>
                  </a:cubicBezTo>
                  <a:cubicBezTo>
                    <a:pt x="870791" y="622930"/>
                    <a:pt x="870754" y="622670"/>
                    <a:pt x="870717" y="622447"/>
                  </a:cubicBezTo>
                  <a:cubicBezTo>
                    <a:pt x="870717" y="622372"/>
                    <a:pt x="870680" y="622298"/>
                    <a:pt x="870680" y="622223"/>
                  </a:cubicBezTo>
                  <a:lnTo>
                    <a:pt x="870680" y="622186"/>
                  </a:lnTo>
                  <a:cubicBezTo>
                    <a:pt x="870531" y="621330"/>
                    <a:pt x="870345" y="620474"/>
                    <a:pt x="870047" y="619656"/>
                  </a:cubicBezTo>
                  <a:cubicBezTo>
                    <a:pt x="870010" y="619581"/>
                    <a:pt x="870010" y="619507"/>
                    <a:pt x="869973" y="619433"/>
                  </a:cubicBezTo>
                  <a:cubicBezTo>
                    <a:pt x="869973" y="619433"/>
                    <a:pt x="869973" y="619395"/>
                    <a:pt x="869935" y="619358"/>
                  </a:cubicBezTo>
                  <a:cubicBezTo>
                    <a:pt x="869600" y="618428"/>
                    <a:pt x="869154" y="617572"/>
                    <a:pt x="868633" y="616754"/>
                  </a:cubicBezTo>
                  <a:lnTo>
                    <a:pt x="868596" y="616754"/>
                  </a:lnTo>
                  <a:cubicBezTo>
                    <a:pt x="868075" y="615935"/>
                    <a:pt x="867480" y="615191"/>
                    <a:pt x="866773" y="614521"/>
                  </a:cubicBezTo>
                  <a:cubicBezTo>
                    <a:pt x="866736" y="614484"/>
                    <a:pt x="866698" y="614484"/>
                    <a:pt x="866661" y="614447"/>
                  </a:cubicBezTo>
                  <a:cubicBezTo>
                    <a:pt x="866661" y="614410"/>
                    <a:pt x="866624" y="614410"/>
                    <a:pt x="866624" y="614410"/>
                  </a:cubicBezTo>
                  <a:cubicBezTo>
                    <a:pt x="865917" y="613740"/>
                    <a:pt x="865136" y="613107"/>
                    <a:pt x="864317" y="612586"/>
                  </a:cubicBezTo>
                  <a:lnTo>
                    <a:pt x="864243" y="612586"/>
                  </a:lnTo>
                  <a:cubicBezTo>
                    <a:pt x="864205" y="612549"/>
                    <a:pt x="864168" y="612549"/>
                    <a:pt x="864168" y="612512"/>
                  </a:cubicBezTo>
                  <a:cubicBezTo>
                    <a:pt x="863312" y="612028"/>
                    <a:pt x="862420" y="611619"/>
                    <a:pt x="861452" y="611321"/>
                  </a:cubicBezTo>
                  <a:cubicBezTo>
                    <a:pt x="860671" y="611061"/>
                    <a:pt x="859889" y="610875"/>
                    <a:pt x="859071" y="610763"/>
                  </a:cubicBezTo>
                  <a:cubicBezTo>
                    <a:pt x="858848" y="610726"/>
                    <a:pt x="858662" y="610726"/>
                    <a:pt x="858476" y="610652"/>
                  </a:cubicBezTo>
                  <a:cubicBezTo>
                    <a:pt x="759949" y="597295"/>
                    <a:pt x="682596" y="519717"/>
                    <a:pt x="669499" y="421085"/>
                  </a:cubicBezTo>
                  <a:lnTo>
                    <a:pt x="669537" y="421085"/>
                  </a:lnTo>
                  <a:cubicBezTo>
                    <a:pt x="669499" y="421048"/>
                    <a:pt x="669499" y="421011"/>
                    <a:pt x="669462" y="420936"/>
                  </a:cubicBezTo>
                  <a:cubicBezTo>
                    <a:pt x="669351" y="420081"/>
                    <a:pt x="669127" y="419262"/>
                    <a:pt x="668867" y="418443"/>
                  </a:cubicBezTo>
                  <a:cubicBezTo>
                    <a:pt x="668793" y="418257"/>
                    <a:pt x="668718" y="418109"/>
                    <a:pt x="668644" y="417923"/>
                  </a:cubicBezTo>
                  <a:cubicBezTo>
                    <a:pt x="668346" y="417178"/>
                    <a:pt x="667974" y="416434"/>
                    <a:pt x="667528" y="415727"/>
                  </a:cubicBezTo>
                  <a:cubicBezTo>
                    <a:pt x="667453" y="415578"/>
                    <a:pt x="667341" y="415430"/>
                    <a:pt x="667230" y="415244"/>
                  </a:cubicBezTo>
                  <a:cubicBezTo>
                    <a:pt x="666709" y="414462"/>
                    <a:pt x="666114" y="413755"/>
                    <a:pt x="665444" y="413123"/>
                  </a:cubicBezTo>
                  <a:lnTo>
                    <a:pt x="665332" y="413011"/>
                  </a:lnTo>
                  <a:cubicBezTo>
                    <a:pt x="664625" y="412341"/>
                    <a:pt x="663844" y="411746"/>
                    <a:pt x="663025" y="411262"/>
                  </a:cubicBezTo>
                  <a:cubicBezTo>
                    <a:pt x="662988" y="411225"/>
                    <a:pt x="662914" y="411188"/>
                    <a:pt x="662839" y="411151"/>
                  </a:cubicBezTo>
                  <a:cubicBezTo>
                    <a:pt x="662095" y="410704"/>
                    <a:pt x="661314" y="410369"/>
                    <a:pt x="660533" y="410072"/>
                  </a:cubicBezTo>
                  <a:cubicBezTo>
                    <a:pt x="660346" y="409997"/>
                    <a:pt x="660160" y="409923"/>
                    <a:pt x="659974" y="409886"/>
                  </a:cubicBezTo>
                  <a:cubicBezTo>
                    <a:pt x="659267" y="409663"/>
                    <a:pt x="658486" y="409514"/>
                    <a:pt x="657742" y="409402"/>
                  </a:cubicBezTo>
                  <a:lnTo>
                    <a:pt x="657630" y="409402"/>
                  </a:lnTo>
                  <a:cubicBezTo>
                    <a:pt x="657072" y="409365"/>
                    <a:pt x="656514" y="409328"/>
                    <a:pt x="655956" y="409365"/>
                  </a:cubicBezTo>
                  <a:cubicBezTo>
                    <a:pt x="655547" y="409328"/>
                    <a:pt x="655100" y="409328"/>
                    <a:pt x="654691" y="409328"/>
                  </a:cubicBezTo>
                  <a:close/>
                  <a:moveTo>
                    <a:pt x="655885" y="478942"/>
                  </a:moveTo>
                  <a:cubicBezTo>
                    <a:pt x="681000" y="546064"/>
                    <a:pt x="734244" y="599233"/>
                    <a:pt x="801399" y="624274"/>
                  </a:cubicBezTo>
                  <a:cubicBezTo>
                    <a:pt x="734240" y="649315"/>
                    <a:pt x="680993" y="702520"/>
                    <a:pt x="655885" y="769645"/>
                  </a:cubicBezTo>
                  <a:cubicBezTo>
                    <a:pt x="630808" y="702523"/>
                    <a:pt x="577564" y="649316"/>
                    <a:pt x="510410" y="624274"/>
                  </a:cubicBezTo>
                  <a:cubicBezTo>
                    <a:pt x="577569" y="599234"/>
                    <a:pt x="630816" y="546066"/>
                    <a:pt x="655885" y="478942"/>
                  </a:cubicBezTo>
                  <a:close/>
                </a:path>
              </a:pathLst>
            </a:custGeom>
            <a:solidFill>
              <a:schemeClr val="bg1"/>
            </a:solidFill>
            <a:ln w="9525" cap="flat">
              <a:solidFill>
                <a:schemeClr val="bg1"/>
              </a:solidFill>
              <a:prstDash val="solid"/>
              <a:miter/>
            </a:ln>
          </p:spPr>
          <p:txBody>
            <a:bodyPr/>
            <a:lstStyle/>
            <a:p>
              <a:endParaRPr lang="fr-FR"/>
            </a:p>
          </p:txBody>
        </p:sp>
      </p:grpSp>
      <p:cxnSp>
        <p:nvCxnSpPr>
          <p:cNvPr id="142" name="Connecteur droit 141">
            <a:extLst>
              <a:ext uri="{FF2B5EF4-FFF2-40B4-BE49-F238E27FC236}">
                <a16:creationId xmlns:a16="http://schemas.microsoft.com/office/drawing/2014/main" id="{B44B6B50-827F-1BB0-79E5-B364C7CF14A2}"/>
              </a:ext>
            </a:extLst>
          </p:cNvPr>
          <p:cNvCxnSpPr>
            <a:cxnSpLocks/>
          </p:cNvCxnSpPr>
          <p:nvPr/>
        </p:nvCxnSpPr>
        <p:spPr>
          <a:xfrm>
            <a:off x="7778818" y="4781083"/>
            <a:ext cx="1440000" cy="0"/>
          </a:xfrm>
          <a:prstGeom prst="line">
            <a:avLst/>
          </a:prstGeom>
          <a:ln>
            <a:solidFill>
              <a:srgbClr val="F2827F"/>
            </a:solidFill>
            <a:prstDash val="dash"/>
          </a:ln>
        </p:spPr>
        <p:style>
          <a:lnRef idx="1">
            <a:schemeClr val="accent1"/>
          </a:lnRef>
          <a:fillRef idx="0">
            <a:schemeClr val="accent1"/>
          </a:fillRef>
          <a:effectRef idx="0">
            <a:schemeClr val="accent1"/>
          </a:effectRef>
          <a:fontRef idx="minor">
            <a:schemeClr val="tx1"/>
          </a:fontRef>
        </p:style>
      </p:cxnSp>
      <p:cxnSp>
        <p:nvCxnSpPr>
          <p:cNvPr id="143" name="Connecteur droit 142">
            <a:extLst>
              <a:ext uri="{FF2B5EF4-FFF2-40B4-BE49-F238E27FC236}">
                <a16:creationId xmlns:a16="http://schemas.microsoft.com/office/drawing/2014/main" id="{6B35D61E-166C-22B7-93E7-FDB43D02D063}"/>
              </a:ext>
            </a:extLst>
          </p:cNvPr>
          <p:cNvCxnSpPr>
            <a:cxnSpLocks/>
          </p:cNvCxnSpPr>
          <p:nvPr/>
        </p:nvCxnSpPr>
        <p:spPr>
          <a:xfrm>
            <a:off x="7778818" y="4918199"/>
            <a:ext cx="1440000" cy="0"/>
          </a:xfrm>
          <a:prstGeom prst="line">
            <a:avLst/>
          </a:prstGeom>
          <a:ln>
            <a:solidFill>
              <a:srgbClr val="F2827F"/>
            </a:solidFill>
            <a:prstDash val="dash"/>
          </a:ln>
        </p:spPr>
        <p:style>
          <a:lnRef idx="1">
            <a:schemeClr val="accent1"/>
          </a:lnRef>
          <a:fillRef idx="0">
            <a:schemeClr val="accent1"/>
          </a:fillRef>
          <a:effectRef idx="0">
            <a:schemeClr val="accent1"/>
          </a:effectRef>
          <a:fontRef idx="minor">
            <a:schemeClr val="tx1"/>
          </a:fontRef>
        </p:style>
      </p:cxnSp>
      <p:cxnSp>
        <p:nvCxnSpPr>
          <p:cNvPr id="144" name="Connecteur droit 143">
            <a:extLst>
              <a:ext uri="{FF2B5EF4-FFF2-40B4-BE49-F238E27FC236}">
                <a16:creationId xmlns:a16="http://schemas.microsoft.com/office/drawing/2014/main" id="{4A974126-854C-D5CF-2DAD-BCA0474C6919}"/>
              </a:ext>
            </a:extLst>
          </p:cNvPr>
          <p:cNvCxnSpPr>
            <a:cxnSpLocks/>
          </p:cNvCxnSpPr>
          <p:nvPr/>
        </p:nvCxnSpPr>
        <p:spPr>
          <a:xfrm>
            <a:off x="7778818" y="5055315"/>
            <a:ext cx="1440000" cy="0"/>
          </a:xfrm>
          <a:prstGeom prst="line">
            <a:avLst/>
          </a:prstGeom>
          <a:ln>
            <a:solidFill>
              <a:srgbClr val="F2827F"/>
            </a:solidFill>
            <a:prstDash val="dash"/>
          </a:ln>
        </p:spPr>
        <p:style>
          <a:lnRef idx="1">
            <a:schemeClr val="accent1"/>
          </a:lnRef>
          <a:fillRef idx="0">
            <a:schemeClr val="accent1"/>
          </a:fillRef>
          <a:effectRef idx="0">
            <a:schemeClr val="accent1"/>
          </a:effectRef>
          <a:fontRef idx="minor">
            <a:schemeClr val="tx1"/>
          </a:fontRef>
        </p:style>
      </p:cxnSp>
      <p:cxnSp>
        <p:nvCxnSpPr>
          <p:cNvPr id="145" name="Connecteur droit 144">
            <a:extLst>
              <a:ext uri="{FF2B5EF4-FFF2-40B4-BE49-F238E27FC236}">
                <a16:creationId xmlns:a16="http://schemas.microsoft.com/office/drawing/2014/main" id="{532B23A8-84A6-6677-4786-44D5D7AB89FA}"/>
              </a:ext>
            </a:extLst>
          </p:cNvPr>
          <p:cNvCxnSpPr>
            <a:cxnSpLocks/>
          </p:cNvCxnSpPr>
          <p:nvPr/>
        </p:nvCxnSpPr>
        <p:spPr>
          <a:xfrm>
            <a:off x="7958818" y="5192430"/>
            <a:ext cx="1260000" cy="0"/>
          </a:xfrm>
          <a:prstGeom prst="line">
            <a:avLst/>
          </a:prstGeom>
          <a:ln>
            <a:solidFill>
              <a:srgbClr val="F2827F"/>
            </a:solidFill>
            <a:prstDash val="dash"/>
          </a:ln>
        </p:spPr>
        <p:style>
          <a:lnRef idx="1">
            <a:schemeClr val="accent1"/>
          </a:lnRef>
          <a:fillRef idx="0">
            <a:schemeClr val="accent1"/>
          </a:fillRef>
          <a:effectRef idx="0">
            <a:schemeClr val="accent1"/>
          </a:effectRef>
          <a:fontRef idx="minor">
            <a:schemeClr val="tx1"/>
          </a:fontRef>
        </p:style>
      </p:cxnSp>
      <p:sp>
        <p:nvSpPr>
          <p:cNvPr id="146" name="Rectangle 145">
            <a:extLst>
              <a:ext uri="{FF2B5EF4-FFF2-40B4-BE49-F238E27FC236}">
                <a16:creationId xmlns:a16="http://schemas.microsoft.com/office/drawing/2014/main" id="{619CC16F-88B1-75C0-2548-83A89985CF41}"/>
              </a:ext>
            </a:extLst>
          </p:cNvPr>
          <p:cNvSpPr/>
          <p:nvPr/>
        </p:nvSpPr>
        <p:spPr>
          <a:xfrm>
            <a:off x="7988668" y="3337701"/>
            <a:ext cx="1235795" cy="27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a:solidFill>
                  <a:srgbClr val="F2827F"/>
                </a:solidFill>
                <a:latin typeface="Avenir LT Std 65 Medium" panose="020B0803020203020204" pitchFamily="34" charset="0"/>
              </a:rPr>
              <a:t>COMMENCER</a:t>
            </a:r>
          </a:p>
        </p:txBody>
      </p:sp>
      <p:sp>
        <p:nvSpPr>
          <p:cNvPr id="147" name="Rectangle 146">
            <a:extLst>
              <a:ext uri="{FF2B5EF4-FFF2-40B4-BE49-F238E27FC236}">
                <a16:creationId xmlns:a16="http://schemas.microsoft.com/office/drawing/2014/main" id="{54A98926-8266-F9B4-4183-84CD14C63B86}"/>
              </a:ext>
            </a:extLst>
          </p:cNvPr>
          <p:cNvSpPr/>
          <p:nvPr/>
        </p:nvSpPr>
        <p:spPr>
          <a:xfrm>
            <a:off x="7555946" y="3696203"/>
            <a:ext cx="1967023" cy="4867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100">
                <a:solidFill>
                  <a:schemeClr val="tx1"/>
                </a:solidFill>
                <a:latin typeface="Avenir LT Std 45 Book" panose="020B0502020203020204" pitchFamily="34" charset="0"/>
              </a:rPr>
              <a:t>Quelles nouvelles actions pourrions-nous expérimenter ?</a:t>
            </a:r>
          </a:p>
        </p:txBody>
      </p:sp>
      <p:sp>
        <p:nvSpPr>
          <p:cNvPr id="148" name="Rectangle 147">
            <a:extLst>
              <a:ext uri="{FF2B5EF4-FFF2-40B4-BE49-F238E27FC236}">
                <a16:creationId xmlns:a16="http://schemas.microsoft.com/office/drawing/2014/main" id="{DB8E550E-1BBE-1FA7-CC9E-C43327B3DC35}"/>
              </a:ext>
            </a:extLst>
          </p:cNvPr>
          <p:cNvSpPr/>
          <p:nvPr/>
        </p:nvSpPr>
        <p:spPr>
          <a:xfrm>
            <a:off x="7551717" y="4315803"/>
            <a:ext cx="1991800" cy="27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000" b="1">
                <a:solidFill>
                  <a:srgbClr val="F2827F"/>
                </a:solidFill>
                <a:latin typeface="Avenir LT Std 45 Book" panose="020B0502020203020204" pitchFamily="34" charset="0"/>
              </a:rPr>
              <a:t>Exemple : point météo hebdomadaire, débrief difficile…</a:t>
            </a:r>
          </a:p>
        </p:txBody>
      </p:sp>
      <p:sp>
        <p:nvSpPr>
          <p:cNvPr id="149" name="Rectangle : coins arrondis 148">
            <a:extLst>
              <a:ext uri="{FF2B5EF4-FFF2-40B4-BE49-F238E27FC236}">
                <a16:creationId xmlns:a16="http://schemas.microsoft.com/office/drawing/2014/main" id="{586316D0-24CE-8C66-56CC-08F09159E194}"/>
              </a:ext>
            </a:extLst>
          </p:cNvPr>
          <p:cNvSpPr/>
          <p:nvPr/>
        </p:nvSpPr>
        <p:spPr>
          <a:xfrm>
            <a:off x="5434078" y="4103724"/>
            <a:ext cx="2206225" cy="2258069"/>
          </a:xfrm>
          <a:custGeom>
            <a:avLst/>
            <a:gdLst>
              <a:gd name="csX0" fmla="*/ 0 w 2411709"/>
              <a:gd name="csY0" fmla="*/ 279973 h 1679803"/>
              <a:gd name="csX1" fmla="*/ 279973 w 2411709"/>
              <a:gd name="csY1" fmla="*/ 0 h 1679803"/>
              <a:gd name="csX2" fmla="*/ 2131736 w 2411709"/>
              <a:gd name="csY2" fmla="*/ 0 h 1679803"/>
              <a:gd name="csX3" fmla="*/ 2411709 w 2411709"/>
              <a:gd name="csY3" fmla="*/ 279973 h 1679803"/>
              <a:gd name="csX4" fmla="*/ 2411709 w 2411709"/>
              <a:gd name="csY4" fmla="*/ 1399830 h 1679803"/>
              <a:gd name="csX5" fmla="*/ 2131736 w 2411709"/>
              <a:gd name="csY5" fmla="*/ 1679803 h 1679803"/>
              <a:gd name="csX6" fmla="*/ 279973 w 2411709"/>
              <a:gd name="csY6" fmla="*/ 1679803 h 1679803"/>
              <a:gd name="csX7" fmla="*/ 0 w 2411709"/>
              <a:gd name="csY7" fmla="*/ 1399830 h 1679803"/>
              <a:gd name="csX8" fmla="*/ 0 w 2411709"/>
              <a:gd name="csY8" fmla="*/ 279973 h 1679803"/>
              <a:gd name="csX0" fmla="*/ 513708 w 2411709"/>
              <a:gd name="csY0" fmla="*/ 639569 h 1679803"/>
              <a:gd name="csX1" fmla="*/ 279973 w 2411709"/>
              <a:gd name="csY1" fmla="*/ 0 h 1679803"/>
              <a:gd name="csX2" fmla="*/ 2131736 w 2411709"/>
              <a:gd name="csY2" fmla="*/ 0 h 1679803"/>
              <a:gd name="csX3" fmla="*/ 2411709 w 2411709"/>
              <a:gd name="csY3" fmla="*/ 279973 h 1679803"/>
              <a:gd name="csX4" fmla="*/ 2411709 w 2411709"/>
              <a:gd name="csY4" fmla="*/ 1399830 h 1679803"/>
              <a:gd name="csX5" fmla="*/ 2131736 w 2411709"/>
              <a:gd name="csY5" fmla="*/ 1679803 h 1679803"/>
              <a:gd name="csX6" fmla="*/ 279973 w 2411709"/>
              <a:gd name="csY6" fmla="*/ 1679803 h 1679803"/>
              <a:gd name="csX7" fmla="*/ 0 w 2411709"/>
              <a:gd name="csY7" fmla="*/ 1399830 h 1679803"/>
              <a:gd name="csX8" fmla="*/ 513708 w 2411709"/>
              <a:gd name="csY8" fmla="*/ 639569 h 1679803"/>
              <a:gd name="csX0" fmla="*/ 513708 w 2411709"/>
              <a:gd name="csY0" fmla="*/ 639569 h 1679803"/>
              <a:gd name="csX1" fmla="*/ 988889 w 2411709"/>
              <a:gd name="csY1" fmla="*/ 82193 h 1679803"/>
              <a:gd name="csX2" fmla="*/ 2131736 w 2411709"/>
              <a:gd name="csY2" fmla="*/ 0 h 1679803"/>
              <a:gd name="csX3" fmla="*/ 2411709 w 2411709"/>
              <a:gd name="csY3" fmla="*/ 279973 h 1679803"/>
              <a:gd name="csX4" fmla="*/ 2411709 w 2411709"/>
              <a:gd name="csY4" fmla="*/ 1399830 h 1679803"/>
              <a:gd name="csX5" fmla="*/ 2131736 w 2411709"/>
              <a:gd name="csY5" fmla="*/ 1679803 h 1679803"/>
              <a:gd name="csX6" fmla="*/ 279973 w 2411709"/>
              <a:gd name="csY6" fmla="*/ 1679803 h 1679803"/>
              <a:gd name="csX7" fmla="*/ 0 w 2411709"/>
              <a:gd name="csY7" fmla="*/ 1399830 h 1679803"/>
              <a:gd name="csX8" fmla="*/ 513708 w 2411709"/>
              <a:gd name="csY8" fmla="*/ 639569 h 1679803"/>
              <a:gd name="csX0" fmla="*/ 452063 w 2411709"/>
              <a:gd name="csY0" fmla="*/ 608747 h 1679803"/>
              <a:gd name="csX1" fmla="*/ 988889 w 2411709"/>
              <a:gd name="csY1" fmla="*/ 82193 h 1679803"/>
              <a:gd name="csX2" fmla="*/ 2131736 w 2411709"/>
              <a:gd name="csY2" fmla="*/ 0 h 1679803"/>
              <a:gd name="csX3" fmla="*/ 2411709 w 2411709"/>
              <a:gd name="csY3" fmla="*/ 279973 h 1679803"/>
              <a:gd name="csX4" fmla="*/ 2411709 w 2411709"/>
              <a:gd name="csY4" fmla="*/ 1399830 h 1679803"/>
              <a:gd name="csX5" fmla="*/ 2131736 w 2411709"/>
              <a:gd name="csY5" fmla="*/ 1679803 h 1679803"/>
              <a:gd name="csX6" fmla="*/ 279973 w 2411709"/>
              <a:gd name="csY6" fmla="*/ 1679803 h 1679803"/>
              <a:gd name="csX7" fmla="*/ 0 w 2411709"/>
              <a:gd name="csY7" fmla="*/ 1399830 h 1679803"/>
              <a:gd name="csX8" fmla="*/ 452063 w 2411709"/>
              <a:gd name="csY8" fmla="*/ 608747 h 1679803"/>
              <a:gd name="csX0" fmla="*/ 452063 w 2411709"/>
              <a:gd name="csY0" fmla="*/ 608747 h 1679803"/>
              <a:gd name="csX1" fmla="*/ 988889 w 2411709"/>
              <a:gd name="csY1" fmla="*/ 82193 h 1679803"/>
              <a:gd name="csX2" fmla="*/ 2131736 w 2411709"/>
              <a:gd name="csY2" fmla="*/ 0 h 1679803"/>
              <a:gd name="csX3" fmla="*/ 2411709 w 2411709"/>
              <a:gd name="csY3" fmla="*/ 279973 h 1679803"/>
              <a:gd name="csX4" fmla="*/ 2411709 w 2411709"/>
              <a:gd name="csY4" fmla="*/ 1399830 h 1679803"/>
              <a:gd name="csX5" fmla="*/ 2131736 w 2411709"/>
              <a:gd name="csY5" fmla="*/ 1679803 h 1679803"/>
              <a:gd name="csX6" fmla="*/ 279973 w 2411709"/>
              <a:gd name="csY6" fmla="*/ 1679803 h 1679803"/>
              <a:gd name="csX7" fmla="*/ 0 w 2411709"/>
              <a:gd name="csY7" fmla="*/ 1399830 h 1679803"/>
              <a:gd name="csX8" fmla="*/ 452063 w 2411709"/>
              <a:gd name="csY8" fmla="*/ 608747 h 1679803"/>
              <a:gd name="csX0" fmla="*/ 390418 w 2350064"/>
              <a:gd name="csY0" fmla="*/ 608747 h 1681917"/>
              <a:gd name="csX1" fmla="*/ 927244 w 2350064"/>
              <a:gd name="csY1" fmla="*/ 82193 h 1681917"/>
              <a:gd name="csX2" fmla="*/ 2070091 w 2350064"/>
              <a:gd name="csY2" fmla="*/ 0 h 1681917"/>
              <a:gd name="csX3" fmla="*/ 2350064 w 2350064"/>
              <a:gd name="csY3" fmla="*/ 279973 h 1681917"/>
              <a:gd name="csX4" fmla="*/ 2350064 w 2350064"/>
              <a:gd name="csY4" fmla="*/ 1399830 h 1681917"/>
              <a:gd name="csX5" fmla="*/ 2070091 w 2350064"/>
              <a:gd name="csY5" fmla="*/ 1679803 h 1681917"/>
              <a:gd name="csX6" fmla="*/ 218328 w 2350064"/>
              <a:gd name="csY6" fmla="*/ 1679803 h 1681917"/>
              <a:gd name="csX7" fmla="*/ 0 w 2350064"/>
              <a:gd name="csY7" fmla="*/ 1553942 h 1681917"/>
              <a:gd name="csX8" fmla="*/ 390418 w 2350064"/>
              <a:gd name="csY8" fmla="*/ 608747 h 1681917"/>
              <a:gd name="csX0" fmla="*/ 390418 w 2350064"/>
              <a:gd name="csY0" fmla="*/ 608747 h 1690765"/>
              <a:gd name="csX1" fmla="*/ 927244 w 2350064"/>
              <a:gd name="csY1" fmla="*/ 82193 h 1690765"/>
              <a:gd name="csX2" fmla="*/ 2070091 w 2350064"/>
              <a:gd name="csY2" fmla="*/ 0 h 1690765"/>
              <a:gd name="csX3" fmla="*/ 2350064 w 2350064"/>
              <a:gd name="csY3" fmla="*/ 279973 h 1690765"/>
              <a:gd name="csX4" fmla="*/ 2350064 w 2350064"/>
              <a:gd name="csY4" fmla="*/ 1399830 h 1690765"/>
              <a:gd name="csX5" fmla="*/ 2070091 w 2350064"/>
              <a:gd name="csY5" fmla="*/ 1679803 h 1690765"/>
              <a:gd name="csX6" fmla="*/ 341617 w 2350064"/>
              <a:gd name="csY6" fmla="*/ 1690077 h 1690765"/>
              <a:gd name="csX7" fmla="*/ 0 w 2350064"/>
              <a:gd name="csY7" fmla="*/ 1553942 h 1690765"/>
              <a:gd name="csX8" fmla="*/ 390418 w 2350064"/>
              <a:gd name="csY8" fmla="*/ 608747 h 1690765"/>
              <a:gd name="csX0" fmla="*/ 462337 w 2350064"/>
              <a:gd name="csY0" fmla="*/ 639569 h 1690765"/>
              <a:gd name="csX1" fmla="*/ 927244 w 2350064"/>
              <a:gd name="csY1" fmla="*/ 82193 h 1690765"/>
              <a:gd name="csX2" fmla="*/ 2070091 w 2350064"/>
              <a:gd name="csY2" fmla="*/ 0 h 1690765"/>
              <a:gd name="csX3" fmla="*/ 2350064 w 2350064"/>
              <a:gd name="csY3" fmla="*/ 279973 h 1690765"/>
              <a:gd name="csX4" fmla="*/ 2350064 w 2350064"/>
              <a:gd name="csY4" fmla="*/ 1399830 h 1690765"/>
              <a:gd name="csX5" fmla="*/ 2070091 w 2350064"/>
              <a:gd name="csY5" fmla="*/ 1679803 h 1690765"/>
              <a:gd name="csX6" fmla="*/ 341617 w 2350064"/>
              <a:gd name="csY6" fmla="*/ 1690077 h 1690765"/>
              <a:gd name="csX7" fmla="*/ 0 w 2350064"/>
              <a:gd name="csY7" fmla="*/ 1553942 h 1690765"/>
              <a:gd name="csX8" fmla="*/ 462337 w 2350064"/>
              <a:gd name="csY8" fmla="*/ 639569 h 1690765"/>
              <a:gd name="csX0" fmla="*/ 462337 w 2350064"/>
              <a:gd name="csY0" fmla="*/ 639569 h 1700426"/>
              <a:gd name="csX1" fmla="*/ 927244 w 2350064"/>
              <a:gd name="csY1" fmla="*/ 82193 h 1700426"/>
              <a:gd name="csX2" fmla="*/ 2070091 w 2350064"/>
              <a:gd name="csY2" fmla="*/ 0 h 1700426"/>
              <a:gd name="csX3" fmla="*/ 2350064 w 2350064"/>
              <a:gd name="csY3" fmla="*/ 279973 h 1700426"/>
              <a:gd name="csX4" fmla="*/ 2350064 w 2350064"/>
              <a:gd name="csY4" fmla="*/ 1399830 h 1700426"/>
              <a:gd name="csX5" fmla="*/ 2070091 w 2350064"/>
              <a:gd name="csY5" fmla="*/ 1679803 h 1700426"/>
              <a:gd name="csX6" fmla="*/ 434085 w 2350064"/>
              <a:gd name="csY6" fmla="*/ 1700351 h 1700426"/>
              <a:gd name="csX7" fmla="*/ 0 w 2350064"/>
              <a:gd name="csY7" fmla="*/ 1553942 h 1700426"/>
              <a:gd name="csX8" fmla="*/ 462337 w 2350064"/>
              <a:gd name="csY8" fmla="*/ 639569 h 1700426"/>
              <a:gd name="csX0" fmla="*/ 297950 w 2185677"/>
              <a:gd name="csY0" fmla="*/ 639569 h 1732566"/>
              <a:gd name="csX1" fmla="*/ 762857 w 2185677"/>
              <a:gd name="csY1" fmla="*/ 82193 h 1732566"/>
              <a:gd name="csX2" fmla="*/ 1905704 w 2185677"/>
              <a:gd name="csY2" fmla="*/ 0 h 1732566"/>
              <a:gd name="csX3" fmla="*/ 2185677 w 2185677"/>
              <a:gd name="csY3" fmla="*/ 279973 h 1732566"/>
              <a:gd name="csX4" fmla="*/ 2185677 w 2185677"/>
              <a:gd name="csY4" fmla="*/ 1399830 h 1732566"/>
              <a:gd name="csX5" fmla="*/ 1905704 w 2185677"/>
              <a:gd name="csY5" fmla="*/ 1679803 h 1732566"/>
              <a:gd name="csX6" fmla="*/ 269698 w 2185677"/>
              <a:gd name="csY6" fmla="*/ 1700351 h 1732566"/>
              <a:gd name="csX7" fmla="*/ 0 w 2185677"/>
              <a:gd name="csY7" fmla="*/ 1646410 h 1732566"/>
              <a:gd name="csX8" fmla="*/ 297950 w 2185677"/>
              <a:gd name="csY8" fmla="*/ 639569 h 1732566"/>
              <a:gd name="csX0" fmla="*/ 297950 w 2185677"/>
              <a:gd name="csY0" fmla="*/ 639569 h 1823641"/>
              <a:gd name="csX1" fmla="*/ 762857 w 2185677"/>
              <a:gd name="csY1" fmla="*/ 82193 h 1823641"/>
              <a:gd name="csX2" fmla="*/ 1905704 w 2185677"/>
              <a:gd name="csY2" fmla="*/ 0 h 1823641"/>
              <a:gd name="csX3" fmla="*/ 2185677 w 2185677"/>
              <a:gd name="csY3" fmla="*/ 279973 h 1823641"/>
              <a:gd name="csX4" fmla="*/ 2185677 w 2185677"/>
              <a:gd name="csY4" fmla="*/ 1399830 h 1823641"/>
              <a:gd name="csX5" fmla="*/ 1905704 w 2185677"/>
              <a:gd name="csY5" fmla="*/ 1679803 h 1823641"/>
              <a:gd name="csX6" fmla="*/ 321069 w 2185677"/>
              <a:gd name="csY6" fmla="*/ 1823641 h 1823641"/>
              <a:gd name="csX7" fmla="*/ 0 w 2185677"/>
              <a:gd name="csY7" fmla="*/ 1646410 h 1823641"/>
              <a:gd name="csX8" fmla="*/ 297950 w 2185677"/>
              <a:gd name="csY8" fmla="*/ 639569 h 1823641"/>
              <a:gd name="csX0" fmla="*/ 297950 w 2185677"/>
              <a:gd name="csY0" fmla="*/ 639569 h 1823641"/>
              <a:gd name="csX1" fmla="*/ 762857 w 2185677"/>
              <a:gd name="csY1" fmla="*/ 82193 h 1823641"/>
              <a:gd name="csX2" fmla="*/ 1905704 w 2185677"/>
              <a:gd name="csY2" fmla="*/ 0 h 1823641"/>
              <a:gd name="csX3" fmla="*/ 2185677 w 2185677"/>
              <a:gd name="csY3" fmla="*/ 279973 h 1823641"/>
              <a:gd name="csX4" fmla="*/ 2185677 w 2185677"/>
              <a:gd name="csY4" fmla="*/ 1399830 h 1823641"/>
              <a:gd name="csX5" fmla="*/ 1905704 w 2185677"/>
              <a:gd name="csY5" fmla="*/ 1679803 h 1823641"/>
              <a:gd name="csX6" fmla="*/ 321069 w 2185677"/>
              <a:gd name="csY6" fmla="*/ 1823641 h 1823641"/>
              <a:gd name="csX7" fmla="*/ 0 w 2185677"/>
              <a:gd name="csY7" fmla="*/ 1646410 h 1823641"/>
              <a:gd name="csX8" fmla="*/ 297950 w 2185677"/>
              <a:gd name="csY8" fmla="*/ 639569 h 1823641"/>
              <a:gd name="csX0" fmla="*/ 297950 w 2185677"/>
              <a:gd name="csY0" fmla="*/ 639569 h 1823641"/>
              <a:gd name="csX1" fmla="*/ 762857 w 2185677"/>
              <a:gd name="csY1" fmla="*/ 82193 h 1823641"/>
              <a:gd name="csX2" fmla="*/ 1905704 w 2185677"/>
              <a:gd name="csY2" fmla="*/ 0 h 1823641"/>
              <a:gd name="csX3" fmla="*/ 2185677 w 2185677"/>
              <a:gd name="csY3" fmla="*/ 279973 h 1823641"/>
              <a:gd name="csX4" fmla="*/ 2185677 w 2185677"/>
              <a:gd name="csY4" fmla="*/ 1399830 h 1823641"/>
              <a:gd name="csX5" fmla="*/ 1905704 w 2185677"/>
              <a:gd name="csY5" fmla="*/ 1679803 h 1823641"/>
              <a:gd name="csX6" fmla="*/ 321069 w 2185677"/>
              <a:gd name="csY6" fmla="*/ 1823641 h 1823641"/>
              <a:gd name="csX7" fmla="*/ 0 w 2185677"/>
              <a:gd name="csY7" fmla="*/ 1646410 h 1823641"/>
              <a:gd name="csX8" fmla="*/ 297950 w 2185677"/>
              <a:gd name="csY8" fmla="*/ 639569 h 1823641"/>
              <a:gd name="csX0" fmla="*/ 359595 w 2247322"/>
              <a:gd name="csY0" fmla="*/ 639569 h 1823641"/>
              <a:gd name="csX1" fmla="*/ 824502 w 2247322"/>
              <a:gd name="csY1" fmla="*/ 82193 h 1823641"/>
              <a:gd name="csX2" fmla="*/ 1967349 w 2247322"/>
              <a:gd name="csY2" fmla="*/ 0 h 1823641"/>
              <a:gd name="csX3" fmla="*/ 2247322 w 2247322"/>
              <a:gd name="csY3" fmla="*/ 279973 h 1823641"/>
              <a:gd name="csX4" fmla="*/ 2247322 w 2247322"/>
              <a:gd name="csY4" fmla="*/ 1399830 h 1823641"/>
              <a:gd name="csX5" fmla="*/ 1967349 w 2247322"/>
              <a:gd name="csY5" fmla="*/ 1679803 h 1823641"/>
              <a:gd name="csX6" fmla="*/ 382714 w 2247322"/>
              <a:gd name="csY6" fmla="*/ 1823641 h 1823641"/>
              <a:gd name="csX7" fmla="*/ 0 w 2247322"/>
              <a:gd name="csY7" fmla="*/ 1656685 h 1823641"/>
              <a:gd name="csX8" fmla="*/ 359595 w 2247322"/>
              <a:gd name="csY8" fmla="*/ 639569 h 1823641"/>
              <a:gd name="csX0" fmla="*/ 359595 w 2247322"/>
              <a:gd name="csY0" fmla="*/ 639569 h 1823641"/>
              <a:gd name="csX1" fmla="*/ 711486 w 2247322"/>
              <a:gd name="csY1" fmla="*/ 102741 h 1823641"/>
              <a:gd name="csX2" fmla="*/ 1967349 w 2247322"/>
              <a:gd name="csY2" fmla="*/ 0 h 1823641"/>
              <a:gd name="csX3" fmla="*/ 2247322 w 2247322"/>
              <a:gd name="csY3" fmla="*/ 279973 h 1823641"/>
              <a:gd name="csX4" fmla="*/ 2247322 w 2247322"/>
              <a:gd name="csY4" fmla="*/ 1399830 h 1823641"/>
              <a:gd name="csX5" fmla="*/ 1967349 w 2247322"/>
              <a:gd name="csY5" fmla="*/ 1679803 h 1823641"/>
              <a:gd name="csX6" fmla="*/ 382714 w 2247322"/>
              <a:gd name="csY6" fmla="*/ 1823641 h 1823641"/>
              <a:gd name="csX7" fmla="*/ 0 w 2247322"/>
              <a:gd name="csY7" fmla="*/ 1656685 h 1823641"/>
              <a:gd name="csX8" fmla="*/ 359595 w 2247322"/>
              <a:gd name="csY8" fmla="*/ 639569 h 1823641"/>
              <a:gd name="csX0" fmla="*/ 359595 w 2247322"/>
              <a:gd name="csY0" fmla="*/ 639569 h 1823641"/>
              <a:gd name="csX1" fmla="*/ 711486 w 2247322"/>
              <a:gd name="csY1" fmla="*/ 102741 h 1823641"/>
              <a:gd name="csX2" fmla="*/ 1967349 w 2247322"/>
              <a:gd name="csY2" fmla="*/ 0 h 1823641"/>
              <a:gd name="csX3" fmla="*/ 2247322 w 2247322"/>
              <a:gd name="csY3" fmla="*/ 279973 h 1823641"/>
              <a:gd name="csX4" fmla="*/ 2247322 w 2247322"/>
              <a:gd name="csY4" fmla="*/ 1399830 h 1823641"/>
              <a:gd name="csX5" fmla="*/ 1967349 w 2247322"/>
              <a:gd name="csY5" fmla="*/ 1679803 h 1823641"/>
              <a:gd name="csX6" fmla="*/ 382714 w 2247322"/>
              <a:gd name="csY6" fmla="*/ 1823641 h 1823641"/>
              <a:gd name="csX7" fmla="*/ 0 w 2247322"/>
              <a:gd name="csY7" fmla="*/ 1656685 h 1823641"/>
              <a:gd name="csX8" fmla="*/ 359595 w 2247322"/>
              <a:gd name="csY8" fmla="*/ 639569 h 1823641"/>
              <a:gd name="csX0" fmla="*/ 359595 w 2247322"/>
              <a:gd name="csY0" fmla="*/ 536937 h 1721009"/>
              <a:gd name="csX1" fmla="*/ 711486 w 2247322"/>
              <a:gd name="csY1" fmla="*/ 109 h 1721009"/>
              <a:gd name="csX2" fmla="*/ 1710495 w 2247322"/>
              <a:gd name="csY2" fmla="*/ 41206 h 1721009"/>
              <a:gd name="csX3" fmla="*/ 2247322 w 2247322"/>
              <a:gd name="csY3" fmla="*/ 177341 h 1721009"/>
              <a:gd name="csX4" fmla="*/ 2247322 w 2247322"/>
              <a:gd name="csY4" fmla="*/ 1297198 h 1721009"/>
              <a:gd name="csX5" fmla="*/ 1967349 w 2247322"/>
              <a:gd name="csY5" fmla="*/ 1577171 h 1721009"/>
              <a:gd name="csX6" fmla="*/ 382714 w 2247322"/>
              <a:gd name="csY6" fmla="*/ 1721009 h 1721009"/>
              <a:gd name="csX7" fmla="*/ 0 w 2247322"/>
              <a:gd name="csY7" fmla="*/ 1554053 h 1721009"/>
              <a:gd name="csX8" fmla="*/ 359595 w 2247322"/>
              <a:gd name="csY8" fmla="*/ 536937 h 1721009"/>
              <a:gd name="csX0" fmla="*/ 359595 w 2247322"/>
              <a:gd name="csY0" fmla="*/ 536937 h 1721009"/>
              <a:gd name="csX1" fmla="*/ 711486 w 2247322"/>
              <a:gd name="csY1" fmla="*/ 109 h 1721009"/>
              <a:gd name="csX2" fmla="*/ 1710495 w 2247322"/>
              <a:gd name="csY2" fmla="*/ 41206 h 1721009"/>
              <a:gd name="csX3" fmla="*/ 1743888 w 2247322"/>
              <a:gd name="csY3" fmla="*/ 362276 h 1721009"/>
              <a:gd name="csX4" fmla="*/ 2247322 w 2247322"/>
              <a:gd name="csY4" fmla="*/ 1297198 h 1721009"/>
              <a:gd name="csX5" fmla="*/ 1967349 w 2247322"/>
              <a:gd name="csY5" fmla="*/ 1577171 h 1721009"/>
              <a:gd name="csX6" fmla="*/ 382714 w 2247322"/>
              <a:gd name="csY6" fmla="*/ 1721009 h 1721009"/>
              <a:gd name="csX7" fmla="*/ 0 w 2247322"/>
              <a:gd name="csY7" fmla="*/ 1554053 h 1721009"/>
              <a:gd name="csX8" fmla="*/ 359595 w 2247322"/>
              <a:gd name="csY8" fmla="*/ 536937 h 1721009"/>
              <a:gd name="csX0" fmla="*/ 359595 w 2442531"/>
              <a:gd name="csY0" fmla="*/ 536937 h 1721009"/>
              <a:gd name="csX1" fmla="*/ 711486 w 2442531"/>
              <a:gd name="csY1" fmla="*/ 109 h 1721009"/>
              <a:gd name="csX2" fmla="*/ 1710495 w 2442531"/>
              <a:gd name="csY2" fmla="*/ 41206 h 1721009"/>
              <a:gd name="csX3" fmla="*/ 1743888 w 2442531"/>
              <a:gd name="csY3" fmla="*/ 362276 h 1721009"/>
              <a:gd name="csX4" fmla="*/ 2442531 w 2442531"/>
              <a:gd name="csY4" fmla="*/ 1379391 h 1721009"/>
              <a:gd name="csX5" fmla="*/ 1967349 w 2442531"/>
              <a:gd name="csY5" fmla="*/ 1577171 h 1721009"/>
              <a:gd name="csX6" fmla="*/ 382714 w 2442531"/>
              <a:gd name="csY6" fmla="*/ 1721009 h 1721009"/>
              <a:gd name="csX7" fmla="*/ 0 w 2442531"/>
              <a:gd name="csY7" fmla="*/ 1554053 h 1721009"/>
              <a:gd name="csX8" fmla="*/ 359595 w 2442531"/>
              <a:gd name="csY8" fmla="*/ 536937 h 1721009"/>
              <a:gd name="csX0" fmla="*/ 359595 w 2442531"/>
              <a:gd name="csY0" fmla="*/ 536937 h 1721009"/>
              <a:gd name="csX1" fmla="*/ 711486 w 2442531"/>
              <a:gd name="csY1" fmla="*/ 109 h 1721009"/>
              <a:gd name="csX2" fmla="*/ 1710495 w 2442531"/>
              <a:gd name="csY2" fmla="*/ 41206 h 1721009"/>
              <a:gd name="csX3" fmla="*/ 1743888 w 2442531"/>
              <a:gd name="csY3" fmla="*/ 362276 h 1721009"/>
              <a:gd name="csX4" fmla="*/ 2442531 w 2442531"/>
              <a:gd name="csY4" fmla="*/ 1379391 h 1721009"/>
              <a:gd name="csX5" fmla="*/ 1926252 w 2442531"/>
              <a:gd name="csY5" fmla="*/ 1710735 h 1721009"/>
              <a:gd name="csX6" fmla="*/ 382714 w 2442531"/>
              <a:gd name="csY6" fmla="*/ 1721009 h 1721009"/>
              <a:gd name="csX7" fmla="*/ 0 w 2442531"/>
              <a:gd name="csY7" fmla="*/ 1554053 h 1721009"/>
              <a:gd name="csX8" fmla="*/ 359595 w 2442531"/>
              <a:gd name="csY8" fmla="*/ 536937 h 1721009"/>
              <a:gd name="csX0" fmla="*/ 359595 w 2206225"/>
              <a:gd name="csY0" fmla="*/ 536937 h 1721009"/>
              <a:gd name="csX1" fmla="*/ 711486 w 2206225"/>
              <a:gd name="csY1" fmla="*/ 109 h 1721009"/>
              <a:gd name="csX2" fmla="*/ 1710495 w 2206225"/>
              <a:gd name="csY2" fmla="*/ 41206 h 1721009"/>
              <a:gd name="csX3" fmla="*/ 1743888 w 2206225"/>
              <a:gd name="csY3" fmla="*/ 362276 h 1721009"/>
              <a:gd name="csX4" fmla="*/ 2206225 w 2206225"/>
              <a:gd name="csY4" fmla="*/ 1410213 h 1721009"/>
              <a:gd name="csX5" fmla="*/ 1926252 w 2206225"/>
              <a:gd name="csY5" fmla="*/ 1710735 h 1721009"/>
              <a:gd name="csX6" fmla="*/ 382714 w 2206225"/>
              <a:gd name="csY6" fmla="*/ 1721009 h 1721009"/>
              <a:gd name="csX7" fmla="*/ 0 w 2206225"/>
              <a:gd name="csY7" fmla="*/ 1554053 h 1721009"/>
              <a:gd name="csX8" fmla="*/ 359595 w 2206225"/>
              <a:gd name="csY8" fmla="*/ 536937 h 1721009"/>
              <a:gd name="csX0" fmla="*/ 359595 w 2206225"/>
              <a:gd name="csY0" fmla="*/ 536937 h 1721009"/>
              <a:gd name="csX1" fmla="*/ 711486 w 2206225"/>
              <a:gd name="csY1" fmla="*/ 109 h 1721009"/>
              <a:gd name="csX2" fmla="*/ 1710495 w 2206225"/>
              <a:gd name="csY2" fmla="*/ 41206 h 1721009"/>
              <a:gd name="csX3" fmla="*/ 1898000 w 2206225"/>
              <a:gd name="csY3" fmla="*/ 423921 h 1721009"/>
              <a:gd name="csX4" fmla="*/ 2206225 w 2206225"/>
              <a:gd name="csY4" fmla="*/ 1410213 h 1721009"/>
              <a:gd name="csX5" fmla="*/ 1926252 w 2206225"/>
              <a:gd name="csY5" fmla="*/ 1710735 h 1721009"/>
              <a:gd name="csX6" fmla="*/ 382714 w 2206225"/>
              <a:gd name="csY6" fmla="*/ 1721009 h 1721009"/>
              <a:gd name="csX7" fmla="*/ 0 w 2206225"/>
              <a:gd name="csY7" fmla="*/ 1554053 h 1721009"/>
              <a:gd name="csX8" fmla="*/ 359595 w 2206225"/>
              <a:gd name="csY8" fmla="*/ 536937 h 1721009"/>
              <a:gd name="csX0" fmla="*/ 359595 w 2206225"/>
              <a:gd name="csY0" fmla="*/ 537004 h 1721076"/>
              <a:gd name="csX1" fmla="*/ 711486 w 2206225"/>
              <a:gd name="csY1" fmla="*/ 176 h 1721076"/>
              <a:gd name="csX2" fmla="*/ 1330352 w 2206225"/>
              <a:gd name="csY2" fmla="*/ 10450 h 1721076"/>
              <a:gd name="csX3" fmla="*/ 1898000 w 2206225"/>
              <a:gd name="csY3" fmla="*/ 423988 h 1721076"/>
              <a:gd name="csX4" fmla="*/ 2206225 w 2206225"/>
              <a:gd name="csY4" fmla="*/ 1410280 h 1721076"/>
              <a:gd name="csX5" fmla="*/ 1926252 w 2206225"/>
              <a:gd name="csY5" fmla="*/ 1710802 h 1721076"/>
              <a:gd name="csX6" fmla="*/ 382714 w 2206225"/>
              <a:gd name="csY6" fmla="*/ 1721076 h 1721076"/>
              <a:gd name="csX7" fmla="*/ 0 w 2206225"/>
              <a:gd name="csY7" fmla="*/ 1554120 h 1721076"/>
              <a:gd name="csX8" fmla="*/ 359595 w 2206225"/>
              <a:gd name="csY8" fmla="*/ 537004 h 1721076"/>
              <a:gd name="csX0" fmla="*/ 359595 w 2206225"/>
              <a:gd name="csY0" fmla="*/ 537004 h 1721076"/>
              <a:gd name="csX1" fmla="*/ 711486 w 2206225"/>
              <a:gd name="csY1" fmla="*/ 176 h 1721076"/>
              <a:gd name="csX2" fmla="*/ 1494739 w 2206225"/>
              <a:gd name="csY2" fmla="*/ 10450 h 1721076"/>
              <a:gd name="csX3" fmla="*/ 1898000 w 2206225"/>
              <a:gd name="csY3" fmla="*/ 423988 h 1721076"/>
              <a:gd name="csX4" fmla="*/ 2206225 w 2206225"/>
              <a:gd name="csY4" fmla="*/ 1410280 h 1721076"/>
              <a:gd name="csX5" fmla="*/ 1926252 w 2206225"/>
              <a:gd name="csY5" fmla="*/ 1710802 h 1721076"/>
              <a:gd name="csX6" fmla="*/ 382714 w 2206225"/>
              <a:gd name="csY6" fmla="*/ 1721076 h 1721076"/>
              <a:gd name="csX7" fmla="*/ 0 w 2206225"/>
              <a:gd name="csY7" fmla="*/ 1554120 h 1721076"/>
              <a:gd name="csX8" fmla="*/ 359595 w 2206225"/>
              <a:gd name="csY8" fmla="*/ 537004 h 1721076"/>
              <a:gd name="csX0" fmla="*/ 359595 w 2206225"/>
              <a:gd name="csY0" fmla="*/ 547491 h 1731563"/>
              <a:gd name="csX1" fmla="*/ 711486 w 2206225"/>
              <a:gd name="csY1" fmla="*/ 10663 h 1731563"/>
              <a:gd name="csX2" fmla="*/ 1494739 w 2206225"/>
              <a:gd name="csY2" fmla="*/ 20937 h 1731563"/>
              <a:gd name="csX3" fmla="*/ 1898000 w 2206225"/>
              <a:gd name="csY3" fmla="*/ 434475 h 1731563"/>
              <a:gd name="csX4" fmla="*/ 2206225 w 2206225"/>
              <a:gd name="csY4" fmla="*/ 1420767 h 1731563"/>
              <a:gd name="csX5" fmla="*/ 1926252 w 2206225"/>
              <a:gd name="csY5" fmla="*/ 1721289 h 1731563"/>
              <a:gd name="csX6" fmla="*/ 382714 w 2206225"/>
              <a:gd name="csY6" fmla="*/ 1731563 h 1731563"/>
              <a:gd name="csX7" fmla="*/ 0 w 2206225"/>
              <a:gd name="csY7" fmla="*/ 1564607 h 1731563"/>
              <a:gd name="csX8" fmla="*/ 359595 w 2206225"/>
              <a:gd name="csY8" fmla="*/ 547491 h 1731563"/>
              <a:gd name="csX0" fmla="*/ 359595 w 2206225"/>
              <a:gd name="csY0" fmla="*/ 578921 h 1762993"/>
              <a:gd name="csX1" fmla="*/ 711486 w 2206225"/>
              <a:gd name="csY1" fmla="*/ 42093 h 1762993"/>
              <a:gd name="csX2" fmla="*/ 1494739 w 2206225"/>
              <a:gd name="csY2" fmla="*/ 52367 h 1762993"/>
              <a:gd name="csX3" fmla="*/ 1898000 w 2206225"/>
              <a:gd name="csY3" fmla="*/ 465905 h 1762993"/>
              <a:gd name="csX4" fmla="*/ 2206225 w 2206225"/>
              <a:gd name="csY4" fmla="*/ 1452197 h 1762993"/>
              <a:gd name="csX5" fmla="*/ 1926252 w 2206225"/>
              <a:gd name="csY5" fmla="*/ 1752719 h 1762993"/>
              <a:gd name="csX6" fmla="*/ 382714 w 2206225"/>
              <a:gd name="csY6" fmla="*/ 1762993 h 1762993"/>
              <a:gd name="csX7" fmla="*/ 0 w 2206225"/>
              <a:gd name="csY7" fmla="*/ 1596037 h 1762993"/>
              <a:gd name="csX8" fmla="*/ 359595 w 2206225"/>
              <a:gd name="csY8" fmla="*/ 578921 h 1762993"/>
              <a:gd name="csX0" fmla="*/ 359595 w 2206225"/>
              <a:gd name="csY0" fmla="*/ 582158 h 1766230"/>
              <a:gd name="csX1" fmla="*/ 649841 w 2206225"/>
              <a:gd name="csY1" fmla="*/ 35056 h 1766230"/>
              <a:gd name="csX2" fmla="*/ 1494739 w 2206225"/>
              <a:gd name="csY2" fmla="*/ 55604 h 1766230"/>
              <a:gd name="csX3" fmla="*/ 1898000 w 2206225"/>
              <a:gd name="csY3" fmla="*/ 469142 h 1766230"/>
              <a:gd name="csX4" fmla="*/ 2206225 w 2206225"/>
              <a:gd name="csY4" fmla="*/ 1455434 h 1766230"/>
              <a:gd name="csX5" fmla="*/ 1926252 w 2206225"/>
              <a:gd name="csY5" fmla="*/ 1755956 h 1766230"/>
              <a:gd name="csX6" fmla="*/ 382714 w 2206225"/>
              <a:gd name="csY6" fmla="*/ 1766230 h 1766230"/>
              <a:gd name="csX7" fmla="*/ 0 w 2206225"/>
              <a:gd name="csY7" fmla="*/ 1599274 h 1766230"/>
              <a:gd name="csX8" fmla="*/ 359595 w 2206225"/>
              <a:gd name="csY8" fmla="*/ 582158 h 1766230"/>
              <a:gd name="csX0" fmla="*/ 359595 w 2206225"/>
              <a:gd name="csY0" fmla="*/ 610172 h 1794244"/>
              <a:gd name="csX1" fmla="*/ 649841 w 2206225"/>
              <a:gd name="csY1" fmla="*/ 63070 h 1794244"/>
              <a:gd name="csX2" fmla="*/ 1494739 w 2206225"/>
              <a:gd name="csY2" fmla="*/ 83618 h 1794244"/>
              <a:gd name="csX3" fmla="*/ 1898000 w 2206225"/>
              <a:gd name="csY3" fmla="*/ 497156 h 1794244"/>
              <a:gd name="csX4" fmla="*/ 2206225 w 2206225"/>
              <a:gd name="csY4" fmla="*/ 1483448 h 1794244"/>
              <a:gd name="csX5" fmla="*/ 1926252 w 2206225"/>
              <a:gd name="csY5" fmla="*/ 1783970 h 1794244"/>
              <a:gd name="csX6" fmla="*/ 382714 w 2206225"/>
              <a:gd name="csY6" fmla="*/ 1794244 h 1794244"/>
              <a:gd name="csX7" fmla="*/ 0 w 2206225"/>
              <a:gd name="csY7" fmla="*/ 1627288 h 1794244"/>
              <a:gd name="csX8" fmla="*/ 359595 w 2206225"/>
              <a:gd name="csY8" fmla="*/ 610172 h 1794244"/>
              <a:gd name="csX0" fmla="*/ 318498 w 2206225"/>
              <a:gd name="csY0" fmla="*/ 548527 h 1794244"/>
              <a:gd name="csX1" fmla="*/ 649841 w 2206225"/>
              <a:gd name="csY1" fmla="*/ 63070 h 1794244"/>
              <a:gd name="csX2" fmla="*/ 1494739 w 2206225"/>
              <a:gd name="csY2" fmla="*/ 83618 h 1794244"/>
              <a:gd name="csX3" fmla="*/ 1898000 w 2206225"/>
              <a:gd name="csY3" fmla="*/ 497156 h 1794244"/>
              <a:gd name="csX4" fmla="*/ 2206225 w 2206225"/>
              <a:gd name="csY4" fmla="*/ 1483448 h 1794244"/>
              <a:gd name="csX5" fmla="*/ 1926252 w 2206225"/>
              <a:gd name="csY5" fmla="*/ 1783970 h 1794244"/>
              <a:gd name="csX6" fmla="*/ 382714 w 2206225"/>
              <a:gd name="csY6" fmla="*/ 1794244 h 1794244"/>
              <a:gd name="csX7" fmla="*/ 0 w 2206225"/>
              <a:gd name="csY7" fmla="*/ 1627288 h 1794244"/>
              <a:gd name="csX8" fmla="*/ 318498 w 2206225"/>
              <a:gd name="csY8" fmla="*/ 548527 h 1794244"/>
              <a:gd name="csX0" fmla="*/ 318498 w 2206225"/>
              <a:gd name="csY0" fmla="*/ 548527 h 1794244"/>
              <a:gd name="csX1" fmla="*/ 649841 w 2206225"/>
              <a:gd name="csY1" fmla="*/ 63070 h 1794244"/>
              <a:gd name="csX2" fmla="*/ 1494739 w 2206225"/>
              <a:gd name="csY2" fmla="*/ 83618 h 1794244"/>
              <a:gd name="csX3" fmla="*/ 1898000 w 2206225"/>
              <a:gd name="csY3" fmla="*/ 497156 h 1794244"/>
              <a:gd name="csX4" fmla="*/ 2206225 w 2206225"/>
              <a:gd name="csY4" fmla="*/ 1483448 h 1794244"/>
              <a:gd name="csX5" fmla="*/ 1926252 w 2206225"/>
              <a:gd name="csY5" fmla="*/ 1783970 h 1794244"/>
              <a:gd name="csX6" fmla="*/ 382714 w 2206225"/>
              <a:gd name="csY6" fmla="*/ 1794244 h 1794244"/>
              <a:gd name="csX7" fmla="*/ 0 w 2206225"/>
              <a:gd name="csY7" fmla="*/ 1627288 h 1794244"/>
              <a:gd name="csX8" fmla="*/ 318498 w 2206225"/>
              <a:gd name="csY8" fmla="*/ 548527 h 1794244"/>
              <a:gd name="csX0" fmla="*/ 318498 w 2206225"/>
              <a:gd name="csY0" fmla="*/ 548527 h 1794244"/>
              <a:gd name="csX1" fmla="*/ 649841 w 2206225"/>
              <a:gd name="csY1" fmla="*/ 63070 h 1794244"/>
              <a:gd name="csX2" fmla="*/ 1494739 w 2206225"/>
              <a:gd name="csY2" fmla="*/ 83618 h 1794244"/>
              <a:gd name="csX3" fmla="*/ 1898000 w 2206225"/>
              <a:gd name="csY3" fmla="*/ 497156 h 1794244"/>
              <a:gd name="csX4" fmla="*/ 2206225 w 2206225"/>
              <a:gd name="csY4" fmla="*/ 1483448 h 1794244"/>
              <a:gd name="csX5" fmla="*/ 1926252 w 2206225"/>
              <a:gd name="csY5" fmla="*/ 1783970 h 1794244"/>
              <a:gd name="csX6" fmla="*/ 382714 w 2206225"/>
              <a:gd name="csY6" fmla="*/ 1794244 h 1794244"/>
              <a:gd name="csX7" fmla="*/ 0 w 2206225"/>
              <a:gd name="csY7" fmla="*/ 1627288 h 1794244"/>
              <a:gd name="csX8" fmla="*/ 318498 w 2206225"/>
              <a:gd name="csY8" fmla="*/ 548527 h 1794244"/>
              <a:gd name="csX0" fmla="*/ 318498 w 2206225"/>
              <a:gd name="csY0" fmla="*/ 564733 h 1810450"/>
              <a:gd name="csX1" fmla="*/ 649841 w 2206225"/>
              <a:gd name="csY1" fmla="*/ 79276 h 1810450"/>
              <a:gd name="csX2" fmla="*/ 1525561 w 2206225"/>
              <a:gd name="csY2" fmla="*/ 69001 h 1810450"/>
              <a:gd name="csX3" fmla="*/ 1898000 w 2206225"/>
              <a:gd name="csY3" fmla="*/ 513362 h 1810450"/>
              <a:gd name="csX4" fmla="*/ 2206225 w 2206225"/>
              <a:gd name="csY4" fmla="*/ 1499654 h 1810450"/>
              <a:gd name="csX5" fmla="*/ 1926252 w 2206225"/>
              <a:gd name="csY5" fmla="*/ 1800176 h 1810450"/>
              <a:gd name="csX6" fmla="*/ 382714 w 2206225"/>
              <a:gd name="csY6" fmla="*/ 1810450 h 1810450"/>
              <a:gd name="csX7" fmla="*/ 0 w 2206225"/>
              <a:gd name="csY7" fmla="*/ 1643494 h 1810450"/>
              <a:gd name="csX8" fmla="*/ 318498 w 2206225"/>
              <a:gd name="csY8" fmla="*/ 564733 h 1810450"/>
              <a:gd name="csX0" fmla="*/ 318498 w 2206225"/>
              <a:gd name="csY0" fmla="*/ 574077 h 1819794"/>
              <a:gd name="csX1" fmla="*/ 845050 w 2206225"/>
              <a:gd name="csY1" fmla="*/ 68071 h 1819794"/>
              <a:gd name="csX2" fmla="*/ 1525561 w 2206225"/>
              <a:gd name="csY2" fmla="*/ 78345 h 1819794"/>
              <a:gd name="csX3" fmla="*/ 1898000 w 2206225"/>
              <a:gd name="csY3" fmla="*/ 522706 h 1819794"/>
              <a:gd name="csX4" fmla="*/ 2206225 w 2206225"/>
              <a:gd name="csY4" fmla="*/ 1508998 h 1819794"/>
              <a:gd name="csX5" fmla="*/ 1926252 w 2206225"/>
              <a:gd name="csY5" fmla="*/ 1809520 h 1819794"/>
              <a:gd name="csX6" fmla="*/ 382714 w 2206225"/>
              <a:gd name="csY6" fmla="*/ 1819794 h 1819794"/>
              <a:gd name="csX7" fmla="*/ 0 w 2206225"/>
              <a:gd name="csY7" fmla="*/ 1652838 h 1819794"/>
              <a:gd name="csX8" fmla="*/ 318498 w 2206225"/>
              <a:gd name="csY8" fmla="*/ 574077 h 1819794"/>
              <a:gd name="csX0" fmla="*/ 380143 w 2206225"/>
              <a:gd name="csY0" fmla="*/ 399416 h 1819794"/>
              <a:gd name="csX1" fmla="*/ 845050 w 2206225"/>
              <a:gd name="csY1" fmla="*/ 68071 h 1819794"/>
              <a:gd name="csX2" fmla="*/ 1525561 w 2206225"/>
              <a:gd name="csY2" fmla="*/ 78345 h 1819794"/>
              <a:gd name="csX3" fmla="*/ 1898000 w 2206225"/>
              <a:gd name="csY3" fmla="*/ 522706 h 1819794"/>
              <a:gd name="csX4" fmla="*/ 2206225 w 2206225"/>
              <a:gd name="csY4" fmla="*/ 1508998 h 1819794"/>
              <a:gd name="csX5" fmla="*/ 1926252 w 2206225"/>
              <a:gd name="csY5" fmla="*/ 1809520 h 1819794"/>
              <a:gd name="csX6" fmla="*/ 382714 w 2206225"/>
              <a:gd name="csY6" fmla="*/ 1819794 h 1819794"/>
              <a:gd name="csX7" fmla="*/ 0 w 2206225"/>
              <a:gd name="csY7" fmla="*/ 1652838 h 1819794"/>
              <a:gd name="csX8" fmla="*/ 380143 w 2206225"/>
              <a:gd name="csY8" fmla="*/ 399416 h 1819794"/>
              <a:gd name="csX0" fmla="*/ 380143 w 2206225"/>
              <a:gd name="csY0" fmla="*/ 399416 h 1819794"/>
              <a:gd name="csX1" fmla="*/ 845050 w 2206225"/>
              <a:gd name="csY1" fmla="*/ 68071 h 1819794"/>
              <a:gd name="csX2" fmla="*/ 1525561 w 2206225"/>
              <a:gd name="csY2" fmla="*/ 78345 h 1819794"/>
              <a:gd name="csX3" fmla="*/ 1990467 w 2206225"/>
              <a:gd name="csY3" fmla="*/ 666544 h 1819794"/>
              <a:gd name="csX4" fmla="*/ 2206225 w 2206225"/>
              <a:gd name="csY4" fmla="*/ 1508998 h 1819794"/>
              <a:gd name="csX5" fmla="*/ 1926252 w 2206225"/>
              <a:gd name="csY5" fmla="*/ 1809520 h 1819794"/>
              <a:gd name="csX6" fmla="*/ 382714 w 2206225"/>
              <a:gd name="csY6" fmla="*/ 1819794 h 1819794"/>
              <a:gd name="csX7" fmla="*/ 0 w 2206225"/>
              <a:gd name="csY7" fmla="*/ 1652838 h 1819794"/>
              <a:gd name="csX8" fmla="*/ 380143 w 2206225"/>
              <a:gd name="csY8" fmla="*/ 399416 h 1819794"/>
              <a:gd name="csX0" fmla="*/ 380143 w 2206225"/>
              <a:gd name="csY0" fmla="*/ 372442 h 1792820"/>
              <a:gd name="csX1" fmla="*/ 845050 w 2206225"/>
              <a:gd name="csY1" fmla="*/ 41097 h 1792820"/>
              <a:gd name="csX2" fmla="*/ 1597480 w 2206225"/>
              <a:gd name="csY2" fmla="*/ 123290 h 1792820"/>
              <a:gd name="csX3" fmla="*/ 1990467 w 2206225"/>
              <a:gd name="csY3" fmla="*/ 639570 h 1792820"/>
              <a:gd name="csX4" fmla="*/ 2206225 w 2206225"/>
              <a:gd name="csY4" fmla="*/ 1482024 h 1792820"/>
              <a:gd name="csX5" fmla="*/ 1926252 w 2206225"/>
              <a:gd name="csY5" fmla="*/ 1782546 h 1792820"/>
              <a:gd name="csX6" fmla="*/ 382714 w 2206225"/>
              <a:gd name="csY6" fmla="*/ 1792820 h 1792820"/>
              <a:gd name="csX7" fmla="*/ 0 w 2206225"/>
              <a:gd name="csY7" fmla="*/ 1625864 h 1792820"/>
              <a:gd name="csX8" fmla="*/ 380143 w 2206225"/>
              <a:gd name="csY8" fmla="*/ 372442 h 1792820"/>
              <a:gd name="csX0" fmla="*/ 380143 w 2206225"/>
              <a:gd name="csY0" fmla="*/ 404796 h 1825174"/>
              <a:gd name="csX1" fmla="*/ 886146 w 2206225"/>
              <a:gd name="csY1" fmla="*/ 32355 h 1825174"/>
              <a:gd name="csX2" fmla="*/ 1597480 w 2206225"/>
              <a:gd name="csY2" fmla="*/ 155644 h 1825174"/>
              <a:gd name="csX3" fmla="*/ 1990467 w 2206225"/>
              <a:gd name="csY3" fmla="*/ 671924 h 1825174"/>
              <a:gd name="csX4" fmla="*/ 2206225 w 2206225"/>
              <a:gd name="csY4" fmla="*/ 1514378 h 1825174"/>
              <a:gd name="csX5" fmla="*/ 1926252 w 2206225"/>
              <a:gd name="csY5" fmla="*/ 1814900 h 1825174"/>
              <a:gd name="csX6" fmla="*/ 382714 w 2206225"/>
              <a:gd name="csY6" fmla="*/ 1825174 h 1825174"/>
              <a:gd name="csX7" fmla="*/ 0 w 2206225"/>
              <a:gd name="csY7" fmla="*/ 1658218 h 1825174"/>
              <a:gd name="csX8" fmla="*/ 380143 w 2206225"/>
              <a:gd name="csY8" fmla="*/ 404796 h 1825174"/>
              <a:gd name="csX0" fmla="*/ 380143 w 2206225"/>
              <a:gd name="csY0" fmla="*/ 397695 h 1818073"/>
              <a:gd name="csX1" fmla="*/ 886146 w 2206225"/>
              <a:gd name="csY1" fmla="*/ 25254 h 1818073"/>
              <a:gd name="csX2" fmla="*/ 1648851 w 2206225"/>
              <a:gd name="csY2" fmla="*/ 199914 h 1818073"/>
              <a:gd name="csX3" fmla="*/ 1990467 w 2206225"/>
              <a:gd name="csY3" fmla="*/ 664823 h 1818073"/>
              <a:gd name="csX4" fmla="*/ 2206225 w 2206225"/>
              <a:gd name="csY4" fmla="*/ 1507277 h 1818073"/>
              <a:gd name="csX5" fmla="*/ 1926252 w 2206225"/>
              <a:gd name="csY5" fmla="*/ 1807799 h 1818073"/>
              <a:gd name="csX6" fmla="*/ 382714 w 2206225"/>
              <a:gd name="csY6" fmla="*/ 1818073 h 1818073"/>
              <a:gd name="csX7" fmla="*/ 0 w 2206225"/>
              <a:gd name="csY7" fmla="*/ 1651117 h 1818073"/>
              <a:gd name="csX8" fmla="*/ 380143 w 2206225"/>
              <a:gd name="csY8" fmla="*/ 397695 h 1818073"/>
              <a:gd name="csX0" fmla="*/ 380143 w 2206225"/>
              <a:gd name="csY0" fmla="*/ 407062 h 1827440"/>
              <a:gd name="csX1" fmla="*/ 886146 w 2206225"/>
              <a:gd name="csY1" fmla="*/ 34621 h 1827440"/>
              <a:gd name="csX2" fmla="*/ 1648851 w 2206225"/>
              <a:gd name="csY2" fmla="*/ 209281 h 1827440"/>
              <a:gd name="csX3" fmla="*/ 1990467 w 2206225"/>
              <a:gd name="csY3" fmla="*/ 674190 h 1827440"/>
              <a:gd name="csX4" fmla="*/ 2206225 w 2206225"/>
              <a:gd name="csY4" fmla="*/ 1516644 h 1827440"/>
              <a:gd name="csX5" fmla="*/ 1926252 w 2206225"/>
              <a:gd name="csY5" fmla="*/ 1817166 h 1827440"/>
              <a:gd name="csX6" fmla="*/ 382714 w 2206225"/>
              <a:gd name="csY6" fmla="*/ 1827440 h 1827440"/>
              <a:gd name="csX7" fmla="*/ 0 w 2206225"/>
              <a:gd name="csY7" fmla="*/ 1660484 h 1827440"/>
              <a:gd name="csX8" fmla="*/ 380143 w 2206225"/>
              <a:gd name="csY8" fmla="*/ 407062 h 1827440"/>
              <a:gd name="csX0" fmla="*/ 380143 w 2206225"/>
              <a:gd name="csY0" fmla="*/ 422166 h 1842544"/>
              <a:gd name="csX1" fmla="*/ 886146 w 2206225"/>
              <a:gd name="csY1" fmla="*/ 49725 h 1842544"/>
              <a:gd name="csX2" fmla="*/ 1618029 w 2206225"/>
              <a:gd name="csY2" fmla="*/ 162740 h 1842544"/>
              <a:gd name="csX3" fmla="*/ 1990467 w 2206225"/>
              <a:gd name="csY3" fmla="*/ 689294 h 1842544"/>
              <a:gd name="csX4" fmla="*/ 2206225 w 2206225"/>
              <a:gd name="csY4" fmla="*/ 1531748 h 1842544"/>
              <a:gd name="csX5" fmla="*/ 1926252 w 2206225"/>
              <a:gd name="csY5" fmla="*/ 1832270 h 1842544"/>
              <a:gd name="csX6" fmla="*/ 382714 w 2206225"/>
              <a:gd name="csY6" fmla="*/ 1842544 h 1842544"/>
              <a:gd name="csX7" fmla="*/ 0 w 2206225"/>
              <a:gd name="csY7" fmla="*/ 1675588 h 1842544"/>
              <a:gd name="csX8" fmla="*/ 380143 w 2206225"/>
              <a:gd name="csY8" fmla="*/ 422166 h 1842544"/>
              <a:gd name="csX0" fmla="*/ 380143 w 2206225"/>
              <a:gd name="csY0" fmla="*/ 422166 h 1842544"/>
              <a:gd name="csX1" fmla="*/ 886146 w 2206225"/>
              <a:gd name="csY1" fmla="*/ 49725 h 1842544"/>
              <a:gd name="csX2" fmla="*/ 1618029 w 2206225"/>
              <a:gd name="csY2" fmla="*/ 162740 h 1842544"/>
              <a:gd name="csX3" fmla="*/ 1990467 w 2206225"/>
              <a:gd name="csY3" fmla="*/ 689294 h 1842544"/>
              <a:gd name="csX4" fmla="*/ 2206225 w 2206225"/>
              <a:gd name="csY4" fmla="*/ 1531748 h 1842544"/>
              <a:gd name="csX5" fmla="*/ 1926252 w 2206225"/>
              <a:gd name="csY5" fmla="*/ 1832270 h 1842544"/>
              <a:gd name="csX6" fmla="*/ 382714 w 2206225"/>
              <a:gd name="csY6" fmla="*/ 1842544 h 1842544"/>
              <a:gd name="csX7" fmla="*/ 0 w 2206225"/>
              <a:gd name="csY7" fmla="*/ 1675588 h 1842544"/>
              <a:gd name="csX8" fmla="*/ 380143 w 2206225"/>
              <a:gd name="csY8" fmla="*/ 422166 h 18425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206225" h="1842544">
                <a:moveTo>
                  <a:pt x="380143" y="422166"/>
                </a:moveTo>
                <a:cubicBezTo>
                  <a:pt x="472610" y="205896"/>
                  <a:pt x="731521" y="49725"/>
                  <a:pt x="886146" y="49725"/>
                </a:cubicBezTo>
                <a:cubicBezTo>
                  <a:pt x="1335589" y="-35892"/>
                  <a:pt x="1209682" y="-18770"/>
                  <a:pt x="1618029" y="162740"/>
                </a:cubicBezTo>
                <a:cubicBezTo>
                  <a:pt x="1782928" y="255207"/>
                  <a:pt x="1990467" y="534669"/>
                  <a:pt x="1990467" y="689294"/>
                </a:cubicBezTo>
                <a:lnTo>
                  <a:pt x="2206225" y="1531748"/>
                </a:lnTo>
                <a:cubicBezTo>
                  <a:pt x="2206225" y="1686373"/>
                  <a:pt x="2080877" y="1832270"/>
                  <a:pt x="1926252" y="1832270"/>
                </a:cubicBezTo>
                <a:lnTo>
                  <a:pt x="382714" y="1842544"/>
                </a:lnTo>
                <a:cubicBezTo>
                  <a:pt x="228089" y="1842544"/>
                  <a:pt x="0" y="1830213"/>
                  <a:pt x="0" y="1675588"/>
                </a:cubicBezTo>
                <a:cubicBezTo>
                  <a:pt x="0" y="1302302"/>
                  <a:pt x="164386" y="805726"/>
                  <a:pt x="380143" y="422166"/>
                </a:cubicBezTo>
                <a:close/>
              </a:path>
            </a:pathLst>
          </a:custGeom>
          <a:noFill/>
          <a:ln w="19050">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cxnSp>
        <p:nvCxnSpPr>
          <p:cNvPr id="156" name="Connecteur droit 155">
            <a:extLst>
              <a:ext uri="{FF2B5EF4-FFF2-40B4-BE49-F238E27FC236}">
                <a16:creationId xmlns:a16="http://schemas.microsoft.com/office/drawing/2014/main" id="{9A6A6C08-801D-B9EB-D70B-979AC798875F}"/>
              </a:ext>
            </a:extLst>
          </p:cNvPr>
          <p:cNvCxnSpPr>
            <a:cxnSpLocks/>
          </p:cNvCxnSpPr>
          <p:nvPr/>
        </p:nvCxnSpPr>
        <p:spPr>
          <a:xfrm>
            <a:off x="5819988" y="5793680"/>
            <a:ext cx="1440000" cy="0"/>
          </a:xfrm>
          <a:prstGeom prst="line">
            <a:avLst/>
          </a:prstGeom>
          <a:ln>
            <a:solidFill>
              <a:srgbClr val="DC582A"/>
            </a:solidFill>
            <a:prstDash val="dash"/>
          </a:ln>
        </p:spPr>
        <p:style>
          <a:lnRef idx="1">
            <a:schemeClr val="accent1"/>
          </a:lnRef>
          <a:fillRef idx="0">
            <a:schemeClr val="accent1"/>
          </a:fillRef>
          <a:effectRef idx="0">
            <a:schemeClr val="accent1"/>
          </a:effectRef>
          <a:fontRef idx="minor">
            <a:schemeClr val="tx1"/>
          </a:fontRef>
        </p:style>
      </p:cxnSp>
      <p:sp>
        <p:nvSpPr>
          <p:cNvPr id="157" name="Rectangle 156">
            <a:extLst>
              <a:ext uri="{FF2B5EF4-FFF2-40B4-BE49-F238E27FC236}">
                <a16:creationId xmlns:a16="http://schemas.microsoft.com/office/drawing/2014/main" id="{7E0A30A9-8788-3DDF-F64D-D9DB259E4AFE}"/>
              </a:ext>
            </a:extLst>
          </p:cNvPr>
          <p:cNvSpPr/>
          <p:nvPr/>
        </p:nvSpPr>
        <p:spPr>
          <a:xfrm>
            <a:off x="6299621" y="4358812"/>
            <a:ext cx="1235795" cy="27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a:solidFill>
                  <a:srgbClr val="DC582A"/>
                </a:solidFill>
                <a:latin typeface="Avenir LT Std 65 Medium" panose="020B0803020203020204" pitchFamily="34" charset="0"/>
              </a:rPr>
              <a:t>ARRÊTER</a:t>
            </a:r>
          </a:p>
        </p:txBody>
      </p:sp>
      <p:sp>
        <p:nvSpPr>
          <p:cNvPr id="158" name="Rectangle 157">
            <a:extLst>
              <a:ext uri="{FF2B5EF4-FFF2-40B4-BE49-F238E27FC236}">
                <a16:creationId xmlns:a16="http://schemas.microsoft.com/office/drawing/2014/main" id="{AB2C0908-2ED9-5CBC-38C2-C160EB935132}"/>
              </a:ext>
            </a:extLst>
          </p:cNvPr>
          <p:cNvSpPr/>
          <p:nvPr/>
        </p:nvSpPr>
        <p:spPr>
          <a:xfrm>
            <a:off x="5738601" y="4698100"/>
            <a:ext cx="1967023" cy="4867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100">
                <a:solidFill>
                  <a:schemeClr val="tx1"/>
                </a:solidFill>
                <a:latin typeface="Avenir LT Std 45 Book" panose="020B0502020203020204" pitchFamily="34" charset="0"/>
              </a:rPr>
              <a:t>Quelles habitudes ou pratiques nous coûtent inutilement de l’énergie ?</a:t>
            </a:r>
          </a:p>
        </p:txBody>
      </p:sp>
      <p:sp>
        <p:nvSpPr>
          <p:cNvPr id="159" name="Rectangle 158">
            <a:extLst>
              <a:ext uri="{FF2B5EF4-FFF2-40B4-BE49-F238E27FC236}">
                <a16:creationId xmlns:a16="http://schemas.microsoft.com/office/drawing/2014/main" id="{EB8DAA6D-D5E7-FBEA-C409-37FE6D4B6A77}"/>
              </a:ext>
            </a:extLst>
          </p:cNvPr>
          <p:cNvSpPr/>
          <p:nvPr/>
        </p:nvSpPr>
        <p:spPr>
          <a:xfrm>
            <a:off x="5734372" y="5317700"/>
            <a:ext cx="1991800" cy="27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000" b="1">
                <a:solidFill>
                  <a:srgbClr val="DC582A"/>
                </a:solidFill>
                <a:latin typeface="Avenir LT Std 45 Book" panose="020B0502020203020204" pitchFamily="34" charset="0"/>
              </a:rPr>
              <a:t>Exemple : réunions peu utiles, </a:t>
            </a:r>
            <a:r>
              <a:rPr lang="fr-FR" sz="1000" b="1" err="1">
                <a:solidFill>
                  <a:srgbClr val="DC582A"/>
                </a:solidFill>
                <a:latin typeface="Avenir LT Std 45 Book" panose="020B0502020203020204" pitchFamily="34" charset="0"/>
              </a:rPr>
              <a:t>sur-sollicitation</a:t>
            </a:r>
            <a:r>
              <a:rPr lang="fr-FR" sz="1000" b="1">
                <a:solidFill>
                  <a:srgbClr val="DC582A"/>
                </a:solidFill>
                <a:latin typeface="Avenir LT Std 45 Book" panose="020B0502020203020204" pitchFamily="34" charset="0"/>
              </a:rPr>
              <a:t>, gestions dans l’urgence…</a:t>
            </a:r>
          </a:p>
        </p:txBody>
      </p:sp>
      <p:grpSp>
        <p:nvGrpSpPr>
          <p:cNvPr id="164" name="Groupe 163">
            <a:extLst>
              <a:ext uri="{FF2B5EF4-FFF2-40B4-BE49-F238E27FC236}">
                <a16:creationId xmlns:a16="http://schemas.microsoft.com/office/drawing/2014/main" id="{ADDB25F2-B4E7-3FCD-DEC5-E2E6D5F83AD9}"/>
              </a:ext>
            </a:extLst>
          </p:cNvPr>
          <p:cNvGrpSpPr/>
          <p:nvPr/>
        </p:nvGrpSpPr>
        <p:grpSpPr>
          <a:xfrm>
            <a:off x="5960036" y="4302464"/>
            <a:ext cx="360000" cy="360000"/>
            <a:chOff x="7970477" y="5359839"/>
            <a:chExt cx="360000" cy="360000"/>
          </a:xfrm>
        </p:grpSpPr>
        <p:sp>
          <p:nvSpPr>
            <p:cNvPr id="162" name="Ellipse 161">
              <a:extLst>
                <a:ext uri="{FF2B5EF4-FFF2-40B4-BE49-F238E27FC236}">
                  <a16:creationId xmlns:a16="http://schemas.microsoft.com/office/drawing/2014/main" id="{D779D057-4D84-6BA3-B075-BDEAA373E173}"/>
                </a:ext>
              </a:extLst>
            </p:cNvPr>
            <p:cNvSpPr/>
            <p:nvPr/>
          </p:nvSpPr>
          <p:spPr>
            <a:xfrm>
              <a:off x="7970477" y="5359839"/>
              <a:ext cx="360000" cy="360000"/>
            </a:xfrm>
            <a:prstGeom prst="ellipse">
              <a:avLst/>
            </a:prstGeom>
            <a:solidFill>
              <a:srgbClr val="DC58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pic>
          <p:nvPicPr>
            <p:cNvPr id="161" name="Graphique 160" descr="Panneau d’interdiction avec un remplissage uni">
              <a:extLst>
                <a:ext uri="{FF2B5EF4-FFF2-40B4-BE49-F238E27FC236}">
                  <a16:creationId xmlns:a16="http://schemas.microsoft.com/office/drawing/2014/main" id="{DD84F874-A4C4-6079-954D-FA5AA3DD0F14}"/>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006477" y="5395839"/>
              <a:ext cx="288000" cy="288000"/>
            </a:xfrm>
            <a:prstGeom prst="rect">
              <a:avLst/>
            </a:prstGeom>
          </p:spPr>
        </p:pic>
      </p:grpSp>
      <p:cxnSp>
        <p:nvCxnSpPr>
          <p:cNvPr id="8" name="Connecteur droit 7">
            <a:extLst>
              <a:ext uri="{FF2B5EF4-FFF2-40B4-BE49-F238E27FC236}">
                <a16:creationId xmlns:a16="http://schemas.microsoft.com/office/drawing/2014/main" id="{E60B3D97-A2FD-1470-8DB8-EC49B6CBD79B}"/>
              </a:ext>
            </a:extLst>
          </p:cNvPr>
          <p:cNvCxnSpPr>
            <a:cxnSpLocks/>
          </p:cNvCxnSpPr>
          <p:nvPr/>
        </p:nvCxnSpPr>
        <p:spPr>
          <a:xfrm>
            <a:off x="5819988" y="5929792"/>
            <a:ext cx="1440000" cy="0"/>
          </a:xfrm>
          <a:prstGeom prst="line">
            <a:avLst/>
          </a:prstGeom>
          <a:ln>
            <a:solidFill>
              <a:srgbClr val="DC582A"/>
            </a:solidFill>
            <a:prstDash val="dash"/>
          </a:ln>
        </p:spPr>
        <p:style>
          <a:lnRef idx="1">
            <a:schemeClr val="accent1"/>
          </a:lnRef>
          <a:fillRef idx="0">
            <a:schemeClr val="accent1"/>
          </a:fillRef>
          <a:effectRef idx="0">
            <a:schemeClr val="accent1"/>
          </a:effectRef>
          <a:fontRef idx="minor">
            <a:schemeClr val="tx1"/>
          </a:fontRef>
        </p:style>
      </p:cxnSp>
      <p:cxnSp>
        <p:nvCxnSpPr>
          <p:cNvPr id="10" name="Connecteur droit 9">
            <a:extLst>
              <a:ext uri="{FF2B5EF4-FFF2-40B4-BE49-F238E27FC236}">
                <a16:creationId xmlns:a16="http://schemas.microsoft.com/office/drawing/2014/main" id="{AEFC328E-A589-1731-5637-0A91BC5C5E4A}"/>
              </a:ext>
            </a:extLst>
          </p:cNvPr>
          <p:cNvCxnSpPr>
            <a:cxnSpLocks/>
          </p:cNvCxnSpPr>
          <p:nvPr/>
        </p:nvCxnSpPr>
        <p:spPr>
          <a:xfrm>
            <a:off x="5819988" y="6063142"/>
            <a:ext cx="1440000" cy="0"/>
          </a:xfrm>
          <a:prstGeom prst="line">
            <a:avLst/>
          </a:prstGeom>
          <a:ln>
            <a:solidFill>
              <a:srgbClr val="DC582A"/>
            </a:solidFill>
            <a:prstDash val="dash"/>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A8901BCF-72F5-CA76-725F-D65A1F1AE0C9}"/>
              </a:ext>
            </a:extLst>
          </p:cNvPr>
          <p:cNvCxnSpPr>
            <a:cxnSpLocks/>
          </p:cNvCxnSpPr>
          <p:nvPr/>
        </p:nvCxnSpPr>
        <p:spPr>
          <a:xfrm>
            <a:off x="5840717" y="6186019"/>
            <a:ext cx="1440000" cy="0"/>
          </a:xfrm>
          <a:prstGeom prst="line">
            <a:avLst/>
          </a:prstGeom>
          <a:ln>
            <a:solidFill>
              <a:srgbClr val="DC582A"/>
            </a:solidFill>
            <a:prstDash val="dash"/>
          </a:ln>
        </p:spPr>
        <p:style>
          <a:lnRef idx="1">
            <a:schemeClr val="accent1"/>
          </a:lnRef>
          <a:fillRef idx="0">
            <a:schemeClr val="accent1"/>
          </a:fillRef>
          <a:effectRef idx="0">
            <a:schemeClr val="accent1"/>
          </a:effectRef>
          <a:fontRef idx="minor">
            <a:schemeClr val="tx1"/>
          </a:fontRef>
        </p:style>
      </p:cxnSp>
      <p:grpSp>
        <p:nvGrpSpPr>
          <p:cNvPr id="79" name="Groupe 78">
            <a:extLst>
              <a:ext uri="{FF2B5EF4-FFF2-40B4-BE49-F238E27FC236}">
                <a16:creationId xmlns:a16="http://schemas.microsoft.com/office/drawing/2014/main" id="{EE0389B7-568A-FEBC-FB7E-419E9A8E839D}"/>
              </a:ext>
            </a:extLst>
          </p:cNvPr>
          <p:cNvGrpSpPr/>
          <p:nvPr/>
        </p:nvGrpSpPr>
        <p:grpSpPr>
          <a:xfrm>
            <a:off x="1287342" y="6331759"/>
            <a:ext cx="10740272" cy="504000"/>
            <a:chOff x="1451728" y="6331759"/>
            <a:chExt cx="10740272" cy="504000"/>
          </a:xfrm>
        </p:grpSpPr>
        <p:pic>
          <p:nvPicPr>
            <p:cNvPr id="19" name="Graphique 18" descr="Informations contour">
              <a:extLst>
                <a:ext uri="{FF2B5EF4-FFF2-40B4-BE49-F238E27FC236}">
                  <a16:creationId xmlns:a16="http://schemas.microsoft.com/office/drawing/2014/main" id="{63860F48-0350-92FD-BD58-45DE350E39CC}"/>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2192329" y="6443982"/>
              <a:ext cx="324000" cy="324000"/>
            </a:xfrm>
            <a:prstGeom prst="rect">
              <a:avLst/>
            </a:prstGeom>
          </p:spPr>
        </p:pic>
        <p:sp>
          <p:nvSpPr>
            <p:cNvPr id="23" name="Rectangle : coins arrondis 22">
              <a:extLst>
                <a:ext uri="{FF2B5EF4-FFF2-40B4-BE49-F238E27FC236}">
                  <a16:creationId xmlns:a16="http://schemas.microsoft.com/office/drawing/2014/main" id="{AD621362-5FDF-ABD2-9D89-33D9A0F59EB3}"/>
                </a:ext>
              </a:extLst>
            </p:cNvPr>
            <p:cNvSpPr/>
            <p:nvPr/>
          </p:nvSpPr>
          <p:spPr>
            <a:xfrm>
              <a:off x="2469823" y="6485140"/>
              <a:ext cx="8640000" cy="198530"/>
            </a:xfrm>
            <a:prstGeom prst="roundRect">
              <a:avLst>
                <a:gd name="adj" fmla="val 50000"/>
              </a:avLst>
            </a:prstGeom>
            <a:solidFill>
              <a:schemeClr val="accent6">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1050">
                <a:solidFill>
                  <a:schemeClr val="tx1"/>
                </a:solidFill>
                <a:latin typeface="Avenir LT Std 35 Light" panose="020B0402020203020204" pitchFamily="34" charset="0"/>
              </a:endParaRPr>
            </a:p>
          </p:txBody>
        </p:sp>
        <p:sp>
          <p:nvSpPr>
            <p:cNvPr id="25" name="Rectangle 24">
              <a:extLst>
                <a:ext uri="{FF2B5EF4-FFF2-40B4-BE49-F238E27FC236}">
                  <a16:creationId xmlns:a16="http://schemas.microsoft.com/office/drawing/2014/main" id="{A05D0490-8CBB-BAD2-67E7-B1BC136CF54E}"/>
                </a:ext>
              </a:extLst>
            </p:cNvPr>
            <p:cNvSpPr/>
            <p:nvPr/>
          </p:nvSpPr>
          <p:spPr>
            <a:xfrm>
              <a:off x="1451728" y="6440235"/>
              <a:ext cx="10740272" cy="28704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vl1pPr marL="0" algn="l" defTabSz="228600" rtl="0" eaLnBrk="1" latinLnBrk="0" hangingPunct="1">
                <a:defRPr sz="900" kern="1200">
                  <a:solidFill>
                    <a:schemeClr val="lt1"/>
                  </a:solidFill>
                  <a:latin typeface="+mn-lt"/>
                  <a:ea typeface="+mn-ea"/>
                  <a:cs typeface="+mn-cs"/>
                </a:defRPr>
              </a:lvl1pPr>
              <a:lvl2pPr marL="228600" algn="l" defTabSz="228600" rtl="0" eaLnBrk="1" latinLnBrk="0" hangingPunct="1">
                <a:defRPr sz="900" kern="1200">
                  <a:solidFill>
                    <a:schemeClr val="lt1"/>
                  </a:solidFill>
                  <a:latin typeface="+mn-lt"/>
                  <a:ea typeface="+mn-ea"/>
                  <a:cs typeface="+mn-cs"/>
                </a:defRPr>
              </a:lvl2pPr>
              <a:lvl3pPr marL="457200" algn="l" defTabSz="228600" rtl="0" eaLnBrk="1" latinLnBrk="0" hangingPunct="1">
                <a:defRPr sz="900" kern="1200">
                  <a:solidFill>
                    <a:schemeClr val="lt1"/>
                  </a:solidFill>
                  <a:latin typeface="+mn-lt"/>
                  <a:ea typeface="+mn-ea"/>
                  <a:cs typeface="+mn-cs"/>
                </a:defRPr>
              </a:lvl3pPr>
              <a:lvl4pPr marL="685800" algn="l" defTabSz="228600" rtl="0" eaLnBrk="1" latinLnBrk="0" hangingPunct="1">
                <a:defRPr sz="900" kern="1200">
                  <a:solidFill>
                    <a:schemeClr val="lt1"/>
                  </a:solidFill>
                  <a:latin typeface="+mn-lt"/>
                  <a:ea typeface="+mn-ea"/>
                  <a:cs typeface="+mn-cs"/>
                </a:defRPr>
              </a:lvl4pPr>
              <a:lvl5pPr marL="914400" algn="l" defTabSz="228600" rtl="0" eaLnBrk="1" latinLnBrk="0" hangingPunct="1">
                <a:defRPr sz="900" kern="1200">
                  <a:solidFill>
                    <a:schemeClr val="lt1"/>
                  </a:solidFill>
                  <a:latin typeface="+mn-lt"/>
                  <a:ea typeface="+mn-ea"/>
                  <a:cs typeface="+mn-cs"/>
                </a:defRPr>
              </a:lvl5pPr>
              <a:lvl6pPr marL="1143000" algn="l" defTabSz="228600" rtl="0" eaLnBrk="1" latinLnBrk="0" hangingPunct="1">
                <a:defRPr sz="900" kern="1200">
                  <a:solidFill>
                    <a:schemeClr val="lt1"/>
                  </a:solidFill>
                  <a:latin typeface="+mn-lt"/>
                  <a:ea typeface="+mn-ea"/>
                  <a:cs typeface="+mn-cs"/>
                </a:defRPr>
              </a:lvl6pPr>
              <a:lvl7pPr marL="1371600" algn="l" defTabSz="228600" rtl="0" eaLnBrk="1" latinLnBrk="0" hangingPunct="1">
                <a:defRPr sz="900" kern="1200">
                  <a:solidFill>
                    <a:schemeClr val="lt1"/>
                  </a:solidFill>
                  <a:latin typeface="+mn-lt"/>
                  <a:ea typeface="+mn-ea"/>
                  <a:cs typeface="+mn-cs"/>
                </a:defRPr>
              </a:lvl7pPr>
              <a:lvl8pPr marL="1600200" algn="l" defTabSz="228600" rtl="0" eaLnBrk="1" latinLnBrk="0" hangingPunct="1">
                <a:defRPr sz="900" kern="1200">
                  <a:solidFill>
                    <a:schemeClr val="lt1"/>
                  </a:solidFill>
                  <a:latin typeface="+mn-lt"/>
                  <a:ea typeface="+mn-ea"/>
                  <a:cs typeface="+mn-cs"/>
                </a:defRPr>
              </a:lvl8pPr>
              <a:lvl9pPr marL="1828800" algn="l" defTabSz="228600" rtl="0" eaLnBrk="1" latinLnBrk="0" hangingPunct="1">
                <a:defRPr sz="900" kern="1200">
                  <a:solidFill>
                    <a:schemeClr val="lt1"/>
                  </a:solidFill>
                  <a:latin typeface="+mn-lt"/>
                  <a:ea typeface="+mn-ea"/>
                  <a:cs typeface="+mn-cs"/>
                </a:defRPr>
              </a:lvl9pPr>
            </a:lstStyle>
            <a:p>
              <a:pPr algn="ctr"/>
              <a:r>
                <a:rPr lang="fr-FR" sz="800" i="1">
                  <a:solidFill>
                    <a:schemeClr val="tx1">
                      <a:lumMod val="75000"/>
                      <a:lumOff val="25000"/>
                    </a:schemeClr>
                  </a:solidFill>
                  <a:latin typeface="Avenir LT Std 45 Book" panose="020B0502020203020204" pitchFamily="34" charset="0"/>
                </a:rPr>
                <a:t>Outil issu de la formation « Comprendre, évaluer, prendre en charge les RPS pour moi et mon équipe » du catalogue « managers &amp; leaders » SNCF et dispensée par Empreinte Humaine</a:t>
              </a:r>
            </a:p>
          </p:txBody>
        </p:sp>
        <p:sp>
          <p:nvSpPr>
            <p:cNvPr id="27" name="Étoile : 10 branches 26">
              <a:extLst>
                <a:ext uri="{FF2B5EF4-FFF2-40B4-BE49-F238E27FC236}">
                  <a16:creationId xmlns:a16="http://schemas.microsoft.com/office/drawing/2014/main" id="{6C29A9D4-9E96-E968-FF98-720382F0063F}"/>
                </a:ext>
              </a:extLst>
            </p:cNvPr>
            <p:cNvSpPr/>
            <p:nvPr/>
          </p:nvSpPr>
          <p:spPr>
            <a:xfrm>
              <a:off x="2021007" y="6331759"/>
              <a:ext cx="504000" cy="504000"/>
            </a:xfrm>
            <a:prstGeom prst="star10">
              <a:avLst/>
            </a:prstGeom>
            <a:solidFill>
              <a:schemeClr val="tx2">
                <a:lumMod val="20000"/>
                <a:lumOff val="8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sp>
          <p:nvSpPr>
            <p:cNvPr id="29" name="Étoile : 10 branches 28">
              <a:extLst>
                <a:ext uri="{FF2B5EF4-FFF2-40B4-BE49-F238E27FC236}">
                  <a16:creationId xmlns:a16="http://schemas.microsoft.com/office/drawing/2014/main" id="{7D2C1087-BC58-7563-D986-1A4593658C59}"/>
                </a:ext>
              </a:extLst>
            </p:cNvPr>
            <p:cNvSpPr/>
            <p:nvPr/>
          </p:nvSpPr>
          <p:spPr>
            <a:xfrm>
              <a:off x="2057007" y="6367759"/>
              <a:ext cx="432000" cy="432000"/>
            </a:xfrm>
            <a:prstGeom prst="star10">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sp>
          <p:nvSpPr>
            <p:cNvPr id="30" name="Forme libre : forme 29">
              <a:extLst>
                <a:ext uri="{FF2B5EF4-FFF2-40B4-BE49-F238E27FC236}">
                  <a16:creationId xmlns:a16="http://schemas.microsoft.com/office/drawing/2014/main" id="{301447B4-5778-786F-C90A-A5471E3D4012}"/>
                </a:ext>
              </a:extLst>
            </p:cNvPr>
            <p:cNvSpPr>
              <a:spLocks noChangeAspect="1"/>
            </p:cNvSpPr>
            <p:nvPr/>
          </p:nvSpPr>
          <p:spPr>
            <a:xfrm>
              <a:off x="2159772" y="6454434"/>
              <a:ext cx="253915" cy="253862"/>
            </a:xfrm>
            <a:custGeom>
              <a:avLst/>
              <a:gdLst>
                <a:gd name="csX0" fmla="*/ 52027 w 797772"/>
                <a:gd name="csY0" fmla="*/ 620680 h 797611"/>
                <a:gd name="csX1" fmla="*/ 47227 w 797772"/>
                <a:gd name="csY1" fmla="*/ 527216 h 797611"/>
                <a:gd name="csX2" fmla="*/ 119818 w 797772"/>
                <a:gd name="csY2" fmla="*/ 447891 h 797611"/>
                <a:gd name="csX3" fmla="*/ 185786 w 797772"/>
                <a:gd name="csY3" fmla="*/ 429064 h 797611"/>
                <a:gd name="csX4" fmla="*/ 142701 w 797772"/>
                <a:gd name="csY4" fmla="*/ 278188 h 797611"/>
                <a:gd name="csX5" fmla="*/ 75171 w 797772"/>
                <a:gd name="csY5" fmla="*/ 218917 h 797611"/>
                <a:gd name="csX6" fmla="*/ 55711 w 797772"/>
                <a:gd name="csY6" fmla="*/ 139034 h 797611"/>
                <a:gd name="csX7" fmla="*/ 81645 w 797772"/>
                <a:gd name="csY7" fmla="*/ 60973 h 797611"/>
                <a:gd name="csX8" fmla="*/ 160226 w 797772"/>
                <a:gd name="csY8" fmla="*/ 5907 h 797611"/>
                <a:gd name="csX9" fmla="*/ 256000 w 797772"/>
                <a:gd name="csY9" fmla="*/ 11154 h 797611"/>
                <a:gd name="csX10" fmla="*/ 319252 w 797772"/>
                <a:gd name="csY10" fmla="*/ 63801 h 797611"/>
                <a:gd name="csX11" fmla="*/ 344924 w 797772"/>
                <a:gd name="csY11" fmla="*/ 141936 h 797611"/>
                <a:gd name="csX12" fmla="*/ 318879 w 797772"/>
                <a:gd name="csY12" fmla="*/ 227921 h 797611"/>
                <a:gd name="csX13" fmla="*/ 362784 w 797772"/>
                <a:gd name="csY13" fmla="*/ 381664 h 797611"/>
                <a:gd name="csX14" fmla="*/ 429719 w 797772"/>
                <a:gd name="csY14" fmla="*/ 364884 h 797611"/>
                <a:gd name="csX15" fmla="*/ 457326 w 797772"/>
                <a:gd name="csY15" fmla="*/ 361386 h 797611"/>
                <a:gd name="csX16" fmla="*/ 475260 w 797772"/>
                <a:gd name="csY16" fmla="*/ 363098 h 797611"/>
                <a:gd name="csX17" fmla="*/ 592979 w 797772"/>
                <a:gd name="csY17" fmla="*/ 299883 h 797611"/>
                <a:gd name="csX18" fmla="*/ 727853 w 797772"/>
                <a:gd name="csY18" fmla="*/ 337760 h 797611"/>
                <a:gd name="csX19" fmla="*/ 796463 w 797772"/>
                <a:gd name="csY19" fmla="*/ 459909 h 797611"/>
                <a:gd name="csX20" fmla="*/ 758585 w 797772"/>
                <a:gd name="csY20" fmla="*/ 594783 h 797611"/>
                <a:gd name="csX21" fmla="*/ 636437 w 797772"/>
                <a:gd name="csY21" fmla="*/ 663392 h 797611"/>
                <a:gd name="csX22" fmla="*/ 603806 w 797772"/>
                <a:gd name="csY22" fmla="*/ 664397 h 797611"/>
                <a:gd name="csX23" fmla="*/ 596253 w 797772"/>
                <a:gd name="csY23" fmla="*/ 671950 h 797611"/>
                <a:gd name="csX24" fmla="*/ 578952 w 797772"/>
                <a:gd name="csY24" fmla="*/ 680656 h 797611"/>
                <a:gd name="csX25" fmla="*/ 148393 w 797772"/>
                <a:gd name="csY25" fmla="*/ 795995 h 797611"/>
                <a:gd name="csX26" fmla="*/ 112228 w 797772"/>
                <a:gd name="csY26" fmla="*/ 791158 h 797611"/>
                <a:gd name="csX27" fmla="*/ 112191 w 797772"/>
                <a:gd name="csY27" fmla="*/ 791121 h 797611"/>
                <a:gd name="csX28" fmla="*/ 112191 w 797772"/>
                <a:gd name="csY28" fmla="*/ 791158 h 797611"/>
                <a:gd name="csX29" fmla="*/ 89941 w 797772"/>
                <a:gd name="csY29" fmla="*/ 762173 h 797611"/>
                <a:gd name="csX30" fmla="*/ 84025 w 797772"/>
                <a:gd name="csY30" fmla="*/ 740109 h 797611"/>
                <a:gd name="csX31" fmla="*/ 15862 w 797772"/>
                <a:gd name="csY31" fmla="*/ 722287 h 797611"/>
                <a:gd name="csX32" fmla="*/ 2133 w 797772"/>
                <a:gd name="csY32" fmla="*/ 698810 h 797611"/>
                <a:gd name="csX33" fmla="*/ 1426 w 797772"/>
                <a:gd name="csY33" fmla="*/ 671500 h 797611"/>
                <a:gd name="csX34" fmla="*/ 52028 w 797772"/>
                <a:gd name="csY34" fmla="*/ 620675 h 797611"/>
                <a:gd name="csX35" fmla="*/ 670409 w 797772"/>
                <a:gd name="csY35" fmla="*/ 399300 h 797611"/>
                <a:gd name="csX36" fmla="*/ 609836 w 797772"/>
                <a:gd name="csY36" fmla="*/ 524278 h 797611"/>
                <a:gd name="csX37" fmla="*/ 608980 w 797772"/>
                <a:gd name="csY37" fmla="*/ 525729 h 797611"/>
                <a:gd name="csX38" fmla="*/ 602580 w 797772"/>
                <a:gd name="csY38" fmla="*/ 530268 h 797611"/>
                <a:gd name="csX39" fmla="*/ 594692 w 797772"/>
                <a:gd name="csY39" fmla="*/ 529524 h 797611"/>
                <a:gd name="csX40" fmla="*/ 593241 w 797772"/>
                <a:gd name="csY40" fmla="*/ 528668 h 797611"/>
                <a:gd name="csX41" fmla="*/ 539737 w 797772"/>
                <a:gd name="csY41" fmla="*/ 492206 h 797611"/>
                <a:gd name="csX42" fmla="*/ 521878 w 797772"/>
                <a:gd name="csY42" fmla="*/ 495554 h 797611"/>
                <a:gd name="csX43" fmla="*/ 525227 w 797772"/>
                <a:gd name="csY43" fmla="*/ 513414 h 797611"/>
                <a:gd name="csX44" fmla="*/ 578730 w 797772"/>
                <a:gd name="csY44" fmla="*/ 549876 h 797611"/>
                <a:gd name="csX45" fmla="*/ 583493 w 797772"/>
                <a:gd name="csY45" fmla="*/ 552630 h 797611"/>
                <a:gd name="csX46" fmla="*/ 609091 w 797772"/>
                <a:gd name="csY46" fmla="*/ 555048 h 797611"/>
                <a:gd name="csX47" fmla="*/ 630187 w 797772"/>
                <a:gd name="csY47" fmla="*/ 540165 h 797611"/>
                <a:gd name="csX48" fmla="*/ 632941 w 797772"/>
                <a:gd name="csY48" fmla="*/ 535403 h 797611"/>
                <a:gd name="csX49" fmla="*/ 693514 w 797772"/>
                <a:gd name="csY49" fmla="*/ 410425 h 797611"/>
                <a:gd name="csX50" fmla="*/ 687524 w 797772"/>
                <a:gd name="csY50" fmla="*/ 393273 h 797611"/>
                <a:gd name="csX51" fmla="*/ 670408 w 797772"/>
                <a:gd name="csY51" fmla="*/ 399300 h 797611"/>
                <a:gd name="csX52" fmla="*/ 457954 w 797772"/>
                <a:gd name="csY52" fmla="*/ 387022 h 797611"/>
                <a:gd name="csX53" fmla="*/ 457284 w 797772"/>
                <a:gd name="csY53" fmla="*/ 387022 h 797611"/>
                <a:gd name="csX54" fmla="*/ 435890 w 797772"/>
                <a:gd name="csY54" fmla="*/ 389812 h 797611"/>
                <a:gd name="csX55" fmla="*/ 126851 w 797772"/>
                <a:gd name="csY55" fmla="*/ 472635 h 797611"/>
                <a:gd name="csX56" fmla="*/ 72380 w 797772"/>
                <a:gd name="csY56" fmla="*/ 532352 h 797611"/>
                <a:gd name="csX57" fmla="*/ 76696 w 797772"/>
                <a:gd name="csY57" fmla="*/ 613315 h 797611"/>
                <a:gd name="csX58" fmla="*/ 435112 w 797772"/>
                <a:gd name="csY58" fmla="*/ 517283 h 797611"/>
                <a:gd name="csX59" fmla="*/ 432917 w 797772"/>
                <a:gd name="csY59" fmla="*/ 503406 h 797611"/>
                <a:gd name="csX60" fmla="*/ 457957 w 797772"/>
                <a:gd name="csY60" fmla="*/ 387020 h 797611"/>
                <a:gd name="csX61" fmla="*/ 441806 w 797772"/>
                <a:gd name="csY61" fmla="*/ 542060 h 797611"/>
                <a:gd name="csX62" fmla="*/ 71036 w 797772"/>
                <a:gd name="csY62" fmla="*/ 641406 h 797611"/>
                <a:gd name="csX63" fmla="*/ 26462 w 797772"/>
                <a:gd name="csY63" fmla="*/ 677385 h 797611"/>
                <a:gd name="csX64" fmla="*/ 26759 w 797772"/>
                <a:gd name="csY64" fmla="*/ 691821 h 797611"/>
                <a:gd name="csX65" fmla="*/ 34238 w 797772"/>
                <a:gd name="csY65" fmla="*/ 704434 h 797611"/>
                <a:gd name="csX66" fmla="*/ 86625 w 797772"/>
                <a:gd name="csY66" fmla="*/ 713103 h 797611"/>
                <a:gd name="csX67" fmla="*/ 89639 w 797772"/>
                <a:gd name="csY67" fmla="*/ 712285 h 797611"/>
                <a:gd name="csX68" fmla="*/ 89825 w 797772"/>
                <a:gd name="csY68" fmla="*/ 712247 h 797611"/>
                <a:gd name="csX69" fmla="*/ 430125 w 797772"/>
                <a:gd name="csY69" fmla="*/ 621053 h 797611"/>
                <a:gd name="csX70" fmla="*/ 481545 w 797772"/>
                <a:gd name="csY70" fmla="*/ 607287 h 797611"/>
                <a:gd name="csX71" fmla="*/ 441807 w 797772"/>
                <a:gd name="csY71" fmla="*/ 542062 h 797611"/>
                <a:gd name="csX72" fmla="*/ 504425 w 797772"/>
                <a:gd name="csY72" fmla="*/ 627785 h 797611"/>
                <a:gd name="csX73" fmla="*/ 108881 w 797772"/>
                <a:gd name="csY73" fmla="*/ 733789 h 797611"/>
                <a:gd name="csX74" fmla="*/ 114722 w 797772"/>
                <a:gd name="csY74" fmla="*/ 755593 h 797611"/>
                <a:gd name="csX75" fmla="*/ 125028 w 797772"/>
                <a:gd name="csY75" fmla="*/ 768987 h 797611"/>
                <a:gd name="csX76" fmla="*/ 125028 w 797772"/>
                <a:gd name="csY76" fmla="*/ 769024 h 797611"/>
                <a:gd name="csX77" fmla="*/ 141771 w 797772"/>
                <a:gd name="csY77" fmla="*/ 771219 h 797611"/>
                <a:gd name="csX78" fmla="*/ 564815 w 797772"/>
                <a:gd name="csY78" fmla="*/ 657853 h 797611"/>
                <a:gd name="csX79" fmla="*/ 504428 w 797772"/>
                <a:gd name="csY79" fmla="*/ 627790 h 797611"/>
                <a:gd name="csX80" fmla="*/ 711889 w 797772"/>
                <a:gd name="csY80" fmla="*/ 357923 h 797611"/>
                <a:gd name="csX81" fmla="*/ 595913 w 797772"/>
                <a:gd name="csY81" fmla="*/ 325404 h 797611"/>
                <a:gd name="csX82" fmla="*/ 490947 w 797772"/>
                <a:gd name="csY82" fmla="*/ 384377 h 797611"/>
                <a:gd name="csX83" fmla="*/ 458428 w 797772"/>
                <a:gd name="csY83" fmla="*/ 500353 h 797611"/>
                <a:gd name="csX84" fmla="*/ 517401 w 797772"/>
                <a:gd name="csY84" fmla="*/ 605319 h 797611"/>
                <a:gd name="csX85" fmla="*/ 633378 w 797772"/>
                <a:gd name="csY85" fmla="*/ 637838 h 797611"/>
                <a:gd name="csX86" fmla="*/ 738343 w 797772"/>
                <a:gd name="csY86" fmla="*/ 578865 h 797611"/>
                <a:gd name="csX87" fmla="*/ 770862 w 797772"/>
                <a:gd name="csY87" fmla="*/ 462888 h 797611"/>
                <a:gd name="csX88" fmla="*/ 711889 w 797772"/>
                <a:gd name="csY88" fmla="*/ 357923 h 797611"/>
                <a:gd name="csX89" fmla="*/ 210484 w 797772"/>
                <a:gd name="csY89" fmla="*/ 421994 h 797611"/>
                <a:gd name="csX90" fmla="*/ 273847 w 797772"/>
                <a:gd name="csY90" fmla="*/ 403911 h 797611"/>
                <a:gd name="csX91" fmla="*/ 274628 w 797772"/>
                <a:gd name="csY91" fmla="*/ 403725 h 797611"/>
                <a:gd name="csX92" fmla="*/ 337769 w 797772"/>
                <a:gd name="csY92" fmla="*/ 387912 h 797611"/>
                <a:gd name="csX93" fmla="*/ 292376 w 797772"/>
                <a:gd name="csY93" fmla="*/ 228930 h 797611"/>
                <a:gd name="csX94" fmla="*/ 294906 w 797772"/>
                <a:gd name="csY94" fmla="*/ 217098 h 797611"/>
                <a:gd name="csX95" fmla="*/ 319240 w 797772"/>
                <a:gd name="csY95" fmla="*/ 142721 h 797611"/>
                <a:gd name="csX96" fmla="*/ 297994 w 797772"/>
                <a:gd name="csY96" fmla="*/ 78168 h 797611"/>
                <a:gd name="csX97" fmla="*/ 245904 w 797772"/>
                <a:gd name="csY97" fmla="*/ 34747 h 797611"/>
                <a:gd name="csX98" fmla="*/ 167211 w 797772"/>
                <a:gd name="csY98" fmla="*/ 30617 h 797611"/>
                <a:gd name="csX99" fmla="*/ 102582 w 797772"/>
                <a:gd name="csY99" fmla="*/ 75638 h 797611"/>
                <a:gd name="csX100" fmla="*/ 81300 w 797772"/>
                <a:gd name="csY100" fmla="*/ 140043 h 797611"/>
                <a:gd name="csX101" fmla="*/ 97336 w 797772"/>
                <a:gd name="csY101" fmla="*/ 206086 h 797611"/>
                <a:gd name="csX102" fmla="*/ 157835 w 797772"/>
                <a:gd name="csY102" fmla="*/ 256650 h 797611"/>
                <a:gd name="csX103" fmla="*/ 165648 w 797772"/>
                <a:gd name="csY103" fmla="*/ 265133 h 79761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Lst>
              <a:rect l="l" t="t" r="r" b="b"/>
              <a:pathLst>
                <a:path w="797772" h="797611">
                  <a:moveTo>
                    <a:pt x="52027" y="620680"/>
                  </a:moveTo>
                  <a:cubicBezTo>
                    <a:pt x="44734" y="590878"/>
                    <a:pt x="41088" y="557205"/>
                    <a:pt x="47227" y="527216"/>
                  </a:cubicBezTo>
                  <a:cubicBezTo>
                    <a:pt x="54631" y="491051"/>
                    <a:pt x="75579" y="460541"/>
                    <a:pt x="119818" y="447891"/>
                  </a:cubicBezTo>
                  <a:lnTo>
                    <a:pt x="185786" y="429064"/>
                  </a:lnTo>
                  <a:lnTo>
                    <a:pt x="142701" y="278188"/>
                  </a:lnTo>
                  <a:cubicBezTo>
                    <a:pt x="112154" y="265128"/>
                    <a:pt x="89644" y="243957"/>
                    <a:pt x="75171" y="218917"/>
                  </a:cubicBezTo>
                  <a:cubicBezTo>
                    <a:pt x="61069" y="194583"/>
                    <a:pt x="54633" y="166641"/>
                    <a:pt x="55711" y="139034"/>
                  </a:cubicBezTo>
                  <a:cubicBezTo>
                    <a:pt x="56790" y="111426"/>
                    <a:pt x="65459" y="84079"/>
                    <a:pt x="81645" y="60973"/>
                  </a:cubicBezTo>
                  <a:cubicBezTo>
                    <a:pt x="99207" y="35896"/>
                    <a:pt x="125438" y="15841"/>
                    <a:pt x="160226" y="5907"/>
                  </a:cubicBezTo>
                  <a:cubicBezTo>
                    <a:pt x="195051" y="-4027"/>
                    <a:pt x="227869" y="-864"/>
                    <a:pt x="256000" y="11154"/>
                  </a:cubicBezTo>
                  <a:cubicBezTo>
                    <a:pt x="281896" y="22242"/>
                    <a:pt x="303699" y="40882"/>
                    <a:pt x="319252" y="63801"/>
                  </a:cubicBezTo>
                  <a:cubicBezTo>
                    <a:pt x="334767" y="86683"/>
                    <a:pt x="344032" y="113807"/>
                    <a:pt x="344924" y="141936"/>
                  </a:cubicBezTo>
                  <a:cubicBezTo>
                    <a:pt x="345817" y="170846"/>
                    <a:pt x="337929" y="200723"/>
                    <a:pt x="318879" y="227921"/>
                  </a:cubicBezTo>
                  <a:lnTo>
                    <a:pt x="362784" y="381664"/>
                  </a:lnTo>
                  <a:lnTo>
                    <a:pt x="429719" y="364884"/>
                  </a:lnTo>
                  <a:cubicBezTo>
                    <a:pt x="439318" y="362465"/>
                    <a:pt x="448546" y="361349"/>
                    <a:pt x="457326" y="361386"/>
                  </a:cubicBezTo>
                  <a:cubicBezTo>
                    <a:pt x="463577" y="361386"/>
                    <a:pt x="469529" y="361981"/>
                    <a:pt x="475260" y="363098"/>
                  </a:cubicBezTo>
                  <a:cubicBezTo>
                    <a:pt x="504095" y="329165"/>
                    <a:pt x="545284" y="305612"/>
                    <a:pt x="592979" y="299883"/>
                  </a:cubicBezTo>
                  <a:cubicBezTo>
                    <a:pt x="643134" y="293893"/>
                    <a:pt x="691020" y="308775"/>
                    <a:pt x="727853" y="337760"/>
                  </a:cubicBezTo>
                  <a:cubicBezTo>
                    <a:pt x="764688" y="366708"/>
                    <a:pt x="790472" y="409719"/>
                    <a:pt x="796463" y="459909"/>
                  </a:cubicBezTo>
                  <a:cubicBezTo>
                    <a:pt x="802453" y="510064"/>
                    <a:pt x="787570" y="557950"/>
                    <a:pt x="758585" y="594783"/>
                  </a:cubicBezTo>
                  <a:cubicBezTo>
                    <a:pt x="729638" y="631618"/>
                    <a:pt x="686627" y="657402"/>
                    <a:pt x="636437" y="663392"/>
                  </a:cubicBezTo>
                  <a:cubicBezTo>
                    <a:pt x="625424" y="664695"/>
                    <a:pt x="614485" y="665029"/>
                    <a:pt x="603806" y="664397"/>
                  </a:cubicBezTo>
                  <a:cubicBezTo>
                    <a:pt x="601574" y="667187"/>
                    <a:pt x="599044" y="669717"/>
                    <a:pt x="596253" y="671950"/>
                  </a:cubicBezTo>
                  <a:cubicBezTo>
                    <a:pt x="591267" y="675894"/>
                    <a:pt x="585426" y="678908"/>
                    <a:pt x="578952" y="680656"/>
                  </a:cubicBezTo>
                  <a:lnTo>
                    <a:pt x="148393" y="795995"/>
                  </a:lnTo>
                  <a:cubicBezTo>
                    <a:pt x="135706" y="799380"/>
                    <a:pt x="122795" y="797297"/>
                    <a:pt x="112228" y="791158"/>
                  </a:cubicBezTo>
                  <a:lnTo>
                    <a:pt x="112191" y="791121"/>
                  </a:lnTo>
                  <a:lnTo>
                    <a:pt x="112191" y="791158"/>
                  </a:lnTo>
                  <a:cubicBezTo>
                    <a:pt x="101586" y="785056"/>
                    <a:pt x="93326" y="774899"/>
                    <a:pt x="89941" y="762173"/>
                  </a:cubicBezTo>
                  <a:lnTo>
                    <a:pt x="84025" y="740109"/>
                  </a:lnTo>
                  <a:cubicBezTo>
                    <a:pt x="54334" y="745802"/>
                    <a:pt x="30447" y="737245"/>
                    <a:pt x="15862" y="722287"/>
                  </a:cubicBezTo>
                  <a:cubicBezTo>
                    <a:pt x="9314" y="715590"/>
                    <a:pt x="4663" y="707553"/>
                    <a:pt x="2133" y="698810"/>
                  </a:cubicBezTo>
                  <a:cubicBezTo>
                    <a:pt x="-397" y="690029"/>
                    <a:pt x="-732" y="680728"/>
                    <a:pt x="1426" y="671500"/>
                  </a:cubicBezTo>
                  <a:cubicBezTo>
                    <a:pt x="6077" y="651743"/>
                    <a:pt x="22002" y="632321"/>
                    <a:pt x="52028" y="620675"/>
                  </a:cubicBezTo>
                  <a:close/>
                  <a:moveTo>
                    <a:pt x="670409" y="399300"/>
                  </a:moveTo>
                  <a:lnTo>
                    <a:pt x="609836" y="524278"/>
                  </a:lnTo>
                  <a:cubicBezTo>
                    <a:pt x="609612" y="524762"/>
                    <a:pt x="609315" y="525283"/>
                    <a:pt x="608980" y="525729"/>
                  </a:cubicBezTo>
                  <a:cubicBezTo>
                    <a:pt x="607417" y="528036"/>
                    <a:pt x="605110" y="529599"/>
                    <a:pt x="602580" y="530268"/>
                  </a:cubicBezTo>
                  <a:cubicBezTo>
                    <a:pt x="600013" y="530975"/>
                    <a:pt x="597185" y="530752"/>
                    <a:pt x="594692" y="529524"/>
                  </a:cubicBezTo>
                  <a:cubicBezTo>
                    <a:pt x="594209" y="529301"/>
                    <a:pt x="593725" y="529003"/>
                    <a:pt x="593241" y="528668"/>
                  </a:cubicBezTo>
                  <a:lnTo>
                    <a:pt x="539737" y="492206"/>
                  </a:lnTo>
                  <a:cubicBezTo>
                    <a:pt x="533896" y="488224"/>
                    <a:pt x="525897" y="489713"/>
                    <a:pt x="521878" y="495554"/>
                  </a:cubicBezTo>
                  <a:cubicBezTo>
                    <a:pt x="517897" y="501396"/>
                    <a:pt x="519385" y="509395"/>
                    <a:pt x="525227" y="513414"/>
                  </a:cubicBezTo>
                  <a:lnTo>
                    <a:pt x="578730" y="549876"/>
                  </a:lnTo>
                  <a:cubicBezTo>
                    <a:pt x="580256" y="550918"/>
                    <a:pt x="581856" y="551848"/>
                    <a:pt x="583493" y="552630"/>
                  </a:cubicBezTo>
                  <a:cubicBezTo>
                    <a:pt x="591716" y="556611"/>
                    <a:pt x="600794" y="557281"/>
                    <a:pt x="609091" y="555048"/>
                  </a:cubicBezTo>
                  <a:cubicBezTo>
                    <a:pt x="617463" y="552816"/>
                    <a:pt x="625016" y="547718"/>
                    <a:pt x="630187" y="540165"/>
                  </a:cubicBezTo>
                  <a:cubicBezTo>
                    <a:pt x="631192" y="538677"/>
                    <a:pt x="632122" y="537077"/>
                    <a:pt x="632941" y="535403"/>
                  </a:cubicBezTo>
                  <a:lnTo>
                    <a:pt x="693514" y="410425"/>
                  </a:lnTo>
                  <a:cubicBezTo>
                    <a:pt x="696602" y="404026"/>
                    <a:pt x="693923" y="396361"/>
                    <a:pt x="687524" y="393273"/>
                  </a:cubicBezTo>
                  <a:cubicBezTo>
                    <a:pt x="681161" y="390259"/>
                    <a:pt x="673496" y="392938"/>
                    <a:pt x="670408" y="399300"/>
                  </a:cubicBezTo>
                  <a:close/>
                  <a:moveTo>
                    <a:pt x="457954" y="387022"/>
                  </a:moveTo>
                  <a:lnTo>
                    <a:pt x="457284" y="387022"/>
                  </a:lnTo>
                  <a:cubicBezTo>
                    <a:pt x="450698" y="387022"/>
                    <a:pt x="443555" y="387877"/>
                    <a:pt x="435890" y="389812"/>
                  </a:cubicBezTo>
                  <a:cubicBezTo>
                    <a:pt x="330000" y="416341"/>
                    <a:pt x="231807" y="442647"/>
                    <a:pt x="126851" y="472635"/>
                  </a:cubicBezTo>
                  <a:cubicBezTo>
                    <a:pt x="93699" y="482123"/>
                    <a:pt x="77924" y="505079"/>
                    <a:pt x="72380" y="532352"/>
                  </a:cubicBezTo>
                  <a:cubicBezTo>
                    <a:pt x="67208" y="557690"/>
                    <a:pt x="70333" y="586935"/>
                    <a:pt x="76696" y="613315"/>
                  </a:cubicBezTo>
                  <a:lnTo>
                    <a:pt x="435112" y="517283"/>
                  </a:lnTo>
                  <a:cubicBezTo>
                    <a:pt x="434219" y="512744"/>
                    <a:pt x="433475" y="508093"/>
                    <a:pt x="432917" y="503406"/>
                  </a:cubicBezTo>
                  <a:cubicBezTo>
                    <a:pt x="427856" y="461250"/>
                    <a:pt x="437568" y="420731"/>
                    <a:pt x="457957" y="387020"/>
                  </a:cubicBezTo>
                  <a:close/>
                  <a:moveTo>
                    <a:pt x="441806" y="542060"/>
                  </a:moveTo>
                  <a:lnTo>
                    <a:pt x="71036" y="641406"/>
                  </a:lnTo>
                  <a:cubicBezTo>
                    <a:pt x="43540" y="649257"/>
                    <a:pt x="29736" y="663395"/>
                    <a:pt x="26462" y="677385"/>
                  </a:cubicBezTo>
                  <a:cubicBezTo>
                    <a:pt x="25308" y="682370"/>
                    <a:pt x="25457" y="687282"/>
                    <a:pt x="26759" y="691821"/>
                  </a:cubicBezTo>
                  <a:cubicBezTo>
                    <a:pt x="28099" y="696397"/>
                    <a:pt x="30629" y="700713"/>
                    <a:pt x="34238" y="704434"/>
                  </a:cubicBezTo>
                  <a:cubicBezTo>
                    <a:pt x="44358" y="714814"/>
                    <a:pt x="62702" y="719949"/>
                    <a:pt x="86625" y="713103"/>
                  </a:cubicBezTo>
                  <a:lnTo>
                    <a:pt x="89639" y="712285"/>
                  </a:lnTo>
                  <a:lnTo>
                    <a:pt x="89825" y="712247"/>
                  </a:lnTo>
                  <a:lnTo>
                    <a:pt x="430125" y="621053"/>
                  </a:lnTo>
                  <a:lnTo>
                    <a:pt x="481545" y="607287"/>
                  </a:lnTo>
                  <a:cubicBezTo>
                    <a:pt x="464132" y="588906"/>
                    <a:pt x="450440" y="566805"/>
                    <a:pt x="441807" y="542062"/>
                  </a:cubicBezTo>
                  <a:close/>
                  <a:moveTo>
                    <a:pt x="504425" y="627785"/>
                  </a:moveTo>
                  <a:lnTo>
                    <a:pt x="108881" y="733789"/>
                  </a:lnTo>
                  <a:lnTo>
                    <a:pt x="114722" y="755593"/>
                  </a:lnTo>
                  <a:cubicBezTo>
                    <a:pt x="116285" y="761471"/>
                    <a:pt x="120117" y="766160"/>
                    <a:pt x="125028" y="768987"/>
                  </a:cubicBezTo>
                  <a:lnTo>
                    <a:pt x="125028" y="769024"/>
                  </a:lnTo>
                  <a:cubicBezTo>
                    <a:pt x="129902" y="771814"/>
                    <a:pt x="135892" y="772782"/>
                    <a:pt x="141771" y="771219"/>
                  </a:cubicBezTo>
                  <a:lnTo>
                    <a:pt x="564815" y="657853"/>
                  </a:lnTo>
                  <a:cubicBezTo>
                    <a:pt x="542862" y="651602"/>
                    <a:pt x="522399" y="641332"/>
                    <a:pt x="504428" y="627790"/>
                  </a:cubicBezTo>
                  <a:close/>
                  <a:moveTo>
                    <a:pt x="711889" y="357923"/>
                  </a:moveTo>
                  <a:cubicBezTo>
                    <a:pt x="680226" y="333031"/>
                    <a:pt x="639075" y="320232"/>
                    <a:pt x="595913" y="325404"/>
                  </a:cubicBezTo>
                  <a:cubicBezTo>
                    <a:pt x="552790" y="330575"/>
                    <a:pt x="515806" y="352714"/>
                    <a:pt x="490947" y="384377"/>
                  </a:cubicBezTo>
                  <a:cubicBezTo>
                    <a:pt x="466056" y="416040"/>
                    <a:pt x="453257" y="457191"/>
                    <a:pt x="458428" y="500353"/>
                  </a:cubicBezTo>
                  <a:cubicBezTo>
                    <a:pt x="463600" y="543476"/>
                    <a:pt x="485738" y="580460"/>
                    <a:pt x="517401" y="605319"/>
                  </a:cubicBezTo>
                  <a:cubicBezTo>
                    <a:pt x="549064" y="630210"/>
                    <a:pt x="590215" y="643009"/>
                    <a:pt x="633378" y="637838"/>
                  </a:cubicBezTo>
                  <a:cubicBezTo>
                    <a:pt x="676500" y="632666"/>
                    <a:pt x="713485" y="610528"/>
                    <a:pt x="738343" y="578865"/>
                  </a:cubicBezTo>
                  <a:cubicBezTo>
                    <a:pt x="763235" y="547202"/>
                    <a:pt x="776033" y="506051"/>
                    <a:pt x="770862" y="462888"/>
                  </a:cubicBezTo>
                  <a:cubicBezTo>
                    <a:pt x="765728" y="419803"/>
                    <a:pt x="743552" y="382819"/>
                    <a:pt x="711889" y="357923"/>
                  </a:cubicBezTo>
                  <a:close/>
                  <a:moveTo>
                    <a:pt x="210484" y="421994"/>
                  </a:moveTo>
                  <a:lnTo>
                    <a:pt x="273847" y="403911"/>
                  </a:lnTo>
                  <a:cubicBezTo>
                    <a:pt x="274107" y="403837"/>
                    <a:pt x="274368" y="403763"/>
                    <a:pt x="274628" y="403725"/>
                  </a:cubicBezTo>
                  <a:lnTo>
                    <a:pt x="337769" y="387912"/>
                  </a:lnTo>
                  <a:lnTo>
                    <a:pt x="292376" y="228930"/>
                  </a:lnTo>
                  <a:cubicBezTo>
                    <a:pt x="291148" y="224651"/>
                    <a:pt x="292265" y="220261"/>
                    <a:pt x="294906" y="217098"/>
                  </a:cubicBezTo>
                  <a:cubicBezTo>
                    <a:pt x="312654" y="193658"/>
                    <a:pt x="320021" y="167687"/>
                    <a:pt x="319240" y="142721"/>
                  </a:cubicBezTo>
                  <a:cubicBezTo>
                    <a:pt x="318496" y="119541"/>
                    <a:pt x="310831" y="97105"/>
                    <a:pt x="297994" y="78168"/>
                  </a:cubicBezTo>
                  <a:cubicBezTo>
                    <a:pt x="285195" y="59266"/>
                    <a:pt x="267224" y="43900"/>
                    <a:pt x="245904" y="34747"/>
                  </a:cubicBezTo>
                  <a:cubicBezTo>
                    <a:pt x="222947" y="24925"/>
                    <a:pt x="195972" y="22394"/>
                    <a:pt x="167211" y="30617"/>
                  </a:cubicBezTo>
                  <a:cubicBezTo>
                    <a:pt x="138451" y="38840"/>
                    <a:pt x="116870" y="55211"/>
                    <a:pt x="102582" y="75638"/>
                  </a:cubicBezTo>
                  <a:cubicBezTo>
                    <a:pt x="89300" y="94614"/>
                    <a:pt x="82193" y="117161"/>
                    <a:pt x="81300" y="140043"/>
                  </a:cubicBezTo>
                  <a:cubicBezTo>
                    <a:pt x="80407" y="162888"/>
                    <a:pt x="85727" y="185994"/>
                    <a:pt x="97336" y="206086"/>
                  </a:cubicBezTo>
                  <a:cubicBezTo>
                    <a:pt x="109949" y="227889"/>
                    <a:pt x="130078" y="246157"/>
                    <a:pt x="157835" y="256650"/>
                  </a:cubicBezTo>
                  <a:cubicBezTo>
                    <a:pt x="161779" y="258138"/>
                    <a:pt x="164569" y="261375"/>
                    <a:pt x="165648" y="265133"/>
                  </a:cubicBezTo>
                  <a:close/>
                </a:path>
              </a:pathLst>
            </a:custGeom>
            <a:solidFill>
              <a:schemeClr val="accent6">
                <a:lumMod val="75000"/>
              </a:schemeClr>
            </a:solidFill>
            <a:ln w="9525" cap="flat">
              <a:solidFill>
                <a:schemeClr val="accent6">
                  <a:lumMod val="75000"/>
                </a:schemeClr>
              </a:solidFill>
              <a:prstDash val="solid"/>
              <a:miter/>
            </a:ln>
          </p:spPr>
          <p:txBody>
            <a:bodyPr/>
            <a:lstStyle>
              <a:defPPr>
                <a:defRPr lang="fr-FR"/>
              </a:defPPr>
              <a:lvl1pPr marL="0" algn="l" defTabSz="228600" rtl="0" eaLnBrk="1" latinLnBrk="0" hangingPunct="1">
                <a:defRPr sz="900" kern="1200">
                  <a:solidFill>
                    <a:schemeClr val="tx1"/>
                  </a:solidFill>
                  <a:latin typeface="+mn-lt"/>
                  <a:ea typeface="+mn-ea"/>
                  <a:cs typeface="+mn-cs"/>
                </a:defRPr>
              </a:lvl1pPr>
              <a:lvl2pPr marL="228600" algn="l" defTabSz="228600" rtl="0" eaLnBrk="1" latinLnBrk="0" hangingPunct="1">
                <a:defRPr sz="900" kern="1200">
                  <a:solidFill>
                    <a:schemeClr val="tx1"/>
                  </a:solidFill>
                  <a:latin typeface="+mn-lt"/>
                  <a:ea typeface="+mn-ea"/>
                  <a:cs typeface="+mn-cs"/>
                </a:defRPr>
              </a:lvl2pPr>
              <a:lvl3pPr marL="457200" algn="l" defTabSz="228600" rtl="0" eaLnBrk="1" latinLnBrk="0" hangingPunct="1">
                <a:defRPr sz="900" kern="1200">
                  <a:solidFill>
                    <a:schemeClr val="tx1"/>
                  </a:solidFill>
                  <a:latin typeface="+mn-lt"/>
                  <a:ea typeface="+mn-ea"/>
                  <a:cs typeface="+mn-cs"/>
                </a:defRPr>
              </a:lvl3pPr>
              <a:lvl4pPr marL="685800" algn="l" defTabSz="228600" rtl="0" eaLnBrk="1" latinLnBrk="0" hangingPunct="1">
                <a:defRPr sz="900" kern="1200">
                  <a:solidFill>
                    <a:schemeClr val="tx1"/>
                  </a:solidFill>
                  <a:latin typeface="+mn-lt"/>
                  <a:ea typeface="+mn-ea"/>
                  <a:cs typeface="+mn-cs"/>
                </a:defRPr>
              </a:lvl4pPr>
              <a:lvl5pPr marL="914400" algn="l" defTabSz="228600" rtl="0" eaLnBrk="1" latinLnBrk="0" hangingPunct="1">
                <a:defRPr sz="900" kern="1200">
                  <a:solidFill>
                    <a:schemeClr val="tx1"/>
                  </a:solidFill>
                  <a:latin typeface="+mn-lt"/>
                  <a:ea typeface="+mn-ea"/>
                  <a:cs typeface="+mn-cs"/>
                </a:defRPr>
              </a:lvl5pPr>
              <a:lvl6pPr marL="1143000" algn="l" defTabSz="228600" rtl="0" eaLnBrk="1" latinLnBrk="0" hangingPunct="1">
                <a:defRPr sz="900" kern="1200">
                  <a:solidFill>
                    <a:schemeClr val="tx1"/>
                  </a:solidFill>
                  <a:latin typeface="+mn-lt"/>
                  <a:ea typeface="+mn-ea"/>
                  <a:cs typeface="+mn-cs"/>
                </a:defRPr>
              </a:lvl6pPr>
              <a:lvl7pPr marL="1371600" algn="l" defTabSz="228600" rtl="0" eaLnBrk="1" latinLnBrk="0" hangingPunct="1">
                <a:defRPr sz="900" kern="1200">
                  <a:solidFill>
                    <a:schemeClr val="tx1"/>
                  </a:solidFill>
                  <a:latin typeface="+mn-lt"/>
                  <a:ea typeface="+mn-ea"/>
                  <a:cs typeface="+mn-cs"/>
                </a:defRPr>
              </a:lvl7pPr>
              <a:lvl8pPr marL="1600200" algn="l" defTabSz="228600" rtl="0" eaLnBrk="1" latinLnBrk="0" hangingPunct="1">
                <a:defRPr sz="900" kern="1200">
                  <a:solidFill>
                    <a:schemeClr val="tx1"/>
                  </a:solidFill>
                  <a:latin typeface="+mn-lt"/>
                  <a:ea typeface="+mn-ea"/>
                  <a:cs typeface="+mn-cs"/>
                </a:defRPr>
              </a:lvl8pPr>
              <a:lvl9pPr marL="1828800" algn="l" defTabSz="228600" rtl="0" eaLnBrk="1" latinLnBrk="0" hangingPunct="1">
                <a:defRPr sz="900" kern="1200">
                  <a:solidFill>
                    <a:schemeClr val="tx1"/>
                  </a:solidFill>
                  <a:latin typeface="+mn-lt"/>
                  <a:ea typeface="+mn-ea"/>
                  <a:cs typeface="+mn-cs"/>
                </a:defRPr>
              </a:lvl9pPr>
            </a:lstStyle>
            <a:p>
              <a:endParaRPr lang="fr-FR">
                <a:solidFill>
                  <a:srgbClr val="F2827F"/>
                </a:solidFill>
              </a:endParaRPr>
            </a:p>
          </p:txBody>
        </p:sp>
      </p:grpSp>
      <p:sp>
        <p:nvSpPr>
          <p:cNvPr id="32" name="Forme libre : forme 31">
            <a:extLst>
              <a:ext uri="{FF2B5EF4-FFF2-40B4-BE49-F238E27FC236}">
                <a16:creationId xmlns:a16="http://schemas.microsoft.com/office/drawing/2014/main" id="{4993DFA8-0FA2-4A5B-587A-A569D4D5EDDF}"/>
              </a:ext>
            </a:extLst>
          </p:cNvPr>
          <p:cNvSpPr>
            <a:spLocks noChangeAspect="1"/>
          </p:cNvSpPr>
          <p:nvPr/>
        </p:nvSpPr>
        <p:spPr>
          <a:xfrm>
            <a:off x="119545" y="6468785"/>
            <a:ext cx="252000" cy="264140"/>
          </a:xfrm>
          <a:custGeom>
            <a:avLst/>
            <a:gdLst>
              <a:gd name="csX0" fmla="*/ 259662 w 850473"/>
              <a:gd name="csY0" fmla="*/ 1269 h 891445"/>
              <a:gd name="csX1" fmla="*/ 267029 w 850473"/>
              <a:gd name="csY1" fmla="*/ 4320 h 891445"/>
              <a:gd name="csX2" fmla="*/ 267029 w 850473"/>
              <a:gd name="csY2" fmla="*/ 156568 h 891445"/>
              <a:gd name="csX3" fmla="*/ 480713 w 850473"/>
              <a:gd name="csY3" fmla="*/ 156568 h 891445"/>
              <a:gd name="csX4" fmla="*/ 850474 w 850473"/>
              <a:gd name="csY4" fmla="*/ 526328 h 891445"/>
              <a:gd name="csX5" fmla="*/ 518699 w 850473"/>
              <a:gd name="csY5" fmla="*/ 891364 h 891445"/>
              <a:gd name="csX6" fmla="*/ 516429 w 850473"/>
              <a:gd name="csY6" fmla="*/ 883104 h 891445"/>
              <a:gd name="csX7" fmla="*/ 633853 w 850473"/>
              <a:gd name="csY7" fmla="*/ 445030 h 891445"/>
              <a:gd name="csX8" fmla="*/ 450716 w 850473"/>
              <a:gd name="csY8" fmla="*/ 368868 h 891445"/>
              <a:gd name="csX9" fmla="*/ 266988 w 850473"/>
              <a:gd name="csY9" fmla="*/ 368868 h 891445"/>
              <a:gd name="csX10" fmla="*/ 266988 w 850473"/>
              <a:gd name="csY10" fmla="*/ 521115 h 891445"/>
              <a:gd name="csX11" fmla="*/ 259621 w 850473"/>
              <a:gd name="csY11" fmla="*/ 524166 h 891445"/>
              <a:gd name="csX12" fmla="*/ 1256 w 850473"/>
              <a:gd name="csY12" fmla="*/ 265762 h 891445"/>
              <a:gd name="csX13" fmla="*/ 1256 w 850473"/>
              <a:gd name="csY13" fmla="*/ 259660 h 8914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850473" h="891445">
                <a:moveTo>
                  <a:pt x="259662" y="1269"/>
                </a:moveTo>
                <a:cubicBezTo>
                  <a:pt x="262378" y="-1447"/>
                  <a:pt x="267029" y="488"/>
                  <a:pt x="267029" y="4320"/>
                </a:cubicBezTo>
                <a:lnTo>
                  <a:pt x="267029" y="156568"/>
                </a:lnTo>
                <a:lnTo>
                  <a:pt x="480713" y="156568"/>
                </a:lnTo>
                <a:cubicBezTo>
                  <a:pt x="684091" y="156568"/>
                  <a:pt x="850474" y="322960"/>
                  <a:pt x="850474" y="526328"/>
                </a:cubicBezTo>
                <a:cubicBezTo>
                  <a:pt x="850474" y="726201"/>
                  <a:pt x="713552" y="862456"/>
                  <a:pt x="518699" y="891364"/>
                </a:cubicBezTo>
                <a:cubicBezTo>
                  <a:pt x="512299" y="892332"/>
                  <a:pt x="511555" y="884369"/>
                  <a:pt x="516429" y="883104"/>
                </a:cubicBezTo>
                <a:cubicBezTo>
                  <a:pt x="702614" y="834066"/>
                  <a:pt x="779672" y="590839"/>
                  <a:pt x="633853" y="445030"/>
                </a:cubicBezTo>
                <a:cubicBezTo>
                  <a:pt x="585149" y="396326"/>
                  <a:pt x="519668" y="368868"/>
                  <a:pt x="450716" y="368868"/>
                </a:cubicBezTo>
                <a:lnTo>
                  <a:pt x="266988" y="368868"/>
                </a:lnTo>
                <a:lnTo>
                  <a:pt x="266988" y="521115"/>
                </a:lnTo>
                <a:cubicBezTo>
                  <a:pt x="266988" y="524948"/>
                  <a:pt x="262338" y="526882"/>
                  <a:pt x="259621" y="524166"/>
                </a:cubicBezTo>
                <a:lnTo>
                  <a:pt x="1256" y="265762"/>
                </a:lnTo>
                <a:cubicBezTo>
                  <a:pt x="-419" y="264088"/>
                  <a:pt x="-419" y="261335"/>
                  <a:pt x="1256" y="259660"/>
                </a:cubicBezTo>
                <a:close/>
              </a:path>
            </a:pathLst>
          </a:custGeom>
          <a:solidFill>
            <a:schemeClr val="bg1"/>
          </a:solidFill>
          <a:ln w="9525" cap="flat">
            <a:noFill/>
            <a:prstDash val="solid"/>
            <a:miter/>
          </a:ln>
        </p:spPr>
        <p:txBody>
          <a:bodyPr/>
          <a:lstStyle/>
          <a:p>
            <a:endParaRPr lang="fr-FR">
              <a:latin typeface="Avenir LT Std 45 Book" panose="020B0502020203020204" pitchFamily="34" charset="0"/>
            </a:endParaRPr>
          </a:p>
        </p:txBody>
      </p:sp>
      <p:grpSp>
        <p:nvGrpSpPr>
          <p:cNvPr id="4" name="Groupe 3">
            <a:extLst>
              <a:ext uri="{FF2B5EF4-FFF2-40B4-BE49-F238E27FC236}">
                <a16:creationId xmlns:a16="http://schemas.microsoft.com/office/drawing/2014/main" id="{5EA30B66-B99A-023B-4B8B-0E78BAD13408}"/>
              </a:ext>
            </a:extLst>
          </p:cNvPr>
          <p:cNvGrpSpPr/>
          <p:nvPr/>
        </p:nvGrpSpPr>
        <p:grpSpPr>
          <a:xfrm>
            <a:off x="513099" y="5874751"/>
            <a:ext cx="2635127" cy="414582"/>
            <a:chOff x="492551" y="5874751"/>
            <a:chExt cx="2635127" cy="414582"/>
          </a:xfrm>
        </p:grpSpPr>
        <p:pic>
          <p:nvPicPr>
            <p:cNvPr id="2" name="Graphique 1" descr="Sablier 90% contour">
              <a:extLst>
                <a:ext uri="{FF2B5EF4-FFF2-40B4-BE49-F238E27FC236}">
                  <a16:creationId xmlns:a16="http://schemas.microsoft.com/office/drawing/2014/main" id="{7AD89A4C-A561-7A3A-708E-99EDC2BB304D}"/>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492551" y="5902042"/>
              <a:ext cx="360000" cy="360000"/>
            </a:xfrm>
            <a:prstGeom prst="rect">
              <a:avLst/>
            </a:prstGeom>
          </p:spPr>
        </p:pic>
        <p:sp>
          <p:nvSpPr>
            <p:cNvPr id="3" name="Rectangle : coins arrondis 2">
              <a:extLst>
                <a:ext uri="{FF2B5EF4-FFF2-40B4-BE49-F238E27FC236}">
                  <a16:creationId xmlns:a16="http://schemas.microsoft.com/office/drawing/2014/main" id="{6765DF7D-31A5-25F6-4226-CE683B035796}"/>
                </a:ext>
              </a:extLst>
            </p:cNvPr>
            <p:cNvSpPr/>
            <p:nvPr/>
          </p:nvSpPr>
          <p:spPr>
            <a:xfrm>
              <a:off x="646994" y="5874751"/>
              <a:ext cx="2480684" cy="414582"/>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b="1">
                  <a:solidFill>
                    <a:schemeClr val="accent1"/>
                  </a:solidFill>
                  <a:latin typeface="Avenir LT Std 45 Book" panose="020B0502020203020204" pitchFamily="34" charset="0"/>
                </a:rPr>
                <a:t>Prévoir une réunion d’1h pour réfléchir collectivement</a:t>
              </a:r>
            </a:p>
          </p:txBody>
        </p:sp>
      </p:grpSp>
      <p:grpSp>
        <p:nvGrpSpPr>
          <p:cNvPr id="6" name="Groupe 5">
            <a:extLst>
              <a:ext uri="{FF2B5EF4-FFF2-40B4-BE49-F238E27FC236}">
                <a16:creationId xmlns:a16="http://schemas.microsoft.com/office/drawing/2014/main" id="{32ECA7A9-C4BD-BBAD-F281-AE65B1351732}"/>
              </a:ext>
            </a:extLst>
          </p:cNvPr>
          <p:cNvGrpSpPr>
            <a:grpSpLocks noChangeAspect="1"/>
          </p:cNvGrpSpPr>
          <p:nvPr/>
        </p:nvGrpSpPr>
        <p:grpSpPr>
          <a:xfrm>
            <a:off x="11001871" y="6336764"/>
            <a:ext cx="1082632" cy="444130"/>
            <a:chOff x="5810" y="1578917"/>
            <a:chExt cx="559801" cy="229645"/>
          </a:xfrm>
        </p:grpSpPr>
        <p:sp>
          <p:nvSpPr>
            <p:cNvPr id="13" name="Rectangle : coins arrondis 12">
              <a:hlinkClick r:id="rId17" action="ppaction://hlinksldjump"/>
              <a:extLst>
                <a:ext uri="{FF2B5EF4-FFF2-40B4-BE49-F238E27FC236}">
                  <a16:creationId xmlns:a16="http://schemas.microsoft.com/office/drawing/2014/main" id="{A0038078-1E05-7476-F634-2094166D4FBE}"/>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hlinkClick r:id="rId17"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ndParaRPr>
            </a:p>
          </p:txBody>
        </p:sp>
        <p:pic>
          <p:nvPicPr>
            <p:cNvPr id="31" name="Graphique 30" descr="Retour avec un remplissage uni">
              <a:hlinkClick r:id="rId17" action="ppaction://hlinksldjump"/>
              <a:extLst>
                <a:ext uri="{FF2B5EF4-FFF2-40B4-BE49-F238E27FC236}">
                  <a16:creationId xmlns:a16="http://schemas.microsoft.com/office/drawing/2014/main" id="{6401C4D4-DFD8-B89C-5F10-50598168A283}"/>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9060" y="1578917"/>
              <a:ext cx="229645" cy="229645"/>
            </a:xfrm>
            <a:prstGeom prst="rect">
              <a:avLst/>
            </a:prstGeom>
          </p:spPr>
        </p:pic>
      </p:grpSp>
    </p:spTree>
    <p:extLst>
      <p:ext uri="{BB962C8B-B14F-4D97-AF65-F5344CB8AC3E}">
        <p14:creationId xmlns:p14="http://schemas.microsoft.com/office/powerpoint/2010/main" val="392193325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POWER_USER_CONTEXTUAL_SHAPES_TAG" val="POWER_USER_CONTEXTUAL_SHAPES_STICKY_NOTES"/>
  <p:tag name="POWER_USER_STICKY_NOTES" val="POWER_USER_STICKY_NOTES"/>
</p:tagLst>
</file>

<file path=ppt/tags/tag4.xml><?xml version="1.0" encoding="utf-8"?>
<p:tagLst xmlns:a="http://schemas.openxmlformats.org/drawingml/2006/main" xmlns:r="http://schemas.openxmlformats.org/officeDocument/2006/relationships" xmlns:p="http://schemas.openxmlformats.org/presentationml/2006/main">
  <p:tag name="POWER_USER_CONTEXTUAL_SHAPES_TAG" val="POWER_USER_CONTEXTUAL_SHAPES_STICKY_NOTES"/>
  <p:tag name="POWER_USER_STICKY_NOTES" val="POWER_USER_STICKY_NOTES"/>
</p:tagLst>
</file>

<file path=ppt/theme/theme1.xml><?xml version="1.0" encoding="utf-8"?>
<a:theme xmlns:a="http://schemas.openxmlformats.org/drawingml/2006/main" name="Master SNCF Conseil">
  <a:themeElements>
    <a:clrScheme name="Personnalisé 2">
      <a:dk1>
        <a:srgbClr val="000000"/>
      </a:dk1>
      <a:lt1>
        <a:srgbClr val="FFFFFF"/>
      </a:lt1>
      <a:dk2>
        <a:srgbClr val="3C3732"/>
      </a:dk2>
      <a:lt2>
        <a:srgbClr val="D0D3D4"/>
      </a:lt2>
      <a:accent1>
        <a:srgbClr val="003865"/>
      </a:accent1>
      <a:accent2>
        <a:srgbClr val="0084D4"/>
      </a:accent2>
      <a:accent3>
        <a:srgbClr val="A4C8E1"/>
      </a:accent3>
      <a:accent4>
        <a:srgbClr val="4A412A"/>
      </a:accent4>
      <a:accent5>
        <a:srgbClr val="DAAA00"/>
      </a:accent5>
      <a:accent6>
        <a:srgbClr val="E5CF85"/>
      </a:accent6>
      <a:hlink>
        <a:srgbClr val="00B388"/>
      </a:hlink>
      <a:folHlink>
        <a:srgbClr val="DC582A"/>
      </a:folHlink>
    </a:clrScheme>
    <a:fontScheme name="Personnalisé 5">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sz="1200" b="1" dirty="0" smtClean="0"/>
        </a:defPPr>
      </a:lstStyle>
      <a:style>
        <a:lnRef idx="2">
          <a:schemeClr val="accent1">
            <a:shade val="50000"/>
          </a:schemeClr>
        </a:lnRef>
        <a:fillRef idx="1">
          <a:schemeClr val="accent1"/>
        </a:fillRef>
        <a:effectRef idx="0">
          <a:schemeClr val="accent1"/>
        </a:effectRef>
        <a:fontRef idx="minor">
          <a:schemeClr val="lt1"/>
        </a:fontRef>
      </a:style>
    </a:spDef>
    <a:txDef>
      <a:spPr/>
      <a:bodyPr wrap="square" rtlCol="0">
        <a:spAutoFit/>
      </a:bodyPr>
      <a:lstStyle>
        <a:defPPr marL="171450" indent="-171450" algn="l">
          <a:lnSpc>
            <a:spcPct val="114000"/>
          </a:lnSpc>
          <a:buClr>
            <a:schemeClr val="accent2"/>
          </a:buClr>
          <a:buFont typeface="Wingdings" panose="05000000000000000000" pitchFamily="2" charset="2"/>
          <a:buChar char="§"/>
          <a:defRPr sz="1200" dirty="0" err="1">
            <a:solidFill>
              <a:schemeClr val="tx2"/>
            </a:solidFill>
          </a:defRPr>
        </a:defPPr>
      </a:lstStyle>
    </a:txDef>
  </a:objectDefaults>
  <a:extraClrSchemeLst/>
  <a:custClrLst>
    <a:custClr name="Ambre">
      <a:srgbClr val="E5CF85"/>
    </a:custClr>
    <a:custClr name="Pêche">
      <a:srgbClr val="F0BD9E"/>
    </a:custClr>
    <a:custClr name="Nude">
      <a:srgbClr val="F8C1B8"/>
    </a:custClr>
    <a:custClr name="Dragée">
      <a:srgbClr val="EFBAE1"/>
    </a:custClr>
    <a:custClr name="Parme">
      <a:srgbClr val="C7B2DE"/>
    </a:custClr>
    <a:custClr name="Bleu Horizon">
      <a:srgbClr val="A4C8E1"/>
    </a:custClr>
    <a:custClr name="Vert D'eau">
      <a:srgbClr val="A1D6CA"/>
    </a:custClr>
    <a:custClr name="BLANK">
      <a:srgbClr val="FFFFFF"/>
    </a:custClr>
    <a:custClr name="BLANK">
      <a:srgbClr val="FFFFFF"/>
    </a:custClr>
    <a:custClr name="BLANK">
      <a:srgbClr val="FFFFFF"/>
    </a:custClr>
    <a:custClr name="Safran">
      <a:srgbClr val="DAAA00"/>
    </a:custClr>
    <a:custClr name="Ocre">
      <a:srgbClr val="DC582A"/>
    </a:custClr>
    <a:custClr name="Corail">
      <a:srgbClr val="F2827F"/>
    </a:custClr>
    <a:custClr name="Rose">
      <a:srgbClr val="EC86D0"/>
    </a:custClr>
    <a:custClr name="Lavande">
      <a:srgbClr val="8374D1"/>
    </a:custClr>
    <a:custClr name="Céruléen">
      <a:srgbClr val="0084D4"/>
    </a:custClr>
    <a:custClr name="Menthe">
      <a:srgbClr val="00B388"/>
    </a:custClr>
    <a:custClr name="BLANK">
      <a:srgbClr val="FFFFFF"/>
    </a:custClr>
    <a:custClr name="BLANK">
      <a:srgbClr val="FFFFFF"/>
    </a:custClr>
    <a:custClr name="BLANK">
      <a:srgbClr val="FFFFFF"/>
    </a:custClr>
    <a:custClr name="Mordoré">
      <a:srgbClr val="4A412A"/>
    </a:custClr>
    <a:custClr name="Chocolat">
      <a:srgbClr val="4F2910"/>
    </a:custClr>
    <a:custClr name="Burgundy">
      <a:srgbClr val="651C32"/>
    </a:custClr>
    <a:custClr name="Aubergine">
      <a:srgbClr val="3F2A56"/>
    </a:custClr>
    <a:custClr name="Bleu Marine">
      <a:srgbClr val="00205B"/>
    </a:custClr>
    <a:custClr name="Cobalt">
      <a:srgbClr val="003865"/>
    </a:custClr>
    <a:custClr name="Forêt">
      <a:srgbClr val="154734"/>
    </a:custClr>
  </a:custClrLst>
  <a:extLst>
    <a:ext uri="{05A4C25C-085E-4340-85A3-A5531E510DB2}">
      <thm15:themeFamily xmlns:thm15="http://schemas.microsoft.com/office/thememl/2012/main" name="Template_SNCFC_2024_V3.potx" id="{95DA27B3-1000-4360-A669-D0ADF7C80086}" vid="{AC6E8C98-CBAF-4392-9C0E-14BC97F15EF8}"/>
    </a:ext>
  </a:extLst>
</a:theme>
</file>

<file path=ppt/theme/theme2.xml><?xml version="1.0" encoding="utf-8"?>
<a:theme xmlns:a="http://schemas.openxmlformats.org/drawingml/2006/main" name="1_Master SNCF Conseil">
  <a:themeElements>
    <a:clrScheme name="Personnalisé 2">
      <a:dk1>
        <a:srgbClr val="000000"/>
      </a:dk1>
      <a:lt1>
        <a:srgbClr val="FFFFFF"/>
      </a:lt1>
      <a:dk2>
        <a:srgbClr val="3C3732"/>
      </a:dk2>
      <a:lt2>
        <a:srgbClr val="D0D3D4"/>
      </a:lt2>
      <a:accent1>
        <a:srgbClr val="003865"/>
      </a:accent1>
      <a:accent2>
        <a:srgbClr val="0084D4"/>
      </a:accent2>
      <a:accent3>
        <a:srgbClr val="A4C8E1"/>
      </a:accent3>
      <a:accent4>
        <a:srgbClr val="4A412A"/>
      </a:accent4>
      <a:accent5>
        <a:srgbClr val="DAAA00"/>
      </a:accent5>
      <a:accent6>
        <a:srgbClr val="E5CF85"/>
      </a:accent6>
      <a:hlink>
        <a:srgbClr val="00B388"/>
      </a:hlink>
      <a:folHlink>
        <a:srgbClr val="DC582A"/>
      </a:folHlink>
    </a:clrScheme>
    <a:fontScheme name="Personnalisé 5">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sz="1200" b="1" dirty="0" smtClean="0"/>
        </a:defPPr>
      </a:lstStyle>
      <a:style>
        <a:lnRef idx="2">
          <a:schemeClr val="accent1">
            <a:shade val="50000"/>
          </a:schemeClr>
        </a:lnRef>
        <a:fillRef idx="1">
          <a:schemeClr val="accent1"/>
        </a:fillRef>
        <a:effectRef idx="0">
          <a:schemeClr val="accent1"/>
        </a:effectRef>
        <a:fontRef idx="minor">
          <a:schemeClr val="lt1"/>
        </a:fontRef>
      </a:style>
    </a:spDef>
    <a:txDef>
      <a:spPr/>
      <a:bodyPr wrap="square" rtlCol="0">
        <a:spAutoFit/>
      </a:bodyPr>
      <a:lstStyle>
        <a:defPPr marL="171450" indent="-171450" algn="l">
          <a:lnSpc>
            <a:spcPct val="114000"/>
          </a:lnSpc>
          <a:buClr>
            <a:schemeClr val="accent2"/>
          </a:buClr>
          <a:buFont typeface="Wingdings" panose="05000000000000000000" pitchFamily="2" charset="2"/>
          <a:buChar char="§"/>
          <a:defRPr sz="1200" dirty="0" err="1">
            <a:solidFill>
              <a:schemeClr val="tx2"/>
            </a:solidFill>
          </a:defRPr>
        </a:defPPr>
      </a:lstStyle>
    </a:txDef>
  </a:objectDefaults>
  <a:extraClrSchemeLst/>
  <a:custClrLst>
    <a:custClr name="Ambre">
      <a:srgbClr val="E5CF85"/>
    </a:custClr>
    <a:custClr name="Pêche">
      <a:srgbClr val="F0BD9E"/>
    </a:custClr>
    <a:custClr name="Nude">
      <a:srgbClr val="F8C1B8"/>
    </a:custClr>
    <a:custClr name="Dragée">
      <a:srgbClr val="EFBAE1"/>
    </a:custClr>
    <a:custClr name="Parme">
      <a:srgbClr val="C7B2DE"/>
    </a:custClr>
    <a:custClr name="Bleu Horizon">
      <a:srgbClr val="A4C8E1"/>
    </a:custClr>
    <a:custClr name="Vert D'eau">
      <a:srgbClr val="A1D6CA"/>
    </a:custClr>
    <a:custClr name="BLANK">
      <a:srgbClr val="FFFFFF"/>
    </a:custClr>
    <a:custClr name="BLANK">
      <a:srgbClr val="FFFFFF"/>
    </a:custClr>
    <a:custClr name="BLANK">
      <a:srgbClr val="FFFFFF"/>
    </a:custClr>
    <a:custClr name="Safran">
      <a:srgbClr val="DAAA00"/>
    </a:custClr>
    <a:custClr name="Ocre">
      <a:srgbClr val="DC582A"/>
    </a:custClr>
    <a:custClr name="Corail">
      <a:srgbClr val="F2827F"/>
    </a:custClr>
    <a:custClr name="Rose">
      <a:srgbClr val="EC86D0"/>
    </a:custClr>
    <a:custClr name="Lavande">
      <a:srgbClr val="8374D1"/>
    </a:custClr>
    <a:custClr name="Céruléen">
      <a:srgbClr val="0084D4"/>
    </a:custClr>
    <a:custClr name="Menthe">
      <a:srgbClr val="00B388"/>
    </a:custClr>
    <a:custClr name="BLANK">
      <a:srgbClr val="FFFFFF"/>
    </a:custClr>
    <a:custClr name="BLANK">
      <a:srgbClr val="FFFFFF"/>
    </a:custClr>
    <a:custClr name="BLANK">
      <a:srgbClr val="FFFFFF"/>
    </a:custClr>
    <a:custClr name="Mordoré">
      <a:srgbClr val="4A412A"/>
    </a:custClr>
    <a:custClr name="Chocolat">
      <a:srgbClr val="4F2910"/>
    </a:custClr>
    <a:custClr name="Burgundy">
      <a:srgbClr val="651C32"/>
    </a:custClr>
    <a:custClr name="Aubergine">
      <a:srgbClr val="3F2A56"/>
    </a:custClr>
    <a:custClr name="Bleu Marine">
      <a:srgbClr val="00205B"/>
    </a:custClr>
    <a:custClr name="Cobalt">
      <a:srgbClr val="003865"/>
    </a:custClr>
    <a:custClr name="Forêt">
      <a:srgbClr val="154734"/>
    </a:custClr>
  </a:custClrLst>
  <a:extLst>
    <a:ext uri="{05A4C25C-085E-4340-85A3-A5531E510DB2}">
      <thm15:themeFamily xmlns:thm15="http://schemas.microsoft.com/office/thememl/2012/main" name="Template_SNCFC_2024_V3.potx" id="{95DA27B3-1000-4360-A669-D0ADF7C80086}" vid="{AC6E8C98-CBAF-4392-9C0E-14BC97F15EF8}"/>
    </a:ext>
  </a:extLst>
</a:theme>
</file>

<file path=ppt/theme/theme3.xml><?xml version="1.0" encoding="utf-8"?>
<a:theme xmlns:a="http://schemas.openxmlformats.org/drawingml/2006/main" name="2_Master SNCF Conseil">
  <a:themeElements>
    <a:clrScheme name="Personnalisé 2">
      <a:dk1>
        <a:srgbClr val="000000"/>
      </a:dk1>
      <a:lt1>
        <a:srgbClr val="FFFFFF"/>
      </a:lt1>
      <a:dk2>
        <a:srgbClr val="3C3732"/>
      </a:dk2>
      <a:lt2>
        <a:srgbClr val="D0D3D4"/>
      </a:lt2>
      <a:accent1>
        <a:srgbClr val="003865"/>
      </a:accent1>
      <a:accent2>
        <a:srgbClr val="0084D4"/>
      </a:accent2>
      <a:accent3>
        <a:srgbClr val="A4C8E1"/>
      </a:accent3>
      <a:accent4>
        <a:srgbClr val="4A412A"/>
      </a:accent4>
      <a:accent5>
        <a:srgbClr val="DAAA00"/>
      </a:accent5>
      <a:accent6>
        <a:srgbClr val="E5CF85"/>
      </a:accent6>
      <a:hlink>
        <a:srgbClr val="00B388"/>
      </a:hlink>
      <a:folHlink>
        <a:srgbClr val="DC582A"/>
      </a:folHlink>
    </a:clrScheme>
    <a:fontScheme name="Personnalisé 5">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sz="1200" b="1" dirty="0" smtClean="0"/>
        </a:defPPr>
      </a:lstStyle>
      <a:style>
        <a:lnRef idx="2">
          <a:schemeClr val="accent1">
            <a:shade val="50000"/>
          </a:schemeClr>
        </a:lnRef>
        <a:fillRef idx="1">
          <a:schemeClr val="accent1"/>
        </a:fillRef>
        <a:effectRef idx="0">
          <a:schemeClr val="accent1"/>
        </a:effectRef>
        <a:fontRef idx="minor">
          <a:schemeClr val="lt1"/>
        </a:fontRef>
      </a:style>
    </a:spDef>
    <a:txDef>
      <a:spPr/>
      <a:bodyPr wrap="square" rtlCol="0">
        <a:spAutoFit/>
      </a:bodyPr>
      <a:lstStyle>
        <a:defPPr marL="171450" indent="-171450" algn="l">
          <a:lnSpc>
            <a:spcPct val="114000"/>
          </a:lnSpc>
          <a:buClr>
            <a:schemeClr val="accent2"/>
          </a:buClr>
          <a:buFont typeface="Wingdings" panose="05000000000000000000" pitchFamily="2" charset="2"/>
          <a:buChar char="§"/>
          <a:defRPr sz="1200" dirty="0" err="1">
            <a:solidFill>
              <a:schemeClr val="tx2"/>
            </a:solidFill>
          </a:defRPr>
        </a:defPPr>
      </a:lstStyle>
    </a:txDef>
  </a:objectDefaults>
  <a:extraClrSchemeLst/>
  <a:custClrLst>
    <a:custClr name="Ambre">
      <a:srgbClr val="E5CF85"/>
    </a:custClr>
    <a:custClr name="Pêche">
      <a:srgbClr val="F0BD9E"/>
    </a:custClr>
    <a:custClr name="Nude">
      <a:srgbClr val="F8C1B8"/>
    </a:custClr>
    <a:custClr name="Dragée">
      <a:srgbClr val="EFBAE1"/>
    </a:custClr>
    <a:custClr name="Parme">
      <a:srgbClr val="C7B2DE"/>
    </a:custClr>
    <a:custClr name="Bleu Horizon">
      <a:srgbClr val="A4C8E1"/>
    </a:custClr>
    <a:custClr name="Vert D'eau">
      <a:srgbClr val="A1D6CA"/>
    </a:custClr>
    <a:custClr name="BLANK">
      <a:srgbClr val="FFFFFF"/>
    </a:custClr>
    <a:custClr name="BLANK">
      <a:srgbClr val="FFFFFF"/>
    </a:custClr>
    <a:custClr name="BLANK">
      <a:srgbClr val="FFFFFF"/>
    </a:custClr>
    <a:custClr name="Safran">
      <a:srgbClr val="DAAA00"/>
    </a:custClr>
    <a:custClr name="Ocre">
      <a:srgbClr val="DC582A"/>
    </a:custClr>
    <a:custClr name="Corail">
      <a:srgbClr val="F2827F"/>
    </a:custClr>
    <a:custClr name="Rose">
      <a:srgbClr val="EC86D0"/>
    </a:custClr>
    <a:custClr name="Lavande">
      <a:srgbClr val="8374D1"/>
    </a:custClr>
    <a:custClr name="Céruléen">
      <a:srgbClr val="0084D4"/>
    </a:custClr>
    <a:custClr name="Menthe">
      <a:srgbClr val="00B388"/>
    </a:custClr>
    <a:custClr name="BLANK">
      <a:srgbClr val="FFFFFF"/>
    </a:custClr>
    <a:custClr name="BLANK">
      <a:srgbClr val="FFFFFF"/>
    </a:custClr>
    <a:custClr name="BLANK">
      <a:srgbClr val="FFFFFF"/>
    </a:custClr>
    <a:custClr name="Mordoré">
      <a:srgbClr val="4A412A"/>
    </a:custClr>
    <a:custClr name="Chocolat">
      <a:srgbClr val="4F2910"/>
    </a:custClr>
    <a:custClr name="Burgundy">
      <a:srgbClr val="651C32"/>
    </a:custClr>
    <a:custClr name="Aubergine">
      <a:srgbClr val="3F2A56"/>
    </a:custClr>
    <a:custClr name="Bleu Marine">
      <a:srgbClr val="00205B"/>
    </a:custClr>
    <a:custClr name="Cobalt">
      <a:srgbClr val="003865"/>
    </a:custClr>
    <a:custClr name="Forêt">
      <a:srgbClr val="154734"/>
    </a:custClr>
  </a:custClrLst>
  <a:extLst>
    <a:ext uri="{05A4C25C-085E-4340-85A3-A5531E510DB2}">
      <thm15:themeFamily xmlns:thm15="http://schemas.microsoft.com/office/thememl/2012/main" name="Template_SNCFC_2024_V3.potx" id="{95DA27B3-1000-4360-A669-D0ADF7C80086}" vid="{AC6E8C98-CBAF-4392-9C0E-14BC97F15EF8}"/>
    </a:ext>
  </a:extLst>
</a:theme>
</file>

<file path=ppt/theme/theme4.xml><?xml version="1.0" encoding="utf-8"?>
<a:theme xmlns:a="http://schemas.openxmlformats.org/drawingml/2006/main" name="4_Contenus">
  <a:themeElements>
    <a:clrScheme name="SNCF">
      <a:dk1>
        <a:srgbClr val="3C3732"/>
      </a:dk1>
      <a:lt1>
        <a:sysClr val="window" lastClr="FFFFFF"/>
      </a:lt1>
      <a:dk2>
        <a:srgbClr val="82BE00"/>
      </a:dk2>
      <a:lt2>
        <a:srgbClr val="D2E100"/>
      </a:lt2>
      <a:accent1>
        <a:srgbClr val="009AA6"/>
      </a:accent1>
      <a:accent2>
        <a:srgbClr val="CD0037"/>
      </a:accent2>
      <a:accent3>
        <a:srgbClr val="A0A0A0"/>
      </a:accent3>
      <a:accent4>
        <a:srgbClr val="E05206"/>
      </a:accent4>
      <a:accent5>
        <a:srgbClr val="FFB612"/>
      </a:accent5>
      <a:accent6>
        <a:srgbClr val="A1006B"/>
      </a:accent6>
      <a:hlink>
        <a:srgbClr val="E05206"/>
      </a:hlink>
      <a:folHlink>
        <a:srgbClr val="FFB612"/>
      </a:folHlink>
    </a:clrScheme>
    <a:fontScheme name="SNCF AVENIR">
      <a:majorFont>
        <a:latin typeface="Avenir LT Std 45 Book"/>
        <a:ea typeface=""/>
        <a:cs typeface=""/>
      </a:majorFont>
      <a:minorFont>
        <a:latin typeface="Avenir LT Std 45 Book"/>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287C7DF4FE7F14D9D20CDE30DAB9D36" ma:contentTypeVersion="8" ma:contentTypeDescription="Crée un document." ma:contentTypeScope="" ma:versionID="47143f550171d8573eb0381b0dda1aca">
  <xsd:schema xmlns:xsd="http://www.w3.org/2001/XMLSchema" xmlns:xs="http://www.w3.org/2001/XMLSchema" xmlns:p="http://schemas.microsoft.com/office/2006/metadata/properties" xmlns:ns2="2c3024fc-003e-4fad-be82-3d0424b99c06" targetNamespace="http://schemas.microsoft.com/office/2006/metadata/properties" ma:root="true" ma:fieldsID="ed8f6b677de25954b0e97dab944a82a0" ns2:_="">
    <xsd:import namespace="2c3024fc-003e-4fad-be82-3d0424b99c0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GenerationTime" minOccurs="0"/>
                <xsd:element ref="ns2:MediaServiceEventHashCode" minOccurs="0"/>
                <xsd:element ref="ns2:MediaLengthInSeconds" minOccurs="0"/>
                <xsd:element ref="ns2:MediaServiceDateTake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c3024fc-003e-4fad-be82-3d0424b99c0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D2F0E4F-866E-454A-9965-C7BE009D543A}">
  <ds:schemaRefs>
    <ds:schemaRef ds:uri="96de9fc5-8a47-4eb9-a9bf-3c8d855c32a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7CE0533F-728E-42DC-91F1-0EEEE3A3F027}">
  <ds:schemaRefs>
    <ds:schemaRef ds:uri="2c3024fc-003e-4fad-be82-3d0424b99c0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7372E42-2ADD-4CE5-B9E1-E476128C0C8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12793</Words>
  <Application>Microsoft Office PowerPoint</Application>
  <PresentationFormat>Grand écran</PresentationFormat>
  <Paragraphs>1220</Paragraphs>
  <Slides>48</Slides>
  <Notes>45</Notes>
  <HiddenSlides>0</HiddenSlides>
  <MMClips>0</MMClips>
  <ScaleCrop>false</ScaleCrop>
  <HeadingPairs>
    <vt:vector size="8" baseType="variant">
      <vt:variant>
        <vt:lpstr>Polices utilisées</vt:lpstr>
      </vt:variant>
      <vt:variant>
        <vt:i4>12</vt:i4>
      </vt:variant>
      <vt:variant>
        <vt:lpstr>Thème</vt:lpstr>
      </vt:variant>
      <vt:variant>
        <vt:i4>4</vt:i4>
      </vt:variant>
      <vt:variant>
        <vt:lpstr>Serveurs OLE incorporés</vt:lpstr>
      </vt:variant>
      <vt:variant>
        <vt:i4>1</vt:i4>
      </vt:variant>
      <vt:variant>
        <vt:lpstr>Titres des diapositives</vt:lpstr>
      </vt:variant>
      <vt:variant>
        <vt:i4>48</vt:i4>
      </vt:variant>
    </vt:vector>
  </HeadingPairs>
  <TitlesOfParts>
    <vt:vector size="65" baseType="lpstr">
      <vt:lpstr>ＭＳ Ｐゴシック</vt:lpstr>
      <vt:lpstr>Aptos</vt:lpstr>
      <vt:lpstr>Arial</vt:lpstr>
      <vt:lpstr>Arial Black</vt:lpstr>
      <vt:lpstr>Avenir LT Std 35 Light</vt:lpstr>
      <vt:lpstr>Avenir LT Std 45 Book</vt:lpstr>
      <vt:lpstr>Avenir LT Std 55 Roman</vt:lpstr>
      <vt:lpstr>Avenir LT Std 65 Medium</vt:lpstr>
      <vt:lpstr>Avenir Next LT Pro Demi</vt:lpstr>
      <vt:lpstr>Calibri</vt:lpstr>
      <vt:lpstr>Courier New</vt:lpstr>
      <vt:lpstr>Wingdings</vt:lpstr>
      <vt:lpstr>Master SNCF Conseil</vt:lpstr>
      <vt:lpstr>1_Master SNCF Conseil</vt:lpstr>
      <vt:lpstr>2_Master SNCF Conseil</vt:lpstr>
      <vt:lpstr>4_Contenus</vt:lpstr>
      <vt:lpstr>Diapositive think-cell</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Ressources pour la partie 1 du kit</vt:lpstr>
      <vt:lpstr>Comment identifier et gérer les ressources matérielles nécessaires au projet ?</vt:lpstr>
      <vt:lpstr>Les différentes parties prenantes sur un projet et comment les embarquer ?</vt:lpstr>
      <vt:lpstr>Les relais humains pour prévenir et accompagner les RPS </vt:lpstr>
      <vt:lpstr>ABORDER LA CHARGE DE TRAVAIL AVEC LES ÉQUIPES</vt:lpstr>
      <vt:lpstr>ABORDER LA CHARGE DE TRAVAIL AVEC LES ÉQUIPES</vt:lpstr>
      <vt:lpstr>Bonnes pratiques de communication autour d’un projet</vt:lpstr>
      <vt:lpstr>Ressources pour la partie 2 du kit</vt:lpstr>
      <vt:lpstr>ABORDER LA CHARGE DE TRAVAIL AVEC LES ÉQUIPES</vt:lpstr>
      <vt:lpstr>Les relais humains pour prévenir et accompagner les RPS </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BENNI-SADOUKI Houria (SNCF / DIRECTION RESSOURCES HUMAINES GROUPE / PROGRAMME SNCF&amp;Moi)</dc:creator>
  <cp:lastModifiedBy>MOALIC Matéo (SNCF CONSULTING)</cp:lastModifiedBy>
  <cp:revision>2</cp:revision>
  <dcterms:created xsi:type="dcterms:W3CDTF">2026-01-12T14:50:45Z</dcterms:created>
  <dcterms:modified xsi:type="dcterms:W3CDTF">2026-07-31T08:31:45Z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8d3f7c8-5c4b-4ab6-9486-a0a9eb08efa7_Enabled">
    <vt:lpwstr>true</vt:lpwstr>
  </property>
  <property fmtid="{D5CDD505-2E9C-101B-9397-08002B2CF9AE}" pid="3" name="MSIP_Label_c8d3f7c8-5c4b-4ab6-9486-a0a9eb08efa7_SetDate">
    <vt:lpwstr>2026-01-12T14:50:54Z</vt:lpwstr>
  </property>
  <property fmtid="{D5CDD505-2E9C-101B-9397-08002B2CF9AE}" pid="4" name="MSIP_Label_c8d3f7c8-5c4b-4ab6-9486-a0a9eb08efa7_Method">
    <vt:lpwstr>Standard</vt:lpwstr>
  </property>
  <property fmtid="{D5CDD505-2E9C-101B-9397-08002B2CF9AE}" pid="5" name="MSIP_Label_c8d3f7c8-5c4b-4ab6-9486-a0a9eb08efa7_Name">
    <vt:lpwstr>Interne - Groupe</vt:lpwstr>
  </property>
  <property fmtid="{D5CDD505-2E9C-101B-9397-08002B2CF9AE}" pid="6" name="MSIP_Label_c8d3f7c8-5c4b-4ab6-9486-a0a9eb08efa7_SiteId">
    <vt:lpwstr>4a7c8238-5799-4b16-9fc6-9ad8fce5a7d9</vt:lpwstr>
  </property>
  <property fmtid="{D5CDD505-2E9C-101B-9397-08002B2CF9AE}" pid="7" name="MSIP_Label_c8d3f7c8-5c4b-4ab6-9486-a0a9eb08efa7_ActionId">
    <vt:lpwstr>a08b35d3-ca75-4a0d-9f95-e269edbd1ea0</vt:lpwstr>
  </property>
  <property fmtid="{D5CDD505-2E9C-101B-9397-08002B2CF9AE}" pid="8" name="MSIP_Label_c8d3f7c8-5c4b-4ab6-9486-a0a9eb08efa7_ContentBits">
    <vt:lpwstr>2</vt:lpwstr>
  </property>
  <property fmtid="{D5CDD505-2E9C-101B-9397-08002B2CF9AE}" pid="9" name="MSIP_Label_c8d3f7c8-5c4b-4ab6-9486-a0a9eb08efa7_Tag">
    <vt:lpwstr>10, 3, 0, 2</vt:lpwstr>
  </property>
  <property fmtid="{D5CDD505-2E9C-101B-9397-08002B2CF9AE}" pid="10" name="ClassificationContentMarkingFooterLocations">
    <vt:lpwstr>Thème Office:8</vt:lpwstr>
  </property>
  <property fmtid="{D5CDD505-2E9C-101B-9397-08002B2CF9AE}" pid="11" name="ClassificationContentMarkingFooterText">
    <vt:lpwstr>Interne</vt:lpwstr>
  </property>
  <property fmtid="{D5CDD505-2E9C-101B-9397-08002B2CF9AE}" pid="12" name="ContentTypeId">
    <vt:lpwstr>0x0101005287C7DF4FE7F14D9D20CDE30DAB9D36</vt:lpwstr>
  </property>
</Properties>
</file>