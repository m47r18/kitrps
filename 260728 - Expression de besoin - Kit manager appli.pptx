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10.xml" ContentType="application/vnd.openxmlformats-officedocument.presentationml.slide+xml"/>
  <Override PartName="/ppt/slides/slide120.xml" ContentType="application/vnd.openxmlformats-officedocument.presentationml.slide+xml"/>
  <Override PartName="/ppt/slides/slide130.xml" ContentType="application/vnd.openxmlformats-officedocument.presentationml.slide+xml"/>
  <Override PartName="/ppt/slides/slide140.xml" ContentType="application/vnd.openxmlformats-officedocument.presentationml.slide+xml"/>
  <Override PartName="/ppt/slides/slide170.xml" ContentType="application/vnd.openxmlformats-officedocument.presentationml.slide+xml"/>
  <Override PartName="/ppt/slides/slide220.xml" ContentType="application/vnd.openxmlformats-officedocument.presentationml.slide+xml"/>
  <Override PartName="/ppt/slides/slide230.xml" ContentType="application/vnd.openxmlformats-officedocument.presentationml.slide+xml"/>
  <Override PartName="/ppt/slides/slide240.xml" ContentType="application/vnd.openxmlformats-officedocument.presentationml.slide+xml"/>
  <Override PartName="/ppt/slides/slide250.xml" ContentType="application/vnd.openxmlformats-officedocument.presentationml.slide+xml"/>
  <Override PartName="/ppt/slides/slide260.xml" ContentType="application/vnd.openxmlformats-officedocument.presentationml.slide+xml"/>
  <Override PartName="/ppt/slides/slide150.xml" ContentType="application/vnd.openxmlformats-officedocument.presentationml.slide+xml"/>
  <Override PartName="/ppt/slides/slide160.xml" ContentType="application/vnd.openxmlformats-officedocument.presentationml.slide+xml"/>
  <Override PartName="/ppt/slides/slide180.xml" ContentType="application/vnd.openxmlformats-officedocument.presentationml.slide+xml"/>
  <Override PartName="/ppt/slides/slide190.xml" ContentType="application/vnd.openxmlformats-officedocument.presentationml.slide+xml"/>
  <Override PartName="/ppt/slides/slide200.xml" ContentType="application/vnd.openxmlformats-officedocument.presentationml.slide+xml"/>
  <Override PartName="/ppt/slides/slide210.xml" ContentType="application/vnd.openxmlformats-officedocument.presentationml.slide+xml"/>
  <Override PartName="/ppt/notesSlides/notesSlide110.xml" ContentType="application/vnd.openxmlformats-officedocument.presentationml.notesSlide+xml"/>
  <Override PartName="/ppt/slideLayouts/slideLayout220.xml" ContentType="application/vnd.openxmlformats-officedocument.presentationml.slideLayout+xml"/>
  <Override PartName="/ppt/notesSlides/notesSlide120.xml" ContentType="application/vnd.openxmlformats-officedocument.presentationml.notesSlide+xml"/>
  <Override PartName="/ppt/notesSlides/notesSlide130.xml" ContentType="application/vnd.openxmlformats-officedocument.presentationml.notesSlide+xml"/>
  <Override PartName="/ppt/notesSlides/notesSlide140.xml" ContentType="application/vnd.openxmlformats-officedocument.presentationml.notesSlide+xml"/>
  <Override PartName="/ppt/notesSlides/notesSlide170.xml" ContentType="application/vnd.openxmlformats-officedocument.presentationml.notesSlide+xml"/>
  <Override PartName="/ppt/notesSlides/notesSlide220.xml" ContentType="application/vnd.openxmlformats-officedocument.presentationml.notesSlide+xml"/>
  <Override PartName="/ppt/slideLayouts/slideLayout600.xml" ContentType="application/vnd.openxmlformats-officedocument.presentationml.slideLayout+xml"/>
  <Override PartName="/ppt/notesSlides/notesSlide230.xml" ContentType="application/vnd.openxmlformats-officedocument.presentationml.notesSlide+xml"/>
  <Override PartName="/ppt/notesSlides/notesSlide240.xml" ContentType="application/vnd.openxmlformats-officedocument.presentationml.notesSlide+xml"/>
  <Override PartName="/ppt/notesSlides/notesSlide250.xml" ContentType="application/vnd.openxmlformats-officedocument.presentationml.notesSlide+xml"/>
  <Override PartName="/ppt/notesSlides/notesSlide260.xml" ContentType="application/vnd.openxmlformats-officedocument.presentationml.notesSlide+xml"/>
  <Override PartName="/ppt/notesSlides/notesSlide150.xml" ContentType="application/vnd.openxmlformats-officedocument.presentationml.notesSlide+xml"/>
  <Override PartName="/ppt/notesSlides/notesSlide160.xml" ContentType="application/vnd.openxmlformats-officedocument.presentationml.notesSlide+xml"/>
  <Override PartName="/ppt/notesSlides/notesSlide180.xml" ContentType="application/vnd.openxmlformats-officedocument.presentationml.notesSlide+xml"/>
  <Override PartName="/ppt/notesSlides/notesSlide190.xml" ContentType="application/vnd.openxmlformats-officedocument.presentationml.notesSlide+xml"/>
  <Override PartName="/ppt/notesSlides/notesSlide200.xml" ContentType="application/vnd.openxmlformats-officedocument.presentationml.notesSlide+xml"/>
  <Override PartName="/ppt/notesSlides/notesSlide210.xml" ContentType="application/vnd.openxmlformats-officedocument.presentationml.notesSlide+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slideMasters/slideMaster30.xml" ContentType="application/vnd.openxmlformats-officedocument.presentationml.slideMaster+xml"/>
  <Override PartName="/ppt/theme/theme40.xml" ContentType="application/vnd.openxmlformats-officedocument.theme+xml"/>
  <Override PartName="/ppt/slideLayouts/slideLayout80.xml" ContentType="application/vnd.openxmlformats-officedocument.presentationml.slideLayout+xml"/>
  <Override PartName="/ppt/slideLayouts/slideLayout130.xml" ContentType="application/vnd.openxmlformats-officedocument.presentationml.slideLayout+xml"/>
  <Override PartName="/ppt/slideLayouts/slideLayout180.xml" ContentType="application/vnd.openxmlformats-officedocument.presentationml.slideLayout+xml"/>
  <Override PartName="/ppt/slideLayouts/slideLayout310.xml" ContentType="application/vnd.openxmlformats-officedocument.presentationml.slideLayout+xml"/>
  <Override PartName="/ppt/slideLayouts/slideLayout210.xml" ContentType="application/vnd.openxmlformats-officedocument.presentationml.slideLayout+xml"/>
  <Override PartName="/ppt/slideLayouts/slideLayout70.xml" ContentType="application/vnd.openxmlformats-officedocument.presentationml.slideLayout+xml"/>
  <Override PartName="/ppt/slideLayouts/slideLayout120.xml" ContentType="application/vnd.openxmlformats-officedocument.presentationml.slideLayout+xml"/>
  <Override PartName="/ppt/slideLayouts/slideLayout170.xml" ContentType="application/vnd.openxmlformats-officedocument.presentationml.slideLayout+xml"/>
  <Override PartName="/ppt/slideLayouts/slideLayout211.xml" ContentType="application/vnd.openxmlformats-officedocument.presentationml.slideLayout+xml"/>
  <Override PartName="/ppt/slideLayouts/slideLayout160.xml" ContentType="application/vnd.openxmlformats-officedocument.presentationml.slideLayout+xml"/>
  <Override PartName="/ppt/slideLayouts/slideLayout200.xml" ContentType="application/vnd.openxmlformats-officedocument.presentationml.slideLayout+xml"/>
  <Override PartName="/ppt/slideLayouts/slideLayout110.xml" ContentType="application/vnd.openxmlformats-officedocument.presentationml.slideLayout+xml"/>
  <Override PartName="/ppt/slideLayouts/slideLayout69.xml" ContentType="application/vnd.openxmlformats-officedocument.presentationml.slideLayout+xml"/>
  <Override PartName="/ppt/slideLayouts/slideLayout111.xml" ContentType="application/vnd.openxmlformats-officedocument.presentationml.slideLayout+xml"/>
  <Override PartName="/ppt/tags/tag10.xml" ContentType="application/vnd.openxmlformats-officedocument.presentationml.tags+xml"/>
  <Override PartName="/ppt/slideLayouts/slideLayout510.xml" ContentType="application/vnd.openxmlformats-officedocument.presentationml.slideLayout+xml"/>
  <Override PartName="/ppt/slideLayouts/slideLayout150.xml" ContentType="application/vnd.openxmlformats-officedocument.presentationml.slideLayout+xml"/>
  <Override PartName="/ppt/theme/theme10.xml" ContentType="application/vnd.openxmlformats-officedocument.theme+xml"/>
  <Override PartName="/ppt/slideLayouts/slideLayout100.xml" ContentType="application/vnd.openxmlformats-officedocument.presentationml.slideLayout+xml"/>
  <Override PartName="/ppt/slideLayouts/slideLayout190.xml" ContentType="application/vnd.openxmlformats-officedocument.presentationml.slideLayout+xml"/>
  <Override PartName="/ppt/slideLayouts/slideLayout410.xml" ContentType="application/vnd.openxmlformats-officedocument.presentationml.slideLayout+xml"/>
  <Override PartName="/ppt/slideLayouts/slideLayout90.xml" ContentType="application/vnd.openxmlformats-officedocument.presentationml.slideLayout+xml"/>
  <Override PartName="/ppt/slideLayouts/slideLayout140.xml" ContentType="application/vnd.openxmlformats-officedocument.presentationml.slideLayout+xml"/>
  <Override PartName="/ppt/slideLayouts/slideLayout550.xml" ContentType="application/vnd.openxmlformats-officedocument.presentationml.slideLayout+xml"/>
  <Override PartName="/ppt/slideLayouts/slideLayout650.xml" ContentType="application/vnd.openxmlformats-officedocument.presentationml.slideLayout+xml"/>
  <Override PartName="/ppt/slideLayouts/slideLayout500.xml" ContentType="application/vnd.openxmlformats-officedocument.presentationml.slideLayout+xml"/>
  <Override PartName="/ppt/slideLayouts/slideLayout680.xml" ContentType="application/vnd.openxmlformats-officedocument.presentationml.slideLayout+xml"/>
  <Override PartName="/ppt/slideLayouts/slideLayout540.xml" ContentType="application/vnd.openxmlformats-officedocument.presentationml.slideLayout+xml"/>
  <Override PartName="/ppt/slideLayouts/slideLayout590.xml" ContentType="application/vnd.openxmlformats-officedocument.presentationml.slideLayout+xml"/>
  <Override PartName="/ppt/slideLayouts/slideLayout640.xml" ContentType="application/vnd.openxmlformats-officedocument.presentationml.slideLayout+xml"/>
  <Override PartName="/ppt/slideLayouts/slideLayout490.xml" ContentType="application/vnd.openxmlformats-officedocument.presentationml.slideLayout+xml"/>
  <Override PartName="/ppt/slideLayouts/slideLayout630.xml" ContentType="application/vnd.openxmlformats-officedocument.presentationml.slideLayout+xml"/>
  <Override PartName="/ppt/slideLayouts/slideLayout670.xml" ContentType="application/vnd.openxmlformats-officedocument.presentationml.slideLayout+xml"/>
  <Override PartName="/ppt/slideLayouts/slideLayout480.xml" ContentType="application/vnd.openxmlformats-officedocument.presentationml.slideLayout+xml"/>
  <Override PartName="/ppt/slideLayouts/slideLayout530.xml" ContentType="application/vnd.openxmlformats-officedocument.presentationml.slideLayout+xml"/>
  <Override PartName="/ppt/slideLayouts/slideLayout580.xml" ContentType="application/vnd.openxmlformats-officedocument.presentationml.slideLayout+xml"/>
  <Override PartName="/ppt/slideLayouts/slideLayout520.xml" ContentType="application/vnd.openxmlformats-officedocument.presentationml.slideLayout+xml"/>
  <Override PartName="/ppt/slideLayouts/slideLayout620.xml" ContentType="application/vnd.openxmlformats-officedocument.presentationml.slideLayout+xml"/>
  <Override PartName="/ppt/slideLayouts/slideLayout570.xml" ContentType="application/vnd.openxmlformats-officedocument.presentationml.slideLayout+xml"/>
  <Override PartName="/ppt/slideLayouts/slideLayout660.xml" ContentType="application/vnd.openxmlformats-officedocument.presentationml.slideLayout+xml"/>
  <Override PartName="/ppt/slideLayouts/slideLayout511.xml" ContentType="application/vnd.openxmlformats-officedocument.presentationml.slideLayout+xml"/>
  <Override PartName="/ppt/slideLayouts/slideLayout560.xml" ContentType="application/vnd.openxmlformats-officedocument.presentationml.slideLayout+xml"/>
  <Override PartName="/ppt/slideLayouts/slideLayout610.xml" ContentType="application/vnd.openxmlformats-officedocument.presentationml.slideLayout+xml"/>
  <Override PartName="/ppt/theme/theme30.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4"/>
    <p:sldMasterId id="2147483751" r:id="rId5"/>
    <p:sldMasterId id="2147483862" r:id="rId6"/>
  </p:sldMasterIdLst>
  <p:notesMasterIdLst>
    <p:notesMasterId r:id="rId33"/>
  </p:notesMasterIdLst>
  <p:sldIdLst>
    <p:sldId id="256" r:id="rId7"/>
    <p:sldId id="2147482468" r:id="rId8"/>
    <p:sldId id="2147482459" r:id="rId9"/>
    <p:sldId id="2147482460" r:id="rId10"/>
    <p:sldId id="2147482469" r:id="rId11"/>
    <p:sldId id="2147482462" r:id="rId12"/>
    <p:sldId id="2147482463" r:id="rId13"/>
    <p:sldId id="2147482465" r:id="rId14"/>
    <p:sldId id="2147482466" r:id="rId15"/>
    <p:sldId id="2147482467" r:id="rId16"/>
    <p:sldId id="2147482456" r:id="rId17"/>
    <p:sldId id="2147482454" r:id="rId18"/>
    <p:sldId id="2147482452" r:id="rId19"/>
    <p:sldId id="2147482379" r:id="rId20"/>
    <p:sldId id="2147482415" r:id="rId21"/>
    <p:sldId id="2147482399" r:id="rId22"/>
    <p:sldId id="2147482360" r:id="rId23"/>
    <p:sldId id="2147482407" r:id="rId24"/>
    <p:sldId id="2147482408" r:id="rId25"/>
    <p:sldId id="2147482410" r:id="rId26"/>
    <p:sldId id="2147482412" r:id="rId27"/>
    <p:sldId id="2147480513" r:id="rId28"/>
    <p:sldId id="2147482449" r:id="rId29"/>
    <p:sldId id="2147482400" r:id="rId30"/>
    <p:sldId id="2147482445" r:id="rId31"/>
    <p:sldId id="2147482448"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13053D3B-78FE-48A0-93A4-19B998677AF4}">
          <p14:sldIdLst>
            <p14:sldId id="256"/>
            <p14:sldId id="2147482468"/>
            <p14:sldId id="2147482459"/>
            <p14:sldId id="2147482460"/>
            <p14:sldId id="2147482469"/>
            <p14:sldId id="2147482462"/>
            <p14:sldId id="2147482463"/>
            <p14:sldId id="2147482465"/>
            <p14:sldId id="2147482466"/>
            <p14:sldId id="2147482467"/>
            <p14:sldId id="2147482456"/>
            <p14:sldId id="2147482454"/>
            <p14:sldId id="2147482452"/>
            <p14:sldId id="2147482379"/>
            <p14:sldId id="2147482415"/>
            <p14:sldId id="2147482399"/>
            <p14:sldId id="2147482360"/>
            <p14:sldId id="2147482407"/>
            <p14:sldId id="2147482408"/>
            <p14:sldId id="2147482410"/>
            <p14:sldId id="2147482412"/>
            <p14:sldId id="2147480513"/>
            <p14:sldId id="2147482449"/>
            <p14:sldId id="2147482400"/>
            <p14:sldId id="2147482445"/>
            <p14:sldId id="214748244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ED1329-860A-62E3-281C-FB3BA4CFD3CE}" name="FERNETTE Gaëlle (SNCF CONSULTING)" initials="FC" userId="S::fgfe03841@commun.ad.sncf.fr::68c48933-a70b-4f7a-92a9-143485d6fdd9" providerId="AD"/>
  <p188:author id="{EC446E29-7BBC-20E7-420D-5CE230595EA6}" name="RAGEUL Caroline (SNCF CONSULTING)" initials="CR" userId="S::FCRL06242@COMMUN.AD.SNCF.FR::99c2e89e-bf39-4143-92cc-91520cba843f" providerId="AD"/>
  <p188:author id="{2CD2FECE-57E5-4BB3-D1C6-68CA6FCFA00B}" name="MOALIC Matéo (SNCF CONSULTING)" initials="MM" userId="S::FMMC04261@COMMUN.AD.SNCF.FR::d4e49094-1ccb-439f-9a74-5a0d19b50d91" providerId="AD"/>
  <p188:author id="{FB6538FE-7A06-376B-C6E9-148CB716ED0B}" name="FERNETTE Gaëlle (SNCF CONSULTING)" initials="GF" userId="S::FGFE03841@COMMUN.AD.SNCF.FR::68c48933-a70b-4f7a-92a9-143485d6fdd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9B7A1"/>
    <a:srgbClr val="DFF1ED"/>
    <a:srgbClr val="326B93"/>
    <a:srgbClr val="DC582A"/>
    <a:srgbClr val="1990D8"/>
    <a:srgbClr val="DAAA00"/>
    <a:srgbClr val="306A92"/>
    <a:srgbClr val="C3E9FF"/>
    <a:srgbClr val="000000"/>
    <a:srgbClr val="009A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8/10/relationships/authors" Target="authors.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ALIC Matéo (SNCF CONSULTING)" userId="d4e49094-1ccb-439f-9a74-5a0d19b50d91" providerId="ADAL" clId="{42B45165-49F7-4B1F-BECC-ABF9B52CDA21}"/>
    <pc:docChg chg="modSld">
      <pc:chgData name="MOALIC Matéo (SNCF CONSULTING)" userId="d4e49094-1ccb-439f-9a74-5a0d19b50d91" providerId="ADAL" clId="{42B45165-49F7-4B1F-BECC-ABF9B52CDA21}" dt="2026-08-24T12:27:26.206" v="4" actId="20577"/>
      <pc:docMkLst>
        <pc:docMk/>
      </pc:docMkLst>
      <pc:sldChg chg="modSp mod">
        <pc:chgData name="MOALIC Matéo (SNCF CONSULTING)" userId="d4e49094-1ccb-439f-9a74-5a0d19b50d91" providerId="ADAL" clId="{42B45165-49F7-4B1F-BECC-ABF9B52CDA21}" dt="2026-08-24T12:27:26.206" v="4" actId="20577"/>
        <pc:sldMkLst>
          <pc:docMk/>
          <pc:sldMk cId="311679100" sldId="2147482468"/>
        </pc:sldMkLst>
        <pc:spChg chg="mod">
          <ac:chgData name="MOALIC Matéo (SNCF CONSULTING)" userId="d4e49094-1ccb-439f-9a74-5a0d19b50d91" providerId="ADAL" clId="{42B45165-49F7-4B1F-BECC-ABF9B52CDA21}" dt="2026-08-24T12:27:23.965" v="2" actId="20577"/>
          <ac:spMkLst>
            <pc:docMk/>
            <pc:sldMk cId="311679100" sldId="2147482468"/>
            <ac:spMk id="38" creationId="{F7C5EE08-6033-5E98-05A5-EE79646F4103}"/>
          </ac:spMkLst>
        </pc:spChg>
        <pc:spChg chg="mod">
          <ac:chgData name="MOALIC Matéo (SNCF CONSULTING)" userId="d4e49094-1ccb-439f-9a74-5a0d19b50d91" providerId="ADAL" clId="{42B45165-49F7-4B1F-BECC-ABF9B52CDA21}" dt="2026-08-24T12:27:26.206" v="4" actId="20577"/>
          <ac:spMkLst>
            <pc:docMk/>
            <pc:sldMk cId="311679100" sldId="2147482468"/>
            <ac:spMk id="48" creationId="{34D2350F-C207-B20A-8304-A67E826D933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4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96137-5438-4DCD-B013-B19C9203F50C}" type="datetimeFigureOut">
              <a:rPr lang="fr-FR" smtClean="0"/>
              <a:t>02/09/2026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0DA2D-AFEE-48F4-A89A-B40E29BE4994}" type="slidenum">
              <a:rPr lang="fr-FR" smtClean="0"/>
              <a:t>‹N°›</a:t>
            </a:fld>
            <a:endParaRPr lang="fr-FR"/>
          </a:p>
        </p:txBody>
      </p:sp>
    </p:spTree>
    <p:extLst>
      <p:ext uri="{BB962C8B-B14F-4D97-AF65-F5344CB8AC3E}">
        <p14:creationId xmlns:p14="http://schemas.microsoft.com/office/powerpoint/2010/main" val="159352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96137-5438-4DCD-B013-B19C9203F50C}" type="datetimeFigureOut">
              <a:rPr lang="fr-FR" smtClean="0"/>
              <a:t>30/07/2026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0DA2D-AFEE-48F4-A89A-B40E29BE4994}" type="slidenum">
              <a:rPr lang="fr-FR" smtClean="0"/>
              <a:t>‹#›</a:t>
            </a:fld>
            <a:endParaRPr lang="fr-FR"/>
          </a:p>
        </p:txBody>
      </p:sp>
    </p:spTree>
    <p:extLst>
      <p:ext uri="{BB962C8B-B14F-4D97-AF65-F5344CB8AC3E}">
        <p14:creationId xmlns:p14="http://schemas.microsoft.com/office/powerpoint/2010/main" val="1593528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0.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0.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0.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0.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0.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0.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0.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0.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0.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0.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0.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0.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0.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0.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0.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7009386E-7ADE-4413-BA4C-766B10EA57A4}" type="slidenum">
              <a:rPr lang="en-US" smtClean="0"/>
              <a:t>1</a:t>
            </a:fld>
            <a:endParaRPr lang="en-US"/>
          </a:p>
        </p:txBody>
      </p:sp>
    </p:spTree>
    <p:extLst>
      <p:ext uri="{BB962C8B-B14F-4D97-AF65-F5344CB8AC3E}">
        <p14:creationId xmlns:p14="http://schemas.microsoft.com/office/powerpoint/2010/main" val="304958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6F4B1-7F2C-AE8B-1D90-C5E9D3B0D57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834B0F-C75A-860A-7A21-F070AD50612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8B7483C-1F12-8D55-33B8-D24002998943}"/>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F8CC1665-8E46-75E3-97EF-384E1FA773A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335935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61783-73DF-A9AB-1FC0-74E4FFEF9D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4E42BB-A0CB-8A66-23DA-655C025783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5729C5-1165-B1BE-5FEE-E9AB53E4AA3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EBF26E25-43D1-9E3C-9C0A-0A0412AF26B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01609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D37E-8452-944D-A554-1D7B4311F0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9A429E-7DD0-B4FA-5094-3A5D8F54735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7F016F3-93A5-DBBD-87BD-5F31DBA12DA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9B2C82D-172A-AE9A-A08D-034C7E78863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143816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5D125-C2C5-FDAF-AF5B-5ADA9E7CAA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7F3A5F1-6F0C-6282-F8D2-CE3A16DF1A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8FF8399-D544-368E-F9ED-457B63F5FDE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211553F-00F1-6DBA-67AF-4343F195F41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713884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878F-26F6-DF58-C13B-40CB67A545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99E5B5-2C67-9130-E20E-91BE7BEC282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B6CEAF-6441-8DB6-0B7D-8D43A1937E0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24E1F31-0A69-E4A4-9DCD-420B5FAF2A1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5127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40872-3376-276F-8572-4FC57603A9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D78E68-ADF8-C040-CE70-1FFC0F4D333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2BE7BC9-854F-E520-21EB-F4B102282BF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4A5DBE0-C80A-AA16-1D5B-8CA550D0EFB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389511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2183D-9FEC-6A0B-880D-1686B8E9C3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F767E5-B43A-FB04-1251-0D3A169BAA1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B23570-E615-2619-9B4A-635CD36243F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1FE391D-990F-7195-B5CE-21AD6DB68D3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021397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E878-BB1F-59B4-A83A-AC3CC6A823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112684-DF8F-1987-6BA9-94C3654D1D4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8553828-0263-B0EA-8832-09C97BB6DA2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B64E6CF-AC64-1DB6-243B-84FC3075B56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683724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85E93-B7AA-6C74-0079-DF8FC97DAA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0EE70F-FC04-0B63-8A50-E39DA183684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1AADF14-8B69-E454-8D25-4660C1651EA2}"/>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530B81C0-352F-FE1C-98AE-AE9CD7A2E2A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96531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FEDB-7E00-030A-2FAC-39A65E4104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C4C3A9-BCA6-6D86-0EFE-A758A24D882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9BDDEF1-967D-8919-DBBC-CD89401DC39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59B5506-21F0-DAFC-D2A6-3DEA3920C7A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45302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1E98-6E95-DD4F-523E-F8D1866384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00271B-2874-B1AB-695F-A99257B6FD4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44310F-5160-35BE-7FA1-75ECF2FFC3D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1CC8ED9-8463-2390-D4EA-1E41B2F2C6D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17954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9E41-065A-CDB1-4152-7E67B3BDCF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34A087-1D4D-BB36-AA54-84E9166F1A8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5719080-C286-A2F0-53F8-BC7F92BE882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A7AC88F-9F13-D05E-98E5-E7E53E993EF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78909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BC38-3DF9-0879-FD23-D50293F956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F8B70C-6141-08CD-5274-6FD6DD780B2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4EBEBBC-0BC6-9DD6-7D70-72A316A4DAD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8775487-DE6A-5253-019A-76DACC89BA2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08654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A73B-8266-A118-9661-3E11274A47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017C9F-1CBE-83FE-5AD2-D838E61B97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B009F3-D582-0094-1230-A10B54ACEFE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3984D97-2215-73A6-4A47-88818E100CC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31540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5518-968A-2059-A167-E167D7E117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5F505A-F30E-A743-3D65-B26057361B4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68E310-84C1-AC99-2240-6FA87A15E4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0B2211-BCD3-0EA9-CEAA-64B0735649A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487222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2DE5-2B07-C966-1DEE-9E3E3B9C80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DB3A6A-ED51-6F61-A312-DC7DF6D140F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A7FC84-1844-74C5-2AC4-8015709E157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75A6D1-AEB0-7162-F184-F4B90CE790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28158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CD48-3C66-3718-61E0-74E731E5C0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0DBFE5-56E5-5661-2949-FF63DD5869A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D9B60C-4A02-3D28-3C41-1ECD987B004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7B888FB-E8B1-2EAE-360D-2C1B0E0F085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702926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D499-3285-8ADF-25A6-64D63F113E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79CC16-3B61-46B9-6B84-FFD3F68923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3E79EC-F618-1811-BEF4-1462D7F18F5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6F4A538-48BF-68DB-F49E-AD05EAF52A8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9379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0A25B-12F2-4055-909E-2D52B0979A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E8D438-7F54-8353-C50B-9507EF1CC47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170E859-A2FD-E997-4F8B-4D9F4CAA7E9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88CEACA-3CC5-2164-1241-F82412C1F98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7365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9CA88-C0EC-72FC-02E8-E05178E53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994AD3-C6FC-A065-B954-D14CC269E5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A5C7B4-309D-A107-2F1B-570625857A4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0BE83F3-4A5F-B292-8E9E-891513198A4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8727863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e la date 3"/>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 septembre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3112441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5E02-F391-3E63-1FCC-C8B71F1589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9CC8C3-EDCA-7DC1-1BB5-B7F67CDCFD7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CFB6C4F-2E41-7032-A65E-A71046821F4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6C217C9-05B4-E084-887E-1EF0DA01BCE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5152788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FEF2-4B38-43C8-6909-670CDE7B38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66384C-69D7-5BF0-5B3E-0FF34068C4C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6789AB3-42F2-2CCE-7E01-0D7BA58E8CB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08CC1E8-2656-804C-DFA6-5087CEEA57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70498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5DA86-7AA7-5297-683F-97215211C4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B65F8C-A662-E98F-0014-D4D0B0651C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6ACA24E-FCE4-7BFA-0A29-CCCFF8A8F5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BD7E23-3AD1-25EF-59D3-AD71150F7E5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462821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F6DD-01CB-D5C7-B5FD-5C6D3E5C57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ABBB44-BF4F-ACCE-D4AE-00956B3003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F6C512-F995-76EC-78B3-178D8A3C3DFC}"/>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1625233B-40A3-ADDA-EEEB-373BAE0CCD0D}"/>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 septembre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2BDE9244-3145-AF23-C5F1-C3B08FFB88BC}"/>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E2AA570C-4033-519B-0A67-3BF7E67E83BB}"/>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40418944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FEDB-7E00-030A-2FAC-39A65E4104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C4C3A9-BCA6-6D86-0EFE-A758A24D882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9BDDEF1-967D-8919-DBBC-CD89401DC391}"/>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59B5506-21F0-DAFC-D2A6-3DEA3920C7A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4530215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91E98-6E95-DD4F-523E-F8D1866384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00271B-2874-B1AB-695F-A99257B6FD4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944310F-5160-35BE-7FA1-75ECF2FFC3D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1CC8ED9-8463-2390-D4EA-1E41B2F2C6D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1795418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9E41-065A-CDB1-4152-7E67B3BDCF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34A087-1D4D-BB36-AA54-84E9166F1A8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5719080-C286-A2F0-53F8-BC7F92BE882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A7AC88F-9F13-D05E-98E5-E7E53E993EF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7890999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BC38-3DF9-0879-FD23-D50293F956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F8B70C-6141-08CD-5274-6FD6DD780B2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4EBEBBC-0BC6-9DD6-7D70-72A316A4DAD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8775487-DE6A-5253-019A-76DACC89BA2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90865433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AA73B-8266-A118-9661-3E11274A47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017C9F-1CBE-83FE-5AD2-D838E61B97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B009F3-D582-0094-1230-A10B54ACEFE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B3984D97-2215-73A6-4A47-88818E100CC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3154074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5518-968A-2059-A167-E167D7E117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5F505A-F30E-A743-3D65-B26057361B4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F68E310-84C1-AC99-2240-6FA87A15E4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0B2211-BCD3-0EA9-CEAA-64B0735649A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48722253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2DE5-2B07-C966-1DEE-9E3E3B9C80F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DB3A6A-ED51-6F61-A312-DC7DF6D140F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1A7FC84-1844-74C5-2AC4-8015709E157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75A6D1-AEB0-7162-F184-F4B90CE7909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228158708"/>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CD48-3C66-3718-61E0-74E731E5C0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0DBFE5-56E5-5661-2949-FF63DD5869A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D9B60C-4A02-3D28-3C41-1ECD987B004B}"/>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7B888FB-E8B1-2EAE-360D-2C1B0E0F085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702926578"/>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D499-3285-8ADF-25A6-64D63F113ED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79CC16-3B61-46B9-6B84-FFD3F689236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3E79EC-F618-1811-BEF4-1462D7F18F5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6F4A538-48BF-68DB-F49E-AD05EAF52A8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9379635"/>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0A25B-12F2-4055-909E-2D52B0979A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E8D438-7F54-8353-C50B-9507EF1CC47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170E859-A2FD-E997-4F8B-4D9F4CAA7E9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88CEACA-3CC5-2164-1241-F82412C1F98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7365972"/>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9CA88-C0EC-72FC-02E8-E05178E531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994AD3-C6FC-A065-B954-D14CC269E5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0A5C7B4-309D-A107-2F1B-570625857A4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30BE83F3-4A5F-B292-8E9E-891513198A4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872786328"/>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e la date 3"/>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30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3112441047"/>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45E02-F391-3E63-1FCC-C8B71F1589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D9CC8C3-EDCA-7DC1-1BB5-B7F67CDCFD7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CFB6C4F-2E41-7032-A65E-A71046821F4A}"/>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86C217C9-05B4-E084-887E-1EF0DA01BCE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515278882"/>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FEF2-4B38-43C8-6909-670CDE7B38B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66384C-69D7-5BF0-5B3E-0FF34068C4C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6789AB3-42F2-2CCE-7E01-0D7BA58E8CB5}"/>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08CC1E8-2656-804C-DFA6-5087CEEA57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70498868"/>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5DA86-7AA7-5297-683F-97215211C4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B65F8C-A662-E98F-0014-D4D0B0651C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6ACA24E-FCE4-7BFA-0A29-CCCFF8A8F559}"/>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73BD7E23-3AD1-25EF-59D3-AD71150F7E5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CCBB1F9-CE7F-40A7-9E6B-7D343C30EAF0}" type="slidenum">
              <a:rPr kumimoji="0" lang="fr-FR"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146282158"/>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DF6DD-01CB-D5C7-B5FD-5C6D3E5C57A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ABBB44-BF4F-ACCE-D4AE-00956B3003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F6C512-F995-76EC-78B3-178D8A3C3DFC}"/>
              </a:ext>
            </a:extLst>
          </p:cNvPr>
          <p:cNvSpPr>
            <a:spLocks noGrp="1"/>
          </p:cNvSpPr>
          <p:nvPr>
            <p:ph type="body" idx="1"/>
          </p:nvPr>
        </p:nvSpPr>
        <p:spPr/>
        <p:txBody>
          <a:bodyPr/>
          <a:lstStyle/>
          <a:p>
            <a:endParaRPr lang="fr-FR"/>
          </a:p>
        </p:txBody>
      </p:sp>
      <p:sp>
        <p:nvSpPr>
          <p:cNvPr id="4" name="Espace réservé de la date 3">
            <a:extLst>
              <a:ext uri="{FF2B5EF4-FFF2-40B4-BE49-F238E27FC236}">
                <a16:creationId xmlns:a16="http://schemas.microsoft.com/office/drawing/2014/main" id="{1625233B-40A3-ADDA-EEEB-373BAE0CCD0D}"/>
              </a:ext>
            </a:extLst>
          </p:cNvPr>
          <p:cNvSpPr>
            <a:spLocks noGrp="1"/>
          </p:cNvSpPr>
          <p:nvPr>
            <p:ph type="dt" idx="1"/>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9F0630E8-19FF-480C-B888-0EC22DD098E3}" type="datetime4">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30 juillet 2026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
        <p:nvSpPr>
          <p:cNvPr id="5" name="Espace réservé du pied de page 4">
            <a:extLst>
              <a:ext uri="{FF2B5EF4-FFF2-40B4-BE49-F238E27FC236}">
                <a16:creationId xmlns:a16="http://schemas.microsoft.com/office/drawing/2014/main" id="{2BDE9244-3145-AF23-C5F1-C3B08FFB88BC}"/>
              </a:ext>
            </a:extLst>
          </p:cNvPr>
          <p:cNvSpPr>
            <a:spLocks noGrp="1"/>
          </p:cNvSpPr>
          <p:nvPr>
            <p:ph type="ftr" sz="quarter" idx="4"/>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rPr>
              <a:t>Nom de la direction / Émetteur</a:t>
            </a:r>
          </a:p>
        </p:txBody>
      </p:sp>
      <p:sp>
        <p:nvSpPr>
          <p:cNvPr id="6" name="Espace réservé du numéro de diapositive 5">
            <a:extLst>
              <a:ext uri="{FF2B5EF4-FFF2-40B4-BE49-F238E27FC236}">
                <a16:creationId xmlns:a16="http://schemas.microsoft.com/office/drawing/2014/main" id="{E2AA570C-4033-519B-0A67-3BF7E67E83BB}"/>
              </a:ext>
            </a:extLst>
          </p:cNvPr>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009386E-7ADE-4413-BA4C-766B10EA57A4}" type="slidenum">
              <a:rPr kumimoji="0" lang="fr-FR" sz="1200" b="0" i="0" u="none" strike="noStrike" kern="1200" cap="none" spc="0" normalizeH="0" baseline="0" noProof="0" smtClean="0">
                <a:ln>
                  <a:noFill/>
                </a:ln>
                <a:solidFill>
                  <a:prstClr val="black"/>
                </a:solidFill>
                <a:effectLst/>
                <a:uLnTx/>
                <a:uFillTx/>
                <a:latin typeface="Avenir LT Std 45 Book" panose="020B050202020302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Avenir LT Std 45 Book" panose="020B0502020203020204"/>
              <a:ea typeface="+mn-ea"/>
              <a:cs typeface="+mn-cs"/>
            </a:endParaRPr>
          </a:p>
        </p:txBody>
      </p:sp>
    </p:spTree>
    <p:extLst>
      <p:ext uri="{BB962C8B-B14F-4D97-AF65-F5344CB8AC3E}">
        <p14:creationId xmlns:p14="http://schemas.microsoft.com/office/powerpoint/2010/main" val="404189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7.jpe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1.jpe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2.jpe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12.jpe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8.jpe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6.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10.xml"/><Relationship Id="rId4" Type="http://schemas.openxmlformats.org/officeDocument/2006/relationships/image" Target="../media/image3.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7.jpe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4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10.jpeg"/></Relationships>
</file>

<file path=ppt/slideLayouts/_rels/slideLayout4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6.png"/></Relationships>
</file>

<file path=ppt/slideLayouts/_rels/slideLayout4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7.jpeg"/></Relationships>
</file>

<file path=ppt/slideLayouts/_rels/slideLayout5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6" Type="http://schemas.openxmlformats.org/officeDocument/2006/relationships/image" Target="../media/image2.svg"/><Relationship Id="rId5" Type="http://schemas.openxmlformats.org/officeDocument/2006/relationships/image" Target="../media/image9.jpeg"/><Relationship Id="rId4" Type="http://schemas.openxmlformats.org/officeDocument/2006/relationships/image" Target="../media/image8.jpeg"/></Relationships>
</file>

<file path=ppt/slideLayouts/_rels/slideLayout5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0.xml"/><Relationship Id="rId4" Type="http://schemas.openxmlformats.org/officeDocument/2006/relationships/image" Target="../media/image11.jpeg"/></Relationships>
</file>

<file path=ppt/slideLayouts/_rels/slideLayout5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10.jpeg"/></Relationships>
</file>

<file path=ppt/slideLayouts/_rels/slideLayout5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11.jpeg"/></Relationships>
</file>

<file path=ppt/slideLayouts/_rels/slideLayout5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12.jpeg"/></Relationships>
</file>

<file path=ppt/slideLayouts/_rels/slideLayout5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4" Type="http://schemas.openxmlformats.org/officeDocument/2006/relationships/image" Target="../media/image8.jpeg"/></Relationships>
</file>

<file path=ppt/slideLayouts/_rels/slideLayout5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 Id="rId5" Type="http://schemas.openxmlformats.org/officeDocument/2006/relationships/image" Target="../media/image2.svg"/><Relationship Id="rId4" Type="http://schemas.openxmlformats.org/officeDocument/2006/relationships/image" Target="../media/image13.png"/></Relationships>
</file>

<file path=ppt/slideLayouts/_rels/slideLayout5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30.xml"/></Relationships>
</file>

<file path=ppt/slideLayouts/_rels/slideLayout5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0.xml"/></Relationships>
</file>

<file path=ppt/slideLayouts/_rels/slideLayout5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0.xml"/></Relationships>
</file>

<file path=ppt/slideLayouts/_rels/slideLayout5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slideMaster" Target="../slideMasters/slideMaster30.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6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svg"/><Relationship Id="rId1" Type="http://schemas.openxmlformats.org/officeDocument/2006/relationships/slideMaster" Target="../slideMasters/slideMaster30.xml"/><Relationship Id="rId4" Type="http://schemas.openxmlformats.org/officeDocument/2006/relationships/image" Target="../media/image3.png"/></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4037209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1992396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58000"/>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300115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9847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42276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035652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823404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2578610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3172518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13192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695006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4084719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278302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30816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56082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90449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1998276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32093794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3391186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‹N°›</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303397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400975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baseline="0"/>
            </a:lvl1pPr>
          </a:lstStyle>
          <a:p>
            <a:r>
              <a:rPr lang="fr-FR"/>
              <a:t>TITRE, sur 2 lignes, 24, </a:t>
            </a:r>
            <a:r>
              <a:rPr lang="fr-FR" err="1"/>
              <a:t>arial</a:t>
            </a:r>
            <a:endParaRPr lang="fr-FR"/>
          </a:p>
        </p:txBody>
      </p:sp>
      <p:sp>
        <p:nvSpPr>
          <p:cNvPr id="5" name="Espace réservé du texte 4"/>
          <p:cNvSpPr>
            <a:spLocks noGrp="1"/>
          </p:cNvSpPr>
          <p:nvPr>
            <p:ph type="body" sz="quarter" idx="10"/>
          </p:nvPr>
        </p:nvSpPr>
        <p:spPr/>
        <p:txBody>
          <a:bodyPr/>
          <a:lstStyle/>
          <a:p>
            <a:pPr lvl="0"/>
            <a:r>
              <a:rPr lang="fr-FR"/>
              <a:t>Modifiez les styles du texte du masque</a:t>
            </a:r>
          </a:p>
          <a:p>
            <a:pPr lvl="1"/>
            <a:r>
              <a:rPr lang="fr-FR"/>
              <a:t>Deuxième niveau</a:t>
            </a:r>
          </a:p>
          <a:p>
            <a:pPr lvl="2"/>
            <a:r>
              <a:rPr lang="fr-FR"/>
              <a:t>Troisième niveau</a:t>
            </a:r>
          </a:p>
        </p:txBody>
      </p:sp>
    </p:spTree>
    <p:extLst>
      <p:ext uri="{BB962C8B-B14F-4D97-AF65-F5344CB8AC3E}">
        <p14:creationId xmlns:p14="http://schemas.microsoft.com/office/powerpoint/2010/main" val="3810706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ommaire_type_1">
    <p:spTree>
      <p:nvGrpSpPr>
        <p:cNvPr id="1" name=""/>
        <p:cNvGrpSpPr/>
        <p:nvPr/>
      </p:nvGrpSpPr>
      <p:grpSpPr>
        <a:xfrm>
          <a:off x="0" y="0"/>
          <a:ext cx="0" cy="0"/>
          <a:chOff x="0" y="0"/>
          <a:chExt cx="0" cy="0"/>
        </a:xfrm>
      </p:grpSpPr>
      <p:sp>
        <p:nvSpPr>
          <p:cNvPr id="2" name="Titre 1"/>
          <p:cNvSpPr>
            <a:spLocks noGrp="1"/>
          </p:cNvSpPr>
          <p:nvPr>
            <p:ph type="title"/>
          </p:nvPr>
        </p:nvSpPr>
        <p:spPr bwMode="gray">
          <a:xfrm>
            <a:off x="719762" y="648003"/>
            <a:ext cx="10752667" cy="619884"/>
          </a:xfrm>
        </p:spPr>
        <p:txBody>
          <a:bodyPr/>
          <a:lstStyle>
            <a:lvl1pPr>
              <a:defRPr b="0"/>
            </a:lvl1pPr>
          </a:lstStyle>
          <a:p>
            <a:r>
              <a:rPr lang="fr-FR" noProof="0"/>
              <a:t>Cliquez et modifiez le titre</a:t>
            </a:r>
          </a:p>
        </p:txBody>
      </p:sp>
      <p:sp>
        <p:nvSpPr>
          <p:cNvPr id="14" name="Espace réservé du texte 13"/>
          <p:cNvSpPr>
            <a:spLocks noGrp="1"/>
          </p:cNvSpPr>
          <p:nvPr>
            <p:ph type="body" sz="quarter" idx="13"/>
          </p:nvPr>
        </p:nvSpPr>
        <p:spPr bwMode="gray">
          <a:xfrm>
            <a:off x="719692" y="1690533"/>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1200156" y="2053800"/>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b="1"/>
            </a:lvl3pPr>
            <a:lvl4pPr marL="143100" indent="0">
              <a:buNone/>
              <a:defRPr sz="1300" b="1"/>
            </a:lvl4pPr>
          </a:lstStyle>
          <a:p>
            <a:pPr lvl="0"/>
            <a:r>
              <a:rPr lang="fr-FR"/>
              <a:t>Cliquez pour modifier les styles du texte du masque</a:t>
            </a:r>
          </a:p>
          <a:p>
            <a:pPr lvl="1"/>
            <a:r>
              <a:rPr lang="fr-FR"/>
              <a:t>Deuxième niveau</a:t>
            </a:r>
          </a:p>
        </p:txBody>
      </p:sp>
      <p:sp>
        <p:nvSpPr>
          <p:cNvPr id="18" name="Espace réservé du texte 13"/>
          <p:cNvSpPr>
            <a:spLocks noGrp="1"/>
          </p:cNvSpPr>
          <p:nvPr>
            <p:ph type="body" sz="quarter" idx="15"/>
          </p:nvPr>
        </p:nvSpPr>
        <p:spPr bwMode="gray">
          <a:xfrm>
            <a:off x="719692" y="2743411"/>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19" name="Espace réservé du texte 11"/>
          <p:cNvSpPr>
            <a:spLocks noGrp="1"/>
          </p:cNvSpPr>
          <p:nvPr>
            <p:ph type="body" sz="quarter" idx="16"/>
          </p:nvPr>
        </p:nvSpPr>
        <p:spPr bwMode="gray">
          <a:xfrm>
            <a:off x="1200156" y="3106677"/>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20" name="Espace réservé du texte 13"/>
          <p:cNvSpPr>
            <a:spLocks noGrp="1"/>
          </p:cNvSpPr>
          <p:nvPr>
            <p:ph type="body" sz="quarter" idx="17"/>
          </p:nvPr>
        </p:nvSpPr>
        <p:spPr bwMode="gray">
          <a:xfrm>
            <a:off x="719692" y="3802335"/>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21" name="Espace réservé du texte 11"/>
          <p:cNvSpPr>
            <a:spLocks noGrp="1"/>
          </p:cNvSpPr>
          <p:nvPr>
            <p:ph type="body" sz="quarter" idx="18"/>
          </p:nvPr>
        </p:nvSpPr>
        <p:spPr bwMode="gray">
          <a:xfrm>
            <a:off x="1200156" y="4165601"/>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22" name="Espace réservé du texte 13"/>
          <p:cNvSpPr>
            <a:spLocks noGrp="1"/>
          </p:cNvSpPr>
          <p:nvPr>
            <p:ph type="body" sz="quarter" idx="19"/>
          </p:nvPr>
        </p:nvSpPr>
        <p:spPr bwMode="gray">
          <a:xfrm>
            <a:off x="719692" y="4869587"/>
            <a:ext cx="4726037" cy="230832"/>
          </a:xfrm>
          <a:solidFill>
            <a:schemeClr val="accent1"/>
          </a:solidFill>
        </p:spPr>
        <p:txBody>
          <a:bodyPr wrap="none">
            <a:spAutoFit/>
          </a:bodyPr>
          <a:lstStyle>
            <a:lvl1pPr>
              <a:lnSpc>
                <a:spcPct val="100000"/>
              </a:lnSpc>
              <a:spcAft>
                <a:spcPts val="0"/>
              </a:spcAft>
              <a:tabLst>
                <a:tab pos="353378" algn="l"/>
              </a:tabLst>
              <a:defRPr sz="1500" b="0" cap="all" baseline="0">
                <a:solidFill>
                  <a:schemeClr val="bg1"/>
                </a:solidFill>
                <a:latin typeface="Avenir LT Std 65 Medium" pitchFamily="34" charset="0"/>
              </a:defRPr>
            </a:lvl1pPr>
          </a:lstStyle>
          <a:p>
            <a:pPr lvl="0"/>
            <a:r>
              <a:rPr lang="fr-FR"/>
              <a:t>Cliquez pour modifier les styles du texte du masque</a:t>
            </a:r>
          </a:p>
        </p:txBody>
      </p:sp>
      <p:sp>
        <p:nvSpPr>
          <p:cNvPr id="23" name="Espace réservé du texte 11"/>
          <p:cNvSpPr>
            <a:spLocks noGrp="1"/>
          </p:cNvSpPr>
          <p:nvPr>
            <p:ph type="body" sz="quarter" idx="20"/>
          </p:nvPr>
        </p:nvSpPr>
        <p:spPr bwMode="gray">
          <a:xfrm>
            <a:off x="1200156" y="5232853"/>
            <a:ext cx="10272183" cy="624000"/>
          </a:xfrm>
        </p:spPr>
        <p:txBody>
          <a:bodyPr/>
          <a:lstStyle>
            <a:lvl1pPr marL="143100" indent="-143100">
              <a:lnSpc>
                <a:spcPct val="90000"/>
              </a:lnSpc>
              <a:spcAft>
                <a:spcPts val="0"/>
              </a:spcAft>
              <a:buFont typeface="Avenir LT Std 45 Book" pitchFamily="34" charset="0"/>
              <a:buChar char="+"/>
              <a:defRPr sz="1500" b="0" cap="all" baseline="0">
                <a:solidFill>
                  <a:schemeClr val="tx1"/>
                </a:solidFill>
                <a:latin typeface="+mn-lt"/>
              </a:defRPr>
            </a:lvl1pPr>
            <a:lvl2pPr marL="143100">
              <a:lnSpc>
                <a:spcPct val="90000"/>
              </a:lnSpc>
              <a:spcAft>
                <a:spcPts val="0"/>
              </a:spcAft>
              <a:defRPr b="0">
                <a:latin typeface="Avenir LT Std 65 Medium" pitchFamily="34" charset="0"/>
              </a:defRPr>
            </a:lvl2pPr>
            <a:lvl3pPr indent="0">
              <a:spcAft>
                <a:spcPts val="0"/>
              </a:spcAft>
              <a:buNone/>
              <a:defRPr/>
            </a:lvl3pPr>
          </a:lstStyle>
          <a:p>
            <a:pPr lvl="0"/>
            <a:r>
              <a:rPr lang="fr-FR"/>
              <a:t>Cliquez pour modifier les styles du texte du masque</a:t>
            </a:r>
          </a:p>
          <a:p>
            <a:pPr lvl="1"/>
            <a:r>
              <a:rPr lang="fr-FR"/>
              <a:t>Deuxième niveau</a:t>
            </a:r>
          </a:p>
        </p:txBody>
      </p:sp>
      <p:sp>
        <p:nvSpPr>
          <p:cNvPr id="11" name="Espace réservé de la date 3"/>
          <p:cNvSpPr>
            <a:spLocks noGrp="1"/>
          </p:cNvSpPr>
          <p:nvPr>
            <p:ph type="dt" sz="half" idx="21"/>
          </p:nvPr>
        </p:nvSpPr>
        <p:spPr/>
        <p:txBody>
          <a:bodyPr/>
          <a:lstStyle>
            <a:lvl1pPr>
              <a:defRPr/>
            </a:lvl1pPr>
          </a:lstStyle>
          <a:p>
            <a:endParaRPr lang="fr-FR">
              <a:solidFill>
                <a:srgbClr val="3C3732"/>
              </a:solidFill>
            </a:endParaRPr>
          </a:p>
        </p:txBody>
      </p:sp>
      <p:sp>
        <p:nvSpPr>
          <p:cNvPr id="15" name="Espace réservé du numéro de diapositive 5"/>
          <p:cNvSpPr>
            <a:spLocks noGrp="1"/>
          </p:cNvSpPr>
          <p:nvPr>
            <p:ph type="sldNum" sz="quarter" idx="23"/>
          </p:nvPr>
        </p:nvSpPr>
        <p:spPr/>
        <p:txBody>
          <a:bodyPr/>
          <a:lstStyle>
            <a:lvl1pPr>
              <a:defRPr/>
            </a:lvl1pPr>
          </a:lstStyle>
          <a:p>
            <a:pPr>
              <a:defRPr/>
            </a:pPr>
            <a:fld id="{FC1E98DD-B768-3F4B-ACFD-A6D2EF83081B}" type="slidenum">
              <a:rPr lang="fr-FR" altLang="fr-FR">
                <a:solidFill>
                  <a:srgbClr val="3C3732"/>
                </a:solidFill>
              </a:rPr>
              <a:pPr>
                <a:defRPr/>
              </a:pPr>
              <a:t>‹N°›</a:t>
            </a:fld>
            <a:endParaRPr lang="fr-FR" altLang="fr-FR">
              <a:solidFill>
                <a:srgbClr val="3C3732"/>
              </a:solidFill>
            </a:endParaRPr>
          </a:p>
        </p:txBody>
      </p:sp>
      <p:sp>
        <p:nvSpPr>
          <p:cNvPr id="16"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84314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ommaire_type_2">
    <p:spTree>
      <p:nvGrpSpPr>
        <p:cNvPr id="1" name=""/>
        <p:cNvGrpSpPr/>
        <p:nvPr/>
      </p:nvGrpSpPr>
      <p:grpSpPr>
        <a:xfrm>
          <a:off x="0" y="0"/>
          <a:ext cx="0" cy="0"/>
          <a:chOff x="0" y="0"/>
          <a:chExt cx="0" cy="0"/>
        </a:xfrm>
      </p:grpSpPr>
      <p:sp>
        <p:nvSpPr>
          <p:cNvPr id="2" name="Titre 1"/>
          <p:cNvSpPr>
            <a:spLocks noGrp="1"/>
          </p:cNvSpPr>
          <p:nvPr>
            <p:ph type="title"/>
          </p:nvPr>
        </p:nvSpPr>
        <p:spPr bwMode="gray">
          <a:xfrm>
            <a:off x="719811" y="648003"/>
            <a:ext cx="10752667" cy="619884"/>
          </a:xfrm>
        </p:spPr>
        <p:txBody>
          <a:bodyPr/>
          <a:lstStyle>
            <a:lvl1pPr>
              <a:defRPr b="0"/>
            </a:lvl1pPr>
          </a:lstStyle>
          <a:p>
            <a:r>
              <a:rPr lang="fr-FR" noProof="0"/>
              <a:t>Cliquez et modifiez le titre</a:t>
            </a:r>
          </a:p>
        </p:txBody>
      </p:sp>
      <p:sp>
        <p:nvSpPr>
          <p:cNvPr id="17" name="Espace réservé du texte 16"/>
          <p:cNvSpPr>
            <a:spLocks noGrp="1"/>
          </p:cNvSpPr>
          <p:nvPr>
            <p:ph type="body" sz="quarter" idx="13"/>
          </p:nvPr>
        </p:nvSpPr>
        <p:spPr bwMode="gray">
          <a:xfrm>
            <a:off x="719811" y="1701879"/>
            <a:ext cx="10752667" cy="4271433"/>
          </a:xfrm>
        </p:spPr>
        <p:txBody>
          <a:bodyPr/>
          <a:lstStyle>
            <a:lvl1pPr>
              <a:spcBef>
                <a:spcPts val="1400"/>
              </a:spcBef>
              <a:spcAft>
                <a:spcPts val="500"/>
              </a:spcAft>
              <a:defRPr sz="1500" b="0" cap="all" baseline="0">
                <a:latin typeface="Avenir LT Std 65 Medium" pitchFamily="34" charset="0"/>
              </a:defRPr>
            </a:lvl1pPr>
            <a:lvl2pPr>
              <a:lnSpc>
                <a:spcPct val="90000"/>
              </a:lnSpc>
              <a:spcAft>
                <a:spcPts val="0"/>
              </a:spcAft>
              <a:defRPr sz="1500" cap="all" baseline="0">
                <a:latin typeface="Avenir LT Std 55 Roman" pitchFamily="34" charset="0"/>
              </a:defRPr>
            </a:lvl2pPr>
            <a:lvl3pPr marL="0" indent="0">
              <a:lnSpc>
                <a:spcPct val="90000"/>
              </a:lnSpc>
              <a:spcAft>
                <a:spcPts val="0"/>
              </a:spcAft>
              <a:buNone/>
              <a:defRPr sz="1500" cap="all" baseline="0"/>
            </a:lvl3pPr>
            <a:lvl4pPr marL="0" indent="0">
              <a:lnSpc>
                <a:spcPct val="90000"/>
              </a:lnSpc>
              <a:spcAft>
                <a:spcPts val="0"/>
              </a:spcAft>
              <a:buNone/>
              <a:defRPr sz="1500" cap="all" baseline="0"/>
            </a:lvl4pPr>
            <a:lvl5pPr marL="0" indent="0">
              <a:lnSpc>
                <a:spcPct val="90000"/>
              </a:lnSpc>
              <a:spcAft>
                <a:spcPts val="0"/>
              </a:spcAft>
              <a:defRPr sz="1500" cap="all" baseline="0"/>
            </a:lvl5pPr>
          </a:lstStyle>
          <a:p>
            <a:pPr lvl="0"/>
            <a:r>
              <a:rPr lang="fr-FR"/>
              <a:t>Cliquez pour modifier les styles du texte du masque</a:t>
            </a:r>
          </a:p>
          <a:p>
            <a:pPr lvl="1"/>
            <a:r>
              <a:rPr lang="fr-FR"/>
              <a:t>Deuxième niveau</a:t>
            </a:r>
          </a:p>
        </p:txBody>
      </p:sp>
      <p:sp>
        <p:nvSpPr>
          <p:cNvPr id="4" name="Espace réservé de la date 3"/>
          <p:cNvSpPr>
            <a:spLocks noGrp="1"/>
          </p:cNvSpPr>
          <p:nvPr>
            <p:ph type="dt" sz="half" idx="14"/>
          </p:nvPr>
        </p:nvSpPr>
        <p:spPr/>
        <p:txBody>
          <a:bodyPr/>
          <a:lstStyle>
            <a:lvl1pPr>
              <a:defRPr/>
            </a:lvl1pPr>
          </a:lstStyle>
          <a:p>
            <a:endParaRPr lang="fr-FR">
              <a:solidFill>
                <a:srgbClr val="3C3732"/>
              </a:solidFill>
            </a:endParaRPr>
          </a:p>
        </p:txBody>
      </p:sp>
      <p:sp>
        <p:nvSpPr>
          <p:cNvPr id="6" name="Espace réservé du numéro de diapositive 5"/>
          <p:cNvSpPr>
            <a:spLocks noGrp="1"/>
          </p:cNvSpPr>
          <p:nvPr>
            <p:ph type="sldNum" sz="quarter" idx="16"/>
          </p:nvPr>
        </p:nvSpPr>
        <p:spPr/>
        <p:txBody>
          <a:bodyPr/>
          <a:lstStyle>
            <a:lvl1pPr>
              <a:defRPr/>
            </a:lvl1pPr>
          </a:lstStyle>
          <a:p>
            <a:pPr>
              <a:defRPr/>
            </a:pPr>
            <a:fld id="{C08BD3A3-FBA0-6C40-A3CE-7926C1CBC119}" type="slidenum">
              <a:rPr lang="fr-FR" altLang="fr-FR">
                <a:solidFill>
                  <a:srgbClr val="3C3732"/>
                </a:solidFill>
              </a:rPr>
              <a:pPr>
                <a:defRPr/>
              </a:pPr>
              <a:t>‹N°›</a:t>
            </a:fld>
            <a:endParaRPr lang="fr-FR" altLang="fr-FR">
              <a:solidFill>
                <a:srgbClr val="3C3732"/>
              </a:solidFill>
            </a:endParaRPr>
          </a:p>
        </p:txBody>
      </p:sp>
      <p:sp>
        <p:nvSpPr>
          <p:cNvPr id="7"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6252954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4" name="Rectangle 3"/>
          <p:cNvSpPr/>
          <p:nvPr userDrawn="1"/>
        </p:nvSpPr>
        <p:spPr bwMode="gray">
          <a:xfrm>
            <a:off x="239329" y="239288"/>
            <a:ext cx="11713633" cy="4705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0879" tIns="45431" rIns="90879" bIns="45431" anchor="ctr"/>
          <a:lstStyle>
            <a:lvl1pPr>
              <a:defRPr>
                <a:solidFill>
                  <a:schemeClr val="tx1"/>
                </a:solidFill>
                <a:latin typeface="Avenir LT Std 45 Book" charset="0"/>
                <a:ea typeface="ＭＳ Ｐゴシック" charset="-128"/>
              </a:defRPr>
            </a:lvl1pPr>
            <a:lvl2pPr marL="37931725" indent="-37474525">
              <a:defRPr>
                <a:solidFill>
                  <a:schemeClr val="tx1"/>
                </a:solidFill>
                <a:latin typeface="Avenir LT Std 45 Book" charset="0"/>
                <a:ea typeface="ＭＳ Ｐゴシック" charset="-128"/>
              </a:defRPr>
            </a:lvl2pPr>
            <a:lvl3pPr>
              <a:defRPr>
                <a:solidFill>
                  <a:schemeClr val="tx1"/>
                </a:solidFill>
                <a:latin typeface="Avenir LT Std 45 Book" charset="0"/>
                <a:ea typeface="ＭＳ Ｐゴシック" charset="-128"/>
              </a:defRPr>
            </a:lvl3pPr>
            <a:lvl4pPr>
              <a:defRPr>
                <a:solidFill>
                  <a:schemeClr val="tx1"/>
                </a:solidFill>
                <a:latin typeface="Avenir LT Std 45 Book" charset="0"/>
                <a:ea typeface="ＭＳ Ｐゴシック" charset="-128"/>
              </a:defRPr>
            </a:lvl4pPr>
            <a:lvl5pPr>
              <a:defRPr>
                <a:solidFill>
                  <a:schemeClr val="tx1"/>
                </a:solidFill>
                <a:latin typeface="Avenir LT Std 45 Book" charset="0"/>
                <a:ea typeface="ＭＳ Ｐゴシック" charset="-128"/>
              </a:defRPr>
            </a:lvl5pPr>
            <a:lvl6pPr marL="457200" fontAlgn="base">
              <a:spcBef>
                <a:spcPct val="0"/>
              </a:spcBef>
              <a:spcAft>
                <a:spcPct val="0"/>
              </a:spcAft>
              <a:defRPr>
                <a:solidFill>
                  <a:schemeClr val="tx1"/>
                </a:solidFill>
                <a:latin typeface="Avenir LT Std 45 Book" charset="0"/>
                <a:ea typeface="ＭＳ Ｐゴシック" charset="-128"/>
              </a:defRPr>
            </a:lvl6pPr>
            <a:lvl7pPr marL="914400" fontAlgn="base">
              <a:spcBef>
                <a:spcPct val="0"/>
              </a:spcBef>
              <a:spcAft>
                <a:spcPct val="0"/>
              </a:spcAft>
              <a:defRPr>
                <a:solidFill>
                  <a:schemeClr val="tx1"/>
                </a:solidFill>
                <a:latin typeface="Avenir LT Std 45 Book" charset="0"/>
                <a:ea typeface="ＭＳ Ｐゴシック" charset="-128"/>
              </a:defRPr>
            </a:lvl7pPr>
            <a:lvl8pPr marL="1371600" fontAlgn="base">
              <a:spcBef>
                <a:spcPct val="0"/>
              </a:spcBef>
              <a:spcAft>
                <a:spcPct val="0"/>
              </a:spcAft>
              <a:defRPr>
                <a:solidFill>
                  <a:schemeClr val="tx1"/>
                </a:solidFill>
                <a:latin typeface="Avenir LT Std 45 Book" charset="0"/>
                <a:ea typeface="ＭＳ Ｐゴシック" charset="-128"/>
              </a:defRPr>
            </a:lvl8pPr>
            <a:lvl9pPr marL="1828800" fontAlgn="base">
              <a:spcBef>
                <a:spcPct val="0"/>
              </a:spcBef>
              <a:spcAft>
                <a:spcPct val="0"/>
              </a:spcAft>
              <a:defRPr>
                <a:solidFill>
                  <a:schemeClr val="tx1"/>
                </a:solidFill>
                <a:latin typeface="Avenir LT Std 45 Book" charset="0"/>
                <a:ea typeface="ＭＳ Ｐゴシック" charset="-128"/>
              </a:defRPr>
            </a:lvl9pPr>
          </a:lstStyle>
          <a:p>
            <a:pPr algn="ctr" defTabSz="908921" fontAlgn="base">
              <a:spcBef>
                <a:spcPct val="0"/>
              </a:spcBef>
              <a:spcAft>
                <a:spcPct val="0"/>
              </a:spcAft>
              <a:defRPr/>
            </a:pPr>
            <a:endParaRPr lang="fr-FR" altLang="fr-FR" sz="1800">
              <a:solidFill>
                <a:srgbClr val="FFFFFF"/>
              </a:solidFill>
            </a:endParaRPr>
          </a:p>
        </p:txBody>
      </p:sp>
      <p:sp>
        <p:nvSpPr>
          <p:cNvPr id="12" name="Espace réservé du texte 11"/>
          <p:cNvSpPr>
            <a:spLocks noGrp="1"/>
          </p:cNvSpPr>
          <p:nvPr>
            <p:ph type="body" sz="quarter" idx="13"/>
          </p:nvPr>
        </p:nvSpPr>
        <p:spPr bwMode="gray">
          <a:xfrm>
            <a:off x="719668" y="356660"/>
            <a:ext cx="10752667" cy="2575472"/>
          </a:xfrm>
        </p:spPr>
        <p:txBody>
          <a:bodyPr anchor="b"/>
          <a:lstStyle>
            <a:lvl1pPr>
              <a:lnSpc>
                <a:spcPct val="90000"/>
              </a:lnSpc>
              <a:spcAft>
                <a:spcPts val="0"/>
              </a:spcAft>
              <a:defRPr sz="5000" b="0" kern="1200" cap="all" baseline="0">
                <a:solidFill>
                  <a:schemeClr val="bg1"/>
                </a:solidFill>
                <a:latin typeface="Avenir LT Std 65 Medium" pitchFamily="34" charset="0"/>
              </a:defRPr>
            </a:lvl1pPr>
            <a:lvl2pPr>
              <a:lnSpc>
                <a:spcPct val="90000"/>
              </a:lnSpc>
              <a:spcAft>
                <a:spcPts val="0"/>
              </a:spcAft>
              <a:defRPr sz="3500" cap="all" baseline="0">
                <a:solidFill>
                  <a:schemeClr val="bg1"/>
                </a:solidFill>
              </a:defRPr>
            </a:lvl2pPr>
          </a:lstStyle>
          <a:p>
            <a:pPr lvl="0"/>
            <a:r>
              <a:rPr lang="fr-FR"/>
              <a:t>Cliquez pour modifier les styles du texte du masque</a:t>
            </a:r>
          </a:p>
          <a:p>
            <a:pPr lvl="1"/>
            <a:r>
              <a:rPr lang="fr-FR"/>
              <a:t>Deuxième niveau</a:t>
            </a:r>
          </a:p>
        </p:txBody>
      </p:sp>
      <p:sp>
        <p:nvSpPr>
          <p:cNvPr id="15" name="Espace réservé du texte 14"/>
          <p:cNvSpPr>
            <a:spLocks noGrp="1"/>
          </p:cNvSpPr>
          <p:nvPr>
            <p:ph type="body" sz="quarter" idx="14"/>
          </p:nvPr>
        </p:nvSpPr>
        <p:spPr bwMode="gray">
          <a:xfrm>
            <a:off x="719668" y="3125573"/>
            <a:ext cx="10752667" cy="1800000"/>
          </a:xfrm>
        </p:spPr>
        <p:txBody>
          <a:bodyPr/>
          <a:lstStyle>
            <a:lvl1pPr marL="178890" indent="-178890">
              <a:lnSpc>
                <a:spcPct val="90000"/>
              </a:lnSpc>
              <a:spcAft>
                <a:spcPts val="0"/>
              </a:spcAft>
              <a:buFont typeface="Arial" pitchFamily="34" charset="0"/>
              <a:buChar char="+"/>
              <a:defRPr sz="1600" b="0" cap="all" baseline="0">
                <a:solidFill>
                  <a:schemeClr val="bg1"/>
                </a:solidFill>
                <a:latin typeface="+mn-lt"/>
              </a:defRPr>
            </a:lvl1pPr>
          </a:lstStyle>
          <a:p>
            <a:pPr lvl="0"/>
            <a:r>
              <a:rPr lang="fr-FR"/>
              <a:t>Cliquez pour modifier les styles du texte du masque</a:t>
            </a:r>
          </a:p>
        </p:txBody>
      </p:sp>
      <p:sp>
        <p:nvSpPr>
          <p:cNvPr id="5" name="Espace réservé de la date 6"/>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6" name="Espace réservé du numéro de diapositive 7"/>
          <p:cNvSpPr>
            <a:spLocks noGrp="1"/>
          </p:cNvSpPr>
          <p:nvPr>
            <p:ph type="sldNum" sz="quarter" idx="16"/>
          </p:nvPr>
        </p:nvSpPr>
        <p:spPr/>
        <p:txBody>
          <a:bodyPr/>
          <a:lstStyle>
            <a:lvl1pPr>
              <a:defRPr smtClean="0"/>
            </a:lvl1pPr>
          </a:lstStyle>
          <a:p>
            <a:pPr>
              <a:defRPr/>
            </a:pPr>
            <a:fld id="{8FFCB399-2B6E-9746-92F1-A727078D8652}" type="slidenum">
              <a:rPr lang="fr-FR" altLang="fr-FR">
                <a:solidFill>
                  <a:srgbClr val="3C3732"/>
                </a:solidFill>
              </a:rPr>
              <a:pPr>
                <a:defRPr/>
              </a:pPr>
              <a:t>‹N°›</a:t>
            </a:fld>
            <a:endParaRPr lang="fr-FR" altLang="fr-FR">
              <a:solidFill>
                <a:srgbClr val="3C3732"/>
              </a:solidFill>
            </a:endParaRPr>
          </a:p>
        </p:txBody>
      </p:sp>
      <p:sp>
        <p:nvSpPr>
          <p:cNvPr id="8"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b="1"/>
              <a:t>NOM DE L’ENTITÉ</a:t>
            </a:r>
          </a:p>
        </p:txBody>
      </p:sp>
    </p:spTree>
    <p:extLst>
      <p:ext uri="{BB962C8B-B14F-4D97-AF65-F5344CB8AC3E}">
        <p14:creationId xmlns:p14="http://schemas.microsoft.com/office/powerpoint/2010/main" val="12913236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ous_chapitre">
    <p:spTree>
      <p:nvGrpSpPr>
        <p:cNvPr id="1" name=""/>
        <p:cNvGrpSpPr/>
        <p:nvPr/>
      </p:nvGrpSpPr>
      <p:grpSpPr>
        <a:xfrm>
          <a:off x="0" y="0"/>
          <a:ext cx="0" cy="0"/>
          <a:chOff x="0" y="0"/>
          <a:chExt cx="0" cy="0"/>
        </a:xfrm>
      </p:grpSpPr>
      <p:sp>
        <p:nvSpPr>
          <p:cNvPr id="12" name="Espace réservé du texte 11"/>
          <p:cNvSpPr>
            <a:spLocks noGrp="1"/>
          </p:cNvSpPr>
          <p:nvPr>
            <p:ph type="body" sz="quarter" idx="13"/>
          </p:nvPr>
        </p:nvSpPr>
        <p:spPr bwMode="gray">
          <a:xfrm>
            <a:off x="719692" y="2264476"/>
            <a:ext cx="4726037" cy="230832"/>
          </a:xfrm>
          <a:solidFill>
            <a:schemeClr val="accent1"/>
          </a:solidFill>
        </p:spPr>
        <p:txBody>
          <a:bodyPr wrap="none" anchor="ctr">
            <a:spAutoFit/>
          </a:bodyPr>
          <a:lstStyle>
            <a:lvl1pPr>
              <a:lnSpc>
                <a:spcPct val="100000"/>
              </a:lnSpc>
              <a:spcAft>
                <a:spcPts val="0"/>
              </a:spcAft>
              <a:defRPr sz="1500" b="0" kern="1200" cap="all" baseline="0">
                <a:solidFill>
                  <a:schemeClr val="bg1"/>
                </a:solidFill>
                <a:latin typeface="Avenir LT Std 65 Medium" pitchFamily="34" charset="0"/>
              </a:defRPr>
            </a:lvl1pPr>
            <a:lvl2pPr>
              <a:lnSpc>
                <a:spcPct val="90000"/>
              </a:lnSpc>
              <a:defRPr sz="3500" cap="all" baseline="0">
                <a:solidFill>
                  <a:schemeClr val="bg1"/>
                </a:solidFill>
              </a:defRPr>
            </a:lvl2pPr>
          </a:lstStyle>
          <a:p>
            <a:pPr lvl="0"/>
            <a:r>
              <a:rPr lang="fr-FR"/>
              <a:t>Cliquez pour modifier les styles du texte du masque</a:t>
            </a:r>
          </a:p>
        </p:txBody>
      </p:sp>
      <p:sp>
        <p:nvSpPr>
          <p:cNvPr id="15" name="Espace réservé du texte 14"/>
          <p:cNvSpPr>
            <a:spLocks noGrp="1"/>
          </p:cNvSpPr>
          <p:nvPr>
            <p:ph type="body" sz="quarter" idx="14"/>
          </p:nvPr>
        </p:nvSpPr>
        <p:spPr bwMode="gray">
          <a:xfrm>
            <a:off x="719668" y="2596093"/>
            <a:ext cx="10752667" cy="1800000"/>
          </a:xfrm>
        </p:spPr>
        <p:txBody>
          <a:bodyPr/>
          <a:lstStyle>
            <a:lvl1pPr marL="0" indent="0">
              <a:lnSpc>
                <a:spcPct val="90000"/>
              </a:lnSpc>
              <a:spcAft>
                <a:spcPts val="0"/>
              </a:spcAft>
              <a:buFont typeface="Arial" pitchFamily="34" charset="0"/>
              <a:buNone/>
              <a:defRPr sz="3500" b="0" cap="all" baseline="0">
                <a:solidFill>
                  <a:schemeClr val="accent1"/>
                </a:solidFill>
                <a:latin typeface="Avenir LT Std 65 Medium" pitchFamily="34" charset="0"/>
              </a:defRPr>
            </a:lvl1pPr>
          </a:lstStyle>
          <a:p>
            <a:pPr lvl="0"/>
            <a:r>
              <a:rPr lang="fr-FR"/>
              <a:t>Cliquez pour modifier les styles du texte du masque</a:t>
            </a:r>
          </a:p>
        </p:txBody>
      </p:sp>
      <p:sp>
        <p:nvSpPr>
          <p:cNvPr id="14" name="Espace réservé du texte 11"/>
          <p:cNvSpPr>
            <a:spLocks noGrp="1"/>
          </p:cNvSpPr>
          <p:nvPr>
            <p:ph type="body" sz="quarter" idx="15"/>
          </p:nvPr>
        </p:nvSpPr>
        <p:spPr bwMode="gray">
          <a:xfrm>
            <a:off x="719692" y="1956697"/>
            <a:ext cx="4726037" cy="230832"/>
          </a:xfrm>
          <a:solidFill>
            <a:schemeClr val="accent1"/>
          </a:solidFill>
        </p:spPr>
        <p:txBody>
          <a:bodyPr wrap="none" anchor="ctr">
            <a:spAutoFit/>
          </a:bodyPr>
          <a:lstStyle>
            <a:lvl1pPr>
              <a:lnSpc>
                <a:spcPct val="100000"/>
              </a:lnSpc>
              <a:spcAft>
                <a:spcPts val="0"/>
              </a:spcAft>
              <a:defRPr sz="1500" b="0" kern="1200" cap="all" baseline="0">
                <a:solidFill>
                  <a:schemeClr val="bg1"/>
                </a:solidFill>
                <a:latin typeface="Avenir LT Std 65 Medium" pitchFamily="34" charset="0"/>
              </a:defRPr>
            </a:lvl1pPr>
            <a:lvl2pPr>
              <a:lnSpc>
                <a:spcPct val="90000"/>
              </a:lnSpc>
              <a:defRPr sz="3500" cap="all" baseline="0">
                <a:solidFill>
                  <a:schemeClr val="bg1"/>
                </a:solidFill>
              </a:defRPr>
            </a:lvl2pPr>
          </a:lstStyle>
          <a:p>
            <a:pPr lvl="0"/>
            <a:r>
              <a:rPr lang="fr-FR"/>
              <a:t>Cliquez pour modifier les styles du texte du masque</a:t>
            </a:r>
          </a:p>
        </p:txBody>
      </p:sp>
      <p:sp>
        <p:nvSpPr>
          <p:cNvPr id="6" name="Espace réservé de la date 6"/>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numéro de diapositive 7"/>
          <p:cNvSpPr>
            <a:spLocks noGrp="1"/>
          </p:cNvSpPr>
          <p:nvPr>
            <p:ph type="sldNum" sz="quarter" idx="17"/>
          </p:nvPr>
        </p:nvSpPr>
        <p:spPr/>
        <p:txBody>
          <a:bodyPr/>
          <a:lstStyle>
            <a:lvl1pPr>
              <a:defRPr smtClean="0"/>
            </a:lvl1pPr>
          </a:lstStyle>
          <a:p>
            <a:pPr>
              <a:defRPr/>
            </a:pPr>
            <a:fld id="{04C5D280-CB82-C744-BE73-EC27D52B68B3}" type="slidenum">
              <a:rPr lang="fr-FR" altLang="fr-FR">
                <a:solidFill>
                  <a:srgbClr val="3C3732"/>
                </a:solidFill>
              </a:rPr>
              <a:pPr>
                <a:defRPr/>
              </a:pPr>
              <a:t>‹N°›</a:t>
            </a:fld>
            <a:endParaRPr lang="fr-FR" altLang="fr-FR">
              <a:solidFill>
                <a:srgbClr val="3C3732"/>
              </a:solidFill>
            </a:endParaRPr>
          </a:p>
        </p:txBody>
      </p:sp>
      <p:sp>
        <p:nvSpPr>
          <p:cNvPr id="8" name="Espace réservé du pied de page 8"/>
          <p:cNvSpPr>
            <a:spLocks noGrp="1"/>
          </p:cNvSpPr>
          <p:nvPr>
            <p:ph type="ftr" sz="quarter" idx="18"/>
          </p:nvPr>
        </p:nvSpPr>
        <p:spPr>
          <a:xfrm>
            <a:off x="239197" y="6172803"/>
            <a:ext cx="10706100" cy="215900"/>
          </a:xfrm>
          <a:prstGeom prst="rect">
            <a:avLst/>
          </a:prstGeom>
        </p:spPr>
        <p:txBody>
          <a:bodyPr/>
          <a:lstStyle>
            <a:lvl1pPr>
              <a:defRPr smtClean="0"/>
            </a:lvl1pPr>
          </a:lstStyle>
          <a:p>
            <a:pPr>
              <a:defRPr/>
            </a:pPr>
            <a:r>
              <a:rPr lang="fr-FR" b="1"/>
              <a:t>NOM DE L’ENTITÉ</a:t>
            </a:r>
          </a:p>
        </p:txBody>
      </p:sp>
    </p:spTree>
    <p:extLst>
      <p:ext uri="{BB962C8B-B14F-4D97-AF65-F5344CB8AC3E}">
        <p14:creationId xmlns:p14="http://schemas.microsoft.com/office/powerpoint/2010/main" val="13454052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ccroche_visuel">
    <p:spTree>
      <p:nvGrpSpPr>
        <p:cNvPr id="1" name=""/>
        <p:cNvGrpSpPr/>
        <p:nvPr/>
      </p:nvGrpSpPr>
      <p:grpSpPr>
        <a:xfrm>
          <a:off x="0" y="0"/>
          <a:ext cx="0" cy="0"/>
          <a:chOff x="0" y="0"/>
          <a:chExt cx="0" cy="0"/>
        </a:xfrm>
      </p:grpSpPr>
      <p:sp>
        <p:nvSpPr>
          <p:cNvPr id="15" name="Espace réservé du texte 14"/>
          <p:cNvSpPr>
            <a:spLocks noGrp="1"/>
          </p:cNvSpPr>
          <p:nvPr>
            <p:ph type="body" sz="quarter" idx="19"/>
          </p:nvPr>
        </p:nvSpPr>
        <p:spPr bwMode="gray">
          <a:xfrm>
            <a:off x="719668" y="845176"/>
            <a:ext cx="10752667" cy="4800000"/>
          </a:xfrm>
        </p:spPr>
        <p:txBody>
          <a:bodyPr/>
          <a:lstStyle>
            <a:lvl1pPr>
              <a:lnSpc>
                <a:spcPct val="90000"/>
              </a:lnSpc>
              <a:spcAft>
                <a:spcPts val="0"/>
              </a:spcAft>
              <a:defRPr sz="4500" b="0" cap="all" baseline="0">
                <a:latin typeface="+mj-lt"/>
              </a:defRPr>
            </a:lvl1pPr>
            <a:lvl2pPr>
              <a:lnSpc>
                <a:spcPct val="90000"/>
              </a:lnSpc>
              <a:spcBef>
                <a:spcPts val="1499"/>
              </a:spcBef>
              <a:spcAft>
                <a:spcPts val="0"/>
              </a:spcAft>
              <a:defRPr sz="1500" b="0" cap="all" baseline="0">
                <a:solidFill>
                  <a:srgbClr val="747678"/>
                </a:solidFill>
                <a:latin typeface="+mn-lt"/>
              </a:defRPr>
            </a:lvl2pPr>
          </a:lstStyle>
          <a:p>
            <a:pPr lvl="0"/>
            <a:r>
              <a:rPr lang="fr-FR"/>
              <a:t>Cliquez pour modifier les styles du texte du masque</a:t>
            </a:r>
          </a:p>
          <a:p>
            <a:pPr lvl="1"/>
            <a:r>
              <a:rPr lang="fr-FR"/>
              <a:t>Deuxième niveau</a:t>
            </a:r>
          </a:p>
        </p:txBody>
      </p:sp>
      <p:sp>
        <p:nvSpPr>
          <p:cNvPr id="12" name="Espace réservé pour une image  10"/>
          <p:cNvSpPr>
            <a:spLocks noGrp="1"/>
          </p:cNvSpPr>
          <p:nvPr>
            <p:ph type="pic" sz="quarter" idx="18"/>
          </p:nvPr>
        </p:nvSpPr>
        <p:spPr bwMode="gray">
          <a:xfrm>
            <a:off x="239184" y="239183"/>
            <a:ext cx="11713632" cy="5520000"/>
          </a:xfrm>
          <a:prstGeom prst="rect">
            <a:avLst/>
          </a:prstGeom>
          <a:solidFill>
            <a:srgbClr val="D7D7D7"/>
          </a:solidFill>
        </p:spPr>
        <p:txBody>
          <a:bodyPr lIns="715544" tIns="1252202" rIns="715544"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4" name="Espace réservé de la date 3"/>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pied de page 4"/>
          <p:cNvSpPr>
            <a:spLocks noGrp="1"/>
          </p:cNvSpPr>
          <p:nvPr>
            <p:ph type="ftr" sz="quarter" idx="21"/>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6" name="Espace réservé du numéro de diapositive 5"/>
          <p:cNvSpPr>
            <a:spLocks noGrp="1"/>
          </p:cNvSpPr>
          <p:nvPr>
            <p:ph type="sldNum" sz="quarter" idx="22"/>
          </p:nvPr>
        </p:nvSpPr>
        <p:spPr/>
        <p:txBody>
          <a:bodyPr/>
          <a:lstStyle>
            <a:lvl1pPr>
              <a:defRPr/>
            </a:lvl1pPr>
          </a:lstStyle>
          <a:p>
            <a:pPr>
              <a:defRPr/>
            </a:pPr>
            <a:fld id="{FDA8F669-11E6-EA49-BC0A-254E353D1B14}"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53091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ccroche_visuel_1">
    <p:spTree>
      <p:nvGrpSpPr>
        <p:cNvPr id="1" name=""/>
        <p:cNvGrpSpPr/>
        <p:nvPr/>
      </p:nvGrpSpPr>
      <p:grpSpPr>
        <a:xfrm>
          <a:off x="0" y="0"/>
          <a:ext cx="0" cy="0"/>
          <a:chOff x="0" y="0"/>
          <a:chExt cx="0" cy="0"/>
        </a:xfrm>
      </p:grpSpPr>
      <p:pic>
        <p:nvPicPr>
          <p:cNvPr id="3" name="Image 9" descr="PPT_Packshot_244x130,5_01.jpg"/>
          <p:cNvPicPr preferRelativeResize="0">
            <a:picLocks/>
          </p:cNvPicPr>
          <p:nvPr userDrawn="1"/>
        </p:nvPicPr>
        <p:blipFill>
          <a:blip r:embed="rId2">
            <a:extLst>
              <a:ext uri="{28A0092B-C50C-407E-A947-70E740481C1C}">
                <a14:useLocalDpi xmlns:a14="http://schemas.microsoft.com/office/drawing/2010/main" val="0"/>
              </a:ext>
            </a:extLst>
          </a:blip>
          <a:srcRect/>
          <a:stretch>
            <a:fillRect/>
          </a:stretch>
        </p:blipFill>
        <p:spPr bwMode="gray">
          <a:xfrm>
            <a:off x="239185" y="241441"/>
            <a:ext cx="11709401" cy="5516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Espace réservé du texte 14"/>
          <p:cNvSpPr>
            <a:spLocks noGrp="1"/>
          </p:cNvSpPr>
          <p:nvPr>
            <p:ph type="body" sz="quarter" idx="19"/>
          </p:nvPr>
        </p:nvSpPr>
        <p:spPr bwMode="gray">
          <a:xfrm>
            <a:off x="719668" y="845177"/>
            <a:ext cx="10752667" cy="4800000"/>
          </a:xfrm>
        </p:spPr>
        <p:txBody>
          <a:bodyPr/>
          <a:lstStyle>
            <a:lvl1pPr>
              <a:lnSpc>
                <a:spcPct val="90000"/>
              </a:lnSpc>
              <a:spcAft>
                <a:spcPts val="0"/>
              </a:spcAft>
              <a:defRPr sz="4500" b="0" cap="all" baseline="0">
                <a:latin typeface="+mj-lt"/>
              </a:defRPr>
            </a:lvl1pPr>
            <a:lvl2pPr>
              <a:lnSpc>
                <a:spcPct val="90000"/>
              </a:lnSpc>
              <a:spcBef>
                <a:spcPts val="1499"/>
              </a:spcBef>
              <a:spcAft>
                <a:spcPts val="0"/>
              </a:spcAft>
              <a:defRPr sz="1500" cap="all" baseline="0">
                <a:solidFill>
                  <a:srgbClr val="747678"/>
                </a:solidFill>
                <a:latin typeface="+mn-lt"/>
              </a:defRPr>
            </a:lvl2pPr>
          </a:lstStyle>
          <a:p>
            <a:pPr lvl="0"/>
            <a:r>
              <a:rPr lang="fr-FR"/>
              <a:t>Cliquez pour modifier les styles du texte du masque</a:t>
            </a:r>
          </a:p>
          <a:p>
            <a:pPr lvl="1"/>
            <a:r>
              <a:rPr lang="fr-FR"/>
              <a:t>Deuxième niveau</a:t>
            </a:r>
          </a:p>
        </p:txBody>
      </p:sp>
      <p:sp>
        <p:nvSpPr>
          <p:cNvPr id="4" name="Espace réservé de la date 6"/>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numéro de diapositive 7"/>
          <p:cNvSpPr>
            <a:spLocks noGrp="1"/>
          </p:cNvSpPr>
          <p:nvPr>
            <p:ph type="sldNum" sz="quarter" idx="21"/>
          </p:nvPr>
        </p:nvSpPr>
        <p:spPr/>
        <p:txBody>
          <a:bodyPr/>
          <a:lstStyle>
            <a:lvl1pPr>
              <a:defRPr smtClean="0"/>
            </a:lvl1pPr>
          </a:lstStyle>
          <a:p>
            <a:pPr>
              <a:defRPr/>
            </a:pPr>
            <a:fld id="{0AD7C075-AA58-3044-8FB4-63F64CE046A0}" type="slidenum">
              <a:rPr lang="fr-FR" altLang="fr-FR">
                <a:solidFill>
                  <a:srgbClr val="3C3732"/>
                </a:solidFill>
              </a:rPr>
              <a:pPr>
                <a:defRPr/>
              </a:pPr>
              <a:t>‹N°›</a:t>
            </a:fld>
            <a:endParaRPr lang="fr-FR" altLang="fr-FR">
              <a:solidFill>
                <a:srgbClr val="3C3732"/>
              </a:solidFill>
            </a:endParaRPr>
          </a:p>
        </p:txBody>
      </p:sp>
      <p:sp>
        <p:nvSpPr>
          <p:cNvPr id="6" name="Espace réservé du pied de page 8"/>
          <p:cNvSpPr>
            <a:spLocks noGrp="1"/>
          </p:cNvSpPr>
          <p:nvPr>
            <p:ph type="ftr" sz="quarter" idx="22"/>
          </p:nvPr>
        </p:nvSpPr>
        <p:spPr>
          <a:xfrm>
            <a:off x="239197" y="6172803"/>
            <a:ext cx="10706100" cy="215900"/>
          </a:xfrm>
          <a:prstGeom prst="rect">
            <a:avLst/>
          </a:prstGeom>
        </p:spPr>
        <p:txBody>
          <a:bodyPr/>
          <a:lstStyle>
            <a:lvl1pPr>
              <a:defRPr smtClean="0"/>
            </a:lvl1pPr>
          </a:lstStyle>
          <a:p>
            <a:pPr>
              <a:defRPr/>
            </a:pPr>
            <a:r>
              <a:rPr lang="fr-FR" b="1"/>
              <a:t>NOM DE L’ENTITÉ</a:t>
            </a:r>
          </a:p>
        </p:txBody>
      </p:sp>
    </p:spTree>
    <p:extLst>
      <p:ext uri="{BB962C8B-B14F-4D97-AF65-F5344CB8AC3E}">
        <p14:creationId xmlns:p14="http://schemas.microsoft.com/office/powerpoint/2010/main" val="3103341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_2_contenu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2" name="Espace réservé du contenu 2"/>
          <p:cNvSpPr>
            <a:spLocks noGrp="1"/>
          </p:cNvSpPr>
          <p:nvPr>
            <p:ph idx="19"/>
          </p:nvPr>
        </p:nvSpPr>
        <p:spPr bwMode="gray">
          <a:xfrm>
            <a:off x="6192335"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e la date 3"/>
          <p:cNvSpPr>
            <a:spLocks noGrp="1"/>
          </p:cNvSpPr>
          <p:nvPr>
            <p:ph type="dt" sz="half" idx="20"/>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8" name="Espace réservé du numéro de diapositive 5"/>
          <p:cNvSpPr>
            <a:spLocks noGrp="1"/>
          </p:cNvSpPr>
          <p:nvPr>
            <p:ph type="sldNum" sz="quarter" idx="22"/>
          </p:nvPr>
        </p:nvSpPr>
        <p:spPr/>
        <p:txBody>
          <a:bodyPr/>
          <a:lstStyle>
            <a:lvl1pPr>
              <a:defRPr/>
            </a:lvl1pPr>
          </a:lstStyle>
          <a:p>
            <a:pPr>
              <a:defRPr/>
            </a:pPr>
            <a:fld id="{EC50DC9C-11E7-574F-BA47-E00987C8B5EE}"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922927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e_1_imag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1" name="Espace réservé pour une image  10"/>
          <p:cNvSpPr>
            <a:spLocks noGrp="1"/>
          </p:cNvSpPr>
          <p:nvPr>
            <p:ph type="pic" sz="quarter" idx="18"/>
          </p:nvPr>
        </p:nvSpPr>
        <p:spPr bwMode="gray">
          <a:xfrm>
            <a:off x="6192335" y="2372789"/>
            <a:ext cx="5280000" cy="3361267"/>
          </a:xfrm>
          <a:prstGeom prst="rect">
            <a:avLst/>
          </a:prstGeom>
          <a:solidFill>
            <a:srgbClr val="D7D7D7"/>
          </a:solidFill>
        </p:spPr>
        <p:txBody>
          <a:bodyPr lIns="357771" tIns="1717282" rIns="357771"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6" name="Espace réservé de la date 3"/>
          <p:cNvSpPr>
            <a:spLocks noGrp="1"/>
          </p:cNvSpPr>
          <p:nvPr>
            <p:ph type="dt" sz="half" idx="19"/>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20"/>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21"/>
          </p:nvPr>
        </p:nvSpPr>
        <p:spPr/>
        <p:txBody>
          <a:bodyPr/>
          <a:lstStyle>
            <a:lvl1pPr>
              <a:defRPr/>
            </a:lvl1pPr>
          </a:lstStyle>
          <a:p>
            <a:pPr>
              <a:defRPr/>
            </a:pPr>
            <a:fld id="{407B2653-9D28-5C47-BB16-C7E4DFBE256C}"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3660191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e_conclusion">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811" y="2324100"/>
            <a:ext cx="10752667" cy="2221024"/>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1" name="Espace réservé du texte 13"/>
          <p:cNvSpPr>
            <a:spLocks noGrp="1"/>
          </p:cNvSpPr>
          <p:nvPr>
            <p:ph type="body" sz="quarter" idx="14"/>
          </p:nvPr>
        </p:nvSpPr>
        <p:spPr bwMode="gray">
          <a:xfrm>
            <a:off x="719667" y="4708499"/>
            <a:ext cx="6432000" cy="293844"/>
          </a:xfrm>
          <a:solidFill>
            <a:srgbClr val="D7D7D7"/>
          </a:solidFill>
          <a:ln w="82550">
            <a:solidFill>
              <a:srgbClr val="D7D7D7"/>
            </a:solidFill>
            <a:miter lim="800000"/>
          </a:ln>
        </p:spPr>
        <p:txBody>
          <a:bodyPr tIns="35773" bIns="35773">
            <a:spAutoFit/>
          </a:bodyPr>
          <a:lstStyle>
            <a:lvl1pPr>
              <a:lnSpc>
                <a:spcPct val="90000"/>
              </a:lnSpc>
              <a:spcAft>
                <a:spcPts val="0"/>
              </a:spcAft>
              <a:defRPr sz="1600" b="0" cap="all" baseline="0">
                <a:solidFill>
                  <a:schemeClr val="accent1"/>
                </a:solidFill>
              </a:defRPr>
            </a:lvl1pPr>
          </a:lstStyle>
          <a:p>
            <a:pPr lvl="0"/>
            <a:r>
              <a:rPr lang="fr-FR"/>
              <a:t>Cliquez pour modifier les styles du texte du masque</a:t>
            </a:r>
          </a:p>
        </p:txBody>
      </p:sp>
      <p:sp>
        <p:nvSpPr>
          <p:cNvPr id="6"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17"/>
          </p:nvPr>
        </p:nvSpPr>
        <p:spPr/>
        <p:txBody>
          <a:bodyPr/>
          <a:lstStyle>
            <a:lvl1pPr>
              <a:defRPr/>
            </a:lvl1pPr>
          </a:lstStyle>
          <a:p>
            <a:pPr>
              <a:defRPr/>
            </a:pPr>
            <a:fld id="{85DBEB38-BC73-804D-87FF-1DF66F8917BC}"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8751176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e_graphiqu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5" name="Espace réservé du graphique 14"/>
          <p:cNvSpPr>
            <a:spLocks noGrp="1"/>
          </p:cNvSpPr>
          <p:nvPr>
            <p:ph type="chart" sz="quarter" idx="14"/>
          </p:nvPr>
        </p:nvSpPr>
        <p:spPr bwMode="gray">
          <a:xfrm>
            <a:off x="6192335" y="2372847"/>
            <a:ext cx="5280000"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6" name="Espace réservé de la date 3"/>
          <p:cNvSpPr>
            <a:spLocks noGrp="1"/>
          </p:cNvSpPr>
          <p:nvPr>
            <p:ph type="dt" sz="half" idx="15"/>
          </p:nvPr>
        </p:nvSpPr>
        <p:spPr>
          <a:xfrm>
            <a:off x="719680" y="6417735"/>
            <a:ext cx="10225617" cy="215900"/>
          </a:xfrm>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6"/>
          </p:nvPr>
        </p:nvSpPr>
        <p:spPr>
          <a:xfrm>
            <a:off x="239197" y="6172803"/>
            <a:ext cx="10706100" cy="215900"/>
          </a:xfrm>
          <a:prstGeom prst="rect">
            <a:avLst/>
          </a:prstGeom>
        </p:spPr>
        <p:txBody>
          <a:bodyPr/>
          <a:lstStyle>
            <a:lvl1pPr marL="0" marR="0" indent="0" algn="l" defTabSz="1066175" rtl="0" eaLnBrk="1" fontAlgn="auto" latinLnBrk="0" hangingPunct="1">
              <a:lnSpc>
                <a:spcPct val="114000"/>
              </a:lnSpc>
              <a:spcBef>
                <a:spcPts val="0"/>
              </a:spcBef>
              <a:spcAft>
                <a:spcPts val="0"/>
              </a:spcAft>
              <a:buClrTx/>
              <a:buSzTx/>
              <a:buFontTx/>
              <a:buNone/>
              <a:tabLst/>
              <a:defRPr/>
            </a:lvl1pPr>
          </a:lstStyle>
          <a:p>
            <a:pPr>
              <a:defRPr/>
            </a:pPr>
            <a:r>
              <a:rPr lang="fr-FR" i="1" cap="all">
                <a:solidFill>
                  <a:srgbClr val="3C3732"/>
                </a:solidFill>
                <a:latin typeface="Avenir LT Std 45 Book"/>
              </a:rPr>
              <a:t>Drh GROUPE SNCF- Pôle formation compétences et métiers</a:t>
            </a:r>
          </a:p>
        </p:txBody>
      </p:sp>
      <p:sp>
        <p:nvSpPr>
          <p:cNvPr id="8" name="Espace réservé du numéro de diapositive 5"/>
          <p:cNvSpPr>
            <a:spLocks noGrp="1"/>
          </p:cNvSpPr>
          <p:nvPr>
            <p:ph type="sldNum" sz="quarter" idx="17"/>
          </p:nvPr>
        </p:nvSpPr>
        <p:spPr>
          <a:xfrm>
            <a:off x="239184" y="6417735"/>
            <a:ext cx="480483" cy="215900"/>
          </a:xfrm>
        </p:spPr>
        <p:txBody>
          <a:bodyPr/>
          <a:lstStyle>
            <a:lvl1pPr>
              <a:defRPr/>
            </a:lvl1pPr>
          </a:lstStyle>
          <a:p>
            <a:pPr>
              <a:defRPr/>
            </a:pPr>
            <a:fld id="{D4053C20-7ABB-CB44-8330-6B3322D1A72A}"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0622369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_graphiqu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graphique 14"/>
          <p:cNvSpPr>
            <a:spLocks noGrp="1"/>
          </p:cNvSpPr>
          <p:nvPr>
            <p:ph type="chart" sz="quarter" idx="14"/>
          </p:nvPr>
        </p:nvSpPr>
        <p:spPr bwMode="gray">
          <a:xfrm>
            <a:off x="719668" y="2372847"/>
            <a:ext cx="10752667"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5"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7" name="Espace réservé du numéro de diapositive 5"/>
          <p:cNvSpPr>
            <a:spLocks noGrp="1"/>
          </p:cNvSpPr>
          <p:nvPr>
            <p:ph type="sldNum" sz="quarter" idx="17"/>
          </p:nvPr>
        </p:nvSpPr>
        <p:spPr/>
        <p:txBody>
          <a:bodyPr/>
          <a:lstStyle>
            <a:lvl1pPr>
              <a:defRPr/>
            </a:lvl1pPr>
          </a:lstStyle>
          <a:p>
            <a:pPr>
              <a:defRPr/>
            </a:pPr>
            <a:fld id="{E88C2641-6C1C-9B4B-8BA2-889B4281BB60}"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78633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re_graphique_texte">
    <p:spTree>
      <p:nvGrpSpPr>
        <p:cNvPr id="1" name=""/>
        <p:cNvGrpSpPr/>
        <p:nvPr/>
      </p:nvGrpSpPr>
      <p:grpSpPr>
        <a:xfrm>
          <a:off x="0" y="0"/>
          <a:ext cx="0" cy="0"/>
          <a:chOff x="0" y="0"/>
          <a:chExt cx="0" cy="0"/>
        </a:xfrm>
      </p:grpSpPr>
      <p:sp>
        <p:nvSpPr>
          <p:cNvPr id="15" name="Espace réservé du graphique 14"/>
          <p:cNvSpPr>
            <a:spLocks noGrp="1"/>
          </p:cNvSpPr>
          <p:nvPr>
            <p:ph type="chart" sz="quarter" idx="14"/>
          </p:nvPr>
        </p:nvSpPr>
        <p:spPr bwMode="gray">
          <a:xfrm>
            <a:off x="719668" y="2372847"/>
            <a:ext cx="10752667" cy="3600449"/>
          </a:xfrm>
        </p:spPr>
        <p:txBody>
          <a:bodyPr tIns="715544" rtlCol="0" anchor="ctr">
            <a:normAutofit/>
          </a:bodyPr>
          <a:lstStyle>
            <a:lvl1pPr algn="ctr">
              <a:defRPr b="0" cap="all" baseline="0">
                <a:latin typeface="+mn-lt"/>
              </a:defRPr>
            </a:lvl1pPr>
          </a:lstStyle>
          <a:p>
            <a:pPr lvl="0"/>
            <a:r>
              <a:rPr lang="fr-FR" noProof="0"/>
              <a:t>Cliquez sur l'icône pour ajouter un graphique</a:t>
            </a: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3" name="Espace réservé du texte 12"/>
          <p:cNvSpPr>
            <a:spLocks noGrp="1"/>
          </p:cNvSpPr>
          <p:nvPr>
            <p:ph type="body" sz="quarter" idx="15"/>
          </p:nvPr>
        </p:nvSpPr>
        <p:spPr bwMode="gray">
          <a:xfrm>
            <a:off x="7536193" y="2324103"/>
            <a:ext cx="3936175" cy="254476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3"/>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7" name="Espace réservé du pied de page 4"/>
          <p:cNvSpPr>
            <a:spLocks noGrp="1"/>
          </p:cNvSpPr>
          <p:nvPr>
            <p:ph type="ftr" sz="quarter" idx="17"/>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8" name="Espace réservé du numéro de diapositive 5"/>
          <p:cNvSpPr>
            <a:spLocks noGrp="1"/>
          </p:cNvSpPr>
          <p:nvPr>
            <p:ph type="sldNum" sz="quarter" idx="18"/>
          </p:nvPr>
        </p:nvSpPr>
        <p:spPr/>
        <p:txBody>
          <a:bodyPr/>
          <a:lstStyle>
            <a:lvl1pPr>
              <a:defRPr/>
            </a:lvl1pPr>
          </a:lstStyle>
          <a:p>
            <a:pPr>
              <a:defRPr/>
            </a:pPr>
            <a:fld id="{FA87FE15-C785-A945-8706-C4E2D2ADF79E}"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3744776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re_tableau_type_1">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3" name="Espace réservé du tableau 12"/>
          <p:cNvSpPr>
            <a:spLocks noGrp="1"/>
          </p:cNvSpPr>
          <p:nvPr>
            <p:ph type="tbl" sz="quarter" idx="14"/>
          </p:nvPr>
        </p:nvSpPr>
        <p:spPr bwMode="gray">
          <a:xfrm>
            <a:off x="719811" y="2372784"/>
            <a:ext cx="10752667" cy="3120000"/>
          </a:xfrm>
        </p:spPr>
        <p:txBody>
          <a:bodyPr tIns="715544" rtlCol="0" anchor="ctr">
            <a:normAutofit/>
          </a:bodyPr>
          <a:lstStyle>
            <a:lvl1pPr algn="ctr">
              <a:spcAft>
                <a:spcPts val="0"/>
              </a:spcAft>
              <a:defRPr b="0" cap="all" baseline="0">
                <a:latin typeface="+mn-lt"/>
              </a:defRPr>
            </a:lvl1pPr>
          </a:lstStyle>
          <a:p>
            <a:pPr lvl="0"/>
            <a:endParaRPr lang="fr-FR" noProof="0"/>
          </a:p>
        </p:txBody>
      </p:sp>
      <p:sp>
        <p:nvSpPr>
          <p:cNvPr id="17" name="Espace réservé du texte 16"/>
          <p:cNvSpPr>
            <a:spLocks noGrp="1"/>
          </p:cNvSpPr>
          <p:nvPr>
            <p:ph type="body" sz="quarter" idx="15"/>
          </p:nvPr>
        </p:nvSpPr>
        <p:spPr bwMode="gray">
          <a:xfrm>
            <a:off x="3983567"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18" name="Espace réservé du texte 16"/>
          <p:cNvSpPr>
            <a:spLocks noGrp="1"/>
          </p:cNvSpPr>
          <p:nvPr>
            <p:ph type="body" sz="quarter" idx="16"/>
          </p:nvPr>
        </p:nvSpPr>
        <p:spPr bwMode="gray">
          <a:xfrm>
            <a:off x="3743739" y="5612424"/>
            <a:ext cx="124800" cy="124800"/>
          </a:xfrm>
          <a:prstGeom prst="ellipse">
            <a:avLst/>
          </a:prstGeom>
          <a:solidFill>
            <a:schemeClr val="accent1"/>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9" name="Espace réservé du texte 16"/>
          <p:cNvSpPr>
            <a:spLocks noGrp="1"/>
          </p:cNvSpPr>
          <p:nvPr>
            <p:ph type="body" sz="quarter" idx="17"/>
          </p:nvPr>
        </p:nvSpPr>
        <p:spPr bwMode="gray">
          <a:xfrm>
            <a:off x="5555757"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0" name="Espace réservé du texte 16"/>
          <p:cNvSpPr>
            <a:spLocks noGrp="1"/>
          </p:cNvSpPr>
          <p:nvPr>
            <p:ph type="body" sz="quarter" idx="18"/>
          </p:nvPr>
        </p:nvSpPr>
        <p:spPr bwMode="gray">
          <a:xfrm>
            <a:off x="5315931" y="5612424"/>
            <a:ext cx="124800" cy="124800"/>
          </a:xfrm>
          <a:prstGeom prst="ellipse">
            <a:avLst/>
          </a:prstGeom>
          <a:solidFill>
            <a:schemeClr val="accent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1" name="Espace réservé du texte 16"/>
          <p:cNvSpPr>
            <a:spLocks noGrp="1"/>
          </p:cNvSpPr>
          <p:nvPr>
            <p:ph type="body" sz="quarter" idx="19"/>
          </p:nvPr>
        </p:nvSpPr>
        <p:spPr bwMode="gray">
          <a:xfrm>
            <a:off x="7127951"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2" name="Espace réservé du texte 16"/>
          <p:cNvSpPr>
            <a:spLocks noGrp="1"/>
          </p:cNvSpPr>
          <p:nvPr>
            <p:ph type="body" sz="quarter" idx="20"/>
          </p:nvPr>
        </p:nvSpPr>
        <p:spPr bwMode="gray">
          <a:xfrm>
            <a:off x="6888123" y="5612424"/>
            <a:ext cx="124800" cy="124800"/>
          </a:xfrm>
          <a:prstGeom prst="ellipse">
            <a:avLst/>
          </a:prstGeom>
          <a:solidFill>
            <a:schemeClr val="accent4"/>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3" name="Espace réservé du texte 16"/>
          <p:cNvSpPr>
            <a:spLocks noGrp="1"/>
          </p:cNvSpPr>
          <p:nvPr>
            <p:ph type="body" sz="quarter" idx="21"/>
          </p:nvPr>
        </p:nvSpPr>
        <p:spPr bwMode="gray">
          <a:xfrm>
            <a:off x="8700143"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4" name="Espace réservé du texte 16"/>
          <p:cNvSpPr>
            <a:spLocks noGrp="1"/>
          </p:cNvSpPr>
          <p:nvPr>
            <p:ph type="body" sz="quarter" idx="22"/>
          </p:nvPr>
        </p:nvSpPr>
        <p:spPr bwMode="gray">
          <a:xfrm>
            <a:off x="8460315" y="5612424"/>
            <a:ext cx="124800" cy="124800"/>
          </a:xfrm>
          <a:prstGeom prst="ellipse">
            <a:avLst/>
          </a:prstGeom>
          <a:solidFill>
            <a:schemeClr val="accent5"/>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5" name="Espace réservé du texte 16"/>
          <p:cNvSpPr>
            <a:spLocks noGrp="1"/>
          </p:cNvSpPr>
          <p:nvPr>
            <p:ph type="body" sz="quarter" idx="23"/>
          </p:nvPr>
        </p:nvSpPr>
        <p:spPr bwMode="gray">
          <a:xfrm>
            <a:off x="10272335" y="5528827"/>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6" name="Espace réservé du texte 16"/>
          <p:cNvSpPr>
            <a:spLocks noGrp="1"/>
          </p:cNvSpPr>
          <p:nvPr>
            <p:ph type="body" sz="quarter" idx="24"/>
          </p:nvPr>
        </p:nvSpPr>
        <p:spPr bwMode="gray">
          <a:xfrm>
            <a:off x="10032507" y="5612424"/>
            <a:ext cx="124800" cy="124800"/>
          </a:xfrm>
          <a:prstGeom prst="ellipse">
            <a:avLst/>
          </a:prstGeom>
          <a:solidFill>
            <a:schemeClr val="bg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5"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16"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7" name="Espace réservé du numéro de diapositive 5"/>
          <p:cNvSpPr>
            <a:spLocks noGrp="1"/>
          </p:cNvSpPr>
          <p:nvPr>
            <p:ph type="sldNum" sz="quarter" idx="27"/>
          </p:nvPr>
        </p:nvSpPr>
        <p:spPr/>
        <p:txBody>
          <a:bodyPr/>
          <a:lstStyle>
            <a:lvl1pPr>
              <a:defRPr/>
            </a:lvl1pPr>
          </a:lstStyle>
          <a:p>
            <a:pPr>
              <a:defRPr/>
            </a:pPr>
            <a:fld id="{63530B6C-439C-AE49-93FB-B57437046FF3}"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8306476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re_tableau_type_2">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tabLst/>
              <a:defRPr sz="1400" b="0" cap="all" baseline="0">
                <a:solidFill>
                  <a:srgbClr val="747678"/>
                </a:solidFill>
                <a:latin typeface="+mn-lt"/>
              </a:defRPr>
            </a:lvl1pPr>
          </a:lstStyle>
          <a:p>
            <a:pPr lvl="0"/>
            <a:r>
              <a:rPr lang="fr-FR"/>
              <a:t>Cliquez pour modifier les styles du texte du masque</a:t>
            </a:r>
          </a:p>
        </p:txBody>
      </p:sp>
      <p:sp>
        <p:nvSpPr>
          <p:cNvPr id="13" name="Espace réservé du tableau 12"/>
          <p:cNvSpPr>
            <a:spLocks noGrp="1"/>
          </p:cNvSpPr>
          <p:nvPr>
            <p:ph type="tbl" sz="quarter" idx="14"/>
          </p:nvPr>
        </p:nvSpPr>
        <p:spPr bwMode="gray">
          <a:xfrm>
            <a:off x="719762" y="2372784"/>
            <a:ext cx="10752667" cy="2880000"/>
          </a:xfrm>
        </p:spPr>
        <p:txBody>
          <a:bodyPr tIns="715544" rtlCol="0" anchor="ctr">
            <a:normAutofit/>
          </a:bodyPr>
          <a:lstStyle>
            <a:lvl1pPr algn="ctr">
              <a:spcAft>
                <a:spcPts val="0"/>
              </a:spcAft>
              <a:defRPr b="0" cap="all" baseline="0">
                <a:latin typeface="+mn-lt"/>
              </a:defRPr>
            </a:lvl1pPr>
          </a:lstStyle>
          <a:p>
            <a:pPr lvl="0"/>
            <a:endParaRPr lang="fr-FR" noProof="0"/>
          </a:p>
        </p:txBody>
      </p:sp>
      <p:sp>
        <p:nvSpPr>
          <p:cNvPr id="17" name="Espace réservé du texte 16"/>
          <p:cNvSpPr>
            <a:spLocks noGrp="1"/>
          </p:cNvSpPr>
          <p:nvPr>
            <p:ph type="body" sz="quarter" idx="15"/>
          </p:nvPr>
        </p:nvSpPr>
        <p:spPr bwMode="gray">
          <a:xfrm>
            <a:off x="3983567"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18" name="Espace réservé du texte 16"/>
          <p:cNvSpPr>
            <a:spLocks noGrp="1"/>
          </p:cNvSpPr>
          <p:nvPr>
            <p:ph type="body" sz="quarter" idx="16"/>
          </p:nvPr>
        </p:nvSpPr>
        <p:spPr bwMode="gray">
          <a:xfrm>
            <a:off x="3743739" y="5612424"/>
            <a:ext cx="124800" cy="124800"/>
          </a:xfrm>
          <a:prstGeom prst="ellipse">
            <a:avLst/>
          </a:prstGeom>
          <a:solidFill>
            <a:schemeClr val="accent6"/>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9" name="Espace réservé du texte 16"/>
          <p:cNvSpPr>
            <a:spLocks noGrp="1"/>
          </p:cNvSpPr>
          <p:nvPr>
            <p:ph type="body" sz="quarter" idx="17"/>
          </p:nvPr>
        </p:nvSpPr>
        <p:spPr bwMode="gray">
          <a:xfrm>
            <a:off x="5555757"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0" name="Espace réservé du texte 16"/>
          <p:cNvSpPr>
            <a:spLocks noGrp="1"/>
          </p:cNvSpPr>
          <p:nvPr>
            <p:ph type="body" sz="quarter" idx="18"/>
          </p:nvPr>
        </p:nvSpPr>
        <p:spPr bwMode="gray">
          <a:xfrm>
            <a:off x="5315931" y="5612424"/>
            <a:ext cx="124800" cy="124800"/>
          </a:xfrm>
          <a:prstGeom prst="ellipse">
            <a:avLst/>
          </a:prstGeom>
          <a:solidFill>
            <a:schemeClr val="accent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1" name="Espace réservé du texte 16"/>
          <p:cNvSpPr>
            <a:spLocks noGrp="1"/>
          </p:cNvSpPr>
          <p:nvPr>
            <p:ph type="body" sz="quarter" idx="19"/>
          </p:nvPr>
        </p:nvSpPr>
        <p:spPr bwMode="gray">
          <a:xfrm>
            <a:off x="7127951"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2" name="Espace réservé du texte 16"/>
          <p:cNvSpPr>
            <a:spLocks noGrp="1"/>
          </p:cNvSpPr>
          <p:nvPr>
            <p:ph type="body" sz="quarter" idx="20"/>
          </p:nvPr>
        </p:nvSpPr>
        <p:spPr bwMode="gray">
          <a:xfrm>
            <a:off x="6888123" y="5612424"/>
            <a:ext cx="124800" cy="124800"/>
          </a:xfrm>
          <a:prstGeom prst="ellipse">
            <a:avLst/>
          </a:prstGeom>
          <a:solidFill>
            <a:schemeClr val="accent4"/>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3" name="Espace réservé du texte 16"/>
          <p:cNvSpPr>
            <a:spLocks noGrp="1"/>
          </p:cNvSpPr>
          <p:nvPr>
            <p:ph type="body" sz="quarter" idx="21"/>
          </p:nvPr>
        </p:nvSpPr>
        <p:spPr bwMode="gray">
          <a:xfrm>
            <a:off x="8700143"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4" name="Espace réservé du texte 16"/>
          <p:cNvSpPr>
            <a:spLocks noGrp="1"/>
          </p:cNvSpPr>
          <p:nvPr>
            <p:ph type="body" sz="quarter" idx="22"/>
          </p:nvPr>
        </p:nvSpPr>
        <p:spPr bwMode="gray">
          <a:xfrm>
            <a:off x="8460315" y="5612424"/>
            <a:ext cx="124800" cy="124800"/>
          </a:xfrm>
          <a:prstGeom prst="ellipse">
            <a:avLst/>
          </a:prstGeom>
          <a:solidFill>
            <a:schemeClr val="accent5"/>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25" name="Espace réservé du texte 16"/>
          <p:cNvSpPr>
            <a:spLocks noGrp="1"/>
          </p:cNvSpPr>
          <p:nvPr>
            <p:ph type="body" sz="quarter" idx="23"/>
          </p:nvPr>
        </p:nvSpPr>
        <p:spPr bwMode="gray">
          <a:xfrm>
            <a:off x="10272335" y="5530760"/>
            <a:ext cx="1200000" cy="288000"/>
          </a:xfrm>
        </p:spPr>
        <p:txBody>
          <a:bodyPr anchor="ctr"/>
          <a:lstStyle>
            <a:lvl1pPr>
              <a:spcAft>
                <a:spcPts val="0"/>
              </a:spcAft>
              <a:defRPr sz="1100" b="0" baseline="0">
                <a:solidFill>
                  <a:schemeClr val="tx1"/>
                </a:solidFill>
                <a:latin typeface="+mn-lt"/>
              </a:defRPr>
            </a:lvl1pPr>
          </a:lstStyle>
          <a:p>
            <a:pPr lvl="0"/>
            <a:r>
              <a:rPr lang="fr-FR"/>
              <a:t>Cliquez pour modifier les styles du texte du masque</a:t>
            </a:r>
          </a:p>
        </p:txBody>
      </p:sp>
      <p:sp>
        <p:nvSpPr>
          <p:cNvPr id="26" name="Espace réservé du texte 16"/>
          <p:cNvSpPr>
            <a:spLocks noGrp="1"/>
          </p:cNvSpPr>
          <p:nvPr>
            <p:ph type="body" sz="quarter" idx="24"/>
          </p:nvPr>
        </p:nvSpPr>
        <p:spPr bwMode="gray">
          <a:xfrm>
            <a:off x="10032507" y="5612424"/>
            <a:ext cx="124800" cy="124800"/>
          </a:xfrm>
          <a:prstGeom prst="ellipse">
            <a:avLst/>
          </a:prstGeom>
          <a:solidFill>
            <a:schemeClr val="bg2"/>
          </a:solidFill>
        </p:spPr>
        <p:txBody>
          <a:bodyPr/>
          <a:lstStyle>
            <a:lvl1pPr>
              <a:spcAft>
                <a:spcPts val="0"/>
              </a:spcAft>
              <a:defRPr sz="133" b="0" baseline="0">
                <a:solidFill>
                  <a:schemeClr val="accent1">
                    <a:alpha val="0"/>
                  </a:schemeClr>
                </a:solidFill>
              </a:defRPr>
            </a:lvl1pPr>
          </a:lstStyle>
          <a:p>
            <a:pPr lvl="0"/>
            <a:r>
              <a:rPr lang="fr-FR"/>
              <a:t>Cliquez pour modifier les styles du texte du masque</a:t>
            </a:r>
          </a:p>
        </p:txBody>
      </p:sp>
      <p:sp>
        <p:nvSpPr>
          <p:cNvPr id="15"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16"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7" name="Espace réservé du numéro de diapositive 5"/>
          <p:cNvSpPr>
            <a:spLocks noGrp="1"/>
          </p:cNvSpPr>
          <p:nvPr>
            <p:ph type="sldNum" sz="quarter" idx="27"/>
          </p:nvPr>
        </p:nvSpPr>
        <p:spPr/>
        <p:txBody>
          <a:bodyPr/>
          <a:lstStyle>
            <a:lvl1pPr>
              <a:defRPr/>
            </a:lvl1pPr>
          </a:lstStyle>
          <a:p>
            <a:pPr>
              <a:defRPr/>
            </a:pPr>
            <a:fld id="{FEA9436D-A3E6-2944-8A98-FF6304F6BA37}"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4061273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e_&amp;_cartouche_droite">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03"/>
            <a:ext cx="5280000" cy="3649133"/>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6192335" y="2372784"/>
            <a:ext cx="5280000" cy="648000"/>
          </a:xfrm>
          <a:solidFill>
            <a:schemeClr val="accent1"/>
          </a:solidFill>
        </p:spPr>
        <p:txBody>
          <a:bodyPr lIns="286210" tIns="17892" rIns="71553" anchor="ctr">
            <a:noAutofit/>
          </a:bodyPr>
          <a:lstStyle>
            <a:lvl1pPr>
              <a:lnSpc>
                <a:spcPct val="90000"/>
              </a:lnSpc>
              <a:spcAft>
                <a:spcPts val="0"/>
              </a:spcAft>
              <a:defRPr b="0" cap="all" baseline="0">
                <a:solidFill>
                  <a:schemeClr val="bg1"/>
                </a:solidFill>
                <a:latin typeface="Avenir LT Std 65 Medium" pitchFamily="34" charset="0"/>
              </a:defRPr>
            </a:lvl1pPr>
          </a:lstStyle>
          <a:p>
            <a:pPr lvl="0"/>
            <a:r>
              <a:rPr lang="fr-FR"/>
              <a:t>Cliquez pour modifier les styles du texte du masque</a:t>
            </a:r>
          </a:p>
        </p:txBody>
      </p:sp>
      <p:sp>
        <p:nvSpPr>
          <p:cNvPr id="13" name="Espace réservé du texte 11"/>
          <p:cNvSpPr>
            <a:spLocks noGrp="1"/>
          </p:cNvSpPr>
          <p:nvPr>
            <p:ph type="body" sz="quarter" idx="15"/>
          </p:nvPr>
        </p:nvSpPr>
        <p:spPr bwMode="gray">
          <a:xfrm>
            <a:off x="6192335" y="3141072"/>
            <a:ext cx="5280000" cy="2593083"/>
          </a:xfrm>
          <a:solidFill>
            <a:schemeClr val="accent1"/>
          </a:solidFill>
        </p:spPr>
        <p:txBody>
          <a:bodyPr lIns="143104" tIns="71553" rIns="71553" bIns="71553">
            <a:noAutofit/>
          </a:bodyPr>
          <a:lstStyle>
            <a:lvl1pPr marL="143100" indent="-143100">
              <a:buFont typeface="Avenir LT Std 45 Book" pitchFamily="34" charset="0"/>
              <a:buChar char="+"/>
              <a:defRPr b="0" cap="none" baseline="0">
                <a:solidFill>
                  <a:schemeClr val="bg1"/>
                </a:solidFill>
                <a:latin typeface="+mn-lt"/>
              </a:defRPr>
            </a:lvl1pPr>
          </a:lstStyle>
          <a:p>
            <a:pPr lvl="0"/>
            <a:r>
              <a:rPr lang="fr-FR"/>
              <a:t>Cliquez pour modifier les styles du texte du masque</a:t>
            </a:r>
          </a:p>
        </p:txBody>
      </p:sp>
      <p:sp>
        <p:nvSpPr>
          <p:cNvPr id="7" name="Espace réservé de la date 3"/>
          <p:cNvSpPr>
            <a:spLocks noGrp="1"/>
          </p:cNvSpPr>
          <p:nvPr>
            <p:ph type="dt" sz="half" idx="16"/>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8" name="Espace réservé du pied de page 4"/>
          <p:cNvSpPr>
            <a:spLocks noGrp="1"/>
          </p:cNvSpPr>
          <p:nvPr>
            <p:ph type="ftr" sz="quarter" idx="17"/>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9" name="Espace réservé du numéro de diapositive 5"/>
          <p:cNvSpPr>
            <a:spLocks noGrp="1"/>
          </p:cNvSpPr>
          <p:nvPr>
            <p:ph type="sldNum" sz="quarter" idx="18"/>
          </p:nvPr>
        </p:nvSpPr>
        <p:spPr/>
        <p:txBody>
          <a:bodyPr/>
          <a:lstStyle>
            <a:lvl1pPr>
              <a:defRPr/>
            </a:lvl1pPr>
          </a:lstStyle>
          <a:p>
            <a:pPr>
              <a:defRPr/>
            </a:pPr>
            <a:fld id="{E462B9BA-4FE9-C949-9C6B-909C03650CE9}"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706323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e_&amp;_cartouche_gauche">
    <p:spTree>
      <p:nvGrpSpPr>
        <p:cNvPr id="1" name=""/>
        <p:cNvGrpSpPr/>
        <p:nvPr/>
      </p:nvGrpSpPr>
      <p:grpSpPr>
        <a:xfrm>
          <a:off x="0" y="0"/>
          <a:ext cx="0" cy="0"/>
          <a:chOff x="0" y="0"/>
          <a:chExt cx="0" cy="0"/>
        </a:xfrm>
      </p:grpSpPr>
      <p:sp>
        <p:nvSpPr>
          <p:cNvPr id="3" name="Espace réservé du contenu 2"/>
          <p:cNvSpPr>
            <a:spLocks noGrp="1"/>
          </p:cNvSpPr>
          <p:nvPr>
            <p:ph idx="1"/>
          </p:nvPr>
        </p:nvSpPr>
        <p:spPr bwMode="gray">
          <a:xfrm>
            <a:off x="6432335" y="1542461"/>
            <a:ext cx="5040000" cy="443081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Espace réservé du texte 11"/>
          <p:cNvSpPr>
            <a:spLocks noGrp="1"/>
          </p:cNvSpPr>
          <p:nvPr>
            <p:ph type="body" sz="quarter" idx="14"/>
          </p:nvPr>
        </p:nvSpPr>
        <p:spPr bwMode="gray">
          <a:xfrm>
            <a:off x="719667" y="692793"/>
            <a:ext cx="5040000" cy="5041355"/>
          </a:xfrm>
          <a:solidFill>
            <a:schemeClr val="accent1"/>
          </a:solidFill>
        </p:spPr>
        <p:txBody>
          <a:bodyPr lIns="286210" tIns="626099" rIns="71553" bIns="107319">
            <a:noAutofit/>
          </a:bodyPr>
          <a:lstStyle>
            <a:lvl1pPr marL="214653" indent="-214653">
              <a:lnSpc>
                <a:spcPct val="90000"/>
              </a:lnSpc>
              <a:spcAft>
                <a:spcPts val="0"/>
              </a:spcAft>
              <a:buFont typeface="Avenir LT Std 65 Medium" pitchFamily="34" charset="0"/>
              <a:buChar char="+"/>
              <a:defRPr sz="2200" b="0" cap="all" baseline="0">
                <a:solidFill>
                  <a:schemeClr val="bg1"/>
                </a:solidFill>
                <a:latin typeface="Avenir LT Std 65 Medium" pitchFamily="34" charset="0"/>
              </a:defRPr>
            </a:lvl1pPr>
          </a:lstStyle>
          <a:p>
            <a:pPr lvl="0"/>
            <a:r>
              <a:rPr lang="fr-FR"/>
              <a:t>Cliquez pour modifier les styles du texte du masque</a:t>
            </a:r>
          </a:p>
        </p:txBody>
      </p:sp>
      <p:sp>
        <p:nvSpPr>
          <p:cNvPr id="4" name="Espace réservé de la date 3"/>
          <p:cNvSpPr>
            <a:spLocks noGrp="1"/>
          </p:cNvSpPr>
          <p:nvPr>
            <p:ph type="dt" sz="half" idx="1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5" name="Espace réservé du pied de page 4"/>
          <p:cNvSpPr>
            <a:spLocks noGrp="1"/>
          </p:cNvSpPr>
          <p:nvPr>
            <p:ph type="ftr" sz="quarter" idx="1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6" name="Espace réservé du numéro de diapositive 5"/>
          <p:cNvSpPr>
            <a:spLocks noGrp="1"/>
          </p:cNvSpPr>
          <p:nvPr>
            <p:ph type="sldNum" sz="quarter" idx="17"/>
          </p:nvPr>
        </p:nvSpPr>
        <p:spPr/>
        <p:txBody>
          <a:bodyPr/>
          <a:lstStyle>
            <a:lvl1pPr>
              <a:defRPr/>
            </a:lvl1pPr>
          </a:lstStyle>
          <a:p>
            <a:pPr>
              <a:defRPr/>
            </a:pPr>
            <a:fld id="{1C619103-1A93-9448-9A70-F5182E7F63F0}"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2591661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re_&amp;_2_cartouches">
    <p:spTree>
      <p:nvGrpSpPr>
        <p:cNvPr id="1" name=""/>
        <p:cNvGrpSpPr/>
        <p:nvPr/>
      </p:nvGrpSpPr>
      <p:grpSpPr>
        <a:xfrm>
          <a:off x="0" y="0"/>
          <a:ext cx="0" cy="0"/>
          <a:chOff x="0" y="0"/>
          <a:chExt cx="0" cy="0"/>
        </a:xfrm>
      </p:grpSpPr>
      <p:sp>
        <p:nvSpPr>
          <p:cNvPr id="13" name="Espace réservé du texte 11"/>
          <p:cNvSpPr>
            <a:spLocks noGrp="1"/>
          </p:cNvSpPr>
          <p:nvPr>
            <p:ph type="body" sz="quarter" idx="15"/>
          </p:nvPr>
        </p:nvSpPr>
        <p:spPr bwMode="gray">
          <a:xfrm>
            <a:off x="6432335" y="692151"/>
            <a:ext cx="5040000" cy="5041900"/>
          </a:xfrm>
          <a:noFill/>
        </p:spPr>
        <p:txBody>
          <a:bodyPr tIns="35773" anchor="ctr">
            <a:noAutofit/>
          </a:bodyPr>
          <a:lstStyle>
            <a:lvl1pPr marL="0" indent="0">
              <a:lnSpc>
                <a:spcPct val="90000"/>
              </a:lnSpc>
              <a:spcAft>
                <a:spcPts val="0"/>
              </a:spcAft>
              <a:buFont typeface="Arial" pitchFamily="34" charset="0"/>
              <a:buNone/>
              <a:defRPr sz="2200" b="0" cap="all" baseline="0">
                <a:solidFill>
                  <a:schemeClr val="accent1"/>
                </a:solidFill>
              </a:defRPr>
            </a:lvl1pPr>
          </a:lstStyle>
          <a:p>
            <a:pPr lvl="0"/>
            <a:r>
              <a:rPr lang="fr-FR"/>
              <a:t>Cliquez pour modifier les styles du texte du masque</a:t>
            </a:r>
          </a:p>
        </p:txBody>
      </p:sp>
      <p:sp>
        <p:nvSpPr>
          <p:cNvPr id="15" name="Espace réservé du texte 11"/>
          <p:cNvSpPr>
            <a:spLocks noGrp="1"/>
          </p:cNvSpPr>
          <p:nvPr>
            <p:ph type="body" sz="quarter" idx="16"/>
          </p:nvPr>
        </p:nvSpPr>
        <p:spPr bwMode="gray">
          <a:xfrm>
            <a:off x="5240452" y="2733101"/>
            <a:ext cx="960000" cy="960000"/>
          </a:xfrm>
          <a:prstGeom prst="diamond">
            <a:avLst/>
          </a:prstGeom>
          <a:solidFill>
            <a:schemeClr val="accent1"/>
          </a:solidFill>
        </p:spPr>
        <p:txBody>
          <a:bodyPr anchor="ctr">
            <a:noAutofit/>
          </a:bodyPr>
          <a:lstStyle>
            <a:lvl1pPr marL="0" indent="0">
              <a:lnSpc>
                <a:spcPct val="90000"/>
              </a:lnSpc>
              <a:spcAft>
                <a:spcPts val="0"/>
              </a:spcAft>
              <a:buFont typeface="Arial" pitchFamily="34" charset="0"/>
              <a:buNone/>
              <a:defRPr sz="133" b="0" cap="all" baseline="0">
                <a:solidFill>
                  <a:schemeClr val="accent1">
                    <a:alpha val="0"/>
                  </a:schemeClr>
                </a:solidFill>
              </a:defRPr>
            </a:lvl1pPr>
          </a:lstStyle>
          <a:p>
            <a:pPr lvl="0"/>
            <a:r>
              <a:rPr lang="fr-FR"/>
              <a:t>Cliquez pour modifier les styles du texte du masque</a:t>
            </a:r>
          </a:p>
        </p:txBody>
      </p:sp>
      <p:sp>
        <p:nvSpPr>
          <p:cNvPr id="12" name="Espace réservé du texte 11"/>
          <p:cNvSpPr>
            <a:spLocks noGrp="1"/>
          </p:cNvSpPr>
          <p:nvPr>
            <p:ph type="body" sz="quarter" idx="14"/>
          </p:nvPr>
        </p:nvSpPr>
        <p:spPr bwMode="gray">
          <a:xfrm>
            <a:off x="719667" y="692260"/>
            <a:ext cx="5040000" cy="5041899"/>
          </a:xfrm>
          <a:solidFill>
            <a:schemeClr val="accent1"/>
          </a:solidFill>
        </p:spPr>
        <p:txBody>
          <a:bodyPr lIns="286210" tIns="143104" rIns="71553" bIns="107319" anchor="ctr">
            <a:noAutofit/>
          </a:bodyPr>
          <a:lstStyle>
            <a:lvl1pPr marL="0" indent="0">
              <a:lnSpc>
                <a:spcPct val="90000"/>
              </a:lnSpc>
              <a:spcAft>
                <a:spcPts val="0"/>
              </a:spcAft>
              <a:buFont typeface="Arial" pitchFamily="34" charset="0"/>
              <a:buNone/>
              <a:defRPr sz="2200" b="0" cap="all" baseline="0">
                <a:solidFill>
                  <a:schemeClr val="bg1"/>
                </a:solidFill>
              </a:defRPr>
            </a:lvl1pPr>
          </a:lstStyle>
          <a:p>
            <a:pPr lvl="0"/>
            <a:r>
              <a:rPr lang="fr-FR"/>
              <a:t>Cliquez pour modifier les styles du texte du masque</a:t>
            </a:r>
          </a:p>
        </p:txBody>
      </p:sp>
      <p:sp>
        <p:nvSpPr>
          <p:cNvPr id="5" name="Espace réservé de la date 3"/>
          <p:cNvSpPr>
            <a:spLocks noGrp="1"/>
          </p:cNvSpPr>
          <p:nvPr>
            <p:ph type="dt" sz="half" idx="17"/>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6" name="Espace réservé du pied de page 4"/>
          <p:cNvSpPr>
            <a:spLocks noGrp="1"/>
          </p:cNvSpPr>
          <p:nvPr>
            <p:ph type="ftr" sz="quarter" idx="18"/>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7" name="Espace réservé du numéro de diapositive 5"/>
          <p:cNvSpPr>
            <a:spLocks noGrp="1"/>
          </p:cNvSpPr>
          <p:nvPr>
            <p:ph type="sldNum" sz="quarter" idx="19"/>
          </p:nvPr>
        </p:nvSpPr>
        <p:spPr/>
        <p:txBody>
          <a:bodyPr/>
          <a:lstStyle>
            <a:lvl1pPr>
              <a:defRPr/>
            </a:lvl1pPr>
          </a:lstStyle>
          <a:p>
            <a:pPr>
              <a:defRPr/>
            </a:pPr>
            <a:fld id="{724E0825-E7BD-1442-968D-6A0F5019CC84}"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6864946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cartouches_petites_images">
    <p:spTree>
      <p:nvGrpSpPr>
        <p:cNvPr id="1" name=""/>
        <p:cNvGrpSpPr/>
        <p:nvPr/>
      </p:nvGrpSpPr>
      <p:grpSpPr>
        <a:xfrm>
          <a:off x="0" y="0"/>
          <a:ext cx="0" cy="0"/>
          <a:chOff x="0" y="0"/>
          <a:chExt cx="0" cy="0"/>
        </a:xfrm>
      </p:grpSpPr>
      <p:sp>
        <p:nvSpPr>
          <p:cNvPr id="16" name="Espace réservé du texte 11"/>
          <p:cNvSpPr>
            <a:spLocks noGrp="1"/>
          </p:cNvSpPr>
          <p:nvPr>
            <p:ph type="body" sz="quarter" idx="15"/>
          </p:nvPr>
        </p:nvSpPr>
        <p:spPr bwMode="gray">
          <a:xfrm>
            <a:off x="719682" y="3236790"/>
            <a:ext cx="3360111" cy="2497447"/>
          </a:xfrm>
          <a:solidFill>
            <a:srgbClr val="D7D7D7"/>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tx1"/>
                </a:solidFill>
                <a:latin typeface="Avenir LT Std 35 Light" pitchFamily="34" charset="0"/>
              </a:defRPr>
            </a:lvl1pPr>
          </a:lstStyle>
          <a:p>
            <a:pPr lvl="0"/>
            <a:r>
              <a:rPr lang="fr-FR"/>
              <a:t>Cliquez pour modifier les styles du texte du masque</a:t>
            </a: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texte 11"/>
          <p:cNvSpPr>
            <a:spLocks noGrp="1"/>
          </p:cNvSpPr>
          <p:nvPr>
            <p:ph type="body" sz="quarter" idx="14"/>
          </p:nvPr>
        </p:nvSpPr>
        <p:spPr bwMode="gray">
          <a:xfrm>
            <a:off x="71968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17" name="Espace réservé pour une image  10"/>
          <p:cNvSpPr>
            <a:spLocks noGrp="1"/>
          </p:cNvSpPr>
          <p:nvPr>
            <p:ph type="pic" sz="quarter" idx="18"/>
          </p:nvPr>
        </p:nvSpPr>
        <p:spPr bwMode="gray">
          <a:xfrm>
            <a:off x="911424" y="3333111"/>
            <a:ext cx="1104000" cy="1104000"/>
          </a:xfrm>
          <a:prstGeom prst="rect">
            <a:avLst/>
          </a:prstGeom>
          <a:noFill/>
        </p:spPr>
        <p:txBody>
          <a:bodyPr rtlCol="0" anchor="ctr">
            <a:normAutofit/>
          </a:bodyPr>
          <a:lstStyle>
            <a:lvl1pPr algn="ctr">
              <a:defRPr sz="800" b="0" cap="all" baseline="0">
                <a:solidFill>
                  <a:schemeClr val="accent1"/>
                </a:solidFill>
                <a:latin typeface="+mn-lt"/>
              </a:defRPr>
            </a:lvl1pPr>
          </a:lstStyle>
          <a:p>
            <a:pPr lvl="0"/>
            <a:r>
              <a:rPr lang="fr-FR" noProof="0"/>
              <a:t>Cliquez sur l'icône pour ajouter une image</a:t>
            </a:r>
          </a:p>
        </p:txBody>
      </p:sp>
      <p:sp>
        <p:nvSpPr>
          <p:cNvPr id="18" name="Espace réservé du texte 11"/>
          <p:cNvSpPr>
            <a:spLocks noGrp="1"/>
          </p:cNvSpPr>
          <p:nvPr>
            <p:ph type="body" sz="quarter" idx="19"/>
          </p:nvPr>
        </p:nvSpPr>
        <p:spPr bwMode="gray">
          <a:xfrm>
            <a:off x="4415970" y="3236790"/>
            <a:ext cx="3360111" cy="2497447"/>
          </a:xfrm>
          <a:solidFill>
            <a:srgbClr val="D7D7D7"/>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tx1"/>
                </a:solidFill>
                <a:latin typeface="Avenir LT Std 35 Light" pitchFamily="34" charset="0"/>
              </a:defRPr>
            </a:lvl1pPr>
          </a:lstStyle>
          <a:p>
            <a:pPr lvl="0"/>
            <a:r>
              <a:rPr lang="fr-FR"/>
              <a:t>Cliquez pour modifier les styles du texte du masque</a:t>
            </a:r>
          </a:p>
        </p:txBody>
      </p:sp>
      <p:sp>
        <p:nvSpPr>
          <p:cNvPr id="19" name="Espace réservé du texte 11"/>
          <p:cNvSpPr>
            <a:spLocks noGrp="1"/>
          </p:cNvSpPr>
          <p:nvPr>
            <p:ph type="body" sz="quarter" idx="20"/>
          </p:nvPr>
        </p:nvSpPr>
        <p:spPr bwMode="gray">
          <a:xfrm>
            <a:off x="4415970" y="2372785"/>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0" name="Espace réservé pour une image  10"/>
          <p:cNvSpPr>
            <a:spLocks noGrp="1"/>
          </p:cNvSpPr>
          <p:nvPr>
            <p:ph type="pic" sz="quarter" idx="21"/>
          </p:nvPr>
        </p:nvSpPr>
        <p:spPr bwMode="gray">
          <a:xfrm>
            <a:off x="4607703" y="3333112"/>
            <a:ext cx="1104000" cy="1104000"/>
          </a:xfrm>
          <a:prstGeom prst="rect">
            <a:avLst/>
          </a:prstGeom>
          <a:noFill/>
        </p:spPr>
        <p:txBody>
          <a:bodyPr rtlCol="0" anchor="ctr">
            <a:normAutofit/>
          </a:bodyPr>
          <a:lstStyle>
            <a:lvl1pPr algn="ctr">
              <a:defRPr sz="800" b="0" cap="all" baseline="0">
                <a:solidFill>
                  <a:schemeClr val="accent1"/>
                </a:solidFill>
                <a:latin typeface="+mn-lt"/>
              </a:defRPr>
            </a:lvl1pPr>
          </a:lstStyle>
          <a:p>
            <a:pPr lvl="0"/>
            <a:r>
              <a:rPr lang="fr-FR" noProof="0"/>
              <a:t>Cliquez sur l'icône pour ajouter une image</a:t>
            </a:r>
          </a:p>
        </p:txBody>
      </p:sp>
      <p:sp>
        <p:nvSpPr>
          <p:cNvPr id="21" name="Espace réservé du texte 11"/>
          <p:cNvSpPr>
            <a:spLocks noGrp="1"/>
          </p:cNvSpPr>
          <p:nvPr>
            <p:ph type="body" sz="quarter" idx="22"/>
          </p:nvPr>
        </p:nvSpPr>
        <p:spPr bwMode="gray">
          <a:xfrm>
            <a:off x="8112242" y="3236790"/>
            <a:ext cx="3360111" cy="2497447"/>
          </a:xfrm>
          <a:solidFill>
            <a:schemeClr val="accent1"/>
          </a:solidFill>
        </p:spPr>
        <p:txBody>
          <a:bodyPr lIns="143104" tIns="1001740" rIns="71553" bIns="35773">
            <a:noAutofit/>
          </a:bodyPr>
          <a:lstStyle>
            <a:lvl1pPr marL="0" indent="0">
              <a:lnSpc>
                <a:spcPct val="90000"/>
              </a:lnSpc>
              <a:spcAft>
                <a:spcPts val="0"/>
              </a:spcAft>
              <a:buFont typeface="Arial" pitchFamily="34" charset="0"/>
              <a:buNone/>
              <a:defRPr sz="1200" b="0" cap="all" baseline="0">
                <a:solidFill>
                  <a:schemeClr val="bg1"/>
                </a:solidFill>
                <a:latin typeface="Avenir LT Std 35 Light" pitchFamily="34" charset="0"/>
              </a:defRPr>
            </a:lvl1pPr>
          </a:lstStyle>
          <a:p>
            <a:pPr lvl="0"/>
            <a:r>
              <a:rPr lang="fr-FR"/>
              <a:t>Cliquez pour modifier les styles du texte du masque</a:t>
            </a:r>
          </a:p>
        </p:txBody>
      </p:sp>
      <p:sp>
        <p:nvSpPr>
          <p:cNvPr id="22" name="Espace réservé du texte 11"/>
          <p:cNvSpPr>
            <a:spLocks noGrp="1"/>
          </p:cNvSpPr>
          <p:nvPr>
            <p:ph type="body" sz="quarter" idx="23"/>
          </p:nvPr>
        </p:nvSpPr>
        <p:spPr bwMode="gray">
          <a:xfrm>
            <a:off x="8112242" y="2372785"/>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3" name="Espace réservé pour une image  10"/>
          <p:cNvSpPr>
            <a:spLocks noGrp="1"/>
          </p:cNvSpPr>
          <p:nvPr>
            <p:ph type="pic" sz="quarter" idx="24"/>
          </p:nvPr>
        </p:nvSpPr>
        <p:spPr bwMode="gray">
          <a:xfrm>
            <a:off x="8303983" y="3333112"/>
            <a:ext cx="1104000" cy="1104000"/>
          </a:xfrm>
          <a:prstGeom prst="rect">
            <a:avLst/>
          </a:prstGeom>
          <a:noFill/>
        </p:spPr>
        <p:txBody>
          <a:bodyPr rtlCol="0" anchor="ctr">
            <a:normAutofit/>
          </a:bodyPr>
          <a:lstStyle>
            <a:lvl1pPr algn="ctr">
              <a:defRPr sz="800" b="0" cap="all" baseline="0">
                <a:solidFill>
                  <a:schemeClr val="bg1"/>
                </a:solidFill>
                <a:latin typeface="+mn-lt"/>
              </a:defRPr>
            </a:lvl1pPr>
          </a:lstStyle>
          <a:p>
            <a:pPr lvl="0"/>
            <a:r>
              <a:rPr lang="fr-FR" noProof="0"/>
              <a:t>Cliquez sur l'icône pour ajouter une image</a:t>
            </a:r>
          </a:p>
        </p:txBody>
      </p:sp>
      <p:sp>
        <p:nvSpPr>
          <p:cNvPr id="13" name="Espace réservé de la date 3"/>
          <p:cNvSpPr>
            <a:spLocks noGrp="1"/>
          </p:cNvSpPr>
          <p:nvPr>
            <p:ph type="dt" sz="half" idx="25"/>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pPr>
              <a:defRPr/>
            </a:pPr>
            <a:endParaRPr lang="fr-FR">
              <a:solidFill>
                <a:srgbClr val="3C3732"/>
              </a:solidFill>
            </a:endParaRPr>
          </a:p>
        </p:txBody>
      </p:sp>
      <p:sp>
        <p:nvSpPr>
          <p:cNvPr id="24" name="Espace réservé du pied de page 4"/>
          <p:cNvSpPr>
            <a:spLocks noGrp="1"/>
          </p:cNvSpPr>
          <p:nvPr>
            <p:ph type="ftr" sz="quarter" idx="26"/>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25" name="Espace réservé du numéro de diapositive 5"/>
          <p:cNvSpPr>
            <a:spLocks noGrp="1"/>
          </p:cNvSpPr>
          <p:nvPr>
            <p:ph type="sldNum" sz="quarter" idx="27"/>
          </p:nvPr>
        </p:nvSpPr>
        <p:spPr/>
        <p:txBody>
          <a:bodyPr/>
          <a:lstStyle>
            <a:lvl1pPr>
              <a:defRPr/>
            </a:lvl1pPr>
          </a:lstStyle>
          <a:p>
            <a:pPr>
              <a:defRPr/>
            </a:pPr>
            <a:fld id="{C80B94D4-CABF-6E46-9D85-76313ED11AE5}"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20590788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artouches_grandes_image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4" name="Espace réservé du texte 13"/>
          <p:cNvSpPr>
            <a:spLocks noGrp="1"/>
          </p:cNvSpPr>
          <p:nvPr>
            <p:ph type="body" sz="quarter" idx="13"/>
          </p:nvPr>
        </p:nvSpPr>
        <p:spPr bwMode="gray">
          <a:xfrm>
            <a:off x="719668" y="1267884"/>
            <a:ext cx="10752667"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15" name="Espace réservé du texte 11"/>
          <p:cNvSpPr>
            <a:spLocks noGrp="1"/>
          </p:cNvSpPr>
          <p:nvPr>
            <p:ph type="body" sz="quarter" idx="14"/>
          </p:nvPr>
        </p:nvSpPr>
        <p:spPr bwMode="gray">
          <a:xfrm>
            <a:off x="71968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17" name="Espace réservé pour une image  10"/>
          <p:cNvSpPr>
            <a:spLocks noGrp="1"/>
          </p:cNvSpPr>
          <p:nvPr>
            <p:ph type="pic" sz="quarter" idx="18"/>
          </p:nvPr>
        </p:nvSpPr>
        <p:spPr bwMode="gray">
          <a:xfrm>
            <a:off x="719776"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25" name="Espace réservé du texte 11"/>
          <p:cNvSpPr>
            <a:spLocks noGrp="1"/>
          </p:cNvSpPr>
          <p:nvPr>
            <p:ph type="body" sz="quarter" idx="19"/>
          </p:nvPr>
        </p:nvSpPr>
        <p:spPr bwMode="gray">
          <a:xfrm>
            <a:off x="4415970"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6" name="Espace réservé pour une image  10"/>
          <p:cNvSpPr>
            <a:spLocks noGrp="1"/>
          </p:cNvSpPr>
          <p:nvPr>
            <p:ph type="pic" sz="quarter" idx="20"/>
          </p:nvPr>
        </p:nvSpPr>
        <p:spPr bwMode="gray">
          <a:xfrm>
            <a:off x="4416055"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27" name="Espace réservé du texte 11"/>
          <p:cNvSpPr>
            <a:spLocks noGrp="1"/>
          </p:cNvSpPr>
          <p:nvPr>
            <p:ph type="body" sz="quarter" idx="21"/>
          </p:nvPr>
        </p:nvSpPr>
        <p:spPr bwMode="gray">
          <a:xfrm>
            <a:off x="8112242" y="2372784"/>
            <a:ext cx="3360111" cy="864000"/>
          </a:xfrm>
          <a:solidFill>
            <a:schemeClr val="accent1"/>
          </a:solidFill>
        </p:spPr>
        <p:txBody>
          <a:bodyPr lIns="143104" tIns="71553" rIns="71553" bIns="35773" anchor="ctr">
            <a:noAutofit/>
          </a:bodyPr>
          <a:lstStyle>
            <a:lvl1pPr marL="0" indent="0">
              <a:lnSpc>
                <a:spcPct val="90000"/>
              </a:lnSpc>
              <a:spcAft>
                <a:spcPts val="0"/>
              </a:spcAft>
              <a:buFont typeface="Arial" pitchFamily="34" charset="0"/>
              <a:buNone/>
              <a:defRPr sz="2000" b="0" cap="all" baseline="0">
                <a:solidFill>
                  <a:schemeClr val="bg1"/>
                </a:solidFill>
              </a:defRPr>
            </a:lvl1pPr>
          </a:lstStyle>
          <a:p>
            <a:pPr lvl="0"/>
            <a:r>
              <a:rPr lang="fr-FR"/>
              <a:t>Cliquez pour modifier les styles du texte du masque</a:t>
            </a:r>
          </a:p>
        </p:txBody>
      </p:sp>
      <p:sp>
        <p:nvSpPr>
          <p:cNvPr id="28" name="Espace réservé pour une image  10"/>
          <p:cNvSpPr>
            <a:spLocks noGrp="1"/>
          </p:cNvSpPr>
          <p:nvPr>
            <p:ph type="pic" sz="quarter" idx="22"/>
          </p:nvPr>
        </p:nvSpPr>
        <p:spPr bwMode="gray">
          <a:xfrm>
            <a:off x="8112335" y="3236881"/>
            <a:ext cx="3360000" cy="2497267"/>
          </a:xfrm>
          <a:prstGeom prst="rect">
            <a:avLst/>
          </a:prstGeom>
          <a:solidFill>
            <a:srgbClr val="D7D7D7"/>
          </a:solidFill>
        </p:spPr>
        <p:txBody>
          <a:bodyPr lIns="35773" tIns="965976" rIns="35773" rtlCol="0" anchor="ctr">
            <a:normAutofit/>
          </a:bodyPr>
          <a:lstStyle>
            <a:lvl1pPr algn="ctr">
              <a:defRPr sz="1300" b="0" cap="all" baseline="0">
                <a:solidFill>
                  <a:schemeClr val="accent1"/>
                </a:solidFill>
                <a:latin typeface="+mn-lt"/>
              </a:defRPr>
            </a:lvl1pPr>
          </a:lstStyle>
          <a:p>
            <a:pPr lvl="0"/>
            <a:r>
              <a:rPr lang="fr-FR" noProof="0"/>
              <a:t>Cliquez sur l'icône pour ajouter une image</a:t>
            </a:r>
          </a:p>
        </p:txBody>
      </p:sp>
      <p:sp>
        <p:nvSpPr>
          <p:cNvPr id="10" name="Espace réservé de la date 3"/>
          <p:cNvSpPr>
            <a:spLocks noGrp="1"/>
          </p:cNvSpPr>
          <p:nvPr>
            <p:ph type="dt" sz="half" idx="23"/>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11" name="Espace réservé du pied de page 4"/>
          <p:cNvSpPr>
            <a:spLocks noGrp="1"/>
          </p:cNvSpPr>
          <p:nvPr>
            <p:ph type="ftr" sz="quarter" idx="24"/>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12" name="Espace réservé du numéro de diapositive 5"/>
          <p:cNvSpPr>
            <a:spLocks noGrp="1"/>
          </p:cNvSpPr>
          <p:nvPr>
            <p:ph type="sldNum" sz="quarter" idx="25"/>
          </p:nvPr>
        </p:nvSpPr>
        <p:spPr/>
        <p:txBody>
          <a:bodyPr/>
          <a:lstStyle>
            <a:lvl1pPr>
              <a:defRPr/>
            </a:lvl1pPr>
          </a:lstStyle>
          <a:p>
            <a:pPr>
              <a:defRPr/>
            </a:pPr>
            <a:fld id="{0D4AE7AB-ADBD-C740-923E-0FEE3F73DA88}"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1157747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tapes">
    <p:spTree>
      <p:nvGrpSpPr>
        <p:cNvPr id="1" name=""/>
        <p:cNvGrpSpPr/>
        <p:nvPr/>
      </p:nvGrpSpPr>
      <p:grpSpPr>
        <a:xfrm>
          <a:off x="0" y="0"/>
          <a:ext cx="0" cy="0"/>
          <a:chOff x="0" y="0"/>
          <a:chExt cx="0" cy="0"/>
        </a:xfrm>
      </p:grpSpPr>
      <p:sp>
        <p:nvSpPr>
          <p:cNvPr id="15" name="Espace réservé du texte 14"/>
          <p:cNvSpPr>
            <a:spLocks noGrp="1"/>
          </p:cNvSpPr>
          <p:nvPr>
            <p:ph type="body" sz="quarter" idx="13"/>
          </p:nvPr>
        </p:nvSpPr>
        <p:spPr bwMode="gray">
          <a:xfrm>
            <a:off x="719668" y="597004"/>
            <a:ext cx="10752667" cy="5376333"/>
          </a:xfrm>
        </p:spPr>
        <p:txBody>
          <a:bodyPr anchor="ctr"/>
          <a:lstStyle>
            <a:lvl1pPr marL="357762" indent="-357762">
              <a:lnSpc>
                <a:spcPct val="90000"/>
              </a:lnSpc>
              <a:spcBef>
                <a:spcPts val="3196"/>
              </a:spcBef>
              <a:buFont typeface="Avenir LT Std 65 Medium" pitchFamily="34" charset="0"/>
              <a:buChar char="+"/>
              <a:defRPr sz="2800" b="0" cap="all" baseline="0"/>
            </a:lvl1pPr>
            <a:lvl2pPr marL="357762">
              <a:lnSpc>
                <a:spcPct val="90000"/>
              </a:lnSpc>
              <a:spcAft>
                <a:spcPts val="0"/>
              </a:spcAft>
              <a:defRPr sz="1500" cap="all" baseline="0">
                <a:latin typeface="+mn-lt"/>
              </a:defRPr>
            </a:lvl2pPr>
          </a:lstStyle>
          <a:p>
            <a:pPr lvl="0"/>
            <a:r>
              <a:rPr lang="fr-FR"/>
              <a:t>Cliquez pour modifier les styles du texte du masque</a:t>
            </a:r>
          </a:p>
          <a:p>
            <a:pPr lvl="1"/>
            <a:r>
              <a:rPr lang="fr-FR"/>
              <a:t>Deuxième niveau</a:t>
            </a:r>
          </a:p>
        </p:txBody>
      </p:sp>
      <p:sp>
        <p:nvSpPr>
          <p:cNvPr id="3" name="Espace réservé de la date 3"/>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4" name="Espace réservé du pied de page 4"/>
          <p:cNvSpPr>
            <a:spLocks noGrp="1"/>
          </p:cNvSpPr>
          <p:nvPr>
            <p:ph type="ftr" sz="quarter" idx="15"/>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5" name="Espace réservé du numéro de diapositive 5"/>
          <p:cNvSpPr>
            <a:spLocks noGrp="1"/>
          </p:cNvSpPr>
          <p:nvPr>
            <p:ph type="sldNum" sz="quarter" idx="16"/>
          </p:nvPr>
        </p:nvSpPr>
        <p:spPr/>
        <p:txBody>
          <a:bodyPr/>
          <a:lstStyle>
            <a:lvl1pPr>
              <a:defRPr/>
            </a:lvl1pPr>
          </a:lstStyle>
          <a:p>
            <a:pPr>
              <a:defRPr/>
            </a:pPr>
            <a:fld id="{009EBA6C-A7FB-E340-A8BF-2E6DDFE28CEA}"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42305679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rtes">
    <p:spTree>
      <p:nvGrpSpPr>
        <p:cNvPr id="1" name=""/>
        <p:cNvGrpSpPr/>
        <p:nvPr/>
      </p:nvGrpSpPr>
      <p:grpSpPr>
        <a:xfrm>
          <a:off x="0" y="0"/>
          <a:ext cx="0" cy="0"/>
          <a:chOff x="0" y="0"/>
          <a:chExt cx="0" cy="0"/>
        </a:xfrm>
      </p:grpSpPr>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3" name="Espace réservé du contenu 2"/>
          <p:cNvSpPr>
            <a:spLocks noGrp="1"/>
          </p:cNvSpPr>
          <p:nvPr>
            <p:ph idx="1"/>
          </p:nvPr>
        </p:nvSpPr>
        <p:spPr bwMode="gray">
          <a:xfrm>
            <a:off x="719668" y="2324112"/>
            <a:ext cx="5280000" cy="3649135"/>
          </a:xfrm>
        </p:spPr>
        <p:txBody>
          <a:bodyPr/>
          <a:lstStyle>
            <a:lvl2pPr>
              <a:defRPr/>
            </a:lvl2pPr>
            <a:lvl3pPr>
              <a:defRPr/>
            </a:lvl3pPr>
            <a:lvl4pPr>
              <a:defRPr baseline="0"/>
            </a:lvl4pPr>
            <a:lvl5pPr>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4" name="Espace réservé du texte 13"/>
          <p:cNvSpPr>
            <a:spLocks noGrp="1"/>
          </p:cNvSpPr>
          <p:nvPr>
            <p:ph type="body" sz="quarter" idx="13"/>
          </p:nvPr>
        </p:nvSpPr>
        <p:spPr bwMode="gray">
          <a:xfrm>
            <a:off x="719667" y="1267884"/>
            <a:ext cx="6432000" cy="576000"/>
          </a:xfrm>
        </p:spPr>
        <p:txBody>
          <a:bodyPr/>
          <a:lstStyle>
            <a:lvl1pPr>
              <a:lnSpc>
                <a:spcPct val="90000"/>
              </a:lnSpc>
              <a:spcAft>
                <a:spcPts val="0"/>
              </a:spcAft>
              <a:defRPr sz="1400" b="0" cap="all" baseline="0">
                <a:solidFill>
                  <a:srgbClr val="747678"/>
                </a:solidFill>
                <a:latin typeface="+mn-lt"/>
              </a:defRPr>
            </a:lvl1pPr>
          </a:lstStyle>
          <a:p>
            <a:pPr lvl="0"/>
            <a:r>
              <a:rPr lang="fr-FR"/>
              <a:t>Cliquez pour modifier les styles du texte du masque</a:t>
            </a:r>
          </a:p>
        </p:txBody>
      </p:sp>
      <p:sp>
        <p:nvSpPr>
          <p:cNvPr id="5" name="Espace réservé de la date 3"/>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solidFill>
                <a:srgbClr val="3C3732"/>
              </a:solidFill>
            </a:endParaRPr>
          </a:p>
        </p:txBody>
      </p:sp>
      <p:sp>
        <p:nvSpPr>
          <p:cNvPr id="6" name="Espace réservé du pied de page 4"/>
          <p:cNvSpPr>
            <a:spLocks noGrp="1"/>
          </p:cNvSpPr>
          <p:nvPr>
            <p:ph type="ftr" sz="quarter" idx="15"/>
          </p:nvPr>
        </p:nvSpPr>
        <p:spPr>
          <a:xfrm>
            <a:off x="239197" y="6172803"/>
            <a:ext cx="10706100" cy="215900"/>
          </a:xfrm>
          <a:prstGeom prst="rect">
            <a:avLst/>
          </a:prstGeom>
        </p:spPr>
        <p:txBody>
          <a:bodyPr/>
          <a:lstStyle>
            <a:lvl1pPr>
              <a:defRPr/>
            </a:lvl1pPr>
          </a:lstStyle>
          <a:p>
            <a:pPr>
              <a:defRPr/>
            </a:pPr>
            <a:r>
              <a:rPr lang="fr-FR" b="1"/>
              <a:t>NOM DE L’ENTITÉ</a:t>
            </a:r>
          </a:p>
        </p:txBody>
      </p:sp>
      <p:sp>
        <p:nvSpPr>
          <p:cNvPr id="7" name="Espace réservé du numéro de diapositive 5"/>
          <p:cNvSpPr>
            <a:spLocks noGrp="1"/>
          </p:cNvSpPr>
          <p:nvPr>
            <p:ph type="sldNum" sz="quarter" idx="16"/>
          </p:nvPr>
        </p:nvSpPr>
        <p:spPr/>
        <p:txBody>
          <a:bodyPr/>
          <a:lstStyle>
            <a:lvl1pPr>
              <a:defRPr/>
            </a:lvl1pPr>
          </a:lstStyle>
          <a:p>
            <a:pPr>
              <a:defRPr/>
            </a:pPr>
            <a:fld id="{279AD613-8429-EA4F-B6EE-667E9CD95F1D}" type="slidenum">
              <a:rPr lang="fr-FR" altLang="fr-FR">
                <a:solidFill>
                  <a:srgbClr val="3C3732"/>
                </a:solidFill>
              </a:rPr>
              <a:pPr>
                <a:defRPr/>
              </a:pPr>
              <a:t>‹N°›</a:t>
            </a:fld>
            <a:endParaRPr lang="fr-FR" altLang="fr-FR">
              <a:solidFill>
                <a:srgbClr val="3C3732"/>
              </a:solidFill>
            </a:endParaRPr>
          </a:p>
        </p:txBody>
      </p:sp>
    </p:spTree>
    <p:extLst>
      <p:ext uri="{BB962C8B-B14F-4D97-AF65-F5344CB8AC3E}">
        <p14:creationId xmlns:p14="http://schemas.microsoft.com/office/powerpoint/2010/main" val="31923842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Couverture_sans_visuel">
    <p:spTree>
      <p:nvGrpSpPr>
        <p:cNvPr id="1" name=""/>
        <p:cNvGrpSpPr/>
        <p:nvPr/>
      </p:nvGrpSpPr>
      <p:grpSpPr>
        <a:xfrm>
          <a:off x="0" y="0"/>
          <a:ext cx="0" cy="0"/>
          <a:chOff x="0" y="0"/>
          <a:chExt cx="0" cy="0"/>
        </a:xfrm>
      </p:grpSpPr>
      <p:sp>
        <p:nvSpPr>
          <p:cNvPr id="4" name="Rectangle 3"/>
          <p:cNvSpPr/>
          <p:nvPr userDrawn="1"/>
        </p:nvSpPr>
        <p:spPr bwMode="gray">
          <a:xfrm>
            <a:off x="239329" y="239288"/>
            <a:ext cx="11713633" cy="47053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0879" tIns="45431" rIns="90879" bIns="45431"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defTabSz="908921" eaLnBrk="1" fontAlgn="base" hangingPunct="1">
              <a:spcBef>
                <a:spcPct val="0"/>
              </a:spcBef>
              <a:spcAft>
                <a:spcPct val="0"/>
              </a:spcAft>
            </a:pPr>
            <a:endParaRPr lang="fr-FR" altLang="fr-FR" sz="1800">
              <a:solidFill>
                <a:srgbClr val="FFFFFF"/>
              </a:solidFill>
              <a:latin typeface="Avenir LT Std 45 Book" charset="0"/>
            </a:endParaRPr>
          </a:p>
        </p:txBody>
      </p:sp>
      <p:sp>
        <p:nvSpPr>
          <p:cNvPr id="2" name="Titre 1"/>
          <p:cNvSpPr>
            <a:spLocks noGrp="1"/>
          </p:cNvSpPr>
          <p:nvPr>
            <p:ph type="title"/>
          </p:nvPr>
        </p:nvSpPr>
        <p:spPr bwMode="gray"/>
        <p:txBody>
          <a:bodyPr/>
          <a:lstStyle>
            <a:lvl1pPr>
              <a:defRPr/>
            </a:lvl1pPr>
          </a:lstStyle>
          <a:p>
            <a:r>
              <a:rPr lang="fr-FR" noProof="0"/>
              <a:t>Cliquez et modifiez le titre</a:t>
            </a:r>
          </a:p>
        </p:txBody>
      </p:sp>
      <p:sp>
        <p:nvSpPr>
          <p:cNvPr id="12" name="Espace réservé du texte 11"/>
          <p:cNvSpPr>
            <a:spLocks noGrp="1"/>
          </p:cNvSpPr>
          <p:nvPr>
            <p:ph type="body" sz="quarter" idx="13"/>
          </p:nvPr>
        </p:nvSpPr>
        <p:spPr bwMode="gray">
          <a:xfrm>
            <a:off x="719668" y="720000"/>
            <a:ext cx="10752667" cy="2880000"/>
          </a:xfrm>
        </p:spPr>
        <p:txBody>
          <a:bodyPr/>
          <a:lstStyle>
            <a:lvl1pPr>
              <a:defRPr>
                <a:solidFill>
                  <a:schemeClr val="bg1"/>
                </a:solidFill>
              </a:defRPr>
            </a:lvl1pPr>
            <a:lvl2pPr>
              <a:defRPr>
                <a:solidFill>
                  <a:schemeClr val="bg1"/>
                </a:solidFill>
              </a:defRPr>
            </a:lvl2pPr>
          </a:lstStyle>
          <a:p>
            <a:pPr lvl="0"/>
            <a:r>
              <a:rPr lang="fr-FR" noProof="0"/>
              <a:t>Cliquez pour modifier les styles du texte du masque</a:t>
            </a:r>
          </a:p>
          <a:p>
            <a:pPr lvl="1"/>
            <a:r>
              <a:rPr lang="fr-FR" noProof="0"/>
              <a:t>Deuxième niveau</a:t>
            </a:r>
          </a:p>
        </p:txBody>
      </p:sp>
      <p:sp>
        <p:nvSpPr>
          <p:cNvPr id="5" name="Espace réservé de la date 12"/>
          <p:cNvSpPr>
            <a:spLocks noGrp="1"/>
          </p:cNvSpPr>
          <p:nvPr>
            <p:ph type="dt" sz="half" idx="14"/>
          </p:nvPr>
        </p:nvSpPr>
        <p:spPr/>
        <p:txBody>
          <a:bodyPr/>
          <a:lstStyle>
            <a:lvl1pPr marL="0" marR="0" indent="0" algn="l" defTabSz="908712" rtl="0" eaLnBrk="1" fontAlgn="base" latinLnBrk="0" hangingPunct="1">
              <a:lnSpc>
                <a:spcPct val="114000"/>
              </a:lnSpc>
              <a:spcBef>
                <a:spcPct val="0"/>
              </a:spcBef>
              <a:spcAft>
                <a:spcPct val="0"/>
              </a:spcAft>
              <a:buClrTx/>
              <a:buSzTx/>
              <a:buFontTx/>
              <a:buNone/>
              <a:tabLst/>
              <a:defRPr/>
            </a:lvl1pPr>
          </a:lstStyle>
          <a:p>
            <a:endParaRPr lang="fr-FR" altLang="fr-FR">
              <a:solidFill>
                <a:srgbClr val="3C3732"/>
              </a:solidFill>
            </a:endParaRPr>
          </a:p>
        </p:txBody>
      </p:sp>
      <p:sp>
        <p:nvSpPr>
          <p:cNvPr id="6" name="Espace réservé du numéro de diapositive 13"/>
          <p:cNvSpPr>
            <a:spLocks noGrp="1"/>
          </p:cNvSpPr>
          <p:nvPr>
            <p:ph type="sldNum" sz="quarter" idx="15"/>
          </p:nvPr>
        </p:nvSpPr>
        <p:spPr/>
        <p:txBody>
          <a:bodyPr/>
          <a:lstStyle>
            <a:lvl1pPr>
              <a:defRPr/>
            </a:lvl1pPr>
          </a:lstStyle>
          <a:p>
            <a:fld id="{11EADC83-0763-C544-9F36-0C8A179EC2C0}" type="slidenum">
              <a:rPr lang="fr-FR" altLang="fr-FR">
                <a:solidFill>
                  <a:srgbClr val="3C3732"/>
                </a:solidFill>
              </a:rPr>
              <a:pPr/>
              <a:t>‹N°›</a:t>
            </a:fld>
            <a:endParaRPr lang="fr-FR" altLang="fr-FR">
              <a:solidFill>
                <a:srgbClr val="3C3732"/>
              </a:solidFill>
            </a:endParaRPr>
          </a:p>
        </p:txBody>
      </p:sp>
    </p:spTree>
    <p:extLst>
      <p:ext uri="{BB962C8B-B14F-4D97-AF65-F5344CB8AC3E}">
        <p14:creationId xmlns:p14="http://schemas.microsoft.com/office/powerpoint/2010/main" val="35034590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Chapitre - sans visuel">
    <p:spTree>
      <p:nvGrpSpPr>
        <p:cNvPr id="1" name=""/>
        <p:cNvGrpSpPr/>
        <p:nvPr/>
      </p:nvGrpSpPr>
      <p:grpSpPr>
        <a:xfrm>
          <a:off x="0" y="0"/>
          <a:ext cx="0" cy="0"/>
          <a:chOff x="0" y="0"/>
          <a:chExt cx="0" cy="0"/>
        </a:xfrm>
      </p:grpSpPr>
      <p:sp>
        <p:nvSpPr>
          <p:cNvPr id="16" name="Rectangle 15"/>
          <p:cNvSpPr/>
          <p:nvPr/>
        </p:nvSpPr>
        <p:spPr bwMode="gray">
          <a:xfrm>
            <a:off x="239185" y="239184"/>
            <a:ext cx="11713633" cy="47053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7" name="Espace réservé de la date 6"/>
          <p:cNvSpPr>
            <a:spLocks noGrp="1"/>
          </p:cNvSpPr>
          <p:nvPr>
            <p:ph type="dt" sz="half" idx="10"/>
          </p:nvPr>
        </p:nvSpPr>
        <p:spPr bwMode="gray"/>
        <p:txBody>
          <a:bodyPr/>
          <a:lstStyle/>
          <a:p>
            <a:fld id="{480DA71D-DFA1-487C-B539-3A87DDF33159}" type="datetime2">
              <a:rPr lang="fr-FR" smtClean="0"/>
              <a:t>mercredi 2 septembre 2026</a:t>
            </a:fld>
            <a:endParaRPr lang="fr-FR"/>
          </a:p>
        </p:txBody>
      </p:sp>
      <p:sp>
        <p:nvSpPr>
          <p:cNvPr id="8" name="Espace réservé du numéro de diapositive 7"/>
          <p:cNvSpPr>
            <a:spLocks noGrp="1"/>
          </p:cNvSpPr>
          <p:nvPr>
            <p:ph type="sldNum" sz="quarter" idx="11"/>
          </p:nvPr>
        </p:nvSpPr>
        <p:spPr bwMode="gray"/>
        <p:txBody>
          <a:bodyPr/>
          <a:lstStyle/>
          <a:p>
            <a:fld id="{F39F9F64-4784-4F3A-948D-D16FD8AFA9F9}" type="slidenum">
              <a:rPr lang="fr-FR" smtClean="0"/>
              <a:t>‹N°›</a:t>
            </a:fld>
            <a:endParaRPr lang="fr-FR"/>
          </a:p>
        </p:txBody>
      </p:sp>
      <p:sp>
        <p:nvSpPr>
          <p:cNvPr id="12" name="Espace réservé du texte 11"/>
          <p:cNvSpPr>
            <a:spLocks noGrp="1"/>
          </p:cNvSpPr>
          <p:nvPr>
            <p:ph type="body" sz="quarter" idx="13" hasCustomPrompt="1"/>
          </p:nvPr>
        </p:nvSpPr>
        <p:spPr bwMode="gray">
          <a:xfrm>
            <a:off x="719668" y="356660"/>
            <a:ext cx="10752667" cy="2575472"/>
          </a:xfrm>
        </p:spPr>
        <p:txBody>
          <a:bodyPr anchor="b" anchorCtr="0"/>
          <a:lstStyle>
            <a:lvl1pPr>
              <a:lnSpc>
                <a:spcPct val="90000"/>
              </a:lnSpc>
              <a:spcAft>
                <a:spcPts val="0"/>
              </a:spcAft>
              <a:defRPr sz="6667" b="0" kern="1200" cap="all" baseline="0">
                <a:solidFill>
                  <a:schemeClr val="bg1"/>
                </a:solidFill>
                <a:latin typeface="+mj-lt"/>
              </a:defRPr>
            </a:lvl1pPr>
            <a:lvl2pPr>
              <a:lnSpc>
                <a:spcPct val="90000"/>
              </a:lnSpc>
              <a:spcAft>
                <a:spcPts val="0"/>
              </a:spcAft>
              <a:defRPr sz="4667" cap="all" baseline="0">
                <a:solidFill>
                  <a:schemeClr val="bg1"/>
                </a:solidFill>
              </a:defRPr>
            </a:lvl2pPr>
          </a:lstStyle>
          <a:p>
            <a:pPr lvl="0"/>
            <a:r>
              <a:rPr lang="fr-FR"/>
              <a:t>Premier niveau</a:t>
            </a:r>
          </a:p>
          <a:p>
            <a:pPr lvl="1"/>
            <a:r>
              <a:rPr lang="fr-FR"/>
              <a:t>Deuxième niveau</a:t>
            </a:r>
          </a:p>
        </p:txBody>
      </p:sp>
      <p:sp>
        <p:nvSpPr>
          <p:cNvPr id="15" name="Espace réservé du texte 14"/>
          <p:cNvSpPr>
            <a:spLocks noGrp="1"/>
          </p:cNvSpPr>
          <p:nvPr>
            <p:ph type="body" sz="quarter" idx="14"/>
          </p:nvPr>
        </p:nvSpPr>
        <p:spPr bwMode="gray">
          <a:xfrm>
            <a:off x="719668" y="3125573"/>
            <a:ext cx="10752667" cy="1548027"/>
          </a:xfrm>
        </p:spPr>
        <p:txBody>
          <a:bodyPr>
            <a:normAutofit/>
          </a:bodyPr>
          <a:lstStyle>
            <a:lvl1pPr marL="239989" indent="-239989">
              <a:lnSpc>
                <a:spcPct val="90000"/>
              </a:lnSpc>
              <a:spcAft>
                <a:spcPts val="0"/>
              </a:spcAft>
              <a:buFont typeface="Avenir LT Std 45 Book" pitchFamily="34" charset="0"/>
              <a:buChar char="+"/>
              <a:defRPr sz="1867" b="0" cap="all" baseline="0">
                <a:solidFill>
                  <a:schemeClr val="bg1"/>
                </a:solidFill>
                <a:latin typeface="+mn-lt"/>
              </a:defRPr>
            </a:lvl1pPr>
          </a:lstStyle>
          <a:p>
            <a:pPr lvl="0"/>
            <a:r>
              <a:rPr lang="fr-FR"/>
              <a:t>Modifier les styles du texte du masque</a:t>
            </a:r>
          </a:p>
        </p:txBody>
      </p:sp>
      <p:sp>
        <p:nvSpPr>
          <p:cNvPr id="2" name="Espace réservé du pied de page 1">
            <a:extLst>
              <a:ext uri="{FF2B5EF4-FFF2-40B4-BE49-F238E27FC236}">
                <a16:creationId xmlns:a16="http://schemas.microsoft.com/office/drawing/2014/main" id="{BAB9423B-79ED-4303-9EE2-EC2A4F22DDAF}"/>
              </a:ext>
            </a:extLst>
          </p:cNvPr>
          <p:cNvSpPr>
            <a:spLocks noGrp="1"/>
          </p:cNvSpPr>
          <p:nvPr>
            <p:ph type="ftr" sz="quarter" idx="15"/>
          </p:nvPr>
        </p:nvSpPr>
        <p:spPr/>
        <p:txBody>
          <a:bodyPr/>
          <a:lstStyle>
            <a:lvl1pPr>
              <a:defRPr>
                <a:solidFill>
                  <a:schemeClr val="tx1"/>
                </a:solidFill>
              </a:defRPr>
            </a:lvl1pPr>
          </a:lstStyle>
          <a:p>
            <a:r>
              <a:rPr lang="fr-FR"/>
              <a:t>NOM DE L’ENTITÉ</a:t>
            </a:r>
          </a:p>
        </p:txBody>
      </p:sp>
      <p:sp>
        <p:nvSpPr>
          <p:cNvPr id="9" name="Rectangle 8">
            <a:extLst>
              <a:ext uri="{FF2B5EF4-FFF2-40B4-BE49-F238E27FC236}">
                <a16:creationId xmlns:a16="http://schemas.microsoft.com/office/drawing/2014/main" id="{B4A3698B-6AD2-4F88-AB11-DA96E50CDDDE}"/>
              </a:ext>
            </a:extLst>
          </p:cNvPr>
          <p:cNvSpPr/>
          <p:nvPr/>
        </p:nvSpPr>
        <p:spPr bwMode="gray">
          <a:xfrm>
            <a:off x="525459" y="6417600"/>
            <a:ext cx="192000" cy="2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lnSpc>
                <a:spcPct val="114000"/>
              </a:lnSpc>
            </a:pPr>
            <a:r>
              <a:rPr lang="fr-FR" sz="1067" b="1">
                <a:solidFill>
                  <a:schemeClr val="tx1"/>
                </a:solidFill>
              </a:rPr>
              <a:t>–</a:t>
            </a:r>
          </a:p>
        </p:txBody>
      </p:sp>
      <p:pic>
        <p:nvPicPr>
          <p:cNvPr id="10" name="Picture 13">
            <a:extLst>
              <a:ext uri="{FF2B5EF4-FFF2-40B4-BE49-F238E27FC236}">
                <a16:creationId xmlns:a16="http://schemas.microsoft.com/office/drawing/2014/main" id="{F5A77D80-A8EC-4EBB-A336-C3A6B3ACA9E7}"/>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11244132" y="6204618"/>
            <a:ext cx="707257" cy="353841"/>
          </a:xfrm>
          <a:prstGeom prst="rect">
            <a:avLst/>
          </a:prstGeom>
        </p:spPr>
      </p:pic>
    </p:spTree>
    <p:extLst>
      <p:ext uri="{BB962C8B-B14F-4D97-AF65-F5344CB8AC3E}">
        <p14:creationId xmlns:p14="http://schemas.microsoft.com/office/powerpoint/2010/main" val="35740829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Couverture">
    <p:spTree>
      <p:nvGrpSpPr>
        <p:cNvPr id="1" name=""/>
        <p:cNvGrpSpPr/>
        <p:nvPr/>
      </p:nvGrpSpPr>
      <p:grpSpPr>
        <a:xfrm>
          <a:off x="0" y="0"/>
          <a:ext cx="0" cy="0"/>
          <a:chOff x="0" y="0"/>
          <a:chExt cx="0" cy="0"/>
        </a:xfrm>
      </p:grpSpPr>
      <p:pic>
        <p:nvPicPr>
          <p:cNvPr id="2" name="Graphique 1">
            <a:extLst>
              <a:ext uri="{FF2B5EF4-FFF2-40B4-BE49-F238E27FC236}">
                <a16:creationId xmlns:a16="http://schemas.microsoft.com/office/drawing/2014/main" id="{BB84ECFE-BAEA-211E-DFB1-D3B0DDB35456}"/>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 y="0"/>
            <a:ext cx="12171901" cy="6858000"/>
          </a:xfrm>
          <a:prstGeom prst="rect">
            <a:avLst/>
          </a:prstGeom>
        </p:spPr>
      </p:pic>
      <p:sp>
        <p:nvSpPr>
          <p:cNvPr id="6" name="Espace réservé du texte 5">
            <a:extLst>
              <a:ext uri="{FF2B5EF4-FFF2-40B4-BE49-F238E27FC236}">
                <a16:creationId xmlns:a16="http://schemas.microsoft.com/office/drawing/2014/main" id="{81869D40-E778-148C-05AE-291E4A740DB6}"/>
              </a:ext>
            </a:extLst>
          </p:cNvPr>
          <p:cNvSpPr>
            <a:spLocks noGrp="1"/>
          </p:cNvSpPr>
          <p:nvPr>
            <p:ph type="body" sz="quarter" idx="10" hasCustomPrompt="1"/>
          </p:nvPr>
        </p:nvSpPr>
        <p:spPr>
          <a:xfrm>
            <a:off x="769619" y="685800"/>
            <a:ext cx="9403081" cy="2055691"/>
          </a:xfrm>
        </p:spPr>
        <p:txBody>
          <a:bodyPr/>
          <a:lstStyle>
            <a:lvl1pPr>
              <a:lnSpc>
                <a:spcPct val="92000"/>
              </a:lnSpc>
              <a:defRPr sz="7200">
                <a:solidFill>
                  <a:srgbClr val="154734"/>
                </a:solidFill>
              </a:defRPr>
            </a:lvl1pPr>
            <a:lvl2pPr marL="0" indent="0">
              <a:lnSpc>
                <a:spcPct val="92000"/>
              </a:lnSpc>
              <a:buNone/>
              <a:defRPr sz="7200" b="1">
                <a:solidFill>
                  <a:srgbClr val="154734"/>
                </a:solidFill>
                <a:latin typeface="+mj-lt"/>
              </a:defRPr>
            </a:lvl2pPr>
          </a:lstStyle>
          <a:p>
            <a:pPr lvl="0"/>
            <a:r>
              <a:rPr lang="fr-FR"/>
              <a:t>Présentation</a:t>
            </a:r>
          </a:p>
          <a:p>
            <a:pPr lvl="1"/>
            <a:r>
              <a:rPr lang="fr-FR" err="1"/>
              <a:t>Templates</a:t>
            </a:r>
            <a:r>
              <a:rPr lang="fr-FR"/>
              <a:t> PPT</a:t>
            </a:r>
          </a:p>
        </p:txBody>
      </p:sp>
      <p:sp>
        <p:nvSpPr>
          <p:cNvPr id="15" name="Espace réservé de la date 14">
            <a:extLst>
              <a:ext uri="{FF2B5EF4-FFF2-40B4-BE49-F238E27FC236}">
                <a16:creationId xmlns:a16="http://schemas.microsoft.com/office/drawing/2014/main" id="{976A067A-CBDF-3718-AA76-19EE35C578FE}"/>
              </a:ext>
            </a:extLst>
          </p:cNvPr>
          <p:cNvSpPr>
            <a:spLocks noGrp="1"/>
          </p:cNvSpPr>
          <p:nvPr>
            <p:ph type="dt" sz="half" idx="11"/>
          </p:nvPr>
        </p:nvSpPr>
        <p:spPr>
          <a:xfrm>
            <a:off x="438663" y="6299446"/>
            <a:ext cx="2743200" cy="365125"/>
          </a:xfrm>
        </p:spPr>
        <p:txBody>
          <a:bodyPr/>
          <a:lstStyle>
            <a:lvl1pPr>
              <a:defRPr sz="1800">
                <a:solidFill>
                  <a:srgbClr val="154734"/>
                </a:solidFill>
              </a:defRPr>
            </a:lvl1pPr>
          </a:lstStyle>
          <a:p>
            <a:fld id="{C12835F9-9B46-468A-98D9-189214D18A2F}" type="datetime4">
              <a:rPr lang="fr-FR" noProof="0" smtClean="0"/>
              <a:t>2 septembre 2026</a:t>
            </a:fld>
            <a:endParaRPr lang="fr-FR" noProof="0"/>
          </a:p>
        </p:txBody>
      </p:sp>
      <p:pic>
        <p:nvPicPr>
          <p:cNvPr id="3" name="Graphique 2">
            <a:extLst>
              <a:ext uri="{FF2B5EF4-FFF2-40B4-BE49-F238E27FC236}">
                <a16:creationId xmlns:a16="http://schemas.microsoft.com/office/drawing/2014/main" id="{602B45D0-BEA2-DE4F-EF46-2DCCB0A5FE3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27598" y="5850361"/>
            <a:ext cx="980362" cy="723600"/>
          </a:xfrm>
          <a:prstGeom prst="rect">
            <a:avLst/>
          </a:prstGeom>
        </p:spPr>
      </p:pic>
      <p:sp>
        <p:nvSpPr>
          <p:cNvPr id="4" name="Espace réservé du texte 3">
            <a:extLst>
              <a:ext uri="{FF2B5EF4-FFF2-40B4-BE49-F238E27FC236}">
                <a16:creationId xmlns:a16="http://schemas.microsoft.com/office/drawing/2014/main" id="{12C5EBF6-A7B4-B81A-67AD-0FF76D563A9B}"/>
              </a:ext>
            </a:extLst>
          </p:cNvPr>
          <p:cNvSpPr>
            <a:spLocks noGrp="1"/>
          </p:cNvSpPr>
          <p:nvPr>
            <p:ph type="body" sz="quarter" idx="13" hasCustomPrompt="1"/>
          </p:nvPr>
        </p:nvSpPr>
        <p:spPr>
          <a:xfrm>
            <a:off x="-2286000" y="-466725"/>
            <a:ext cx="1762125" cy="1713033"/>
          </a:xfrm>
        </p:spPr>
        <p:txBody>
          <a:bodyPr>
            <a:noAutofit/>
          </a:bodyPr>
          <a:lstStyle>
            <a:lvl1pPr>
              <a:defRPr sz="100">
                <a:noFill/>
              </a:defRPr>
            </a:lvl1pPr>
          </a:lstStyle>
          <a:p>
            <a:pPr lvl="0"/>
            <a:r>
              <a:rPr lang="en-US"/>
              <a:t> </a:t>
            </a:r>
          </a:p>
        </p:txBody>
      </p:sp>
      <p:pic>
        <p:nvPicPr>
          <p:cNvPr id="5" name="Graphique 4">
            <a:extLst>
              <a:ext uri="{FF2B5EF4-FFF2-40B4-BE49-F238E27FC236}">
                <a16:creationId xmlns:a16="http://schemas.microsoft.com/office/drawing/2014/main" id="{86BF6BD7-F4AE-8CC3-5139-332D1D8B013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 y="0"/>
            <a:ext cx="12171901" cy="6858000"/>
          </a:xfrm>
          <a:prstGeom prst="rect">
            <a:avLst/>
          </a:prstGeom>
        </p:spPr>
      </p:pic>
      <p:pic>
        <p:nvPicPr>
          <p:cNvPr id="7" name="Graphique 6">
            <a:extLst>
              <a:ext uri="{FF2B5EF4-FFF2-40B4-BE49-F238E27FC236}">
                <a16:creationId xmlns:a16="http://schemas.microsoft.com/office/drawing/2014/main" id="{8A58B19C-A56A-BEB5-BEB8-664C200BF81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927598" y="5850361"/>
            <a:ext cx="980362" cy="723600"/>
          </a:xfrm>
          <a:prstGeom prst="rect">
            <a:avLst/>
          </a:prstGeom>
        </p:spPr>
      </p:pic>
    </p:spTree>
    <p:extLst>
      <p:ext uri="{BB962C8B-B14F-4D97-AF65-F5344CB8AC3E}">
        <p14:creationId xmlns:p14="http://schemas.microsoft.com/office/powerpoint/2010/main" val="114235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baseline="0"/>
            </a:lvl1pPr>
          </a:lstStyle>
          <a:p>
            <a:r>
              <a:rPr lang="fr-FR"/>
              <a:t>TITRE, sur 2 lignes, 24, </a:t>
            </a:r>
            <a:r>
              <a:rPr lang="fr-FR" err="1"/>
              <a:t>arial</a:t>
            </a:r>
            <a:endParaRPr lang="fr-FR"/>
          </a:p>
        </p:txBody>
      </p:sp>
      <p:sp>
        <p:nvSpPr>
          <p:cNvPr id="5" name="Espace réservé du texte 4"/>
          <p:cNvSpPr>
            <a:spLocks noGrp="1"/>
          </p:cNvSpPr>
          <p:nvPr>
            <p:ph type="body" sz="quarter" idx="10"/>
          </p:nvPr>
        </p:nvSpPr>
        <p:spPr/>
        <p:txBody>
          <a:bodyPr/>
          <a:lstStyle/>
          <a:p>
            <a:pPr lvl="0"/>
            <a:r>
              <a:rPr lang="fr-FR"/>
              <a:t>Modifiez les styles du texte du masque</a:t>
            </a:r>
          </a:p>
          <a:p>
            <a:pPr lvl="1"/>
            <a:r>
              <a:rPr lang="fr-FR"/>
              <a:t>Deuxième niveau</a:t>
            </a:r>
          </a:p>
          <a:p>
            <a:pPr lvl="2"/>
            <a:r>
              <a:rPr lang="fr-FR"/>
              <a:t>Troisième niveau</a:t>
            </a:r>
          </a:p>
        </p:txBody>
      </p:sp>
    </p:spTree>
    <p:extLst>
      <p:ext uri="{BB962C8B-B14F-4D97-AF65-F5344CB8AC3E}">
        <p14:creationId xmlns:p14="http://schemas.microsoft.com/office/powerpoint/2010/main" val="60786232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1539116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15390816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64394"/>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6906475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9427597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574386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487068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2298067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33836293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9985142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25678232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1354813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35464621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220285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023232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0416770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542382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349597935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252032522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8368739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‹N°›</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4014048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225127803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20356520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82340468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25786106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317251859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1319251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403720987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69500623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408471918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2783020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3081641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5608200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9044994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199827690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320937947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339118626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30339794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4009759761"/>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199239667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baseline="0"/>
            </a:lvl1pPr>
          </a:lstStyle>
          <a:p>
            <a:r>
              <a:rPr lang="fr-FR"/>
              <a:t>TITRE, sur 2 lignes, 24, </a:t>
            </a:r>
            <a:r>
              <a:rPr lang="fr-FR" err="1"/>
              <a:t>arial</a:t>
            </a:r>
            <a:endParaRPr lang="fr-FR"/>
          </a:p>
        </p:txBody>
      </p:sp>
      <p:sp>
        <p:nvSpPr>
          <p:cNvPr id="5" name="Espace réservé du texte 4"/>
          <p:cNvSpPr>
            <a:spLocks noGrp="1"/>
          </p:cNvSpPr>
          <p:nvPr>
            <p:ph type="body" sz="quarter" idx="10"/>
          </p:nvPr>
        </p:nvSpPr>
        <p:spPr/>
        <p:txBody>
          <a:bodyPr/>
          <a:lstStyle/>
          <a:p>
            <a:pPr lvl="0"/>
            <a:r>
              <a:rPr lang="fr-FR"/>
              <a:t>Modifiez les styles du texte du masque</a:t>
            </a:r>
          </a:p>
          <a:p>
            <a:pPr lvl="1"/>
            <a:r>
              <a:rPr lang="fr-FR"/>
              <a:t>Deuxième niveau</a:t>
            </a:r>
          </a:p>
          <a:p>
            <a:pPr lvl="2"/>
            <a:r>
              <a:rPr lang="fr-FR"/>
              <a:t>Troisième niveau</a:t>
            </a:r>
          </a:p>
        </p:txBody>
      </p:sp>
    </p:spTree>
    <p:extLst>
      <p:ext uri="{BB962C8B-B14F-4D97-AF65-F5344CB8AC3E}">
        <p14:creationId xmlns:p14="http://schemas.microsoft.com/office/powerpoint/2010/main" val="3810706490"/>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58000"/>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3001151885"/>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98472988"/>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neu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9" name="Image 8" descr="Une image contenant plein air, voie ferrée, ciel, transport&#10;&#10;Description générée automatiquement">
            <a:extLst>
              <a:ext uri="{FF2B5EF4-FFF2-40B4-BE49-F238E27FC236}">
                <a16:creationId xmlns:a16="http://schemas.microsoft.com/office/drawing/2014/main" id="{3AEFB77F-B1D5-91A1-D054-F7986F3752F7}"/>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
            <a:ext cx="3600450" cy="6858000"/>
          </a:xfrm>
          <a:prstGeom prst="rect">
            <a:avLst/>
          </a:prstGeom>
        </p:spPr>
      </p:pic>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153911690"/>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Ouigo">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descr="Une image contenant plein air, ciel, piste, voie ferrée&#10;&#10;Description générée automatiquement">
            <a:extLst>
              <a:ext uri="{FF2B5EF4-FFF2-40B4-BE49-F238E27FC236}">
                <a16:creationId xmlns:a16="http://schemas.microsoft.com/office/drawing/2014/main" id="{10EE43A3-3827-1624-69C7-AC065CAAA00D}"/>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271"/>
          <a:stretch/>
        </p:blipFill>
        <p:spPr>
          <a:xfrm>
            <a:off x="0" y="-1"/>
            <a:ext cx="3575050" cy="686954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256379A2-2549-701E-CA17-529A2FA5511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22789"/>
            <a:ext cx="1227215" cy="1227215"/>
          </a:xfrm>
          <a:prstGeom prst="rect">
            <a:avLst/>
          </a:prstGeom>
        </p:spPr>
      </p:pic>
    </p:spTree>
    <p:extLst>
      <p:ext uri="{BB962C8B-B14F-4D97-AF65-F5344CB8AC3E}">
        <p14:creationId xmlns:p14="http://schemas.microsoft.com/office/powerpoint/2010/main" val="1539081644"/>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R">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7" name="Image 6" descr="Une image contenant plein air, voie ferrée, piste, train&#10;&#10;Description générée automatiquement">
            <a:extLst>
              <a:ext uri="{FF2B5EF4-FFF2-40B4-BE49-F238E27FC236}">
                <a16:creationId xmlns:a16="http://schemas.microsoft.com/office/drawing/2014/main" id="{7962313C-92B1-AF10-88DD-513C79BA6B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t="-93"/>
          <a:stretch/>
        </p:blipFill>
        <p:spPr>
          <a:xfrm>
            <a:off x="0" y="-6394"/>
            <a:ext cx="3575050" cy="6864394"/>
          </a:xfrm>
          <a:prstGeom prst="rect">
            <a:avLst/>
          </a:prstGeom>
        </p:spPr>
      </p:pic>
      <p:pic>
        <p:nvPicPr>
          <p:cNvPr id="4" name="Graphique 3">
            <a:extLst>
              <a:ext uri="{FF2B5EF4-FFF2-40B4-BE49-F238E27FC236}">
                <a16:creationId xmlns:a16="http://schemas.microsoft.com/office/drawing/2014/main" id="{64171102-2EBE-D05C-98B9-0B75E1ABBE1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690647502"/>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42276101"/>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ransilien">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17" name="Image 16">
            <a:extLst>
              <a:ext uri="{FF2B5EF4-FFF2-40B4-BE49-F238E27FC236}">
                <a16:creationId xmlns:a16="http://schemas.microsoft.com/office/drawing/2014/main" id="{62DE02D0-920C-A1CA-4BBD-BF6804DD789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10"/>
          <a:stretch/>
        </p:blipFill>
        <p:spPr>
          <a:xfrm>
            <a:off x="1" y="-2"/>
            <a:ext cx="3575049" cy="6854739"/>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A73DBC22-32DA-F4F9-71DB-89937F131D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942759775"/>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ga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fenêtre, plein air, horloge, sculpture&#10;&#10;Description générée automatiquement">
            <a:extLst>
              <a:ext uri="{FF2B5EF4-FFF2-40B4-BE49-F238E27FC236}">
                <a16:creationId xmlns:a16="http://schemas.microsoft.com/office/drawing/2014/main" id="{B9AD9AE8-B342-64CC-0F85-03AC3A83B7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 y="12785"/>
            <a:ext cx="3571875"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603CC615-0589-01A4-557E-D66161876D5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57438604"/>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technicentre">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3" name="Image 22" descr="Une image contenant plein air, ciel, véhicule, Véhicule terrestre&#10;&#10;Description générée automatiquement">
            <a:extLst>
              <a:ext uri="{FF2B5EF4-FFF2-40B4-BE49-F238E27FC236}">
                <a16:creationId xmlns:a16="http://schemas.microsoft.com/office/drawing/2014/main" id="{71717D49-9A50-D823-0731-815DAD1AF20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186"/>
          <a:stretch/>
        </p:blipFill>
        <p:spPr>
          <a:xfrm>
            <a:off x="-9525" y="12785"/>
            <a:ext cx="3575050" cy="6858000"/>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B034599F-9EDA-DD1F-4040-60F605F3AE4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348706818"/>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3" name="Image 2" descr="Une image contenant plein air, piste, voie ferrée, véhicule&#10;&#10;Description générée automatiquement">
            <a:extLst>
              <a:ext uri="{FF2B5EF4-FFF2-40B4-BE49-F238E27FC236}">
                <a16:creationId xmlns:a16="http://schemas.microsoft.com/office/drawing/2014/main" id="{DC51B89C-1A46-CCDC-9295-3DB54A3F6B4A}"/>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t="-281"/>
          <a:stretch/>
        </p:blipFill>
        <p:spPr>
          <a:xfrm>
            <a:off x="0" y="-1"/>
            <a:ext cx="3575050" cy="6845215"/>
          </a:xfrm>
          <a:prstGeom prst="rect">
            <a:avLst/>
          </a:prstGeom>
        </p:spPr>
      </p:pic>
      <p:pic>
        <p:nvPicPr>
          <p:cNvPr id="2" name="Image 1" descr="Une image contenant texte, Police, Graphique, logo&#10;&#10;Description générée automatiquement">
            <a:extLst>
              <a:ext uri="{FF2B5EF4-FFF2-40B4-BE49-F238E27FC236}">
                <a16:creationId xmlns:a16="http://schemas.microsoft.com/office/drawing/2014/main" id="{D36A35AD-5D9A-3AF3-CB82-9A36D5CE6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205214" y="5911638"/>
            <a:ext cx="1227215" cy="1227215"/>
          </a:xfrm>
          <a:prstGeom prst="rect">
            <a:avLst/>
          </a:prstGeom>
        </p:spPr>
      </p:pic>
    </p:spTree>
    <p:extLst>
      <p:ext uri="{BB962C8B-B14F-4D97-AF65-F5344CB8AC3E}">
        <p14:creationId xmlns:p14="http://schemas.microsoft.com/office/powerpoint/2010/main" val="1229806733"/>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Fret">
    <p:bg>
      <p:bgPr>
        <a:solidFill>
          <a:schemeClr val="bg1"/>
        </a:solidFill>
        <a:effectLst/>
      </p:bgPr>
    </p:bg>
    <p:spTree>
      <p:nvGrpSpPr>
        <p:cNvPr id="1" name=""/>
        <p:cNvGrpSpPr/>
        <p:nvPr/>
      </p:nvGrpSpPr>
      <p:grpSpPr>
        <a:xfrm>
          <a:off x="0" y="0"/>
          <a:ext cx="0" cy="0"/>
          <a:chOff x="0" y="0"/>
          <a:chExt cx="0" cy="0"/>
        </a:xfrm>
      </p:grpSpPr>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pic>
        <p:nvPicPr>
          <p:cNvPr id="22" name="Image 21">
            <a:extLst>
              <a:ext uri="{FF2B5EF4-FFF2-40B4-BE49-F238E27FC236}">
                <a16:creationId xmlns:a16="http://schemas.microsoft.com/office/drawing/2014/main" id="{1B1DA279-199F-D01F-7C35-9193E4F43699}"/>
              </a:ext>
            </a:extLst>
          </p:cNvPr>
          <p:cNvPicPr>
            <a:picLocks noChangeAspect="1"/>
          </p:cNvPicPr>
          <p:nvPr userDrawn="1"/>
        </p:nvPicPr>
        <p:blipFill rotWithShape="1">
          <a:blip r:embed="rId4"/>
          <a:srcRect l="68896" r="6852"/>
          <a:stretch/>
        </p:blipFill>
        <p:spPr>
          <a:xfrm>
            <a:off x="-1" y="1"/>
            <a:ext cx="3575051" cy="6852124"/>
          </a:xfrm>
          <a:prstGeom prst="rect">
            <a:avLst/>
          </a:prstGeom>
        </p:spPr>
      </p:pic>
      <p:pic>
        <p:nvPicPr>
          <p:cNvPr id="23" name="Graphique 22">
            <a:extLst>
              <a:ext uri="{FF2B5EF4-FFF2-40B4-BE49-F238E27FC236}">
                <a16:creationId xmlns:a16="http://schemas.microsoft.com/office/drawing/2014/main" id="{28E3198C-4AEC-AEE5-FEAA-287CCD66C7E6}"/>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246074" y="6216051"/>
            <a:ext cx="863847" cy="452490"/>
          </a:xfrm>
          <a:prstGeom prst="rect">
            <a:avLst/>
          </a:prstGeom>
        </p:spPr>
      </p:pic>
    </p:spTree>
    <p:extLst>
      <p:ext uri="{BB962C8B-B14F-4D97-AF65-F5344CB8AC3E}">
        <p14:creationId xmlns:p14="http://schemas.microsoft.com/office/powerpoint/2010/main" val="3383629326"/>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showMasterSp="0" preserve="1" userDrawn="1">
  <p:cSld name="1_Titre de la présentation - neutre">
    <p:bg>
      <p:bgPr>
        <a:solidFill>
          <a:schemeClr val="bg1"/>
        </a:solidFill>
        <a:effectLst/>
      </p:bgPr>
    </p:bg>
    <p:spTree>
      <p:nvGrpSpPr>
        <p:cNvPr id="1" name=""/>
        <p:cNvGrpSpPr/>
        <p:nvPr/>
      </p:nvGrpSpPr>
      <p:grpSpPr>
        <a:xfrm>
          <a:off x="0" y="0"/>
          <a:ext cx="0" cy="0"/>
          <a:chOff x="0" y="0"/>
          <a:chExt cx="0" cy="0"/>
        </a:xfrm>
      </p:grpSpPr>
      <p:sp>
        <p:nvSpPr>
          <p:cNvPr id="2" name="Espace réservé pour une image  9">
            <a:extLst>
              <a:ext uri="{FF2B5EF4-FFF2-40B4-BE49-F238E27FC236}">
                <a16:creationId xmlns:a16="http://schemas.microsoft.com/office/drawing/2014/main" id="{26438537-98AA-5155-E789-691AB09A2EB4}"/>
              </a:ext>
            </a:extLst>
          </p:cNvPr>
          <p:cNvSpPr>
            <a:spLocks noGrp="1"/>
          </p:cNvSpPr>
          <p:nvPr>
            <p:ph type="pic" sz="quarter" idx="12"/>
          </p:nvPr>
        </p:nvSpPr>
        <p:spPr>
          <a:xfrm>
            <a:off x="0" y="0"/>
            <a:ext cx="3600450" cy="6858000"/>
          </a:xfrm>
          <a:prstGeom prst="rect">
            <a:avLst/>
          </a:prstGeom>
          <a:solidFill>
            <a:srgbClr val="002060">
              <a:alpha val="38000"/>
            </a:srgbClr>
          </a:solidFill>
        </p:spPr>
        <p:txBody>
          <a:bodyPr/>
          <a:lstStyle/>
          <a:p>
            <a:r>
              <a:rPr lang="fr-FR"/>
              <a:t>Cliquez sur l'icône pour ajouter une image</a:t>
            </a:r>
          </a:p>
        </p:txBody>
      </p:sp>
      <p:pic>
        <p:nvPicPr>
          <p:cNvPr id="6" name="Image 5" descr="Une image contenant Police, texte, Graphique, capture d’écran&#10;&#10;Description générée automatiquement">
            <a:extLst>
              <a:ext uri="{FF2B5EF4-FFF2-40B4-BE49-F238E27FC236}">
                <a16:creationId xmlns:a16="http://schemas.microsoft.com/office/drawing/2014/main" id="{1EA17C2F-7FF0-FF0C-3B32-25459E81AB1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784944" y="5856391"/>
            <a:ext cx="2160349" cy="881460"/>
          </a:xfrm>
          <a:prstGeom prst="rect">
            <a:avLst/>
          </a:prstGeom>
        </p:spPr>
      </p:pic>
      <p:sp>
        <p:nvSpPr>
          <p:cNvPr id="11" name="Rectangle 2">
            <a:extLst>
              <a:ext uri="{FF2B5EF4-FFF2-40B4-BE49-F238E27FC236}">
                <a16:creationId xmlns:a16="http://schemas.microsoft.com/office/drawing/2014/main" id="{0B6D7CC3-BF08-CCF4-65A8-8AE5A4137238}"/>
              </a:ext>
            </a:extLst>
          </p:cNvPr>
          <p:cNvSpPr>
            <a:spLocks noGrp="1" noChangeArrowheads="1"/>
          </p:cNvSpPr>
          <p:nvPr>
            <p:ph type="ctrTitle" hasCustomPrompt="1"/>
          </p:nvPr>
        </p:nvSpPr>
        <p:spPr>
          <a:xfrm>
            <a:off x="3945461" y="1094199"/>
            <a:ext cx="7848600" cy="6185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600" cap="none" baseline="0">
                <a:solidFill>
                  <a:srgbClr val="003865"/>
                </a:solidFill>
              </a:defRPr>
            </a:lvl1pPr>
          </a:lstStyle>
          <a:p>
            <a:pPr lvl="0"/>
            <a:r>
              <a:rPr lang="fr-FR" noProof="0"/>
              <a:t>Titre, Arial, 36</a:t>
            </a:r>
          </a:p>
        </p:txBody>
      </p:sp>
      <p:sp>
        <p:nvSpPr>
          <p:cNvPr id="13" name="Rectangle 3">
            <a:extLst>
              <a:ext uri="{FF2B5EF4-FFF2-40B4-BE49-F238E27FC236}">
                <a16:creationId xmlns:a16="http://schemas.microsoft.com/office/drawing/2014/main" id="{BE66831B-1B65-E95B-F23D-83785E9D9D01}"/>
              </a:ext>
            </a:extLst>
          </p:cNvPr>
          <p:cNvSpPr>
            <a:spLocks noGrp="1" noChangeArrowheads="1"/>
          </p:cNvSpPr>
          <p:nvPr>
            <p:ph type="subTitle" idx="1" hasCustomPrompt="1"/>
          </p:nvPr>
        </p:nvSpPr>
        <p:spPr>
          <a:xfrm>
            <a:off x="3945461" y="1729284"/>
            <a:ext cx="7848600" cy="424732"/>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mj-lt"/>
              </a:defRPr>
            </a:lvl1pPr>
          </a:lstStyle>
          <a:p>
            <a:pPr lvl="0"/>
            <a:r>
              <a:rPr lang="fr-FR" noProof="0"/>
              <a:t>Sous-titre, </a:t>
            </a:r>
            <a:r>
              <a:rPr lang="fr-FR" noProof="0" err="1"/>
              <a:t>arial</a:t>
            </a:r>
            <a:r>
              <a:rPr lang="fr-FR" noProof="0"/>
              <a:t>, 24</a:t>
            </a:r>
          </a:p>
        </p:txBody>
      </p:sp>
      <p:sp>
        <p:nvSpPr>
          <p:cNvPr id="5" name="Espace réservé du texte 4">
            <a:extLst>
              <a:ext uri="{FF2B5EF4-FFF2-40B4-BE49-F238E27FC236}">
                <a16:creationId xmlns:a16="http://schemas.microsoft.com/office/drawing/2014/main" id="{37EED5E7-8C51-520A-A898-66E346532073}"/>
              </a:ext>
            </a:extLst>
          </p:cNvPr>
          <p:cNvSpPr>
            <a:spLocks noGrp="1"/>
          </p:cNvSpPr>
          <p:nvPr>
            <p:ph type="body" sz="quarter" idx="14" hasCustomPrompt="1"/>
          </p:nvPr>
        </p:nvSpPr>
        <p:spPr>
          <a:xfrm>
            <a:off x="3945461" y="3441785"/>
            <a:ext cx="2160587" cy="360362"/>
          </a:xfrm>
          <a:prstGeom prst="rect">
            <a:avLst/>
          </a:prstGeom>
        </p:spPr>
        <p:txBody>
          <a:bodyPr lIns="0"/>
          <a:lstStyle>
            <a:lvl1pPr>
              <a:defRPr lang="fr-FR" sz="1400" smtClean="0">
                <a:solidFill>
                  <a:srgbClr val="003865"/>
                </a:solidFill>
              </a:defRPr>
            </a:lvl1pPr>
            <a:lvl2pPr>
              <a:defRPr lang="fr-FR" smtClean="0"/>
            </a:lvl2pPr>
            <a:lvl3pPr>
              <a:defRPr lang="fr-FR" smtClean="0"/>
            </a:lvl3pPr>
            <a:lvl4pPr>
              <a:defRPr lang="fr-FR" smtClean="0"/>
            </a:lvl4pPr>
            <a:lvl5pPr>
              <a:defRPr lang="fr-FR"/>
            </a:lvl5pPr>
          </a:lstStyle>
          <a:p>
            <a:pPr lvl="0"/>
            <a:r>
              <a:rPr lang="fr-FR"/>
              <a:t>Insérer la date</a:t>
            </a:r>
          </a:p>
        </p:txBody>
      </p:sp>
      <p:pic>
        <p:nvPicPr>
          <p:cNvPr id="10" name="Image 9" descr="Une image contenant texte, Police, Graphique, logo&#10;&#10;Description générée automatiquement">
            <a:extLst>
              <a:ext uri="{FF2B5EF4-FFF2-40B4-BE49-F238E27FC236}">
                <a16:creationId xmlns:a16="http://schemas.microsoft.com/office/drawing/2014/main" id="{C7F4CFF1-B4A9-A19E-64AD-120AF37292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52814" y="5759238"/>
            <a:ext cx="1227215" cy="1227215"/>
          </a:xfrm>
          <a:prstGeom prst="rect">
            <a:avLst/>
          </a:prstGeom>
        </p:spPr>
      </p:pic>
      <p:grpSp>
        <p:nvGrpSpPr>
          <p:cNvPr id="12" name="Graphique 7">
            <a:extLst>
              <a:ext uri="{FF2B5EF4-FFF2-40B4-BE49-F238E27FC236}">
                <a16:creationId xmlns:a16="http://schemas.microsoft.com/office/drawing/2014/main" id="{F604A533-65C7-3865-D531-81C0EFEEE581}"/>
              </a:ext>
            </a:extLst>
          </p:cNvPr>
          <p:cNvGrpSpPr/>
          <p:nvPr/>
        </p:nvGrpSpPr>
        <p:grpSpPr>
          <a:xfrm>
            <a:off x="8376244" y="5553518"/>
            <a:ext cx="1195625" cy="1126936"/>
            <a:chOff x="8376244" y="5553518"/>
            <a:chExt cx="1195625" cy="1126936"/>
          </a:xfrm>
        </p:grpSpPr>
        <p:sp>
          <p:nvSpPr>
            <p:cNvPr id="14" name="Forme libre : forme 13">
              <a:extLst>
                <a:ext uri="{FF2B5EF4-FFF2-40B4-BE49-F238E27FC236}">
                  <a16:creationId xmlns:a16="http://schemas.microsoft.com/office/drawing/2014/main" id="{4CB7B2A2-7FAC-E53A-96FB-E5F2FA97D7CB}"/>
                </a:ext>
              </a:extLst>
            </p:cNvPr>
            <p:cNvSpPr/>
            <p:nvPr/>
          </p:nvSpPr>
          <p:spPr>
            <a:xfrm>
              <a:off x="9104952" y="5980074"/>
              <a:ext cx="466916" cy="466916"/>
            </a:xfrm>
            <a:custGeom>
              <a:avLst/>
              <a:gdLst>
                <a:gd name="connsiteX0" fmla="*/ 0 w 466916"/>
                <a:gd name="connsiteY0" fmla="*/ 0 h 466916"/>
                <a:gd name="connsiteX1" fmla="*/ 466917 w 466916"/>
                <a:gd name="connsiteY1" fmla="*/ 0 h 466916"/>
                <a:gd name="connsiteX2" fmla="*/ 0 w 466916"/>
                <a:gd name="connsiteY2" fmla="*/ 466917 h 466916"/>
              </a:gdLst>
              <a:ahLst/>
              <a:cxnLst>
                <a:cxn ang="0">
                  <a:pos x="connsiteX0" y="connsiteY0"/>
                </a:cxn>
                <a:cxn ang="0">
                  <a:pos x="connsiteX1" y="connsiteY1"/>
                </a:cxn>
                <a:cxn ang="0">
                  <a:pos x="connsiteX2" y="connsiteY2"/>
                </a:cxn>
              </a:cxnLst>
              <a:rect l="l" t="t" r="r" b="b"/>
              <a:pathLst>
                <a:path w="466916" h="466916">
                  <a:moveTo>
                    <a:pt x="0" y="0"/>
                  </a:moveTo>
                  <a:lnTo>
                    <a:pt x="466917" y="0"/>
                  </a:lnTo>
                  <a:lnTo>
                    <a:pt x="0" y="466917"/>
                  </a:lnTo>
                  <a:close/>
                </a:path>
              </a:pathLst>
            </a:custGeom>
            <a:solidFill>
              <a:srgbClr val="66B8E2"/>
            </a:solidFill>
            <a:ln w="1138"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C2EF1AFA-86B2-B763-E052-58CB3636E080}"/>
                </a:ext>
              </a:extLst>
            </p:cNvPr>
            <p:cNvSpPr/>
            <p:nvPr/>
          </p:nvSpPr>
          <p:spPr>
            <a:xfrm>
              <a:off x="8871534" y="6446991"/>
              <a:ext cx="233418" cy="233464"/>
            </a:xfrm>
            <a:custGeom>
              <a:avLst/>
              <a:gdLst>
                <a:gd name="connsiteX0" fmla="*/ 233407 w 233418"/>
                <a:gd name="connsiteY0" fmla="*/ 233464 h 233464"/>
                <a:gd name="connsiteX1" fmla="*/ 0 w 233418"/>
                <a:gd name="connsiteY1" fmla="*/ 0 h 233464"/>
                <a:gd name="connsiteX2" fmla="*/ 233418 w 233418"/>
                <a:gd name="connsiteY2" fmla="*/ 0 h 233464"/>
              </a:gdLst>
              <a:ahLst/>
              <a:cxnLst>
                <a:cxn ang="0">
                  <a:pos x="connsiteX0" y="connsiteY0"/>
                </a:cxn>
                <a:cxn ang="0">
                  <a:pos x="connsiteX1" y="connsiteY1"/>
                </a:cxn>
                <a:cxn ang="0">
                  <a:pos x="connsiteX2" y="connsiteY2"/>
                </a:cxn>
              </a:cxnLst>
              <a:rect l="l" t="t" r="r" b="b"/>
              <a:pathLst>
                <a:path w="233418" h="233464">
                  <a:moveTo>
                    <a:pt x="233407" y="233464"/>
                  </a:moveTo>
                  <a:lnTo>
                    <a:pt x="0" y="0"/>
                  </a:lnTo>
                  <a:lnTo>
                    <a:pt x="233418" y="0"/>
                  </a:lnTo>
                  <a:close/>
                </a:path>
              </a:pathLst>
            </a:custGeom>
            <a:solidFill>
              <a:srgbClr val="E5F3FA"/>
            </a:solidFill>
            <a:ln w="1138"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83AD0DB4-5BD3-49C8-E13B-F6B1986030DD}"/>
                </a:ext>
              </a:extLst>
            </p:cNvPr>
            <p:cNvSpPr/>
            <p:nvPr/>
          </p:nvSpPr>
          <p:spPr>
            <a:xfrm>
              <a:off x="8871534" y="5980074"/>
              <a:ext cx="233418" cy="233452"/>
            </a:xfrm>
            <a:custGeom>
              <a:avLst/>
              <a:gdLst>
                <a:gd name="connsiteX0" fmla="*/ 233407 w 233418"/>
                <a:gd name="connsiteY0" fmla="*/ 0 h 233452"/>
                <a:gd name="connsiteX1" fmla="*/ 0 w 233418"/>
                <a:gd name="connsiteY1" fmla="*/ 233453 h 233452"/>
                <a:gd name="connsiteX2" fmla="*/ 233418 w 233418"/>
                <a:gd name="connsiteY2" fmla="*/ 233453 h 233452"/>
              </a:gdLst>
              <a:ahLst/>
              <a:cxnLst>
                <a:cxn ang="0">
                  <a:pos x="connsiteX0" y="connsiteY0"/>
                </a:cxn>
                <a:cxn ang="0">
                  <a:pos x="connsiteX1" y="connsiteY1"/>
                </a:cxn>
                <a:cxn ang="0">
                  <a:pos x="connsiteX2" y="connsiteY2"/>
                </a:cxn>
              </a:cxnLst>
              <a:rect l="l" t="t" r="r" b="b"/>
              <a:pathLst>
                <a:path w="233418" h="233452">
                  <a:moveTo>
                    <a:pt x="233407" y="0"/>
                  </a:moveTo>
                  <a:lnTo>
                    <a:pt x="0" y="233453"/>
                  </a:lnTo>
                  <a:lnTo>
                    <a:pt x="233418" y="233453"/>
                  </a:lnTo>
                  <a:close/>
                </a:path>
              </a:pathLst>
            </a:custGeom>
            <a:solidFill>
              <a:srgbClr val="99CFEB"/>
            </a:solidFill>
            <a:ln w="1138"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6C9117D-519A-E0DD-ED9E-A2A8F763DE98}"/>
                </a:ext>
              </a:extLst>
            </p:cNvPr>
            <p:cNvSpPr/>
            <p:nvPr/>
          </p:nvSpPr>
          <p:spPr>
            <a:xfrm>
              <a:off x="8541329" y="5553518"/>
              <a:ext cx="330204" cy="660329"/>
            </a:xfrm>
            <a:custGeom>
              <a:avLst/>
              <a:gdLst>
                <a:gd name="connsiteX0" fmla="*/ 165085 w 330204"/>
                <a:gd name="connsiteY0" fmla="*/ 165085 h 660329"/>
                <a:gd name="connsiteX1" fmla="*/ 0 w 330204"/>
                <a:gd name="connsiteY1" fmla="*/ 0 h 660329"/>
                <a:gd name="connsiteX2" fmla="*/ 0 w 330204"/>
                <a:gd name="connsiteY2" fmla="*/ 660329 h 660329"/>
                <a:gd name="connsiteX3" fmla="*/ 330205 w 330204"/>
                <a:gd name="connsiteY3" fmla="*/ 330170 h 660329"/>
              </a:gdLst>
              <a:ahLst/>
              <a:cxnLst>
                <a:cxn ang="0">
                  <a:pos x="connsiteX0" y="connsiteY0"/>
                </a:cxn>
                <a:cxn ang="0">
                  <a:pos x="connsiteX1" y="connsiteY1"/>
                </a:cxn>
                <a:cxn ang="0">
                  <a:pos x="connsiteX2" y="connsiteY2"/>
                </a:cxn>
                <a:cxn ang="0">
                  <a:pos x="connsiteX3" y="connsiteY3"/>
                </a:cxn>
              </a:cxnLst>
              <a:rect l="l" t="t" r="r" b="b"/>
              <a:pathLst>
                <a:path w="330204" h="660329">
                  <a:moveTo>
                    <a:pt x="165085" y="165085"/>
                  </a:moveTo>
                  <a:lnTo>
                    <a:pt x="0" y="0"/>
                  </a:lnTo>
                  <a:lnTo>
                    <a:pt x="0" y="660329"/>
                  </a:lnTo>
                  <a:lnTo>
                    <a:pt x="330205" y="330170"/>
                  </a:lnTo>
                  <a:close/>
                </a:path>
              </a:pathLst>
            </a:custGeom>
            <a:solidFill>
              <a:srgbClr val="007AB9"/>
            </a:solidFill>
            <a:ln w="1138"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E447114D-7DE1-73E4-C455-B5C35A3BE830}"/>
                </a:ext>
              </a:extLst>
            </p:cNvPr>
            <p:cNvSpPr/>
            <p:nvPr/>
          </p:nvSpPr>
          <p:spPr>
            <a:xfrm>
              <a:off x="8871534" y="6213538"/>
              <a:ext cx="233464" cy="233452"/>
            </a:xfrm>
            <a:custGeom>
              <a:avLst/>
              <a:gdLst>
                <a:gd name="connsiteX0" fmla="*/ 0 w 233464"/>
                <a:gd name="connsiteY0" fmla="*/ 0 h 233452"/>
                <a:gd name="connsiteX1" fmla="*/ 233464 w 233464"/>
                <a:gd name="connsiteY1" fmla="*/ 0 h 233452"/>
                <a:gd name="connsiteX2" fmla="*/ 233464 w 233464"/>
                <a:gd name="connsiteY2" fmla="*/ 233453 h 233452"/>
                <a:gd name="connsiteX3" fmla="*/ 0 w 233464"/>
                <a:gd name="connsiteY3" fmla="*/ 233453 h 233452"/>
              </a:gdLst>
              <a:ahLst/>
              <a:cxnLst>
                <a:cxn ang="0">
                  <a:pos x="connsiteX0" y="connsiteY0"/>
                </a:cxn>
                <a:cxn ang="0">
                  <a:pos x="connsiteX1" y="connsiteY1"/>
                </a:cxn>
                <a:cxn ang="0">
                  <a:pos x="connsiteX2" y="connsiteY2"/>
                </a:cxn>
                <a:cxn ang="0">
                  <a:pos x="connsiteX3" y="connsiteY3"/>
                </a:cxn>
              </a:cxnLst>
              <a:rect l="l" t="t" r="r" b="b"/>
              <a:pathLst>
                <a:path w="233464" h="233452">
                  <a:moveTo>
                    <a:pt x="0" y="0"/>
                  </a:moveTo>
                  <a:lnTo>
                    <a:pt x="233464" y="0"/>
                  </a:lnTo>
                  <a:lnTo>
                    <a:pt x="233464" y="233453"/>
                  </a:lnTo>
                  <a:lnTo>
                    <a:pt x="0" y="233453"/>
                  </a:lnTo>
                  <a:close/>
                </a:path>
              </a:pathLst>
            </a:custGeom>
            <a:solidFill>
              <a:srgbClr val="BFE1F3"/>
            </a:solidFill>
            <a:ln w="1138"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5B510E15-01F2-CFF9-385C-180085721661}"/>
                </a:ext>
              </a:extLst>
            </p:cNvPr>
            <p:cNvSpPr/>
            <p:nvPr/>
          </p:nvSpPr>
          <p:spPr>
            <a:xfrm>
              <a:off x="8376244" y="6213538"/>
              <a:ext cx="495289" cy="165096"/>
            </a:xfrm>
            <a:custGeom>
              <a:avLst/>
              <a:gdLst>
                <a:gd name="connsiteX0" fmla="*/ 165074 w 495289"/>
                <a:gd name="connsiteY0" fmla="*/ 0 h 165096"/>
                <a:gd name="connsiteX1" fmla="*/ 495290 w 495289"/>
                <a:gd name="connsiteY1" fmla="*/ 0 h 165096"/>
                <a:gd name="connsiteX2" fmla="*/ 330159 w 495289"/>
                <a:gd name="connsiteY2" fmla="*/ 165097 h 165096"/>
                <a:gd name="connsiteX3" fmla="*/ 0 w 495289"/>
                <a:gd name="connsiteY3" fmla="*/ 165097 h 165096"/>
              </a:gdLst>
              <a:ahLst/>
              <a:cxnLst>
                <a:cxn ang="0">
                  <a:pos x="connsiteX0" y="connsiteY0"/>
                </a:cxn>
                <a:cxn ang="0">
                  <a:pos x="connsiteX1" y="connsiteY1"/>
                </a:cxn>
                <a:cxn ang="0">
                  <a:pos x="connsiteX2" y="connsiteY2"/>
                </a:cxn>
                <a:cxn ang="0">
                  <a:pos x="connsiteX3" y="connsiteY3"/>
                </a:cxn>
              </a:cxnLst>
              <a:rect l="l" t="t" r="r" b="b"/>
              <a:pathLst>
                <a:path w="495289" h="165096">
                  <a:moveTo>
                    <a:pt x="165074" y="0"/>
                  </a:moveTo>
                  <a:lnTo>
                    <a:pt x="495290" y="0"/>
                  </a:lnTo>
                  <a:lnTo>
                    <a:pt x="330159" y="165097"/>
                  </a:lnTo>
                  <a:lnTo>
                    <a:pt x="0" y="165097"/>
                  </a:lnTo>
                  <a:close/>
                </a:path>
              </a:pathLst>
            </a:custGeom>
            <a:solidFill>
              <a:srgbClr val="4DACDD"/>
            </a:solidFill>
            <a:ln w="1138"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65DDB5C1-8B1B-56DB-9A15-DE6416A452A0}"/>
                </a:ext>
              </a:extLst>
            </p:cNvPr>
            <p:cNvSpPr/>
            <p:nvPr/>
          </p:nvSpPr>
          <p:spPr>
            <a:xfrm>
              <a:off x="8541329" y="5883379"/>
              <a:ext cx="330204" cy="330158"/>
            </a:xfrm>
            <a:custGeom>
              <a:avLst/>
              <a:gdLst>
                <a:gd name="connsiteX0" fmla="*/ 0 w 330204"/>
                <a:gd name="connsiteY0" fmla="*/ 330159 h 330158"/>
                <a:gd name="connsiteX1" fmla="*/ 330205 w 330204"/>
                <a:gd name="connsiteY1" fmla="*/ 330159 h 330158"/>
                <a:gd name="connsiteX2" fmla="*/ 330205 w 330204"/>
                <a:gd name="connsiteY2" fmla="*/ 0 h 330158"/>
                <a:gd name="connsiteX3" fmla="*/ 165085 w 330204"/>
                <a:gd name="connsiteY3" fmla="*/ 165085 h 330158"/>
              </a:gdLst>
              <a:ahLst/>
              <a:cxnLst>
                <a:cxn ang="0">
                  <a:pos x="connsiteX0" y="connsiteY0"/>
                </a:cxn>
                <a:cxn ang="0">
                  <a:pos x="connsiteX1" y="connsiteY1"/>
                </a:cxn>
                <a:cxn ang="0">
                  <a:pos x="connsiteX2" y="connsiteY2"/>
                </a:cxn>
                <a:cxn ang="0">
                  <a:pos x="connsiteX3" y="connsiteY3"/>
                </a:cxn>
              </a:cxnLst>
              <a:rect l="l" t="t" r="r" b="b"/>
              <a:pathLst>
                <a:path w="330204" h="330158">
                  <a:moveTo>
                    <a:pt x="0" y="330159"/>
                  </a:moveTo>
                  <a:lnTo>
                    <a:pt x="330205" y="330159"/>
                  </a:lnTo>
                  <a:lnTo>
                    <a:pt x="330205" y="0"/>
                  </a:lnTo>
                  <a:lnTo>
                    <a:pt x="165085" y="165085"/>
                  </a:lnTo>
                  <a:close/>
                </a:path>
              </a:pathLst>
            </a:custGeom>
            <a:solidFill>
              <a:srgbClr val="0088CE"/>
            </a:solidFill>
            <a:ln w="1138" cap="flat">
              <a:noFill/>
              <a:prstDash val="solid"/>
              <a:miter/>
            </a:ln>
          </p:spPr>
          <p:txBody>
            <a:bodyPr rtlCol="0" anchor="ctr"/>
            <a:lstStyle/>
            <a:p>
              <a:endParaRPr lang="fr-FR"/>
            </a:p>
          </p:txBody>
        </p:sp>
      </p:grpSp>
    </p:spTree>
    <p:extLst>
      <p:ext uri="{BB962C8B-B14F-4D97-AF65-F5344CB8AC3E}">
        <p14:creationId xmlns:p14="http://schemas.microsoft.com/office/powerpoint/2010/main" val="998514251"/>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showMasterSp="0" preserve="1" userDrawn="1">
  <p:cSld name="Intertitre foncé">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5750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que 11">
            <a:extLst>
              <a:ext uri="{FF2B5EF4-FFF2-40B4-BE49-F238E27FC236}">
                <a16:creationId xmlns:a16="http://schemas.microsoft.com/office/drawing/2014/main" id="{B4D507AF-7604-4B56-A8FE-F135B23E709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sp>
        <p:nvSpPr>
          <p:cNvPr id="5" name="Rectangle 2">
            <a:extLst>
              <a:ext uri="{FF2B5EF4-FFF2-40B4-BE49-F238E27FC236}">
                <a16:creationId xmlns:a16="http://schemas.microsoft.com/office/drawing/2014/main" id="{50C7EA37-BF2D-B133-A3A3-B2AE624853CC}"/>
              </a:ext>
            </a:extLst>
          </p:cNvPr>
          <p:cNvSpPr>
            <a:spLocks noGrp="1" noChangeArrowheads="1"/>
          </p:cNvSpPr>
          <p:nvPr>
            <p:ph type="ctrTitle" hasCustomPrompt="1"/>
          </p:nvPr>
        </p:nvSpPr>
        <p:spPr>
          <a:xfrm>
            <a:off x="3935414" y="2281063"/>
            <a:ext cx="7338986" cy="590850"/>
          </a:xfrm>
          <a:extLst>
            <a:ext uri="{909E8E84-426E-40DD-AFC4-6F175D3DCCD1}">
              <a14:hiddenFill xmlns:a14="http://schemas.microsoft.com/office/drawing/2010/main">
                <a:solidFill>
                  <a:schemeClr val="tx2"/>
                </a:solidFill>
              </a14:hiddenFill>
            </a:ext>
          </a:extLst>
        </p:spPr>
        <p:txBody>
          <a:bodyPr wrap="square" lIns="0" tIns="118792" anchor="b">
            <a:spAutoFit/>
          </a:bodyPr>
          <a:lstStyle>
            <a:lvl1pPr>
              <a:defRPr sz="3400" baseline="0">
                <a:solidFill>
                  <a:srgbClr val="003865"/>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6D50EEAD-3275-FD8E-225D-A0272959D08A}"/>
              </a:ext>
            </a:extLst>
          </p:cNvPr>
          <p:cNvSpPr>
            <a:spLocks noGrp="1" noChangeArrowheads="1"/>
          </p:cNvSpPr>
          <p:nvPr>
            <p:ph type="subTitle" idx="1" hasCustomPrompt="1"/>
          </p:nvPr>
        </p:nvSpPr>
        <p:spPr>
          <a:xfrm>
            <a:off x="3935413" y="3004272"/>
            <a:ext cx="7338987"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rgbClr val="003865"/>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Image 1" descr="Une image contenant capture d’écran, Police, noir, Graphique&#10;&#10;Description générée automatiquement">
            <a:extLst>
              <a:ext uri="{FF2B5EF4-FFF2-40B4-BE49-F238E27FC236}">
                <a16:creationId xmlns:a16="http://schemas.microsoft.com/office/drawing/2014/main" id="{18D55DC5-E5BB-1D85-5FA4-DE8F813EFBB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2567823201"/>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showMasterSp="0" preserve="1" userDrawn="1">
  <p:cSld name="Intertitre clair">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1135481388"/>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showMasterSp="0" preserve="1" userDrawn="1">
  <p:cSld name="Intertitre jaun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D259E-5CC5-4E3B-8BA3-B0FAEE778508}"/>
              </a:ext>
            </a:extLst>
          </p:cNvPr>
          <p:cNvSpPr/>
          <p:nvPr userDrawn="1"/>
        </p:nvSpPr>
        <p:spPr>
          <a:xfrm>
            <a:off x="0" y="0"/>
            <a:ext cx="3600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2">
            <a:extLst>
              <a:ext uri="{FF2B5EF4-FFF2-40B4-BE49-F238E27FC236}">
                <a16:creationId xmlns:a16="http://schemas.microsoft.com/office/drawing/2014/main" id="{5093DD42-E983-3820-2890-85A1D87D685F}"/>
              </a:ext>
            </a:extLst>
          </p:cNvPr>
          <p:cNvSpPr>
            <a:spLocks noGrp="1" noChangeArrowheads="1"/>
          </p:cNvSpPr>
          <p:nvPr>
            <p:ph type="ctrTitle" hasCustomPrompt="1"/>
          </p:nvPr>
        </p:nvSpPr>
        <p:spPr>
          <a:xfrm>
            <a:off x="3948693" y="2281063"/>
            <a:ext cx="7290981" cy="590850"/>
          </a:xfrm>
          <a:extLst>
            <a:ext uri="{909E8E84-426E-40DD-AFC4-6F175D3DCCD1}">
              <a14:hiddenFill xmlns:a14="http://schemas.microsoft.com/office/drawing/2010/main">
                <a:solidFill>
                  <a:schemeClr val="tx2"/>
                </a:solidFill>
              </a14:hiddenFill>
            </a:ext>
          </a:extLst>
        </p:spPr>
        <p:txBody>
          <a:bodyPr wrap="square" tIns="118792" rIns="0" anchor="b">
            <a:spAutoFit/>
          </a:bodyPr>
          <a:lstStyle>
            <a:lvl1pPr>
              <a:defRPr sz="3400" baseline="0">
                <a:solidFill>
                  <a:schemeClr val="accent1"/>
                </a:solidFill>
              </a:defRPr>
            </a:lvl1pPr>
          </a:lstStyle>
          <a:p>
            <a:pPr lvl="0"/>
            <a:r>
              <a:rPr lang="fr-FR" noProof="0"/>
              <a:t>Titre, </a:t>
            </a:r>
            <a:r>
              <a:rPr lang="fr-FR" noProof="0" err="1"/>
              <a:t>arial</a:t>
            </a:r>
            <a:r>
              <a:rPr lang="fr-FR" noProof="0"/>
              <a:t>, 34</a:t>
            </a:r>
          </a:p>
        </p:txBody>
      </p:sp>
      <p:sp>
        <p:nvSpPr>
          <p:cNvPr id="6" name="Rectangle 3">
            <a:extLst>
              <a:ext uri="{FF2B5EF4-FFF2-40B4-BE49-F238E27FC236}">
                <a16:creationId xmlns:a16="http://schemas.microsoft.com/office/drawing/2014/main" id="{835A7ED0-1ACE-D4F2-7A1B-993F8AAA9616}"/>
              </a:ext>
            </a:extLst>
          </p:cNvPr>
          <p:cNvSpPr>
            <a:spLocks noGrp="1" noChangeArrowheads="1"/>
          </p:cNvSpPr>
          <p:nvPr>
            <p:ph type="subTitle" idx="1" hasCustomPrompt="1"/>
          </p:nvPr>
        </p:nvSpPr>
        <p:spPr>
          <a:xfrm>
            <a:off x="3948694" y="3004272"/>
            <a:ext cx="7290981" cy="424728"/>
          </a:xfrm>
          <a:prstGeom prst="rect">
            <a:avLst/>
          </a:prstGeom>
          <a:extLst>
            <a:ext uri="{91240B29-F687-4F45-9708-019B960494DF}">
              <a14:hiddenLine xmlns:a14="http://schemas.microsoft.com/office/drawing/2010/main" w="9525" algn="ctr">
                <a:solidFill>
                  <a:schemeClr val="tx1"/>
                </a:solidFill>
                <a:miter lim="800000"/>
                <a:headEnd/>
                <a:tailEnd/>
              </a14:hiddenLine>
            </a:ext>
          </a:extLst>
        </p:spPr>
        <p:txBody>
          <a:bodyPr wrap="square" lIns="0" rIns="0">
            <a:spAutoFit/>
          </a:bodyPr>
          <a:lstStyle>
            <a:lvl1pPr marL="0" indent="0">
              <a:lnSpc>
                <a:spcPct val="90000"/>
              </a:lnSpc>
              <a:spcBef>
                <a:spcPct val="0"/>
              </a:spcBef>
              <a:buFontTx/>
              <a:buNone/>
              <a:defRPr sz="2400" cap="none" baseline="0">
                <a:solidFill>
                  <a:schemeClr val="accent1"/>
                </a:solidFill>
                <a:latin typeface="Arial" panose="020B0604020202020204" pitchFamily="34" charset="0"/>
                <a:cs typeface="Arial" panose="020B0604020202020204" pitchFamily="34" charset="0"/>
              </a:defRPr>
            </a:lvl1pPr>
          </a:lstStyle>
          <a:p>
            <a:pPr lvl="0"/>
            <a:r>
              <a:rPr lang="fr-FR" noProof="0"/>
              <a:t>Sous-titre, Arial, 24</a:t>
            </a:r>
          </a:p>
        </p:txBody>
      </p:sp>
      <p:pic>
        <p:nvPicPr>
          <p:cNvPr id="2" name="Graphique 1">
            <a:extLst>
              <a:ext uri="{FF2B5EF4-FFF2-40B4-BE49-F238E27FC236}">
                <a16:creationId xmlns:a16="http://schemas.microsoft.com/office/drawing/2014/main" id="{F9331895-939A-91E5-1973-CF6B8538C3D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246074" y="6216051"/>
            <a:ext cx="863847" cy="452490"/>
          </a:xfrm>
          <a:prstGeom prst="rect">
            <a:avLst/>
          </a:prstGeom>
        </p:spPr>
      </p:pic>
      <p:pic>
        <p:nvPicPr>
          <p:cNvPr id="7" name="Image 6" descr="Une image contenant capture d’écran, Police, noir, Graphique&#10;&#10;Description générée automatiquement">
            <a:extLst>
              <a:ext uri="{FF2B5EF4-FFF2-40B4-BE49-F238E27FC236}">
                <a16:creationId xmlns:a16="http://schemas.microsoft.com/office/drawing/2014/main" id="{AF3B665F-DC56-52C4-8F61-25D0050E904C}"/>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796759" y="6431647"/>
            <a:ext cx="3045129" cy="262613"/>
          </a:xfrm>
          <a:prstGeom prst="rect">
            <a:avLst/>
          </a:prstGeom>
        </p:spPr>
      </p:pic>
    </p:spTree>
    <p:extLst>
      <p:ext uri="{BB962C8B-B14F-4D97-AF65-F5344CB8AC3E}">
        <p14:creationId xmlns:p14="http://schemas.microsoft.com/office/powerpoint/2010/main" val="3546462126"/>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matchingName="Titre et contenu" preserve="1" userDrawn="1">
  <p:cSld name="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11307763" cy="4949825"/>
          </a:xfrm>
        </p:spPr>
        <p:txBody>
          <a:bodyPr/>
          <a:lstStyle>
            <a:lvl1pPr marL="171450" indent="-171450">
              <a:buClr>
                <a:schemeClr val="accent2"/>
              </a:buClr>
              <a:buFont typeface="Wingdings" panose="05000000000000000000" pitchFamily="2" charset="2"/>
              <a:buChar cha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22028510"/>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matchingName="Titre et contenu" preserve="1" userDrawn="1">
  <p:cSld name="1_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p>
            <a:r>
              <a:rPr lang="fr-FR"/>
              <a:t>Modifiez le style du titre</a:t>
            </a:r>
          </a:p>
        </p:txBody>
      </p:sp>
      <p:sp>
        <p:nvSpPr>
          <p:cNvPr id="4" name="Espace réservé du contenu 3">
            <a:extLst>
              <a:ext uri="{FF2B5EF4-FFF2-40B4-BE49-F238E27FC236}">
                <a16:creationId xmlns:a16="http://schemas.microsoft.com/office/drawing/2014/main" id="{3B4A3ADA-1B30-0E09-EC1D-A09904363B51}"/>
              </a:ext>
            </a:extLst>
          </p:cNvPr>
          <p:cNvSpPr>
            <a:spLocks noGrp="1"/>
          </p:cNvSpPr>
          <p:nvPr>
            <p:ph sz="quarter" idx="10"/>
          </p:nvPr>
        </p:nvSpPr>
        <p:spPr>
          <a:xfrm>
            <a:off x="479425" y="1143000"/>
            <a:ext cx="5472431"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contenu 3">
            <a:extLst>
              <a:ext uri="{FF2B5EF4-FFF2-40B4-BE49-F238E27FC236}">
                <a16:creationId xmlns:a16="http://schemas.microsoft.com/office/drawing/2014/main" id="{584D04B2-61E7-7631-1FA3-CAD29F5123CF}"/>
              </a:ext>
            </a:extLst>
          </p:cNvPr>
          <p:cNvSpPr>
            <a:spLocks noGrp="1"/>
          </p:cNvSpPr>
          <p:nvPr>
            <p:ph sz="quarter" idx="11"/>
          </p:nvPr>
        </p:nvSpPr>
        <p:spPr>
          <a:xfrm>
            <a:off x="6240145" y="1158240"/>
            <a:ext cx="5543868" cy="49498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02323204"/>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1322"/>
            <a:ext cx="11308752" cy="332399"/>
          </a:xfrm>
        </p:spPr>
        <p:txBody>
          <a:bodyPr lIns="0"/>
          <a:lstStyle/>
          <a:p>
            <a:r>
              <a:rPr lang="fr-FR"/>
              <a:t>Modifiez le style du titre</a:t>
            </a:r>
          </a:p>
        </p:txBody>
      </p:sp>
      <p:sp>
        <p:nvSpPr>
          <p:cNvPr id="5" name="Espace réservé du texte 4">
            <a:extLst>
              <a:ext uri="{FF2B5EF4-FFF2-40B4-BE49-F238E27FC236}">
                <a16:creationId xmlns:a16="http://schemas.microsoft.com/office/drawing/2014/main" id="{3671C1AE-7700-8ECD-BD89-8F28EA77DDAC}"/>
              </a:ext>
            </a:extLst>
          </p:cNvPr>
          <p:cNvSpPr>
            <a:spLocks noGrp="1"/>
          </p:cNvSpPr>
          <p:nvPr>
            <p:ph type="body" sz="quarter" idx="13" hasCustomPrompt="1"/>
          </p:nvPr>
        </p:nvSpPr>
        <p:spPr>
          <a:xfrm>
            <a:off x="477371" y="813653"/>
            <a:ext cx="11308752" cy="307975"/>
          </a:xfrm>
          <a:prstGeom prst="rect">
            <a:avLst/>
          </a:prstGeom>
        </p:spPr>
        <p:txBody>
          <a:bodyPr lIns="0" tIns="0" rIns="0" bIns="0"/>
          <a:lstStyle>
            <a:lvl1pPr>
              <a:defRPr sz="1600">
                <a:solidFill>
                  <a:schemeClr val="tx2"/>
                </a:solidFill>
              </a:defRPr>
            </a:lvl1pPr>
            <a:lvl2pPr marL="0" indent="0">
              <a:buNone/>
              <a:defRPr/>
            </a:lvl2pPr>
          </a:lstStyle>
          <a:p>
            <a:pPr lvl="0"/>
            <a:r>
              <a:rPr lang="fr-FR"/>
              <a:t>Cliquez pour ajouter un sous-titre</a:t>
            </a:r>
          </a:p>
        </p:txBody>
      </p:sp>
      <p:sp>
        <p:nvSpPr>
          <p:cNvPr id="3" name="Espace réservé du contenu 3">
            <a:extLst>
              <a:ext uri="{FF2B5EF4-FFF2-40B4-BE49-F238E27FC236}">
                <a16:creationId xmlns:a16="http://schemas.microsoft.com/office/drawing/2014/main" id="{1FE9DDD0-74BE-972C-4C4C-3C8891451D59}"/>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04167703"/>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preserve="1" userDrawn="1">
  <p:cSld name="Titre et contenu impac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1AC42C9-D1EB-80E0-FDC9-AE8119524DBD}"/>
              </a:ext>
            </a:extLst>
          </p:cNvPr>
          <p:cNvSpPr/>
          <p:nvPr userDrawn="1"/>
        </p:nvSpPr>
        <p:spPr>
          <a:xfrm>
            <a:off x="0" y="0"/>
            <a:ext cx="12192000" cy="1053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fr-FR" sz="1200"/>
          </a:p>
        </p:txBody>
      </p:sp>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lIns="0"/>
          <a:lstStyle>
            <a:lvl1pPr>
              <a:defRPr>
                <a:solidFill>
                  <a:schemeClr val="bg1"/>
                </a:solidFill>
              </a:defRPr>
            </a:lvl1pPr>
          </a:lstStyle>
          <a:p>
            <a:r>
              <a:rPr lang="fr-FR"/>
              <a:t>Modifiez le style du titre</a:t>
            </a:r>
          </a:p>
        </p:txBody>
      </p:sp>
      <p:sp>
        <p:nvSpPr>
          <p:cNvPr id="2" name="Espace réservé du contenu 3">
            <a:extLst>
              <a:ext uri="{FF2B5EF4-FFF2-40B4-BE49-F238E27FC236}">
                <a16:creationId xmlns:a16="http://schemas.microsoft.com/office/drawing/2014/main" id="{4143124E-75E0-6BA3-6B3C-F9E0907F013C}"/>
              </a:ext>
            </a:extLst>
          </p:cNvPr>
          <p:cNvSpPr>
            <a:spLocks noGrp="1"/>
          </p:cNvSpPr>
          <p:nvPr>
            <p:ph sz="quarter" idx="10"/>
          </p:nvPr>
        </p:nvSpPr>
        <p:spPr>
          <a:xfrm>
            <a:off x="479425" y="1545336"/>
            <a:ext cx="11307763" cy="454748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54238241"/>
      </p:ext>
    </p:extLst>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userDrawn="1">
  <p:cSld name="Titre et 4 boites">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42916ECC-362E-8738-744F-F0451A31A3AC}"/>
              </a:ext>
            </a:extLst>
          </p:cNvPr>
          <p:cNvSpPr>
            <a:spLocks noGrp="1"/>
          </p:cNvSpPr>
          <p:nvPr>
            <p:ph type="title"/>
          </p:nvPr>
        </p:nvSpPr>
        <p:spPr>
          <a:xfrm>
            <a:off x="477881" y="460051"/>
            <a:ext cx="11308752" cy="332399"/>
          </a:xfrm>
        </p:spPr>
        <p:txBody>
          <a:bodyPr/>
          <a:lstStyle/>
          <a:p>
            <a:r>
              <a:rPr lang="fr-FR"/>
              <a:t>Modifiez le style du titre</a:t>
            </a:r>
          </a:p>
        </p:txBody>
      </p:sp>
      <p:sp>
        <p:nvSpPr>
          <p:cNvPr id="8" name="Espace réservé du texte 3">
            <a:extLst>
              <a:ext uri="{FF2B5EF4-FFF2-40B4-BE49-F238E27FC236}">
                <a16:creationId xmlns:a16="http://schemas.microsoft.com/office/drawing/2014/main" id="{ECC345B1-65F5-826C-CB6D-A7E0C103B4E6}"/>
              </a:ext>
            </a:extLst>
          </p:cNvPr>
          <p:cNvSpPr>
            <a:spLocks noGrp="1"/>
          </p:cNvSpPr>
          <p:nvPr>
            <p:ph type="body" sz="quarter" idx="32" hasCustomPrompt="1"/>
          </p:nvPr>
        </p:nvSpPr>
        <p:spPr>
          <a:xfrm>
            <a:off x="3397565" y="2286137"/>
            <a:ext cx="2559078"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6" name="Espace réservé du texte 3">
            <a:extLst>
              <a:ext uri="{FF2B5EF4-FFF2-40B4-BE49-F238E27FC236}">
                <a16:creationId xmlns:a16="http://schemas.microsoft.com/office/drawing/2014/main" id="{A97A9A8F-DDD7-B29C-0D99-57BB3E2D4961}"/>
              </a:ext>
            </a:extLst>
          </p:cNvPr>
          <p:cNvSpPr>
            <a:spLocks noGrp="1"/>
          </p:cNvSpPr>
          <p:nvPr>
            <p:ph type="body" sz="quarter" idx="34" hasCustomPrompt="1"/>
          </p:nvPr>
        </p:nvSpPr>
        <p:spPr>
          <a:xfrm>
            <a:off x="487604" y="2286137"/>
            <a:ext cx="2553082"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7" name="Espace réservé du texte 3">
            <a:extLst>
              <a:ext uri="{FF2B5EF4-FFF2-40B4-BE49-F238E27FC236}">
                <a16:creationId xmlns:a16="http://schemas.microsoft.com/office/drawing/2014/main" id="{11095BE5-3E55-B60D-2CB6-77CA09B5C036}"/>
              </a:ext>
            </a:extLst>
          </p:cNvPr>
          <p:cNvSpPr>
            <a:spLocks noGrp="1"/>
          </p:cNvSpPr>
          <p:nvPr>
            <p:ph type="body" sz="quarter" idx="36" hasCustomPrompt="1"/>
          </p:nvPr>
        </p:nvSpPr>
        <p:spPr>
          <a:xfrm>
            <a:off x="6307525"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8" name="Espace réservé du texte 3">
            <a:extLst>
              <a:ext uri="{FF2B5EF4-FFF2-40B4-BE49-F238E27FC236}">
                <a16:creationId xmlns:a16="http://schemas.microsoft.com/office/drawing/2014/main" id="{02142EDE-530F-6BD7-55BB-FD8E7BE8896F}"/>
              </a:ext>
            </a:extLst>
          </p:cNvPr>
          <p:cNvSpPr>
            <a:spLocks noGrp="1"/>
          </p:cNvSpPr>
          <p:nvPr>
            <p:ph type="body" sz="quarter" idx="38" hasCustomPrompt="1"/>
          </p:nvPr>
        </p:nvSpPr>
        <p:spPr>
          <a:xfrm>
            <a:off x="9217486" y="2286137"/>
            <a:ext cx="2562803" cy="3323837"/>
          </a:xfrm>
          <a:prstGeom prst="roundRect">
            <a:avLst>
              <a:gd name="adj" fmla="val 1563"/>
            </a:avLst>
          </a:prstGeom>
          <a:solidFill>
            <a:schemeClr val="bg1">
              <a:lumMod val="95000"/>
            </a:schemeClr>
          </a:solidFill>
        </p:spPr>
        <p:txBody>
          <a:bodyPr anchor="t"/>
          <a:lstStyle>
            <a:lvl1pPr marL="180000" indent="-171450" algn="l">
              <a:lnSpc>
                <a:spcPct val="100000"/>
              </a:lnSpc>
              <a:spcBef>
                <a:spcPts val="600"/>
              </a:spcBef>
              <a:spcAft>
                <a:spcPts val="0"/>
              </a:spcAft>
              <a:buFont typeface="Wingdings" panose="05000000000000000000" pitchFamily="2" charset="2"/>
              <a:buChar char="§"/>
              <a:defRPr sz="1200" b="0">
                <a:solidFill>
                  <a:schemeClr val="tx2"/>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19" name="Espace réservé du texte 3">
            <a:extLst>
              <a:ext uri="{FF2B5EF4-FFF2-40B4-BE49-F238E27FC236}">
                <a16:creationId xmlns:a16="http://schemas.microsoft.com/office/drawing/2014/main" id="{70D8E750-4C6B-9FAB-D8EB-750227FC8499}"/>
              </a:ext>
            </a:extLst>
          </p:cNvPr>
          <p:cNvSpPr>
            <a:spLocks noGrp="1"/>
          </p:cNvSpPr>
          <p:nvPr>
            <p:ph type="body" sz="quarter" idx="33" hasCustomPrompt="1"/>
          </p:nvPr>
        </p:nvSpPr>
        <p:spPr>
          <a:xfrm>
            <a:off x="3391567"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0" name="Espace réservé du texte 3">
            <a:extLst>
              <a:ext uri="{FF2B5EF4-FFF2-40B4-BE49-F238E27FC236}">
                <a16:creationId xmlns:a16="http://schemas.microsoft.com/office/drawing/2014/main" id="{EFE20C3B-7A82-C02C-902F-60DCC4250C4F}"/>
              </a:ext>
            </a:extLst>
          </p:cNvPr>
          <p:cNvSpPr>
            <a:spLocks noGrp="1"/>
          </p:cNvSpPr>
          <p:nvPr>
            <p:ph type="body" sz="quarter" idx="35" hasCustomPrompt="1"/>
          </p:nvPr>
        </p:nvSpPr>
        <p:spPr>
          <a:xfrm>
            <a:off x="6305253"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1" name="Espace réservé du texte 3">
            <a:extLst>
              <a:ext uri="{FF2B5EF4-FFF2-40B4-BE49-F238E27FC236}">
                <a16:creationId xmlns:a16="http://schemas.microsoft.com/office/drawing/2014/main" id="{870D683A-36B2-9344-0805-C77832D7146E}"/>
              </a:ext>
            </a:extLst>
          </p:cNvPr>
          <p:cNvSpPr>
            <a:spLocks noGrp="1"/>
          </p:cNvSpPr>
          <p:nvPr>
            <p:ph type="body" sz="quarter" idx="37" hasCustomPrompt="1"/>
          </p:nvPr>
        </p:nvSpPr>
        <p:spPr>
          <a:xfrm>
            <a:off x="477881"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
        <p:nvSpPr>
          <p:cNvPr id="22" name="Espace réservé du texte 3">
            <a:extLst>
              <a:ext uri="{FF2B5EF4-FFF2-40B4-BE49-F238E27FC236}">
                <a16:creationId xmlns:a16="http://schemas.microsoft.com/office/drawing/2014/main" id="{2F43AEE8-DC36-D4C4-7BC2-5CB79E4F2F2E}"/>
              </a:ext>
            </a:extLst>
          </p:cNvPr>
          <p:cNvSpPr>
            <a:spLocks noGrp="1"/>
          </p:cNvSpPr>
          <p:nvPr>
            <p:ph type="body" sz="quarter" idx="39" hasCustomPrompt="1"/>
          </p:nvPr>
        </p:nvSpPr>
        <p:spPr>
          <a:xfrm>
            <a:off x="9218938" y="2061840"/>
            <a:ext cx="2565075" cy="276999"/>
          </a:xfrm>
          <a:prstGeom prst="rect">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1200" b="1">
                <a:solidFill>
                  <a:schemeClr val="bg1"/>
                </a:solidFill>
              </a:defRPr>
            </a:lvl1pPr>
            <a:lvl2pPr>
              <a:lnSpc>
                <a:spcPct val="100000"/>
              </a:lnSpc>
              <a:spcBef>
                <a:spcPts val="300"/>
              </a:spcBef>
              <a:spcAft>
                <a:spcPts val="0"/>
              </a:spcAft>
              <a:defRPr sz="1800">
                <a:solidFill>
                  <a:schemeClr val="tx2"/>
                </a:solidFill>
              </a:defRPr>
            </a:lvl2pPr>
            <a:lvl3pPr marL="432000" indent="-180000">
              <a:lnSpc>
                <a:spcPct val="100000"/>
              </a:lnSpc>
              <a:spcBef>
                <a:spcPts val="300"/>
              </a:spcBef>
              <a:spcAft>
                <a:spcPts val="0"/>
              </a:spcAft>
              <a:buFont typeface="Wingdings" panose="05000000000000000000" pitchFamily="2" charset="2"/>
              <a:buChar char="§"/>
              <a:defRPr sz="1600">
                <a:solidFill>
                  <a:schemeClr val="tx2"/>
                </a:solidFill>
              </a:defRPr>
            </a:lvl3pPr>
          </a:lstStyle>
          <a:p>
            <a:pPr lvl="0"/>
            <a:r>
              <a:rPr lang="fr-FR"/>
              <a:t>texte</a:t>
            </a:r>
          </a:p>
        </p:txBody>
      </p:sp>
    </p:spTree>
    <p:extLst>
      <p:ext uri="{BB962C8B-B14F-4D97-AF65-F5344CB8AC3E}">
        <p14:creationId xmlns:p14="http://schemas.microsoft.com/office/powerpoint/2010/main" val="3495979356"/>
      </p:ext>
    </p:extLst>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preserve="1" userDrawn="1">
  <p:cSld name="Chiffres motrices">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C69D8E4-C5B1-C9C1-C44E-413DE8D14A3A}"/>
              </a:ext>
            </a:extLst>
          </p:cNvPr>
          <p:cNvSpPr>
            <a:spLocks noGrp="1"/>
          </p:cNvSpPr>
          <p:nvPr>
            <p:ph type="body" sz="quarter" idx="10" hasCustomPrompt="1"/>
          </p:nvPr>
        </p:nvSpPr>
        <p:spPr>
          <a:xfrm>
            <a:off x="483686" y="3653722"/>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6">
            <a:extLst>
              <a:ext uri="{FF2B5EF4-FFF2-40B4-BE49-F238E27FC236}">
                <a16:creationId xmlns:a16="http://schemas.microsoft.com/office/drawing/2014/main" id="{9662AB08-9427-36C1-B31A-7326166703DA}"/>
              </a:ext>
            </a:extLst>
          </p:cNvPr>
          <p:cNvSpPr>
            <a:spLocks noGrp="1"/>
          </p:cNvSpPr>
          <p:nvPr>
            <p:ph type="body" sz="quarter" idx="12" hasCustomPrompt="1"/>
          </p:nvPr>
        </p:nvSpPr>
        <p:spPr>
          <a:xfrm>
            <a:off x="7884415" y="3642429"/>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17" name="Espace réservé du texte 16">
            <a:extLst>
              <a:ext uri="{FF2B5EF4-FFF2-40B4-BE49-F238E27FC236}">
                <a16:creationId xmlns:a16="http://schemas.microsoft.com/office/drawing/2014/main" id="{4607A496-AFBC-E2F1-06C9-A28297374B52}"/>
              </a:ext>
            </a:extLst>
          </p:cNvPr>
          <p:cNvSpPr>
            <a:spLocks noGrp="1" noChangeAspect="1"/>
          </p:cNvSpPr>
          <p:nvPr>
            <p:ph type="body" sz="quarter" idx="16" hasCustomPrompt="1"/>
          </p:nvPr>
        </p:nvSpPr>
        <p:spPr>
          <a:xfrm>
            <a:off x="483687" y="2179463"/>
            <a:ext cx="2184250" cy="1247775"/>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3"/>
          </a:solidFill>
        </p:spPr>
        <p:txBody>
          <a:bodyPr vert="horz" wrap="square" lIns="144000" tIns="1476000" rIns="0" bIns="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200</a:t>
            </a:r>
          </a:p>
        </p:txBody>
      </p:sp>
      <p:sp>
        <p:nvSpPr>
          <p:cNvPr id="4" name="Titre 5">
            <a:extLst>
              <a:ext uri="{FF2B5EF4-FFF2-40B4-BE49-F238E27FC236}">
                <a16:creationId xmlns:a16="http://schemas.microsoft.com/office/drawing/2014/main" id="{47E66C05-4183-A4D0-442F-6712C19BE3B4}"/>
              </a:ext>
            </a:extLst>
          </p:cNvPr>
          <p:cNvSpPr>
            <a:spLocks noGrp="1"/>
          </p:cNvSpPr>
          <p:nvPr>
            <p:ph type="title"/>
          </p:nvPr>
        </p:nvSpPr>
        <p:spPr>
          <a:xfrm>
            <a:off x="467833" y="460051"/>
            <a:ext cx="11308752" cy="332399"/>
          </a:xfrm>
        </p:spPr>
        <p:txBody>
          <a:bodyPr/>
          <a:lstStyle/>
          <a:p>
            <a:r>
              <a:rPr lang="fr-FR"/>
              <a:t>Modifiez le style du titre</a:t>
            </a:r>
          </a:p>
        </p:txBody>
      </p:sp>
      <p:sp>
        <p:nvSpPr>
          <p:cNvPr id="5" name="Espace réservé du texte 16">
            <a:extLst>
              <a:ext uri="{FF2B5EF4-FFF2-40B4-BE49-F238E27FC236}">
                <a16:creationId xmlns:a16="http://schemas.microsoft.com/office/drawing/2014/main" id="{1CF4DF66-9227-4BF1-B841-59291CE6DA7C}"/>
              </a:ext>
            </a:extLst>
          </p:cNvPr>
          <p:cNvSpPr>
            <a:spLocks noGrp="1" noChangeAspect="1"/>
          </p:cNvSpPr>
          <p:nvPr>
            <p:ph type="body" sz="quarter" idx="19" hasCustomPrompt="1"/>
          </p:nvPr>
        </p:nvSpPr>
        <p:spPr>
          <a:xfrm>
            <a:off x="3954400" y="1754222"/>
            <a:ext cx="2908870" cy="1661722"/>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chemeClr val="accent1"/>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300</a:t>
            </a:r>
          </a:p>
        </p:txBody>
      </p:sp>
      <p:sp>
        <p:nvSpPr>
          <p:cNvPr id="6" name="Espace réservé du texte 6">
            <a:extLst>
              <a:ext uri="{FF2B5EF4-FFF2-40B4-BE49-F238E27FC236}">
                <a16:creationId xmlns:a16="http://schemas.microsoft.com/office/drawing/2014/main" id="{4C99B2BB-5C10-E2D9-0748-F41543A01936}"/>
              </a:ext>
            </a:extLst>
          </p:cNvPr>
          <p:cNvSpPr>
            <a:spLocks noGrp="1"/>
          </p:cNvSpPr>
          <p:nvPr>
            <p:ph type="body" sz="quarter" idx="20" hasCustomPrompt="1"/>
          </p:nvPr>
        </p:nvSpPr>
        <p:spPr>
          <a:xfrm>
            <a:off x="3954400" y="3642428"/>
            <a:ext cx="2254435" cy="837345"/>
          </a:xfrm>
          <a:prstGeom prst="rect">
            <a:avLst/>
          </a:prstGeom>
        </p:spPr>
        <p:txBody>
          <a:bodyPr>
            <a:noAutofit/>
          </a:bodyPr>
          <a:lstStyle>
            <a:lvl1pPr>
              <a:defRPr>
                <a:solidFill>
                  <a:schemeClr val="tx2"/>
                </a:solidFill>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8" name="Espace réservé du texte 16">
            <a:extLst>
              <a:ext uri="{FF2B5EF4-FFF2-40B4-BE49-F238E27FC236}">
                <a16:creationId xmlns:a16="http://schemas.microsoft.com/office/drawing/2014/main" id="{244AAEC6-B498-4B53-8D0F-953EE9E5CFA0}"/>
              </a:ext>
            </a:extLst>
          </p:cNvPr>
          <p:cNvSpPr>
            <a:spLocks noGrp="1" noChangeAspect="1"/>
          </p:cNvSpPr>
          <p:nvPr>
            <p:ph type="body" sz="quarter" idx="21" hasCustomPrompt="1"/>
          </p:nvPr>
        </p:nvSpPr>
        <p:spPr>
          <a:xfrm>
            <a:off x="7877292" y="1298374"/>
            <a:ext cx="3706841" cy="2117571"/>
          </a:xfrm>
          <a:custGeom>
            <a:avLst/>
            <a:gdLst>
              <a:gd name="connsiteX0" fmla="*/ 188184 w 2184250"/>
              <a:gd name="connsiteY0" fmla="*/ 0 h 1247775"/>
              <a:gd name="connsiteX1" fmla="*/ 2163979 w 2184250"/>
              <a:gd name="connsiteY1" fmla="*/ 497695 h 1247775"/>
              <a:gd name="connsiteX2" fmla="*/ 2181077 w 2184250"/>
              <a:gd name="connsiteY2" fmla="*/ 548902 h 1247775"/>
              <a:gd name="connsiteX3" fmla="*/ 1983922 w 2184250"/>
              <a:gd name="connsiteY3" fmla="*/ 1221330 h 1247775"/>
              <a:gd name="connsiteX4" fmla="*/ 1945022 w 2184250"/>
              <a:gd name="connsiteY4" fmla="*/ 1247775 h 1247775"/>
              <a:gd name="connsiteX5" fmla="*/ 34036 w 2184250"/>
              <a:gd name="connsiteY5" fmla="*/ 1247775 h 1247775"/>
              <a:gd name="connsiteX6" fmla="*/ 0 w 2184250"/>
              <a:gd name="connsiteY6" fmla="*/ 1208972 h 1247775"/>
              <a:gd name="connsiteX7" fmla="*/ 11 w 2184250"/>
              <a:gd name="connsiteY7" fmla="*/ 42436 h 1247775"/>
              <a:gd name="connsiteX8" fmla="*/ 40141 w 2184250"/>
              <a:gd name="connsiteY8" fmla="*/ 2969 h 1247775"/>
              <a:gd name="connsiteX9" fmla="*/ 188184 w 2184250"/>
              <a:gd name="connsiteY9" fmla="*/ 0 h 12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250" h="1247775">
                <a:moveTo>
                  <a:pt x="188184" y="0"/>
                </a:moveTo>
                <a:cubicBezTo>
                  <a:pt x="610884" y="0"/>
                  <a:pt x="1541590" y="63139"/>
                  <a:pt x="2163979" y="497695"/>
                </a:cubicBezTo>
                <a:cubicBezTo>
                  <a:pt x="2183579" y="511302"/>
                  <a:pt x="2188242" y="523843"/>
                  <a:pt x="2181077" y="548902"/>
                </a:cubicBezTo>
                <a:cubicBezTo>
                  <a:pt x="2177645" y="560880"/>
                  <a:pt x="1983922" y="1221330"/>
                  <a:pt x="1983922" y="1221330"/>
                </a:cubicBezTo>
                <a:cubicBezTo>
                  <a:pt x="1975881" y="1246055"/>
                  <a:pt x="1962216" y="1247775"/>
                  <a:pt x="1945022" y="1247775"/>
                </a:cubicBezTo>
                <a:lnTo>
                  <a:pt x="34036" y="1247775"/>
                </a:lnTo>
                <a:cubicBezTo>
                  <a:pt x="13420" y="1247763"/>
                  <a:pt x="0" y="1229377"/>
                  <a:pt x="0" y="1208972"/>
                </a:cubicBezTo>
                <a:lnTo>
                  <a:pt x="11" y="42436"/>
                </a:lnTo>
                <a:cubicBezTo>
                  <a:pt x="11" y="16289"/>
                  <a:pt x="15836" y="4069"/>
                  <a:pt x="40141" y="2969"/>
                </a:cubicBezTo>
                <a:cubicBezTo>
                  <a:pt x="77459" y="1295"/>
                  <a:pt x="127577" y="0"/>
                  <a:pt x="188184" y="0"/>
                </a:cubicBezTo>
                <a:close/>
              </a:path>
            </a:pathLst>
          </a:custGeom>
          <a:solidFill>
            <a:srgbClr val="003865"/>
          </a:solidFill>
        </p:spPr>
        <p:txBody>
          <a:bodyPr vert="horz" wrap="square" lIns="144000" tIns="1476000" rIns="0" bIns="72000" rtlCol="0" anchor="b" anchorCtr="0">
            <a:noAutofit/>
          </a:bodyPr>
          <a:lstStyle>
            <a:lvl1pPr>
              <a:defRPr lang="fr-FR" sz="6000" b="1" smtClean="0">
                <a:solidFill>
                  <a:schemeClr val="bg1"/>
                </a:solidFill>
                <a:latin typeface="+mj-lt"/>
                <a:ea typeface="+mj-ea"/>
                <a:cs typeface="+mj-cs"/>
              </a:defRPr>
            </a:lvl1pPr>
          </a:lstStyle>
          <a:p>
            <a:pPr lvl="0">
              <a:lnSpc>
                <a:spcPct val="90000"/>
              </a:lnSpc>
              <a:spcBef>
                <a:spcPct val="0"/>
              </a:spcBef>
            </a:pPr>
            <a:r>
              <a:rPr lang="fr-FR"/>
              <a:t>400</a:t>
            </a:r>
          </a:p>
        </p:txBody>
      </p:sp>
    </p:spTree>
    <p:extLst>
      <p:ext uri="{BB962C8B-B14F-4D97-AF65-F5344CB8AC3E}">
        <p14:creationId xmlns:p14="http://schemas.microsoft.com/office/powerpoint/2010/main" val="2520325223"/>
      </p:ext>
    </p:extLst>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preserve="1" userDrawn="1">
  <p:cSld name="texte motrices">
    <p:spTree>
      <p:nvGrpSpPr>
        <p:cNvPr id="1" name=""/>
        <p:cNvGrpSpPr/>
        <p:nvPr/>
      </p:nvGrpSpPr>
      <p:grpSpPr>
        <a:xfrm>
          <a:off x="0" y="0"/>
          <a:ext cx="0" cy="0"/>
          <a:chOff x="0" y="0"/>
          <a:chExt cx="0" cy="0"/>
        </a:xfrm>
      </p:grpSpPr>
      <p:sp>
        <p:nvSpPr>
          <p:cNvPr id="7" name="Espace réservé du graphique SmartArt 6">
            <a:extLst>
              <a:ext uri="{FF2B5EF4-FFF2-40B4-BE49-F238E27FC236}">
                <a16:creationId xmlns:a16="http://schemas.microsoft.com/office/drawing/2014/main" id="{0FB7C87D-E4E7-458C-D5EC-B16FA7747D90}"/>
              </a:ext>
            </a:extLst>
          </p:cNvPr>
          <p:cNvSpPr>
            <a:spLocks noGrp="1"/>
          </p:cNvSpPr>
          <p:nvPr>
            <p:ph type="dgm" sz="quarter" idx="18" hasCustomPrompt="1"/>
          </p:nvPr>
        </p:nvSpPr>
        <p:spPr>
          <a:xfrm>
            <a:off x="778193" y="3593076"/>
            <a:ext cx="10584000" cy="3600"/>
          </a:xfrm>
          <a:prstGeom prst="rect">
            <a:avLst/>
          </a:prstGeom>
          <a:solidFill>
            <a:srgbClr val="F2827F"/>
          </a:solidFill>
        </p:spPr>
        <p:txBody>
          <a:bodyPr/>
          <a:lstStyle>
            <a:lvl1pPr>
              <a:defRPr sz="100">
                <a:noFill/>
              </a:defRPr>
            </a:lvl1pPr>
          </a:lstStyle>
          <a:p>
            <a:r>
              <a:rPr lang="fr-FR"/>
              <a:t>d</a:t>
            </a:r>
          </a:p>
        </p:txBody>
      </p:sp>
      <p:sp>
        <p:nvSpPr>
          <p:cNvPr id="21" name="Espace réservé du texte 6">
            <a:extLst>
              <a:ext uri="{FF2B5EF4-FFF2-40B4-BE49-F238E27FC236}">
                <a16:creationId xmlns:a16="http://schemas.microsoft.com/office/drawing/2014/main" id="{9B5E651F-122D-B570-6654-8D0BBF6B3B1A}"/>
              </a:ext>
            </a:extLst>
          </p:cNvPr>
          <p:cNvSpPr>
            <a:spLocks noGrp="1"/>
          </p:cNvSpPr>
          <p:nvPr>
            <p:ph type="body" sz="quarter" idx="19" hasCustomPrompt="1"/>
          </p:nvPr>
        </p:nvSpPr>
        <p:spPr>
          <a:xfrm>
            <a:off x="777200"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2" name="Espace réservé du texte 6">
            <a:extLst>
              <a:ext uri="{FF2B5EF4-FFF2-40B4-BE49-F238E27FC236}">
                <a16:creationId xmlns:a16="http://schemas.microsoft.com/office/drawing/2014/main" id="{77A59C8D-0E6D-3E86-D681-AF31B81B76FB}"/>
              </a:ext>
            </a:extLst>
          </p:cNvPr>
          <p:cNvSpPr>
            <a:spLocks noGrp="1"/>
          </p:cNvSpPr>
          <p:nvPr>
            <p:ph type="body" sz="quarter" idx="20" hasCustomPrompt="1"/>
          </p:nvPr>
        </p:nvSpPr>
        <p:spPr>
          <a:xfrm>
            <a:off x="3718158"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3" name="Espace réservé du texte 6">
            <a:extLst>
              <a:ext uri="{FF2B5EF4-FFF2-40B4-BE49-F238E27FC236}">
                <a16:creationId xmlns:a16="http://schemas.microsoft.com/office/drawing/2014/main" id="{C0F4019A-0B69-7582-574E-F1B739D20513}"/>
              </a:ext>
            </a:extLst>
          </p:cNvPr>
          <p:cNvSpPr>
            <a:spLocks noGrp="1"/>
          </p:cNvSpPr>
          <p:nvPr>
            <p:ph type="body" sz="quarter" idx="21" hasCustomPrompt="1"/>
          </p:nvPr>
        </p:nvSpPr>
        <p:spPr>
          <a:xfrm>
            <a:off x="6659116"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24" name="Espace réservé du texte 6">
            <a:extLst>
              <a:ext uri="{FF2B5EF4-FFF2-40B4-BE49-F238E27FC236}">
                <a16:creationId xmlns:a16="http://schemas.microsoft.com/office/drawing/2014/main" id="{D6CCE5A8-2F16-A694-3300-EBA0DE8748A9}"/>
              </a:ext>
            </a:extLst>
          </p:cNvPr>
          <p:cNvSpPr>
            <a:spLocks noGrp="1"/>
          </p:cNvSpPr>
          <p:nvPr>
            <p:ph type="body" sz="quarter" idx="22" hasCustomPrompt="1"/>
          </p:nvPr>
        </p:nvSpPr>
        <p:spPr>
          <a:xfrm>
            <a:off x="9600075" y="3823744"/>
            <a:ext cx="2254435" cy="837345"/>
          </a:xfrm>
          <a:prstGeom prst="rect">
            <a:avLst/>
          </a:prstGeom>
        </p:spPr>
        <p:txBody>
          <a:bodyPr>
            <a:noAutofit/>
          </a:bodyPr>
          <a:lstStyle>
            <a:lvl1pPr>
              <a:defRPr>
                <a:latin typeface="+mj-lt"/>
              </a:defRPr>
            </a:lvl1pPr>
          </a:lstStyle>
          <a:p>
            <a:pPr lvl="0"/>
            <a:r>
              <a:rPr lang="fr-FR" err="1"/>
              <a:t>Antiur</a:t>
            </a:r>
            <a:r>
              <a:rPr lang="fr-FR"/>
              <a:t> </a:t>
            </a:r>
            <a:r>
              <a:rPr lang="fr-FR" err="1"/>
              <a:t>atissi</a:t>
            </a:r>
            <a:r>
              <a:rPr lang="fr-FR"/>
              <a:t> set,</a:t>
            </a:r>
          </a:p>
          <a:p>
            <a:pPr lvl="0"/>
            <a:r>
              <a:rPr lang="fr-FR" err="1"/>
              <a:t>doluptas</a:t>
            </a:r>
            <a:r>
              <a:rPr lang="fr-FR"/>
              <a:t> arum </a:t>
            </a:r>
            <a:r>
              <a:rPr lang="fr-FR" err="1"/>
              <a:t>lorem</a:t>
            </a:r>
            <a:endParaRPr lang="fr-FR"/>
          </a:p>
          <a:p>
            <a:pPr lvl="0"/>
            <a:r>
              <a:rPr lang="fr-FR"/>
              <a:t>ipsum </a:t>
            </a:r>
            <a:r>
              <a:rPr lang="fr-FR" err="1"/>
              <a:t>idebit</a:t>
            </a:r>
            <a:r>
              <a:rPr lang="fr-FR"/>
              <a:t>.</a:t>
            </a:r>
          </a:p>
        </p:txBody>
      </p:sp>
      <p:sp>
        <p:nvSpPr>
          <p:cNvPr id="9" name="Espace réservé du texte 8">
            <a:extLst>
              <a:ext uri="{FF2B5EF4-FFF2-40B4-BE49-F238E27FC236}">
                <a16:creationId xmlns:a16="http://schemas.microsoft.com/office/drawing/2014/main" id="{D276F15A-2797-72D1-22FE-9498208123B1}"/>
              </a:ext>
            </a:extLst>
          </p:cNvPr>
          <p:cNvSpPr>
            <a:spLocks noGrp="1" noChangeAspect="1"/>
          </p:cNvSpPr>
          <p:nvPr>
            <p:ph type="body" sz="quarter" idx="26" hasCustomPrompt="1"/>
          </p:nvPr>
        </p:nvSpPr>
        <p:spPr>
          <a:xfrm>
            <a:off x="778193"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2022</a:t>
            </a:r>
          </a:p>
        </p:txBody>
      </p:sp>
      <p:sp>
        <p:nvSpPr>
          <p:cNvPr id="27" name="Espace réservé du texte 26">
            <a:extLst>
              <a:ext uri="{FF2B5EF4-FFF2-40B4-BE49-F238E27FC236}">
                <a16:creationId xmlns:a16="http://schemas.microsoft.com/office/drawing/2014/main" id="{F3C2A378-B028-2317-D6CC-E67E6FF22EB5}"/>
              </a:ext>
            </a:extLst>
          </p:cNvPr>
          <p:cNvSpPr>
            <a:spLocks noGrp="1" noChangeAspect="1"/>
          </p:cNvSpPr>
          <p:nvPr>
            <p:ph type="body" sz="quarter" idx="27" hasCustomPrompt="1"/>
          </p:nvPr>
        </p:nvSpPr>
        <p:spPr>
          <a:xfrm>
            <a:off x="3718820"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2023</a:t>
            </a:r>
          </a:p>
        </p:txBody>
      </p:sp>
      <p:sp>
        <p:nvSpPr>
          <p:cNvPr id="28" name="Espace réservé du texte 27">
            <a:extLst>
              <a:ext uri="{FF2B5EF4-FFF2-40B4-BE49-F238E27FC236}">
                <a16:creationId xmlns:a16="http://schemas.microsoft.com/office/drawing/2014/main" id="{41D19039-611B-B63F-FA33-2B558B1582BE}"/>
              </a:ext>
            </a:extLst>
          </p:cNvPr>
          <p:cNvSpPr>
            <a:spLocks noGrp="1" noChangeAspect="1"/>
          </p:cNvSpPr>
          <p:nvPr>
            <p:ph type="body" sz="quarter" idx="28" hasCustomPrompt="1"/>
          </p:nvPr>
        </p:nvSpPr>
        <p:spPr>
          <a:xfrm>
            <a:off x="6659447"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2024</a:t>
            </a:r>
          </a:p>
        </p:txBody>
      </p:sp>
      <p:sp>
        <p:nvSpPr>
          <p:cNvPr id="29" name="Espace réservé du texte 28">
            <a:extLst>
              <a:ext uri="{FF2B5EF4-FFF2-40B4-BE49-F238E27FC236}">
                <a16:creationId xmlns:a16="http://schemas.microsoft.com/office/drawing/2014/main" id="{1D747015-2660-2330-D044-E047D48DC89A}"/>
              </a:ext>
            </a:extLst>
          </p:cNvPr>
          <p:cNvSpPr>
            <a:spLocks noGrp="1" noChangeAspect="1"/>
          </p:cNvSpPr>
          <p:nvPr>
            <p:ph type="body" sz="quarter" idx="29" hasCustomPrompt="1"/>
          </p:nvPr>
        </p:nvSpPr>
        <p:spPr>
          <a:xfrm>
            <a:off x="9600075" y="2541189"/>
            <a:ext cx="1957863" cy="1055487"/>
          </a:xfrm>
          <a:custGeom>
            <a:avLst/>
            <a:gdLst>
              <a:gd name="connsiteX0" fmla="*/ 168680 w 1957863"/>
              <a:gd name="connsiteY0" fmla="*/ 0 h 1055487"/>
              <a:gd name="connsiteX1" fmla="*/ 1939693 w 1957863"/>
              <a:gd name="connsiteY1" fmla="*/ 420998 h 1055487"/>
              <a:gd name="connsiteX2" fmla="*/ 1955019 w 1957863"/>
              <a:gd name="connsiteY2" fmla="*/ 464313 h 1055487"/>
              <a:gd name="connsiteX3" fmla="*/ 1778298 w 1957863"/>
              <a:gd name="connsiteY3" fmla="*/ 1033117 h 1055487"/>
              <a:gd name="connsiteX4" fmla="*/ 1743430 w 1957863"/>
              <a:gd name="connsiteY4" fmla="*/ 1055487 h 1055487"/>
              <a:gd name="connsiteX5" fmla="*/ 30508 w 1957863"/>
              <a:gd name="connsiteY5" fmla="*/ 1055487 h 1055487"/>
              <a:gd name="connsiteX6" fmla="*/ 0 w 1957863"/>
              <a:gd name="connsiteY6" fmla="*/ 1022664 h 1055487"/>
              <a:gd name="connsiteX7" fmla="*/ 10 w 1957863"/>
              <a:gd name="connsiteY7" fmla="*/ 35897 h 1055487"/>
              <a:gd name="connsiteX8" fmla="*/ 35981 w 1957863"/>
              <a:gd name="connsiteY8" fmla="*/ 2511 h 1055487"/>
              <a:gd name="connsiteX9" fmla="*/ 168680 w 1957863"/>
              <a:gd name="connsiteY9" fmla="*/ 0 h 1055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7863" h="1055487">
                <a:moveTo>
                  <a:pt x="168680" y="0"/>
                </a:moveTo>
                <a:cubicBezTo>
                  <a:pt x="547569" y="0"/>
                  <a:pt x="1381812" y="53409"/>
                  <a:pt x="1939693" y="420998"/>
                </a:cubicBezTo>
                <a:cubicBezTo>
                  <a:pt x="1957262" y="432508"/>
                  <a:pt x="1961441" y="443116"/>
                  <a:pt x="1955019" y="464313"/>
                </a:cubicBezTo>
                <a:cubicBezTo>
                  <a:pt x="1951943" y="474446"/>
                  <a:pt x="1778298" y="1033117"/>
                  <a:pt x="1778298" y="1033117"/>
                </a:cubicBezTo>
                <a:cubicBezTo>
                  <a:pt x="1771091" y="1054032"/>
                  <a:pt x="1758841" y="1055487"/>
                  <a:pt x="1743430" y="1055487"/>
                </a:cubicBezTo>
                <a:lnTo>
                  <a:pt x="30508" y="1055487"/>
                </a:lnTo>
                <a:cubicBezTo>
                  <a:pt x="12029" y="1055477"/>
                  <a:pt x="0" y="1039924"/>
                  <a:pt x="0" y="1022664"/>
                </a:cubicBezTo>
                <a:lnTo>
                  <a:pt x="10" y="35897"/>
                </a:lnTo>
                <a:cubicBezTo>
                  <a:pt x="10" y="13779"/>
                  <a:pt x="14195" y="3442"/>
                  <a:pt x="35981" y="2511"/>
                </a:cubicBezTo>
                <a:cubicBezTo>
                  <a:pt x="69431" y="1095"/>
                  <a:pt x="114354" y="0"/>
                  <a:pt x="168680" y="0"/>
                </a:cubicBezTo>
                <a:close/>
              </a:path>
            </a:pathLst>
          </a:custGeom>
          <a:solidFill>
            <a:schemeClr val="accent1"/>
          </a:solidFill>
        </p:spPr>
        <p:txBody>
          <a:bodyPr vert="horz" wrap="square" lIns="144000" tIns="1080000" rIns="0" bIns="0" rtlCol="0" anchor="b" anchorCtr="0">
            <a:noAutofit/>
          </a:bodyPr>
          <a:lstStyle>
            <a:lvl1pPr>
              <a:defRPr lang="fr-FR" sz="2400" b="1">
                <a:solidFill>
                  <a:schemeClr val="bg1"/>
                </a:solidFill>
                <a:latin typeface="+mj-lt"/>
                <a:ea typeface="+mj-ea"/>
                <a:cs typeface="+mj-cs"/>
              </a:defRPr>
            </a:lvl1pPr>
          </a:lstStyle>
          <a:p>
            <a:pPr lvl="0">
              <a:lnSpc>
                <a:spcPct val="90000"/>
              </a:lnSpc>
              <a:spcBef>
                <a:spcPct val="0"/>
              </a:spcBef>
            </a:pPr>
            <a:r>
              <a:rPr lang="fr-FR"/>
              <a:t>2025</a:t>
            </a:r>
          </a:p>
        </p:txBody>
      </p:sp>
      <p:sp>
        <p:nvSpPr>
          <p:cNvPr id="6" name="Titre 5">
            <a:extLst>
              <a:ext uri="{FF2B5EF4-FFF2-40B4-BE49-F238E27FC236}">
                <a16:creationId xmlns:a16="http://schemas.microsoft.com/office/drawing/2014/main" id="{2D53BE04-AD40-0413-DA1E-4B9555574F7C}"/>
              </a:ext>
            </a:extLst>
          </p:cNvPr>
          <p:cNvSpPr>
            <a:spLocks noGrp="1"/>
          </p:cNvSpPr>
          <p:nvPr>
            <p:ph type="title"/>
          </p:nvPr>
        </p:nvSpPr>
        <p:spPr>
          <a:xfrm>
            <a:off x="467833" y="460051"/>
            <a:ext cx="11308752" cy="332399"/>
          </a:xfrm>
        </p:spPr>
        <p:txBody>
          <a:bodyPr/>
          <a:lstStyle/>
          <a:p>
            <a:r>
              <a:rPr lang="fr-FR"/>
              <a:t>Modifiez le style du titre</a:t>
            </a:r>
          </a:p>
        </p:txBody>
      </p:sp>
    </p:spTree>
    <p:extLst>
      <p:ext uri="{BB962C8B-B14F-4D97-AF65-F5344CB8AC3E}">
        <p14:creationId xmlns:p14="http://schemas.microsoft.com/office/powerpoint/2010/main" val="836873963"/>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showMasterSp="0" preserve="1" userDrawn="1">
  <p:cSld name="Motrice debout filigrane &quot;merci&quo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C1D0AD3-9538-4214-55DA-42F52D5BEB7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5899207" cy="6858000"/>
          </a:xfrm>
          <a:prstGeom prst="rect">
            <a:avLst/>
          </a:prstGeom>
        </p:spPr>
      </p:pic>
      <p:sp>
        <p:nvSpPr>
          <p:cNvPr id="7" name="Titre 6">
            <a:extLst>
              <a:ext uri="{FF2B5EF4-FFF2-40B4-BE49-F238E27FC236}">
                <a16:creationId xmlns:a16="http://schemas.microsoft.com/office/drawing/2014/main" id="{2CAEFB7B-E910-56DD-C5D9-F91E99595386}"/>
              </a:ext>
            </a:extLst>
          </p:cNvPr>
          <p:cNvSpPr>
            <a:spLocks noGrp="1"/>
          </p:cNvSpPr>
          <p:nvPr>
            <p:ph type="title" hasCustomPrompt="1"/>
          </p:nvPr>
        </p:nvSpPr>
        <p:spPr>
          <a:xfrm>
            <a:off x="618173" y="3787268"/>
            <a:ext cx="6239827" cy="2124299"/>
          </a:xfrm>
        </p:spPr>
        <p:txBody>
          <a:bodyPr/>
          <a:lstStyle>
            <a:lvl1pPr>
              <a:defRPr sz="15000">
                <a:solidFill>
                  <a:srgbClr val="003865"/>
                </a:solidFill>
              </a:defRPr>
            </a:lvl1pPr>
          </a:lstStyle>
          <a:p>
            <a:r>
              <a:rPr lang="fr-FR"/>
              <a:t>Merci</a:t>
            </a:r>
          </a:p>
        </p:txBody>
      </p:sp>
      <p:pic>
        <p:nvPicPr>
          <p:cNvPr id="2" name="Graphique 1">
            <a:extLst>
              <a:ext uri="{FF2B5EF4-FFF2-40B4-BE49-F238E27FC236}">
                <a16:creationId xmlns:a16="http://schemas.microsoft.com/office/drawing/2014/main" id="{3B528DD2-6EC9-F6BF-7100-7566FD889397}"/>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48935" y="6374422"/>
            <a:ext cx="550800" cy="288514"/>
          </a:xfrm>
          <a:prstGeom prst="rect">
            <a:avLst/>
          </a:prstGeom>
        </p:spPr>
      </p:pic>
      <p:sp>
        <p:nvSpPr>
          <p:cNvPr id="4" name="Text Box 25">
            <a:extLst>
              <a:ext uri="{FF2B5EF4-FFF2-40B4-BE49-F238E27FC236}">
                <a16:creationId xmlns:a16="http://schemas.microsoft.com/office/drawing/2014/main" id="{9E524A49-B470-250F-7365-B7C1DA1BB06D}"/>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1"/>
                </a:solidFill>
              </a:rPr>
              <a:t>DOCUMENT</a:t>
            </a:r>
            <a:r>
              <a:rPr lang="fr-FR" sz="900" b="0" baseline="0">
                <a:solidFill>
                  <a:schemeClr val="tx1"/>
                </a:solidFill>
              </a:rPr>
              <a:t> CONFIDENTIEL 2023 – page </a:t>
            </a:r>
            <a:fld id="{A1A6DFBC-6B76-4CF5-8DED-6C793B731C5F}" type="slidenum">
              <a:rPr lang="fr-FR" sz="900" b="0" baseline="0" smtClean="0">
                <a:solidFill>
                  <a:schemeClr val="tx1"/>
                </a:solidFill>
              </a:rPr>
              <a:t>‹#›</a:t>
            </a:fld>
            <a:endParaRPr lang="fr-FR" sz="900" b="0">
              <a:solidFill>
                <a:schemeClr val="tx1"/>
              </a:solidFill>
            </a:endParaRPr>
          </a:p>
        </p:txBody>
      </p:sp>
      <p:pic>
        <p:nvPicPr>
          <p:cNvPr id="5" name="Image 4" descr="Une image contenant capture d’écran, Police, noir, Graphique&#10;&#10;Description générée automatiquement">
            <a:extLst>
              <a:ext uri="{FF2B5EF4-FFF2-40B4-BE49-F238E27FC236}">
                <a16:creationId xmlns:a16="http://schemas.microsoft.com/office/drawing/2014/main" id="{720DDC1C-F6B4-1867-43E5-8603E4070B05}"/>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Tree>
    <p:extLst>
      <p:ext uri="{BB962C8B-B14F-4D97-AF65-F5344CB8AC3E}">
        <p14:creationId xmlns:p14="http://schemas.microsoft.com/office/powerpoint/2010/main" val="4014048574"/>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preserve="1" userDrawn="1">
  <p:cSld name="Motrices aux couleurs de la charte">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D4062F7-B7B9-9565-61B6-03A48AA7E098}"/>
              </a:ext>
            </a:extLst>
          </p:cNvPr>
          <p:cNvSpPr>
            <a:spLocks noChangeAspect="1"/>
          </p:cNvSpPr>
          <p:nvPr/>
        </p:nvSpPr>
        <p:spPr>
          <a:xfrm>
            <a:off x="3626843" y="2452551"/>
            <a:ext cx="1099871" cy="599363"/>
          </a:xfrm>
          <a:custGeom>
            <a:avLst/>
            <a:gdLst>
              <a:gd name="connsiteX0" fmla="*/ 22157 w 1099871"/>
              <a:gd name="connsiteY0" fmla="*/ 1536 h 599363"/>
              <a:gd name="connsiteX1" fmla="*/ 1941 w 1099871"/>
              <a:gd name="connsiteY1" fmla="*/ 20461 h 599363"/>
              <a:gd name="connsiteX2" fmla="*/ 1523 w 1099871"/>
              <a:gd name="connsiteY2" fmla="*/ 580239 h 599363"/>
              <a:gd name="connsiteX3" fmla="*/ 18636 w 1099871"/>
              <a:gd name="connsiteY3" fmla="*/ 598859 h 599363"/>
              <a:gd name="connsiteX4" fmla="*/ 980704 w 1099871"/>
              <a:gd name="connsiteY4" fmla="*/ 599531 h 599363"/>
              <a:gd name="connsiteX5" fmla="*/ 1000300 w 1099871"/>
              <a:gd name="connsiteY5" fmla="*/ 586851 h 599363"/>
              <a:gd name="connsiteX6" fmla="*/ 1099786 w 1099871"/>
              <a:gd name="connsiteY6" fmla="*/ 264249 h 599363"/>
              <a:gd name="connsiteX7" fmla="*/ 1091198 w 1099871"/>
              <a:gd name="connsiteY7" fmla="*/ 239675 h 599363"/>
              <a:gd name="connsiteX8" fmla="*/ 96690 w 1099871"/>
              <a:gd name="connsiteY8" fmla="*/ 168 h 599363"/>
              <a:gd name="connsiteX9" fmla="*/ 22157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536"/>
                </a:moveTo>
                <a:cubicBezTo>
                  <a:pt x="9921" y="2056"/>
                  <a:pt x="1953" y="7908"/>
                  <a:pt x="1941" y="20461"/>
                </a:cubicBezTo>
                <a:lnTo>
                  <a:pt x="1523" y="580239"/>
                </a:lnTo>
                <a:cubicBezTo>
                  <a:pt x="1510" y="590030"/>
                  <a:pt x="8262" y="598859"/>
                  <a:pt x="18636" y="598859"/>
                </a:cubicBezTo>
                <a:lnTo>
                  <a:pt x="980704" y="599531"/>
                </a:lnTo>
                <a:cubicBezTo>
                  <a:pt x="989355" y="599531"/>
                  <a:pt x="996246" y="598720"/>
                  <a:pt x="1000300" y="586851"/>
                </a:cubicBezTo>
                <a:cubicBezTo>
                  <a:pt x="1000300" y="586851"/>
                  <a:pt x="1098063" y="270000"/>
                  <a:pt x="1099786" y="264249"/>
                </a:cubicBezTo>
                <a:cubicBezTo>
                  <a:pt x="1103409" y="252228"/>
                  <a:pt x="1101065" y="246211"/>
                  <a:pt x="1091198" y="239675"/>
                </a:cubicBezTo>
                <a:cubicBezTo>
                  <a:pt x="778020" y="30924"/>
                  <a:pt x="309494" y="308"/>
                  <a:pt x="96690" y="168"/>
                </a:cubicBezTo>
                <a:cubicBezTo>
                  <a:pt x="66175" y="143"/>
                  <a:pt x="40942" y="751"/>
                  <a:pt x="22157" y="1536"/>
                </a:cubicBezTo>
              </a:path>
            </a:pathLst>
          </a:custGeom>
          <a:solidFill>
            <a:srgbClr val="E5CF85"/>
          </a:solidFill>
          <a:ln w="1266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F0E4432F-D425-0CA4-4187-32E6D7ADB582}"/>
              </a:ext>
            </a:extLst>
          </p:cNvPr>
          <p:cNvSpPr>
            <a:spLocks noChangeAspect="1"/>
          </p:cNvSpPr>
          <p:nvPr/>
        </p:nvSpPr>
        <p:spPr>
          <a:xfrm>
            <a:off x="7054458" y="2452551"/>
            <a:ext cx="1099871" cy="599363"/>
          </a:xfrm>
          <a:custGeom>
            <a:avLst/>
            <a:gdLst>
              <a:gd name="connsiteX0" fmla="*/ 23661 w 1099871"/>
              <a:gd name="connsiteY0" fmla="*/ 1536 h 599363"/>
              <a:gd name="connsiteX1" fmla="*/ 3444 w 1099871"/>
              <a:gd name="connsiteY1" fmla="*/ 20461 h 599363"/>
              <a:gd name="connsiteX2" fmla="*/ 3026 w 1099871"/>
              <a:gd name="connsiteY2" fmla="*/ 580239 h 599363"/>
              <a:gd name="connsiteX3" fmla="*/ 20139 w 1099871"/>
              <a:gd name="connsiteY3" fmla="*/ 598859 h 599363"/>
              <a:gd name="connsiteX4" fmla="*/ 982207 w 1099871"/>
              <a:gd name="connsiteY4" fmla="*/ 599531 h 599363"/>
              <a:gd name="connsiteX5" fmla="*/ 1001803 w 1099871"/>
              <a:gd name="connsiteY5" fmla="*/ 586851 h 599363"/>
              <a:gd name="connsiteX6" fmla="*/ 1101289 w 1099871"/>
              <a:gd name="connsiteY6" fmla="*/ 264249 h 599363"/>
              <a:gd name="connsiteX7" fmla="*/ 1092701 w 1099871"/>
              <a:gd name="connsiteY7" fmla="*/ 239675 h 599363"/>
              <a:gd name="connsiteX8" fmla="*/ 98193 w 1099871"/>
              <a:gd name="connsiteY8" fmla="*/ 168 h 599363"/>
              <a:gd name="connsiteX9" fmla="*/ 23661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536"/>
                </a:moveTo>
                <a:cubicBezTo>
                  <a:pt x="11424" y="2056"/>
                  <a:pt x="3457" y="7908"/>
                  <a:pt x="3444" y="20461"/>
                </a:cubicBezTo>
                <a:lnTo>
                  <a:pt x="3026" y="580239"/>
                </a:lnTo>
                <a:cubicBezTo>
                  <a:pt x="3013" y="590030"/>
                  <a:pt x="9765" y="598859"/>
                  <a:pt x="20139" y="598859"/>
                </a:cubicBezTo>
                <a:lnTo>
                  <a:pt x="982207" y="599531"/>
                </a:lnTo>
                <a:cubicBezTo>
                  <a:pt x="990859" y="599531"/>
                  <a:pt x="997749" y="598720"/>
                  <a:pt x="1001803" y="586851"/>
                </a:cubicBezTo>
                <a:cubicBezTo>
                  <a:pt x="1001803" y="586851"/>
                  <a:pt x="1099566" y="270000"/>
                  <a:pt x="1101289" y="264249"/>
                </a:cubicBezTo>
                <a:cubicBezTo>
                  <a:pt x="1104912" y="252228"/>
                  <a:pt x="1102569" y="246211"/>
                  <a:pt x="1092701" y="239675"/>
                </a:cubicBezTo>
                <a:cubicBezTo>
                  <a:pt x="779523" y="30924"/>
                  <a:pt x="310998" y="308"/>
                  <a:pt x="98193" y="168"/>
                </a:cubicBezTo>
                <a:cubicBezTo>
                  <a:pt x="67678" y="143"/>
                  <a:pt x="42446" y="751"/>
                  <a:pt x="23661" y="1536"/>
                </a:cubicBezTo>
              </a:path>
            </a:pathLst>
          </a:custGeom>
          <a:solidFill>
            <a:srgbClr val="EFBAE1"/>
          </a:solidFill>
          <a:ln w="1266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906CC872-9EEF-26BC-A933-423258C777F7}"/>
              </a:ext>
            </a:extLst>
          </p:cNvPr>
          <p:cNvSpPr>
            <a:spLocks noChangeAspect="1"/>
          </p:cNvSpPr>
          <p:nvPr/>
        </p:nvSpPr>
        <p:spPr>
          <a:xfrm>
            <a:off x="1781015" y="2452551"/>
            <a:ext cx="1099871" cy="599363"/>
          </a:xfrm>
          <a:custGeom>
            <a:avLst/>
            <a:gdLst>
              <a:gd name="connsiteX0" fmla="*/ 21348 w 1099871"/>
              <a:gd name="connsiteY0" fmla="*/ 1536 h 599363"/>
              <a:gd name="connsiteX1" fmla="*/ 1131 w 1099871"/>
              <a:gd name="connsiteY1" fmla="*/ 20461 h 599363"/>
              <a:gd name="connsiteX2" fmla="*/ 713 w 1099871"/>
              <a:gd name="connsiteY2" fmla="*/ 580239 h 599363"/>
              <a:gd name="connsiteX3" fmla="*/ 17826 w 1099871"/>
              <a:gd name="connsiteY3" fmla="*/ 598859 h 599363"/>
              <a:gd name="connsiteX4" fmla="*/ 979894 w 1099871"/>
              <a:gd name="connsiteY4" fmla="*/ 599531 h 599363"/>
              <a:gd name="connsiteX5" fmla="*/ 999490 w 1099871"/>
              <a:gd name="connsiteY5" fmla="*/ 586851 h 599363"/>
              <a:gd name="connsiteX6" fmla="*/ 1098976 w 1099871"/>
              <a:gd name="connsiteY6" fmla="*/ 264249 h 599363"/>
              <a:gd name="connsiteX7" fmla="*/ 1090388 w 1099871"/>
              <a:gd name="connsiteY7" fmla="*/ 239675 h 599363"/>
              <a:gd name="connsiteX8" fmla="*/ 95880 w 1099871"/>
              <a:gd name="connsiteY8" fmla="*/ 168 h 599363"/>
              <a:gd name="connsiteX9" fmla="*/ 2134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536"/>
                </a:moveTo>
                <a:cubicBezTo>
                  <a:pt x="9111" y="2056"/>
                  <a:pt x="1144" y="7908"/>
                  <a:pt x="1131" y="20461"/>
                </a:cubicBezTo>
                <a:lnTo>
                  <a:pt x="713" y="580239"/>
                </a:lnTo>
                <a:cubicBezTo>
                  <a:pt x="701" y="590030"/>
                  <a:pt x="7452" y="598859"/>
                  <a:pt x="17826" y="598859"/>
                </a:cubicBezTo>
                <a:lnTo>
                  <a:pt x="979894" y="599531"/>
                </a:lnTo>
                <a:cubicBezTo>
                  <a:pt x="988546" y="599531"/>
                  <a:pt x="995437" y="598720"/>
                  <a:pt x="999490" y="586851"/>
                </a:cubicBezTo>
                <a:cubicBezTo>
                  <a:pt x="999490" y="586851"/>
                  <a:pt x="1097254" y="270000"/>
                  <a:pt x="1098976" y="264249"/>
                </a:cubicBezTo>
                <a:cubicBezTo>
                  <a:pt x="1102599" y="252228"/>
                  <a:pt x="1100256" y="246211"/>
                  <a:pt x="1090388" y="239675"/>
                </a:cubicBezTo>
                <a:cubicBezTo>
                  <a:pt x="777210" y="30924"/>
                  <a:pt x="308685" y="308"/>
                  <a:pt x="95880" y="168"/>
                </a:cubicBezTo>
                <a:cubicBezTo>
                  <a:pt x="65365" y="143"/>
                  <a:pt x="40133" y="751"/>
                  <a:pt x="21348" y="1536"/>
                </a:cubicBezTo>
              </a:path>
            </a:pathLst>
          </a:custGeom>
          <a:solidFill>
            <a:srgbClr val="D52B1E"/>
          </a:solidFill>
          <a:ln w="1266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D8C58A49-4810-2C2F-040D-1917AA501F6B}"/>
              </a:ext>
            </a:extLst>
          </p:cNvPr>
          <p:cNvSpPr>
            <a:spLocks noChangeAspect="1"/>
          </p:cNvSpPr>
          <p:nvPr/>
        </p:nvSpPr>
        <p:spPr>
          <a:xfrm>
            <a:off x="4769377" y="2452551"/>
            <a:ext cx="1099871" cy="599363"/>
          </a:xfrm>
          <a:custGeom>
            <a:avLst/>
            <a:gdLst>
              <a:gd name="connsiteX0" fmla="*/ 22658 w 1099871"/>
              <a:gd name="connsiteY0" fmla="*/ 1536 h 599363"/>
              <a:gd name="connsiteX1" fmla="*/ 2442 w 1099871"/>
              <a:gd name="connsiteY1" fmla="*/ 20461 h 599363"/>
              <a:gd name="connsiteX2" fmla="*/ 2024 w 1099871"/>
              <a:gd name="connsiteY2" fmla="*/ 580239 h 599363"/>
              <a:gd name="connsiteX3" fmla="*/ 19137 w 1099871"/>
              <a:gd name="connsiteY3" fmla="*/ 598859 h 599363"/>
              <a:gd name="connsiteX4" fmla="*/ 981205 w 1099871"/>
              <a:gd name="connsiteY4" fmla="*/ 599531 h 599363"/>
              <a:gd name="connsiteX5" fmla="*/ 1000801 w 1099871"/>
              <a:gd name="connsiteY5" fmla="*/ 586851 h 599363"/>
              <a:gd name="connsiteX6" fmla="*/ 1100287 w 1099871"/>
              <a:gd name="connsiteY6" fmla="*/ 264249 h 599363"/>
              <a:gd name="connsiteX7" fmla="*/ 1091699 w 1099871"/>
              <a:gd name="connsiteY7" fmla="*/ 239675 h 599363"/>
              <a:gd name="connsiteX8" fmla="*/ 97191 w 1099871"/>
              <a:gd name="connsiteY8" fmla="*/ 168 h 599363"/>
              <a:gd name="connsiteX9" fmla="*/ 22658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536"/>
                </a:moveTo>
                <a:cubicBezTo>
                  <a:pt x="10422" y="2056"/>
                  <a:pt x="2455" y="7908"/>
                  <a:pt x="2442" y="20461"/>
                </a:cubicBezTo>
                <a:lnTo>
                  <a:pt x="2024" y="580239"/>
                </a:lnTo>
                <a:cubicBezTo>
                  <a:pt x="2011" y="590030"/>
                  <a:pt x="8763" y="598859"/>
                  <a:pt x="19137" y="598859"/>
                </a:cubicBezTo>
                <a:lnTo>
                  <a:pt x="981205" y="599531"/>
                </a:lnTo>
                <a:cubicBezTo>
                  <a:pt x="989856" y="599531"/>
                  <a:pt x="996747" y="598720"/>
                  <a:pt x="1000801" y="586851"/>
                </a:cubicBezTo>
                <a:cubicBezTo>
                  <a:pt x="1000801" y="586851"/>
                  <a:pt x="1098564" y="270000"/>
                  <a:pt x="1100287" y="264249"/>
                </a:cubicBezTo>
                <a:cubicBezTo>
                  <a:pt x="1103910" y="252228"/>
                  <a:pt x="1101566" y="246211"/>
                  <a:pt x="1091699" y="239675"/>
                </a:cubicBezTo>
                <a:cubicBezTo>
                  <a:pt x="778521" y="30924"/>
                  <a:pt x="309996" y="308"/>
                  <a:pt x="97191" y="168"/>
                </a:cubicBezTo>
                <a:cubicBezTo>
                  <a:pt x="66676" y="143"/>
                  <a:pt x="41443" y="751"/>
                  <a:pt x="22658" y="1536"/>
                </a:cubicBezTo>
              </a:path>
            </a:pathLst>
          </a:custGeom>
          <a:solidFill>
            <a:srgbClr val="F0BD9E"/>
          </a:solidFill>
          <a:ln w="1266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79269531-1BDD-F026-D11C-7C8544D24A13}"/>
              </a:ext>
            </a:extLst>
          </p:cNvPr>
          <p:cNvSpPr>
            <a:spLocks noChangeAspect="1"/>
          </p:cNvSpPr>
          <p:nvPr/>
        </p:nvSpPr>
        <p:spPr>
          <a:xfrm>
            <a:off x="8197005" y="2452551"/>
            <a:ext cx="1099871" cy="599363"/>
          </a:xfrm>
          <a:custGeom>
            <a:avLst/>
            <a:gdLst>
              <a:gd name="connsiteX0" fmla="*/ 24162 w 1099871"/>
              <a:gd name="connsiteY0" fmla="*/ 1536 h 599363"/>
              <a:gd name="connsiteX1" fmla="*/ 3945 w 1099871"/>
              <a:gd name="connsiteY1" fmla="*/ 20461 h 599363"/>
              <a:gd name="connsiteX2" fmla="*/ 3527 w 1099871"/>
              <a:gd name="connsiteY2" fmla="*/ 580239 h 599363"/>
              <a:gd name="connsiteX3" fmla="*/ 20640 w 1099871"/>
              <a:gd name="connsiteY3" fmla="*/ 598859 h 599363"/>
              <a:gd name="connsiteX4" fmla="*/ 982708 w 1099871"/>
              <a:gd name="connsiteY4" fmla="*/ 599531 h 599363"/>
              <a:gd name="connsiteX5" fmla="*/ 1002304 w 1099871"/>
              <a:gd name="connsiteY5" fmla="*/ 586851 h 599363"/>
              <a:gd name="connsiteX6" fmla="*/ 1101790 w 1099871"/>
              <a:gd name="connsiteY6" fmla="*/ 264249 h 599363"/>
              <a:gd name="connsiteX7" fmla="*/ 1093202 w 1099871"/>
              <a:gd name="connsiteY7" fmla="*/ 239675 h 599363"/>
              <a:gd name="connsiteX8" fmla="*/ 98694 w 1099871"/>
              <a:gd name="connsiteY8" fmla="*/ 168 h 599363"/>
              <a:gd name="connsiteX9" fmla="*/ 24162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536"/>
                </a:moveTo>
                <a:cubicBezTo>
                  <a:pt x="11925" y="2056"/>
                  <a:pt x="3958" y="7908"/>
                  <a:pt x="3945" y="20461"/>
                </a:cubicBezTo>
                <a:lnTo>
                  <a:pt x="3527" y="580239"/>
                </a:lnTo>
                <a:cubicBezTo>
                  <a:pt x="3514" y="590030"/>
                  <a:pt x="10266" y="598859"/>
                  <a:pt x="20640" y="598859"/>
                </a:cubicBezTo>
                <a:lnTo>
                  <a:pt x="982708" y="599531"/>
                </a:lnTo>
                <a:cubicBezTo>
                  <a:pt x="991360" y="599531"/>
                  <a:pt x="998251" y="598720"/>
                  <a:pt x="1002304" y="586851"/>
                </a:cubicBezTo>
                <a:cubicBezTo>
                  <a:pt x="1002304" y="586851"/>
                  <a:pt x="1100068" y="270000"/>
                  <a:pt x="1101790" y="264249"/>
                </a:cubicBezTo>
                <a:cubicBezTo>
                  <a:pt x="1105413" y="252228"/>
                  <a:pt x="1103070" y="246211"/>
                  <a:pt x="1093202" y="239675"/>
                </a:cubicBezTo>
                <a:cubicBezTo>
                  <a:pt x="780024" y="30924"/>
                  <a:pt x="311499" y="308"/>
                  <a:pt x="98694" y="168"/>
                </a:cubicBezTo>
                <a:cubicBezTo>
                  <a:pt x="68179" y="143"/>
                  <a:pt x="42947" y="751"/>
                  <a:pt x="24162" y="1536"/>
                </a:cubicBezTo>
              </a:path>
            </a:pathLst>
          </a:custGeom>
          <a:solidFill>
            <a:srgbClr val="C7B2DE"/>
          </a:solidFill>
          <a:ln w="1266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A9994346-AFC0-FD6D-2E78-9154580ADE25}"/>
              </a:ext>
            </a:extLst>
          </p:cNvPr>
          <p:cNvSpPr>
            <a:spLocks noChangeAspect="1"/>
          </p:cNvSpPr>
          <p:nvPr/>
        </p:nvSpPr>
        <p:spPr>
          <a:xfrm>
            <a:off x="5911924" y="2452551"/>
            <a:ext cx="1099876" cy="599363"/>
          </a:xfrm>
          <a:custGeom>
            <a:avLst/>
            <a:gdLst>
              <a:gd name="connsiteX0" fmla="*/ 23159 w 1099876"/>
              <a:gd name="connsiteY0" fmla="*/ 1536 h 599363"/>
              <a:gd name="connsiteX1" fmla="*/ 2943 w 1099876"/>
              <a:gd name="connsiteY1" fmla="*/ 20461 h 599363"/>
              <a:gd name="connsiteX2" fmla="*/ 2525 w 1099876"/>
              <a:gd name="connsiteY2" fmla="*/ 580239 h 599363"/>
              <a:gd name="connsiteX3" fmla="*/ 19638 w 1099876"/>
              <a:gd name="connsiteY3" fmla="*/ 598859 h 599363"/>
              <a:gd name="connsiteX4" fmla="*/ 981706 w 1099876"/>
              <a:gd name="connsiteY4" fmla="*/ 599531 h 599363"/>
              <a:gd name="connsiteX5" fmla="*/ 1001302 w 1099876"/>
              <a:gd name="connsiteY5" fmla="*/ 586851 h 599363"/>
              <a:gd name="connsiteX6" fmla="*/ 1100801 w 1099876"/>
              <a:gd name="connsiteY6" fmla="*/ 264249 h 599363"/>
              <a:gd name="connsiteX7" fmla="*/ 1092200 w 1099876"/>
              <a:gd name="connsiteY7" fmla="*/ 239675 h 599363"/>
              <a:gd name="connsiteX8" fmla="*/ 97692 w 1099876"/>
              <a:gd name="connsiteY8" fmla="*/ 168 h 599363"/>
              <a:gd name="connsiteX9" fmla="*/ 23159 w 1099876"/>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536"/>
                </a:moveTo>
                <a:cubicBezTo>
                  <a:pt x="10923" y="2056"/>
                  <a:pt x="2956" y="7908"/>
                  <a:pt x="2943" y="20461"/>
                </a:cubicBezTo>
                <a:lnTo>
                  <a:pt x="2525" y="580239"/>
                </a:lnTo>
                <a:cubicBezTo>
                  <a:pt x="2512" y="590030"/>
                  <a:pt x="9264" y="598859"/>
                  <a:pt x="19638" y="598859"/>
                </a:cubicBezTo>
                <a:lnTo>
                  <a:pt x="981706" y="599531"/>
                </a:lnTo>
                <a:cubicBezTo>
                  <a:pt x="990358" y="599531"/>
                  <a:pt x="997248" y="598720"/>
                  <a:pt x="1001302" y="586851"/>
                </a:cubicBezTo>
                <a:cubicBezTo>
                  <a:pt x="1001302" y="586851"/>
                  <a:pt x="1099065" y="270000"/>
                  <a:pt x="1100801" y="264249"/>
                </a:cubicBezTo>
                <a:cubicBezTo>
                  <a:pt x="1104411" y="252228"/>
                  <a:pt x="1102067" y="246211"/>
                  <a:pt x="1092200" y="239675"/>
                </a:cubicBezTo>
                <a:cubicBezTo>
                  <a:pt x="779022" y="30924"/>
                  <a:pt x="310497" y="308"/>
                  <a:pt x="97692" y="168"/>
                </a:cubicBezTo>
                <a:cubicBezTo>
                  <a:pt x="67177" y="143"/>
                  <a:pt x="41945" y="751"/>
                  <a:pt x="23159" y="1536"/>
                </a:cubicBezTo>
              </a:path>
            </a:pathLst>
          </a:custGeom>
          <a:solidFill>
            <a:srgbClr val="F8C1B8"/>
          </a:solidFill>
          <a:ln w="1266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EDB0E2F7-5AD1-735B-505B-45B6606DA814}"/>
              </a:ext>
            </a:extLst>
          </p:cNvPr>
          <p:cNvSpPr>
            <a:spLocks noChangeAspect="1"/>
          </p:cNvSpPr>
          <p:nvPr/>
        </p:nvSpPr>
        <p:spPr>
          <a:xfrm>
            <a:off x="641632" y="2455705"/>
            <a:ext cx="1093563" cy="593042"/>
          </a:xfrm>
          <a:custGeom>
            <a:avLst/>
            <a:gdLst>
              <a:gd name="connsiteX0" fmla="*/ 17819 w 1093563"/>
              <a:gd name="connsiteY0" fmla="*/ 1536 h 593042"/>
              <a:gd name="connsiteX1" fmla="*/ 630 w 1093563"/>
              <a:gd name="connsiteY1" fmla="*/ 17306 h 593042"/>
              <a:gd name="connsiteX2" fmla="*/ 212 w 1093563"/>
              <a:gd name="connsiteY2" fmla="*/ 577084 h 593042"/>
              <a:gd name="connsiteX3" fmla="*/ 4101 w 1093563"/>
              <a:gd name="connsiteY3" fmla="*/ 587991 h 593042"/>
              <a:gd name="connsiteX4" fmla="*/ 14171 w 1093563"/>
              <a:gd name="connsiteY4" fmla="*/ 592538 h 593042"/>
              <a:gd name="connsiteX5" fmla="*/ 976252 w 1093563"/>
              <a:gd name="connsiteY5" fmla="*/ 593209 h 593042"/>
              <a:gd name="connsiteX6" fmla="*/ 992845 w 1093563"/>
              <a:gd name="connsiteY6" fmla="*/ 582671 h 593042"/>
              <a:gd name="connsiteX7" fmla="*/ 1092294 w 1093563"/>
              <a:gd name="connsiteY7" fmla="*/ 260183 h 593042"/>
              <a:gd name="connsiteX8" fmla="*/ 1084998 w 1093563"/>
              <a:gd name="connsiteY8" fmla="*/ 239155 h 593042"/>
              <a:gd name="connsiteX9" fmla="*/ 92212 w 1093563"/>
              <a:gd name="connsiteY9" fmla="*/ 168 h 593042"/>
              <a:gd name="connsiteX10" fmla="*/ 17819 w 1093563"/>
              <a:gd name="connsiteY10" fmla="*/ 1536 h 59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3563" h="593042">
                <a:moveTo>
                  <a:pt x="17819" y="1536"/>
                </a:moveTo>
                <a:cubicBezTo>
                  <a:pt x="6419" y="2017"/>
                  <a:pt x="643" y="7325"/>
                  <a:pt x="630" y="17306"/>
                </a:cubicBezTo>
                <a:lnTo>
                  <a:pt x="212" y="577084"/>
                </a:lnTo>
                <a:cubicBezTo>
                  <a:pt x="212" y="581163"/>
                  <a:pt x="1631" y="585141"/>
                  <a:pt x="4101" y="587991"/>
                </a:cubicBezTo>
                <a:cubicBezTo>
                  <a:pt x="5912" y="590055"/>
                  <a:pt x="9117" y="592538"/>
                  <a:pt x="14171" y="592538"/>
                </a:cubicBezTo>
                <a:lnTo>
                  <a:pt x="976252" y="593209"/>
                </a:lnTo>
                <a:cubicBezTo>
                  <a:pt x="984295" y="593209"/>
                  <a:pt x="989413" y="592703"/>
                  <a:pt x="992845" y="582671"/>
                </a:cubicBezTo>
                <a:cubicBezTo>
                  <a:pt x="993795" y="579592"/>
                  <a:pt x="1090596" y="265845"/>
                  <a:pt x="1092294" y="260183"/>
                </a:cubicBezTo>
                <a:cubicBezTo>
                  <a:pt x="1095448" y="249707"/>
                  <a:pt x="1093814" y="244995"/>
                  <a:pt x="1084998" y="239155"/>
                </a:cubicBezTo>
                <a:cubicBezTo>
                  <a:pt x="977379" y="167422"/>
                  <a:pt x="665240" y="561"/>
                  <a:pt x="92212" y="168"/>
                </a:cubicBezTo>
                <a:cubicBezTo>
                  <a:pt x="58189" y="143"/>
                  <a:pt x="32969" y="903"/>
                  <a:pt x="17819" y="1536"/>
                </a:cubicBezTo>
              </a:path>
            </a:pathLst>
          </a:custGeom>
          <a:solidFill>
            <a:srgbClr val="FFFFFF"/>
          </a:solidFill>
          <a:ln w="6333" cap="flat">
            <a:solidFill>
              <a:srgbClr val="000000"/>
            </a:solid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266C8073-518A-496B-8D41-C7689BC9A67A}"/>
              </a:ext>
            </a:extLst>
          </p:cNvPr>
          <p:cNvSpPr>
            <a:spLocks noChangeAspect="1"/>
          </p:cNvSpPr>
          <p:nvPr/>
        </p:nvSpPr>
        <p:spPr>
          <a:xfrm>
            <a:off x="3626843" y="3092828"/>
            <a:ext cx="1099871" cy="599363"/>
          </a:xfrm>
          <a:custGeom>
            <a:avLst/>
            <a:gdLst>
              <a:gd name="connsiteX0" fmla="*/ 22157 w 1099871"/>
              <a:gd name="connsiteY0" fmla="*/ 1817 h 599363"/>
              <a:gd name="connsiteX1" fmla="*/ 1941 w 1099871"/>
              <a:gd name="connsiteY1" fmla="*/ 20742 h 599363"/>
              <a:gd name="connsiteX2" fmla="*/ 1523 w 1099871"/>
              <a:gd name="connsiteY2" fmla="*/ 580520 h 599363"/>
              <a:gd name="connsiteX3" fmla="*/ 18636 w 1099871"/>
              <a:gd name="connsiteY3" fmla="*/ 599140 h 599363"/>
              <a:gd name="connsiteX4" fmla="*/ 980704 w 1099871"/>
              <a:gd name="connsiteY4" fmla="*/ 599811 h 599363"/>
              <a:gd name="connsiteX5" fmla="*/ 1000300 w 1099871"/>
              <a:gd name="connsiteY5" fmla="*/ 587132 h 599363"/>
              <a:gd name="connsiteX6" fmla="*/ 1099786 w 1099871"/>
              <a:gd name="connsiteY6" fmla="*/ 264530 h 599363"/>
              <a:gd name="connsiteX7" fmla="*/ 1091198 w 1099871"/>
              <a:gd name="connsiteY7" fmla="*/ 239956 h 599363"/>
              <a:gd name="connsiteX8" fmla="*/ 96690 w 1099871"/>
              <a:gd name="connsiteY8" fmla="*/ 449 h 599363"/>
              <a:gd name="connsiteX9" fmla="*/ 2215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1817"/>
                </a:moveTo>
                <a:cubicBezTo>
                  <a:pt x="9921" y="2337"/>
                  <a:pt x="1953" y="8189"/>
                  <a:pt x="1941" y="20742"/>
                </a:cubicBezTo>
                <a:lnTo>
                  <a:pt x="1523" y="580520"/>
                </a:lnTo>
                <a:cubicBezTo>
                  <a:pt x="1510" y="590311"/>
                  <a:pt x="8262" y="599140"/>
                  <a:pt x="18636" y="599140"/>
                </a:cubicBezTo>
                <a:lnTo>
                  <a:pt x="980704" y="599811"/>
                </a:lnTo>
                <a:cubicBezTo>
                  <a:pt x="989355" y="599811"/>
                  <a:pt x="996246" y="598988"/>
                  <a:pt x="1000300" y="587132"/>
                </a:cubicBezTo>
                <a:cubicBezTo>
                  <a:pt x="1000300" y="587132"/>
                  <a:pt x="1098063" y="270281"/>
                  <a:pt x="1099786" y="264530"/>
                </a:cubicBezTo>
                <a:cubicBezTo>
                  <a:pt x="1103409" y="252509"/>
                  <a:pt x="1101065" y="246492"/>
                  <a:pt x="1091198" y="239956"/>
                </a:cubicBezTo>
                <a:cubicBezTo>
                  <a:pt x="778020" y="31205"/>
                  <a:pt x="309494" y="588"/>
                  <a:pt x="96690" y="449"/>
                </a:cubicBezTo>
                <a:cubicBezTo>
                  <a:pt x="66175" y="424"/>
                  <a:pt x="40942" y="1032"/>
                  <a:pt x="22157" y="1817"/>
                </a:cubicBezTo>
              </a:path>
            </a:pathLst>
          </a:custGeom>
          <a:solidFill>
            <a:srgbClr val="DAAA00"/>
          </a:solidFill>
          <a:ln w="1266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2AD4E2CA-CD8E-CFE8-6FD9-878FC73D6EEC}"/>
              </a:ext>
            </a:extLst>
          </p:cNvPr>
          <p:cNvSpPr>
            <a:spLocks noChangeAspect="1"/>
          </p:cNvSpPr>
          <p:nvPr/>
        </p:nvSpPr>
        <p:spPr>
          <a:xfrm>
            <a:off x="7054458" y="3092828"/>
            <a:ext cx="1099871" cy="599363"/>
          </a:xfrm>
          <a:custGeom>
            <a:avLst/>
            <a:gdLst>
              <a:gd name="connsiteX0" fmla="*/ 23661 w 1099871"/>
              <a:gd name="connsiteY0" fmla="*/ 1817 h 599363"/>
              <a:gd name="connsiteX1" fmla="*/ 3444 w 1099871"/>
              <a:gd name="connsiteY1" fmla="*/ 20742 h 599363"/>
              <a:gd name="connsiteX2" fmla="*/ 3026 w 1099871"/>
              <a:gd name="connsiteY2" fmla="*/ 580520 h 599363"/>
              <a:gd name="connsiteX3" fmla="*/ 20139 w 1099871"/>
              <a:gd name="connsiteY3" fmla="*/ 599140 h 599363"/>
              <a:gd name="connsiteX4" fmla="*/ 982207 w 1099871"/>
              <a:gd name="connsiteY4" fmla="*/ 599811 h 599363"/>
              <a:gd name="connsiteX5" fmla="*/ 1001803 w 1099871"/>
              <a:gd name="connsiteY5" fmla="*/ 587132 h 599363"/>
              <a:gd name="connsiteX6" fmla="*/ 1101289 w 1099871"/>
              <a:gd name="connsiteY6" fmla="*/ 264530 h 599363"/>
              <a:gd name="connsiteX7" fmla="*/ 1092701 w 1099871"/>
              <a:gd name="connsiteY7" fmla="*/ 239956 h 599363"/>
              <a:gd name="connsiteX8" fmla="*/ 98193 w 1099871"/>
              <a:gd name="connsiteY8" fmla="*/ 449 h 599363"/>
              <a:gd name="connsiteX9" fmla="*/ 23661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1817"/>
                </a:moveTo>
                <a:cubicBezTo>
                  <a:pt x="11424" y="2337"/>
                  <a:pt x="3457" y="8189"/>
                  <a:pt x="3444" y="20742"/>
                </a:cubicBezTo>
                <a:lnTo>
                  <a:pt x="3026" y="580520"/>
                </a:lnTo>
                <a:cubicBezTo>
                  <a:pt x="3013" y="590311"/>
                  <a:pt x="9765" y="599140"/>
                  <a:pt x="20139" y="599140"/>
                </a:cubicBezTo>
                <a:lnTo>
                  <a:pt x="982207" y="599811"/>
                </a:lnTo>
                <a:cubicBezTo>
                  <a:pt x="990859" y="599811"/>
                  <a:pt x="997749" y="598988"/>
                  <a:pt x="1001803" y="587132"/>
                </a:cubicBezTo>
                <a:cubicBezTo>
                  <a:pt x="1001803" y="587132"/>
                  <a:pt x="1099566" y="270281"/>
                  <a:pt x="1101289" y="264530"/>
                </a:cubicBezTo>
                <a:cubicBezTo>
                  <a:pt x="1104912" y="252509"/>
                  <a:pt x="1102569" y="246492"/>
                  <a:pt x="1092701" y="239956"/>
                </a:cubicBezTo>
                <a:cubicBezTo>
                  <a:pt x="779523" y="31205"/>
                  <a:pt x="310998" y="588"/>
                  <a:pt x="98193" y="449"/>
                </a:cubicBezTo>
                <a:cubicBezTo>
                  <a:pt x="67678" y="424"/>
                  <a:pt x="42446" y="1032"/>
                  <a:pt x="23661" y="1817"/>
                </a:cubicBezTo>
              </a:path>
            </a:pathLst>
          </a:custGeom>
          <a:solidFill>
            <a:srgbClr val="EC86D0"/>
          </a:solidFill>
          <a:ln w="1266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7E8ADF35-29A6-616E-28D0-3103AD799DBE}"/>
              </a:ext>
            </a:extLst>
          </p:cNvPr>
          <p:cNvSpPr>
            <a:spLocks noChangeAspect="1"/>
          </p:cNvSpPr>
          <p:nvPr/>
        </p:nvSpPr>
        <p:spPr>
          <a:xfrm>
            <a:off x="1781015" y="3092828"/>
            <a:ext cx="1099871" cy="599363"/>
          </a:xfrm>
          <a:custGeom>
            <a:avLst/>
            <a:gdLst>
              <a:gd name="connsiteX0" fmla="*/ 21348 w 1099871"/>
              <a:gd name="connsiteY0" fmla="*/ 1817 h 599363"/>
              <a:gd name="connsiteX1" fmla="*/ 1131 w 1099871"/>
              <a:gd name="connsiteY1" fmla="*/ 20742 h 599363"/>
              <a:gd name="connsiteX2" fmla="*/ 713 w 1099871"/>
              <a:gd name="connsiteY2" fmla="*/ 580520 h 599363"/>
              <a:gd name="connsiteX3" fmla="*/ 17826 w 1099871"/>
              <a:gd name="connsiteY3" fmla="*/ 599140 h 599363"/>
              <a:gd name="connsiteX4" fmla="*/ 979894 w 1099871"/>
              <a:gd name="connsiteY4" fmla="*/ 599811 h 599363"/>
              <a:gd name="connsiteX5" fmla="*/ 999490 w 1099871"/>
              <a:gd name="connsiteY5" fmla="*/ 587132 h 599363"/>
              <a:gd name="connsiteX6" fmla="*/ 1098976 w 1099871"/>
              <a:gd name="connsiteY6" fmla="*/ 264530 h 599363"/>
              <a:gd name="connsiteX7" fmla="*/ 1090388 w 1099871"/>
              <a:gd name="connsiteY7" fmla="*/ 239956 h 599363"/>
              <a:gd name="connsiteX8" fmla="*/ 95880 w 1099871"/>
              <a:gd name="connsiteY8" fmla="*/ 449 h 599363"/>
              <a:gd name="connsiteX9" fmla="*/ 2134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1817"/>
                </a:moveTo>
                <a:cubicBezTo>
                  <a:pt x="9111" y="2337"/>
                  <a:pt x="1144" y="8189"/>
                  <a:pt x="1131" y="20742"/>
                </a:cubicBezTo>
                <a:lnTo>
                  <a:pt x="713" y="580520"/>
                </a:lnTo>
                <a:cubicBezTo>
                  <a:pt x="701" y="590311"/>
                  <a:pt x="7452" y="599140"/>
                  <a:pt x="17826" y="599140"/>
                </a:cubicBezTo>
                <a:lnTo>
                  <a:pt x="979894" y="599811"/>
                </a:lnTo>
                <a:cubicBezTo>
                  <a:pt x="988546" y="599811"/>
                  <a:pt x="995437" y="598988"/>
                  <a:pt x="999490" y="587132"/>
                </a:cubicBezTo>
                <a:cubicBezTo>
                  <a:pt x="999490" y="587132"/>
                  <a:pt x="1097254" y="270281"/>
                  <a:pt x="1098976" y="264530"/>
                </a:cubicBezTo>
                <a:cubicBezTo>
                  <a:pt x="1102599" y="252509"/>
                  <a:pt x="1100256" y="246492"/>
                  <a:pt x="1090388" y="239956"/>
                </a:cubicBezTo>
                <a:cubicBezTo>
                  <a:pt x="777210" y="31205"/>
                  <a:pt x="308685" y="588"/>
                  <a:pt x="95880" y="449"/>
                </a:cubicBezTo>
                <a:cubicBezTo>
                  <a:pt x="65365" y="424"/>
                  <a:pt x="40133" y="1032"/>
                  <a:pt x="21348" y="1817"/>
                </a:cubicBezTo>
              </a:path>
            </a:pathLst>
          </a:custGeom>
          <a:solidFill>
            <a:srgbClr val="0088CE"/>
          </a:solidFill>
          <a:ln w="1266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54460BAC-CE5F-91C6-FD48-E3C02DFB360C}"/>
              </a:ext>
            </a:extLst>
          </p:cNvPr>
          <p:cNvSpPr>
            <a:spLocks noChangeAspect="1"/>
          </p:cNvSpPr>
          <p:nvPr/>
        </p:nvSpPr>
        <p:spPr>
          <a:xfrm>
            <a:off x="4769377" y="3092828"/>
            <a:ext cx="1099871" cy="599363"/>
          </a:xfrm>
          <a:custGeom>
            <a:avLst/>
            <a:gdLst>
              <a:gd name="connsiteX0" fmla="*/ 22658 w 1099871"/>
              <a:gd name="connsiteY0" fmla="*/ 1817 h 599363"/>
              <a:gd name="connsiteX1" fmla="*/ 2442 w 1099871"/>
              <a:gd name="connsiteY1" fmla="*/ 20742 h 599363"/>
              <a:gd name="connsiteX2" fmla="*/ 2024 w 1099871"/>
              <a:gd name="connsiteY2" fmla="*/ 580520 h 599363"/>
              <a:gd name="connsiteX3" fmla="*/ 19137 w 1099871"/>
              <a:gd name="connsiteY3" fmla="*/ 599140 h 599363"/>
              <a:gd name="connsiteX4" fmla="*/ 981205 w 1099871"/>
              <a:gd name="connsiteY4" fmla="*/ 599811 h 599363"/>
              <a:gd name="connsiteX5" fmla="*/ 1000801 w 1099871"/>
              <a:gd name="connsiteY5" fmla="*/ 587132 h 599363"/>
              <a:gd name="connsiteX6" fmla="*/ 1100287 w 1099871"/>
              <a:gd name="connsiteY6" fmla="*/ 264530 h 599363"/>
              <a:gd name="connsiteX7" fmla="*/ 1091699 w 1099871"/>
              <a:gd name="connsiteY7" fmla="*/ 239956 h 599363"/>
              <a:gd name="connsiteX8" fmla="*/ 97191 w 1099871"/>
              <a:gd name="connsiteY8" fmla="*/ 449 h 599363"/>
              <a:gd name="connsiteX9" fmla="*/ 22658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1817"/>
                </a:moveTo>
                <a:cubicBezTo>
                  <a:pt x="10422" y="2337"/>
                  <a:pt x="2455" y="8189"/>
                  <a:pt x="2442" y="20742"/>
                </a:cubicBezTo>
                <a:lnTo>
                  <a:pt x="2024" y="580520"/>
                </a:lnTo>
                <a:cubicBezTo>
                  <a:pt x="2011" y="590311"/>
                  <a:pt x="8763" y="599140"/>
                  <a:pt x="19137" y="599140"/>
                </a:cubicBezTo>
                <a:lnTo>
                  <a:pt x="981205" y="599811"/>
                </a:lnTo>
                <a:cubicBezTo>
                  <a:pt x="989856" y="599811"/>
                  <a:pt x="996747" y="598988"/>
                  <a:pt x="1000801" y="587132"/>
                </a:cubicBezTo>
                <a:cubicBezTo>
                  <a:pt x="1000801" y="587132"/>
                  <a:pt x="1098564" y="270281"/>
                  <a:pt x="1100287" y="264530"/>
                </a:cubicBezTo>
                <a:cubicBezTo>
                  <a:pt x="1103910" y="252509"/>
                  <a:pt x="1101566" y="246492"/>
                  <a:pt x="1091699" y="239956"/>
                </a:cubicBezTo>
                <a:cubicBezTo>
                  <a:pt x="778521" y="31205"/>
                  <a:pt x="309996" y="588"/>
                  <a:pt x="97191" y="449"/>
                </a:cubicBezTo>
                <a:cubicBezTo>
                  <a:pt x="66676" y="424"/>
                  <a:pt x="41443" y="1032"/>
                  <a:pt x="22658" y="1817"/>
                </a:cubicBezTo>
              </a:path>
            </a:pathLst>
          </a:custGeom>
          <a:solidFill>
            <a:srgbClr val="DC582A"/>
          </a:solidFill>
          <a:ln w="1266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95EBA4CB-C23C-04D8-E2CC-2C4C541B5CF2}"/>
              </a:ext>
            </a:extLst>
          </p:cNvPr>
          <p:cNvSpPr>
            <a:spLocks noChangeAspect="1"/>
          </p:cNvSpPr>
          <p:nvPr/>
        </p:nvSpPr>
        <p:spPr>
          <a:xfrm>
            <a:off x="8197005" y="3092828"/>
            <a:ext cx="1099871" cy="599363"/>
          </a:xfrm>
          <a:custGeom>
            <a:avLst/>
            <a:gdLst>
              <a:gd name="connsiteX0" fmla="*/ 24162 w 1099871"/>
              <a:gd name="connsiteY0" fmla="*/ 1817 h 599363"/>
              <a:gd name="connsiteX1" fmla="*/ 3945 w 1099871"/>
              <a:gd name="connsiteY1" fmla="*/ 20742 h 599363"/>
              <a:gd name="connsiteX2" fmla="*/ 3527 w 1099871"/>
              <a:gd name="connsiteY2" fmla="*/ 580520 h 599363"/>
              <a:gd name="connsiteX3" fmla="*/ 20640 w 1099871"/>
              <a:gd name="connsiteY3" fmla="*/ 599140 h 599363"/>
              <a:gd name="connsiteX4" fmla="*/ 982708 w 1099871"/>
              <a:gd name="connsiteY4" fmla="*/ 599811 h 599363"/>
              <a:gd name="connsiteX5" fmla="*/ 1002304 w 1099871"/>
              <a:gd name="connsiteY5" fmla="*/ 587132 h 599363"/>
              <a:gd name="connsiteX6" fmla="*/ 1101790 w 1099871"/>
              <a:gd name="connsiteY6" fmla="*/ 264530 h 599363"/>
              <a:gd name="connsiteX7" fmla="*/ 1093202 w 1099871"/>
              <a:gd name="connsiteY7" fmla="*/ 239956 h 599363"/>
              <a:gd name="connsiteX8" fmla="*/ 98694 w 1099871"/>
              <a:gd name="connsiteY8" fmla="*/ 449 h 599363"/>
              <a:gd name="connsiteX9" fmla="*/ 24162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1817"/>
                </a:moveTo>
                <a:cubicBezTo>
                  <a:pt x="11925" y="2337"/>
                  <a:pt x="3958" y="8189"/>
                  <a:pt x="3945" y="20742"/>
                </a:cubicBezTo>
                <a:lnTo>
                  <a:pt x="3527" y="580520"/>
                </a:lnTo>
                <a:cubicBezTo>
                  <a:pt x="3514" y="590311"/>
                  <a:pt x="10266" y="599140"/>
                  <a:pt x="20640" y="599140"/>
                </a:cubicBezTo>
                <a:lnTo>
                  <a:pt x="982708" y="599811"/>
                </a:lnTo>
                <a:cubicBezTo>
                  <a:pt x="991360" y="599811"/>
                  <a:pt x="998251" y="598988"/>
                  <a:pt x="1002304" y="587132"/>
                </a:cubicBezTo>
                <a:cubicBezTo>
                  <a:pt x="1002304" y="587132"/>
                  <a:pt x="1100068" y="270281"/>
                  <a:pt x="1101790" y="264530"/>
                </a:cubicBezTo>
                <a:cubicBezTo>
                  <a:pt x="1105413" y="252509"/>
                  <a:pt x="1103070" y="246492"/>
                  <a:pt x="1093202" y="239956"/>
                </a:cubicBezTo>
                <a:cubicBezTo>
                  <a:pt x="780024" y="31205"/>
                  <a:pt x="311499" y="588"/>
                  <a:pt x="98694" y="449"/>
                </a:cubicBezTo>
                <a:cubicBezTo>
                  <a:pt x="68179" y="424"/>
                  <a:pt x="42947" y="1032"/>
                  <a:pt x="24162" y="1817"/>
                </a:cubicBezTo>
              </a:path>
            </a:pathLst>
          </a:custGeom>
          <a:solidFill>
            <a:srgbClr val="8374D1"/>
          </a:solidFill>
          <a:ln w="1266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70CD01E-EB38-A716-7D43-7E610D99CD22}"/>
              </a:ext>
            </a:extLst>
          </p:cNvPr>
          <p:cNvSpPr>
            <a:spLocks noChangeAspect="1"/>
          </p:cNvSpPr>
          <p:nvPr/>
        </p:nvSpPr>
        <p:spPr>
          <a:xfrm>
            <a:off x="5911924" y="3092828"/>
            <a:ext cx="1099876" cy="599363"/>
          </a:xfrm>
          <a:custGeom>
            <a:avLst/>
            <a:gdLst>
              <a:gd name="connsiteX0" fmla="*/ 23159 w 1099876"/>
              <a:gd name="connsiteY0" fmla="*/ 1817 h 599363"/>
              <a:gd name="connsiteX1" fmla="*/ 2943 w 1099876"/>
              <a:gd name="connsiteY1" fmla="*/ 20742 h 599363"/>
              <a:gd name="connsiteX2" fmla="*/ 2525 w 1099876"/>
              <a:gd name="connsiteY2" fmla="*/ 580520 h 599363"/>
              <a:gd name="connsiteX3" fmla="*/ 19638 w 1099876"/>
              <a:gd name="connsiteY3" fmla="*/ 599140 h 599363"/>
              <a:gd name="connsiteX4" fmla="*/ 981706 w 1099876"/>
              <a:gd name="connsiteY4" fmla="*/ 599811 h 599363"/>
              <a:gd name="connsiteX5" fmla="*/ 1001302 w 1099876"/>
              <a:gd name="connsiteY5" fmla="*/ 587132 h 599363"/>
              <a:gd name="connsiteX6" fmla="*/ 1100801 w 1099876"/>
              <a:gd name="connsiteY6" fmla="*/ 264530 h 599363"/>
              <a:gd name="connsiteX7" fmla="*/ 1092200 w 1099876"/>
              <a:gd name="connsiteY7" fmla="*/ 239956 h 599363"/>
              <a:gd name="connsiteX8" fmla="*/ 97692 w 1099876"/>
              <a:gd name="connsiteY8" fmla="*/ 449 h 599363"/>
              <a:gd name="connsiteX9" fmla="*/ 23159 w 1099876"/>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1817"/>
                </a:moveTo>
                <a:cubicBezTo>
                  <a:pt x="10923" y="2337"/>
                  <a:pt x="2956" y="8189"/>
                  <a:pt x="2943" y="20742"/>
                </a:cubicBezTo>
                <a:lnTo>
                  <a:pt x="2525" y="580520"/>
                </a:lnTo>
                <a:cubicBezTo>
                  <a:pt x="2512" y="590311"/>
                  <a:pt x="9264" y="599140"/>
                  <a:pt x="19638" y="599140"/>
                </a:cubicBezTo>
                <a:lnTo>
                  <a:pt x="981706" y="599811"/>
                </a:lnTo>
                <a:cubicBezTo>
                  <a:pt x="990358" y="599811"/>
                  <a:pt x="997248" y="598988"/>
                  <a:pt x="1001302" y="587132"/>
                </a:cubicBezTo>
                <a:cubicBezTo>
                  <a:pt x="1001302" y="587132"/>
                  <a:pt x="1099065" y="270281"/>
                  <a:pt x="1100801" y="264530"/>
                </a:cubicBezTo>
                <a:cubicBezTo>
                  <a:pt x="1104411" y="252509"/>
                  <a:pt x="1102067" y="246492"/>
                  <a:pt x="1092200" y="239956"/>
                </a:cubicBezTo>
                <a:cubicBezTo>
                  <a:pt x="779022" y="31205"/>
                  <a:pt x="310497" y="588"/>
                  <a:pt x="97692" y="449"/>
                </a:cubicBezTo>
                <a:cubicBezTo>
                  <a:pt x="67177" y="424"/>
                  <a:pt x="41945" y="1032"/>
                  <a:pt x="23159" y="1817"/>
                </a:cubicBezTo>
              </a:path>
            </a:pathLst>
          </a:custGeom>
          <a:solidFill>
            <a:srgbClr val="F2827F"/>
          </a:solidFill>
          <a:ln w="12667"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0B2EAB0C-4843-7612-FF96-D4CDDAF562B3}"/>
              </a:ext>
            </a:extLst>
          </p:cNvPr>
          <p:cNvSpPr>
            <a:spLocks noChangeAspect="1"/>
          </p:cNvSpPr>
          <p:nvPr/>
        </p:nvSpPr>
        <p:spPr>
          <a:xfrm>
            <a:off x="1781015" y="3733104"/>
            <a:ext cx="1099871" cy="599363"/>
          </a:xfrm>
          <a:custGeom>
            <a:avLst/>
            <a:gdLst>
              <a:gd name="connsiteX0" fmla="*/ 21348 w 1099871"/>
              <a:gd name="connsiteY0" fmla="*/ 2098 h 599363"/>
              <a:gd name="connsiteX1" fmla="*/ 1131 w 1099871"/>
              <a:gd name="connsiteY1" fmla="*/ 21022 h 599363"/>
              <a:gd name="connsiteX2" fmla="*/ 713 w 1099871"/>
              <a:gd name="connsiteY2" fmla="*/ 580801 h 599363"/>
              <a:gd name="connsiteX3" fmla="*/ 17826 w 1099871"/>
              <a:gd name="connsiteY3" fmla="*/ 599421 h 599363"/>
              <a:gd name="connsiteX4" fmla="*/ 979894 w 1099871"/>
              <a:gd name="connsiteY4" fmla="*/ 600092 h 599363"/>
              <a:gd name="connsiteX5" fmla="*/ 999490 w 1099871"/>
              <a:gd name="connsiteY5" fmla="*/ 587413 h 599363"/>
              <a:gd name="connsiteX6" fmla="*/ 1098976 w 1099871"/>
              <a:gd name="connsiteY6" fmla="*/ 264811 h 599363"/>
              <a:gd name="connsiteX7" fmla="*/ 1090388 w 1099871"/>
              <a:gd name="connsiteY7" fmla="*/ 240237 h 599363"/>
              <a:gd name="connsiteX8" fmla="*/ 95880 w 1099871"/>
              <a:gd name="connsiteY8" fmla="*/ 730 h 599363"/>
              <a:gd name="connsiteX9" fmla="*/ 2134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1348" y="2098"/>
                </a:moveTo>
                <a:cubicBezTo>
                  <a:pt x="9111" y="2617"/>
                  <a:pt x="1144" y="8469"/>
                  <a:pt x="1131" y="21022"/>
                </a:cubicBezTo>
                <a:lnTo>
                  <a:pt x="713" y="580801"/>
                </a:lnTo>
                <a:cubicBezTo>
                  <a:pt x="701" y="590592"/>
                  <a:pt x="7452" y="599421"/>
                  <a:pt x="17826" y="599421"/>
                </a:cubicBezTo>
                <a:lnTo>
                  <a:pt x="979894" y="600092"/>
                </a:lnTo>
                <a:cubicBezTo>
                  <a:pt x="988546" y="600092"/>
                  <a:pt x="995437" y="599282"/>
                  <a:pt x="999490" y="587413"/>
                </a:cubicBezTo>
                <a:cubicBezTo>
                  <a:pt x="999490" y="587413"/>
                  <a:pt x="1097254" y="270561"/>
                  <a:pt x="1098976" y="264811"/>
                </a:cubicBezTo>
                <a:cubicBezTo>
                  <a:pt x="1102599" y="252790"/>
                  <a:pt x="1100256" y="246773"/>
                  <a:pt x="1090388" y="240237"/>
                </a:cubicBezTo>
                <a:cubicBezTo>
                  <a:pt x="777210" y="31485"/>
                  <a:pt x="308685" y="869"/>
                  <a:pt x="95880" y="730"/>
                </a:cubicBezTo>
                <a:cubicBezTo>
                  <a:pt x="65365" y="705"/>
                  <a:pt x="40133" y="1313"/>
                  <a:pt x="21348" y="2098"/>
                </a:cubicBezTo>
              </a:path>
            </a:pathLst>
          </a:custGeom>
          <a:solidFill>
            <a:srgbClr val="000000"/>
          </a:solidFill>
          <a:ln w="1266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95556A9A-4568-4AF9-9BFD-C4D76319BF0A}"/>
              </a:ext>
            </a:extLst>
          </p:cNvPr>
          <p:cNvSpPr>
            <a:spLocks noChangeAspect="1"/>
          </p:cNvSpPr>
          <p:nvPr/>
        </p:nvSpPr>
        <p:spPr>
          <a:xfrm>
            <a:off x="3626843" y="3733104"/>
            <a:ext cx="1099871" cy="599363"/>
          </a:xfrm>
          <a:custGeom>
            <a:avLst/>
            <a:gdLst>
              <a:gd name="connsiteX0" fmla="*/ 22157 w 1099871"/>
              <a:gd name="connsiteY0" fmla="*/ 2098 h 599363"/>
              <a:gd name="connsiteX1" fmla="*/ 1941 w 1099871"/>
              <a:gd name="connsiteY1" fmla="*/ 21022 h 599363"/>
              <a:gd name="connsiteX2" fmla="*/ 1523 w 1099871"/>
              <a:gd name="connsiteY2" fmla="*/ 580801 h 599363"/>
              <a:gd name="connsiteX3" fmla="*/ 18636 w 1099871"/>
              <a:gd name="connsiteY3" fmla="*/ 599421 h 599363"/>
              <a:gd name="connsiteX4" fmla="*/ 980704 w 1099871"/>
              <a:gd name="connsiteY4" fmla="*/ 600092 h 599363"/>
              <a:gd name="connsiteX5" fmla="*/ 1000300 w 1099871"/>
              <a:gd name="connsiteY5" fmla="*/ 587413 h 599363"/>
              <a:gd name="connsiteX6" fmla="*/ 1099786 w 1099871"/>
              <a:gd name="connsiteY6" fmla="*/ 264811 h 599363"/>
              <a:gd name="connsiteX7" fmla="*/ 1091198 w 1099871"/>
              <a:gd name="connsiteY7" fmla="*/ 240237 h 599363"/>
              <a:gd name="connsiteX8" fmla="*/ 96690 w 1099871"/>
              <a:gd name="connsiteY8" fmla="*/ 730 h 599363"/>
              <a:gd name="connsiteX9" fmla="*/ 2215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157" y="2098"/>
                </a:moveTo>
                <a:cubicBezTo>
                  <a:pt x="9921" y="2617"/>
                  <a:pt x="1953" y="8469"/>
                  <a:pt x="1941" y="21022"/>
                </a:cubicBezTo>
                <a:lnTo>
                  <a:pt x="1523" y="580801"/>
                </a:lnTo>
                <a:cubicBezTo>
                  <a:pt x="1510" y="590592"/>
                  <a:pt x="8262" y="599421"/>
                  <a:pt x="18636" y="599421"/>
                </a:cubicBezTo>
                <a:lnTo>
                  <a:pt x="980704" y="600092"/>
                </a:lnTo>
                <a:cubicBezTo>
                  <a:pt x="989355" y="600092"/>
                  <a:pt x="996246" y="599282"/>
                  <a:pt x="1000300" y="587413"/>
                </a:cubicBezTo>
                <a:cubicBezTo>
                  <a:pt x="1000300" y="587413"/>
                  <a:pt x="1098063" y="270561"/>
                  <a:pt x="1099786" y="264811"/>
                </a:cubicBezTo>
                <a:cubicBezTo>
                  <a:pt x="1103409" y="252790"/>
                  <a:pt x="1101065" y="246773"/>
                  <a:pt x="1091198" y="240237"/>
                </a:cubicBezTo>
                <a:cubicBezTo>
                  <a:pt x="778020" y="31485"/>
                  <a:pt x="309494" y="869"/>
                  <a:pt x="96690" y="730"/>
                </a:cubicBezTo>
                <a:cubicBezTo>
                  <a:pt x="66175" y="705"/>
                  <a:pt x="40942" y="1313"/>
                  <a:pt x="22157" y="2098"/>
                </a:cubicBezTo>
              </a:path>
            </a:pathLst>
          </a:custGeom>
          <a:solidFill>
            <a:srgbClr val="4A412A"/>
          </a:solidFill>
          <a:ln w="12667"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467CB186-C0A9-5EE7-984D-E66128D088D9}"/>
              </a:ext>
            </a:extLst>
          </p:cNvPr>
          <p:cNvSpPr>
            <a:spLocks noChangeAspect="1"/>
          </p:cNvSpPr>
          <p:nvPr/>
        </p:nvSpPr>
        <p:spPr>
          <a:xfrm>
            <a:off x="7054458" y="3733104"/>
            <a:ext cx="1099871" cy="599363"/>
          </a:xfrm>
          <a:custGeom>
            <a:avLst/>
            <a:gdLst>
              <a:gd name="connsiteX0" fmla="*/ 23661 w 1099871"/>
              <a:gd name="connsiteY0" fmla="*/ 2098 h 599363"/>
              <a:gd name="connsiteX1" fmla="*/ 3444 w 1099871"/>
              <a:gd name="connsiteY1" fmla="*/ 21022 h 599363"/>
              <a:gd name="connsiteX2" fmla="*/ 3026 w 1099871"/>
              <a:gd name="connsiteY2" fmla="*/ 580801 h 599363"/>
              <a:gd name="connsiteX3" fmla="*/ 20139 w 1099871"/>
              <a:gd name="connsiteY3" fmla="*/ 599421 h 599363"/>
              <a:gd name="connsiteX4" fmla="*/ 982207 w 1099871"/>
              <a:gd name="connsiteY4" fmla="*/ 600092 h 599363"/>
              <a:gd name="connsiteX5" fmla="*/ 1001803 w 1099871"/>
              <a:gd name="connsiteY5" fmla="*/ 587413 h 599363"/>
              <a:gd name="connsiteX6" fmla="*/ 1101289 w 1099871"/>
              <a:gd name="connsiteY6" fmla="*/ 264811 h 599363"/>
              <a:gd name="connsiteX7" fmla="*/ 1092701 w 1099871"/>
              <a:gd name="connsiteY7" fmla="*/ 240237 h 599363"/>
              <a:gd name="connsiteX8" fmla="*/ 98193 w 1099871"/>
              <a:gd name="connsiteY8" fmla="*/ 730 h 599363"/>
              <a:gd name="connsiteX9" fmla="*/ 23661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3661" y="2098"/>
                </a:moveTo>
                <a:cubicBezTo>
                  <a:pt x="11424" y="2617"/>
                  <a:pt x="3457" y="8469"/>
                  <a:pt x="3444" y="21022"/>
                </a:cubicBezTo>
                <a:lnTo>
                  <a:pt x="3026" y="580801"/>
                </a:lnTo>
                <a:cubicBezTo>
                  <a:pt x="3013" y="590592"/>
                  <a:pt x="9765" y="599421"/>
                  <a:pt x="20139" y="599421"/>
                </a:cubicBezTo>
                <a:lnTo>
                  <a:pt x="982207" y="600092"/>
                </a:lnTo>
                <a:cubicBezTo>
                  <a:pt x="990859" y="600092"/>
                  <a:pt x="997749" y="599282"/>
                  <a:pt x="1001803" y="587413"/>
                </a:cubicBezTo>
                <a:cubicBezTo>
                  <a:pt x="1001803" y="587413"/>
                  <a:pt x="1099566" y="270561"/>
                  <a:pt x="1101289" y="264811"/>
                </a:cubicBezTo>
                <a:cubicBezTo>
                  <a:pt x="1104912" y="252790"/>
                  <a:pt x="1102569" y="246773"/>
                  <a:pt x="1092701" y="240237"/>
                </a:cubicBezTo>
                <a:cubicBezTo>
                  <a:pt x="779523" y="31485"/>
                  <a:pt x="310998" y="869"/>
                  <a:pt x="98193" y="730"/>
                </a:cubicBezTo>
                <a:cubicBezTo>
                  <a:pt x="67678" y="705"/>
                  <a:pt x="42446" y="1313"/>
                  <a:pt x="23661" y="2098"/>
                </a:cubicBezTo>
              </a:path>
            </a:pathLst>
          </a:custGeom>
          <a:solidFill>
            <a:srgbClr val="3F2A56"/>
          </a:solidFill>
          <a:ln w="1266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19B0D6E3-3446-D75E-13A1-D65C983612F3}"/>
              </a:ext>
            </a:extLst>
          </p:cNvPr>
          <p:cNvSpPr>
            <a:spLocks noChangeAspect="1"/>
          </p:cNvSpPr>
          <p:nvPr/>
        </p:nvSpPr>
        <p:spPr>
          <a:xfrm>
            <a:off x="638472" y="3733104"/>
            <a:ext cx="1099871" cy="599363"/>
          </a:xfrm>
          <a:custGeom>
            <a:avLst/>
            <a:gdLst>
              <a:gd name="connsiteX0" fmla="*/ 20847 w 1099871"/>
              <a:gd name="connsiteY0" fmla="*/ 2098 h 599363"/>
              <a:gd name="connsiteX1" fmla="*/ 630 w 1099871"/>
              <a:gd name="connsiteY1" fmla="*/ 21022 h 599363"/>
              <a:gd name="connsiteX2" fmla="*/ 212 w 1099871"/>
              <a:gd name="connsiteY2" fmla="*/ 580801 h 599363"/>
              <a:gd name="connsiteX3" fmla="*/ 17325 w 1099871"/>
              <a:gd name="connsiteY3" fmla="*/ 599421 h 599363"/>
              <a:gd name="connsiteX4" fmla="*/ 979393 w 1099871"/>
              <a:gd name="connsiteY4" fmla="*/ 600092 h 599363"/>
              <a:gd name="connsiteX5" fmla="*/ 998989 w 1099871"/>
              <a:gd name="connsiteY5" fmla="*/ 587413 h 599363"/>
              <a:gd name="connsiteX6" fmla="*/ 1098475 w 1099871"/>
              <a:gd name="connsiteY6" fmla="*/ 264811 h 599363"/>
              <a:gd name="connsiteX7" fmla="*/ 1089887 w 1099871"/>
              <a:gd name="connsiteY7" fmla="*/ 240237 h 599363"/>
              <a:gd name="connsiteX8" fmla="*/ 95379 w 1099871"/>
              <a:gd name="connsiteY8" fmla="*/ 730 h 599363"/>
              <a:gd name="connsiteX9" fmla="*/ 20847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2098"/>
                </a:moveTo>
                <a:cubicBezTo>
                  <a:pt x="8610" y="2617"/>
                  <a:pt x="643" y="8469"/>
                  <a:pt x="630" y="21022"/>
                </a:cubicBezTo>
                <a:lnTo>
                  <a:pt x="212" y="580801"/>
                </a:lnTo>
                <a:cubicBezTo>
                  <a:pt x="199" y="590592"/>
                  <a:pt x="6951" y="599421"/>
                  <a:pt x="17325" y="599421"/>
                </a:cubicBezTo>
                <a:lnTo>
                  <a:pt x="979393" y="600092"/>
                </a:lnTo>
                <a:cubicBezTo>
                  <a:pt x="988045" y="600092"/>
                  <a:pt x="994935" y="599282"/>
                  <a:pt x="998989" y="587413"/>
                </a:cubicBezTo>
                <a:cubicBezTo>
                  <a:pt x="998989" y="587413"/>
                  <a:pt x="1096752" y="270561"/>
                  <a:pt x="1098475" y="264811"/>
                </a:cubicBezTo>
                <a:cubicBezTo>
                  <a:pt x="1102098" y="252790"/>
                  <a:pt x="1099755" y="246773"/>
                  <a:pt x="1089887" y="240237"/>
                </a:cubicBezTo>
                <a:cubicBezTo>
                  <a:pt x="776709" y="31485"/>
                  <a:pt x="308184" y="869"/>
                  <a:pt x="95379" y="730"/>
                </a:cubicBezTo>
                <a:cubicBezTo>
                  <a:pt x="64864" y="705"/>
                  <a:pt x="39632" y="1313"/>
                  <a:pt x="20847" y="2098"/>
                </a:cubicBezTo>
              </a:path>
            </a:pathLst>
          </a:custGeom>
          <a:solidFill>
            <a:srgbClr val="3C3732"/>
          </a:solidFill>
          <a:ln w="1266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97E93C3-2F48-A5E2-F1BE-CB05D730D14D}"/>
              </a:ext>
            </a:extLst>
          </p:cNvPr>
          <p:cNvSpPr>
            <a:spLocks noChangeAspect="1"/>
          </p:cNvSpPr>
          <p:nvPr/>
        </p:nvSpPr>
        <p:spPr>
          <a:xfrm>
            <a:off x="4769377" y="3733104"/>
            <a:ext cx="1099871" cy="599363"/>
          </a:xfrm>
          <a:custGeom>
            <a:avLst/>
            <a:gdLst>
              <a:gd name="connsiteX0" fmla="*/ 22658 w 1099871"/>
              <a:gd name="connsiteY0" fmla="*/ 2098 h 599363"/>
              <a:gd name="connsiteX1" fmla="*/ 2442 w 1099871"/>
              <a:gd name="connsiteY1" fmla="*/ 21022 h 599363"/>
              <a:gd name="connsiteX2" fmla="*/ 2024 w 1099871"/>
              <a:gd name="connsiteY2" fmla="*/ 580801 h 599363"/>
              <a:gd name="connsiteX3" fmla="*/ 19137 w 1099871"/>
              <a:gd name="connsiteY3" fmla="*/ 599421 h 599363"/>
              <a:gd name="connsiteX4" fmla="*/ 981205 w 1099871"/>
              <a:gd name="connsiteY4" fmla="*/ 600092 h 599363"/>
              <a:gd name="connsiteX5" fmla="*/ 1000801 w 1099871"/>
              <a:gd name="connsiteY5" fmla="*/ 587413 h 599363"/>
              <a:gd name="connsiteX6" fmla="*/ 1100287 w 1099871"/>
              <a:gd name="connsiteY6" fmla="*/ 264811 h 599363"/>
              <a:gd name="connsiteX7" fmla="*/ 1091699 w 1099871"/>
              <a:gd name="connsiteY7" fmla="*/ 240237 h 599363"/>
              <a:gd name="connsiteX8" fmla="*/ 97191 w 1099871"/>
              <a:gd name="connsiteY8" fmla="*/ 730 h 599363"/>
              <a:gd name="connsiteX9" fmla="*/ 22658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2658" y="2098"/>
                </a:moveTo>
                <a:cubicBezTo>
                  <a:pt x="10422" y="2617"/>
                  <a:pt x="2455" y="8469"/>
                  <a:pt x="2442" y="21022"/>
                </a:cubicBezTo>
                <a:lnTo>
                  <a:pt x="2024" y="580801"/>
                </a:lnTo>
                <a:cubicBezTo>
                  <a:pt x="2011" y="590592"/>
                  <a:pt x="8763" y="599421"/>
                  <a:pt x="19137" y="599421"/>
                </a:cubicBezTo>
                <a:lnTo>
                  <a:pt x="981205" y="600092"/>
                </a:lnTo>
                <a:cubicBezTo>
                  <a:pt x="989856" y="600092"/>
                  <a:pt x="996747" y="599282"/>
                  <a:pt x="1000801" y="587413"/>
                </a:cubicBezTo>
                <a:cubicBezTo>
                  <a:pt x="1000801" y="587413"/>
                  <a:pt x="1098564" y="270561"/>
                  <a:pt x="1100287" y="264811"/>
                </a:cubicBezTo>
                <a:cubicBezTo>
                  <a:pt x="1103910" y="252790"/>
                  <a:pt x="1101566" y="246773"/>
                  <a:pt x="1091699" y="240237"/>
                </a:cubicBezTo>
                <a:cubicBezTo>
                  <a:pt x="778521" y="31485"/>
                  <a:pt x="309996" y="869"/>
                  <a:pt x="97191" y="730"/>
                </a:cubicBezTo>
                <a:cubicBezTo>
                  <a:pt x="66676" y="705"/>
                  <a:pt x="41443" y="1313"/>
                  <a:pt x="22658" y="2098"/>
                </a:cubicBezTo>
              </a:path>
            </a:pathLst>
          </a:custGeom>
          <a:solidFill>
            <a:srgbClr val="4F2910"/>
          </a:solidFill>
          <a:ln w="1266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050E775B-A325-5587-5015-FC201A48226A}"/>
              </a:ext>
            </a:extLst>
          </p:cNvPr>
          <p:cNvSpPr>
            <a:spLocks noChangeAspect="1"/>
          </p:cNvSpPr>
          <p:nvPr/>
        </p:nvSpPr>
        <p:spPr>
          <a:xfrm>
            <a:off x="8197005" y="3733104"/>
            <a:ext cx="1099871" cy="599363"/>
          </a:xfrm>
          <a:custGeom>
            <a:avLst/>
            <a:gdLst>
              <a:gd name="connsiteX0" fmla="*/ 24162 w 1099871"/>
              <a:gd name="connsiteY0" fmla="*/ 2098 h 599363"/>
              <a:gd name="connsiteX1" fmla="*/ 3945 w 1099871"/>
              <a:gd name="connsiteY1" fmla="*/ 21022 h 599363"/>
              <a:gd name="connsiteX2" fmla="*/ 3527 w 1099871"/>
              <a:gd name="connsiteY2" fmla="*/ 580801 h 599363"/>
              <a:gd name="connsiteX3" fmla="*/ 20640 w 1099871"/>
              <a:gd name="connsiteY3" fmla="*/ 599421 h 599363"/>
              <a:gd name="connsiteX4" fmla="*/ 982708 w 1099871"/>
              <a:gd name="connsiteY4" fmla="*/ 600092 h 599363"/>
              <a:gd name="connsiteX5" fmla="*/ 1002304 w 1099871"/>
              <a:gd name="connsiteY5" fmla="*/ 587413 h 599363"/>
              <a:gd name="connsiteX6" fmla="*/ 1101790 w 1099871"/>
              <a:gd name="connsiteY6" fmla="*/ 264811 h 599363"/>
              <a:gd name="connsiteX7" fmla="*/ 1093202 w 1099871"/>
              <a:gd name="connsiteY7" fmla="*/ 240237 h 599363"/>
              <a:gd name="connsiteX8" fmla="*/ 98694 w 1099871"/>
              <a:gd name="connsiteY8" fmla="*/ 730 h 599363"/>
              <a:gd name="connsiteX9" fmla="*/ 24162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162" y="2098"/>
                </a:moveTo>
                <a:cubicBezTo>
                  <a:pt x="11925" y="2617"/>
                  <a:pt x="3958" y="8469"/>
                  <a:pt x="3945" y="21022"/>
                </a:cubicBezTo>
                <a:lnTo>
                  <a:pt x="3527" y="580801"/>
                </a:lnTo>
                <a:cubicBezTo>
                  <a:pt x="3514" y="590592"/>
                  <a:pt x="10266" y="599421"/>
                  <a:pt x="20640" y="599421"/>
                </a:cubicBezTo>
                <a:lnTo>
                  <a:pt x="982708" y="600092"/>
                </a:lnTo>
                <a:cubicBezTo>
                  <a:pt x="991360" y="600092"/>
                  <a:pt x="998251" y="599282"/>
                  <a:pt x="1002304" y="587413"/>
                </a:cubicBezTo>
                <a:cubicBezTo>
                  <a:pt x="1002304" y="587413"/>
                  <a:pt x="1100068" y="270561"/>
                  <a:pt x="1101790" y="264811"/>
                </a:cubicBezTo>
                <a:cubicBezTo>
                  <a:pt x="1105413" y="252790"/>
                  <a:pt x="1103070" y="246773"/>
                  <a:pt x="1093202" y="240237"/>
                </a:cubicBezTo>
                <a:cubicBezTo>
                  <a:pt x="780024" y="31485"/>
                  <a:pt x="311499" y="869"/>
                  <a:pt x="98694" y="730"/>
                </a:cubicBezTo>
                <a:cubicBezTo>
                  <a:pt x="68179" y="705"/>
                  <a:pt x="42947" y="1313"/>
                  <a:pt x="24162" y="2098"/>
                </a:cubicBezTo>
              </a:path>
            </a:pathLst>
          </a:custGeom>
          <a:solidFill>
            <a:srgbClr val="00205B"/>
          </a:solidFill>
          <a:ln w="1266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D89B81E5-F2CE-2BCE-DFCD-ECBE07A402D7}"/>
              </a:ext>
            </a:extLst>
          </p:cNvPr>
          <p:cNvSpPr>
            <a:spLocks noChangeAspect="1"/>
          </p:cNvSpPr>
          <p:nvPr/>
        </p:nvSpPr>
        <p:spPr>
          <a:xfrm>
            <a:off x="5911924" y="3733104"/>
            <a:ext cx="1099876" cy="599363"/>
          </a:xfrm>
          <a:custGeom>
            <a:avLst/>
            <a:gdLst>
              <a:gd name="connsiteX0" fmla="*/ 23159 w 1099876"/>
              <a:gd name="connsiteY0" fmla="*/ 2098 h 599363"/>
              <a:gd name="connsiteX1" fmla="*/ 2943 w 1099876"/>
              <a:gd name="connsiteY1" fmla="*/ 21022 h 599363"/>
              <a:gd name="connsiteX2" fmla="*/ 2525 w 1099876"/>
              <a:gd name="connsiteY2" fmla="*/ 580801 h 599363"/>
              <a:gd name="connsiteX3" fmla="*/ 19638 w 1099876"/>
              <a:gd name="connsiteY3" fmla="*/ 599421 h 599363"/>
              <a:gd name="connsiteX4" fmla="*/ 981706 w 1099876"/>
              <a:gd name="connsiteY4" fmla="*/ 600092 h 599363"/>
              <a:gd name="connsiteX5" fmla="*/ 1001302 w 1099876"/>
              <a:gd name="connsiteY5" fmla="*/ 587413 h 599363"/>
              <a:gd name="connsiteX6" fmla="*/ 1100801 w 1099876"/>
              <a:gd name="connsiteY6" fmla="*/ 264811 h 599363"/>
              <a:gd name="connsiteX7" fmla="*/ 1092200 w 1099876"/>
              <a:gd name="connsiteY7" fmla="*/ 240237 h 599363"/>
              <a:gd name="connsiteX8" fmla="*/ 97692 w 1099876"/>
              <a:gd name="connsiteY8" fmla="*/ 730 h 599363"/>
              <a:gd name="connsiteX9" fmla="*/ 23159 w 1099876"/>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6" h="599363">
                <a:moveTo>
                  <a:pt x="23159" y="2098"/>
                </a:moveTo>
                <a:cubicBezTo>
                  <a:pt x="10923" y="2617"/>
                  <a:pt x="2956" y="8469"/>
                  <a:pt x="2943" y="21022"/>
                </a:cubicBezTo>
                <a:lnTo>
                  <a:pt x="2525" y="580801"/>
                </a:lnTo>
                <a:cubicBezTo>
                  <a:pt x="2512" y="590592"/>
                  <a:pt x="9264" y="599421"/>
                  <a:pt x="19638" y="599421"/>
                </a:cubicBezTo>
                <a:lnTo>
                  <a:pt x="981706" y="600092"/>
                </a:lnTo>
                <a:cubicBezTo>
                  <a:pt x="990358" y="600092"/>
                  <a:pt x="997248" y="599282"/>
                  <a:pt x="1001302" y="587413"/>
                </a:cubicBezTo>
                <a:cubicBezTo>
                  <a:pt x="1001302" y="587413"/>
                  <a:pt x="1099065" y="270561"/>
                  <a:pt x="1100801" y="264811"/>
                </a:cubicBezTo>
                <a:cubicBezTo>
                  <a:pt x="1104411" y="252790"/>
                  <a:pt x="1102067" y="246773"/>
                  <a:pt x="1092200" y="240237"/>
                </a:cubicBezTo>
                <a:cubicBezTo>
                  <a:pt x="779022" y="31485"/>
                  <a:pt x="310497" y="869"/>
                  <a:pt x="97692" y="730"/>
                </a:cubicBezTo>
                <a:cubicBezTo>
                  <a:pt x="67177" y="705"/>
                  <a:pt x="41945" y="1313"/>
                  <a:pt x="23159" y="2098"/>
                </a:cubicBezTo>
              </a:path>
            </a:pathLst>
          </a:custGeom>
          <a:solidFill>
            <a:srgbClr val="651C32"/>
          </a:solidFill>
          <a:ln w="1266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879A5DC2-A5D5-B5C9-BC56-7431329CCDC3}"/>
              </a:ext>
            </a:extLst>
          </p:cNvPr>
          <p:cNvSpPr>
            <a:spLocks noChangeAspect="1"/>
          </p:cNvSpPr>
          <p:nvPr/>
        </p:nvSpPr>
        <p:spPr>
          <a:xfrm>
            <a:off x="638472" y="3092828"/>
            <a:ext cx="1099871" cy="599363"/>
          </a:xfrm>
          <a:custGeom>
            <a:avLst/>
            <a:gdLst>
              <a:gd name="connsiteX0" fmla="*/ 20847 w 1099871"/>
              <a:gd name="connsiteY0" fmla="*/ 1817 h 599363"/>
              <a:gd name="connsiteX1" fmla="*/ 630 w 1099871"/>
              <a:gd name="connsiteY1" fmla="*/ 20742 h 599363"/>
              <a:gd name="connsiteX2" fmla="*/ 212 w 1099871"/>
              <a:gd name="connsiteY2" fmla="*/ 580520 h 599363"/>
              <a:gd name="connsiteX3" fmla="*/ 17325 w 1099871"/>
              <a:gd name="connsiteY3" fmla="*/ 599140 h 599363"/>
              <a:gd name="connsiteX4" fmla="*/ 979393 w 1099871"/>
              <a:gd name="connsiteY4" fmla="*/ 599811 h 599363"/>
              <a:gd name="connsiteX5" fmla="*/ 998989 w 1099871"/>
              <a:gd name="connsiteY5" fmla="*/ 587132 h 599363"/>
              <a:gd name="connsiteX6" fmla="*/ 1098475 w 1099871"/>
              <a:gd name="connsiteY6" fmla="*/ 264530 h 599363"/>
              <a:gd name="connsiteX7" fmla="*/ 1089887 w 1099871"/>
              <a:gd name="connsiteY7" fmla="*/ 239956 h 599363"/>
              <a:gd name="connsiteX8" fmla="*/ 95379 w 1099871"/>
              <a:gd name="connsiteY8" fmla="*/ 449 h 599363"/>
              <a:gd name="connsiteX9" fmla="*/ 20847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0847" y="1817"/>
                </a:moveTo>
                <a:cubicBezTo>
                  <a:pt x="8610" y="2337"/>
                  <a:pt x="643" y="8189"/>
                  <a:pt x="630" y="20742"/>
                </a:cubicBezTo>
                <a:lnTo>
                  <a:pt x="212" y="580520"/>
                </a:lnTo>
                <a:cubicBezTo>
                  <a:pt x="199" y="590311"/>
                  <a:pt x="6951" y="599140"/>
                  <a:pt x="17325" y="599140"/>
                </a:cubicBezTo>
                <a:lnTo>
                  <a:pt x="979393" y="599811"/>
                </a:lnTo>
                <a:cubicBezTo>
                  <a:pt x="988045" y="599811"/>
                  <a:pt x="994935" y="598988"/>
                  <a:pt x="998989" y="587132"/>
                </a:cubicBezTo>
                <a:cubicBezTo>
                  <a:pt x="998989" y="587132"/>
                  <a:pt x="1096752" y="270281"/>
                  <a:pt x="1098475" y="264530"/>
                </a:cubicBezTo>
                <a:cubicBezTo>
                  <a:pt x="1102098" y="252509"/>
                  <a:pt x="1099755" y="246492"/>
                  <a:pt x="1089887" y="239956"/>
                </a:cubicBezTo>
                <a:cubicBezTo>
                  <a:pt x="776709" y="31205"/>
                  <a:pt x="308184" y="588"/>
                  <a:pt x="95379" y="449"/>
                </a:cubicBezTo>
                <a:cubicBezTo>
                  <a:pt x="64864" y="424"/>
                  <a:pt x="39632" y="1032"/>
                  <a:pt x="20847" y="1817"/>
                </a:cubicBezTo>
              </a:path>
            </a:pathLst>
          </a:custGeom>
          <a:solidFill>
            <a:srgbClr val="D0D3D4"/>
          </a:solidFill>
          <a:ln w="1266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02BF3038-3BD0-F47C-135C-76A5F67AD974}"/>
              </a:ext>
            </a:extLst>
          </p:cNvPr>
          <p:cNvSpPr>
            <a:spLocks noChangeAspect="1"/>
          </p:cNvSpPr>
          <p:nvPr/>
        </p:nvSpPr>
        <p:spPr>
          <a:xfrm>
            <a:off x="9339539" y="2452551"/>
            <a:ext cx="1099871" cy="599363"/>
          </a:xfrm>
          <a:custGeom>
            <a:avLst/>
            <a:gdLst>
              <a:gd name="connsiteX0" fmla="*/ 24663 w 1099871"/>
              <a:gd name="connsiteY0" fmla="*/ 1536 h 599363"/>
              <a:gd name="connsiteX1" fmla="*/ 4446 w 1099871"/>
              <a:gd name="connsiteY1" fmla="*/ 20461 h 599363"/>
              <a:gd name="connsiteX2" fmla="*/ 4028 w 1099871"/>
              <a:gd name="connsiteY2" fmla="*/ 580239 h 599363"/>
              <a:gd name="connsiteX3" fmla="*/ 21141 w 1099871"/>
              <a:gd name="connsiteY3" fmla="*/ 598859 h 599363"/>
              <a:gd name="connsiteX4" fmla="*/ 983209 w 1099871"/>
              <a:gd name="connsiteY4" fmla="*/ 599531 h 599363"/>
              <a:gd name="connsiteX5" fmla="*/ 1002805 w 1099871"/>
              <a:gd name="connsiteY5" fmla="*/ 586851 h 599363"/>
              <a:gd name="connsiteX6" fmla="*/ 1102291 w 1099871"/>
              <a:gd name="connsiteY6" fmla="*/ 264249 h 599363"/>
              <a:gd name="connsiteX7" fmla="*/ 1093703 w 1099871"/>
              <a:gd name="connsiteY7" fmla="*/ 239675 h 599363"/>
              <a:gd name="connsiteX8" fmla="*/ 99195 w 1099871"/>
              <a:gd name="connsiteY8" fmla="*/ 168 h 599363"/>
              <a:gd name="connsiteX9" fmla="*/ 2466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536"/>
                </a:moveTo>
                <a:cubicBezTo>
                  <a:pt x="12426" y="2056"/>
                  <a:pt x="4459" y="7908"/>
                  <a:pt x="4446" y="20461"/>
                </a:cubicBezTo>
                <a:lnTo>
                  <a:pt x="4028" y="580239"/>
                </a:lnTo>
                <a:cubicBezTo>
                  <a:pt x="4016" y="590030"/>
                  <a:pt x="10767" y="598859"/>
                  <a:pt x="21141" y="598859"/>
                </a:cubicBezTo>
                <a:lnTo>
                  <a:pt x="983209" y="599531"/>
                </a:lnTo>
                <a:cubicBezTo>
                  <a:pt x="991861" y="599531"/>
                  <a:pt x="998752" y="598720"/>
                  <a:pt x="1002805" y="586851"/>
                </a:cubicBezTo>
                <a:cubicBezTo>
                  <a:pt x="1002805" y="586851"/>
                  <a:pt x="1100569" y="270000"/>
                  <a:pt x="1102291" y="264249"/>
                </a:cubicBezTo>
                <a:cubicBezTo>
                  <a:pt x="1105914" y="252228"/>
                  <a:pt x="1103571" y="246211"/>
                  <a:pt x="1093703" y="239675"/>
                </a:cubicBezTo>
                <a:cubicBezTo>
                  <a:pt x="780525" y="30924"/>
                  <a:pt x="312000" y="308"/>
                  <a:pt x="99195" y="168"/>
                </a:cubicBezTo>
                <a:cubicBezTo>
                  <a:pt x="68680" y="143"/>
                  <a:pt x="43448" y="751"/>
                  <a:pt x="24663" y="1536"/>
                </a:cubicBezTo>
              </a:path>
            </a:pathLst>
          </a:custGeom>
          <a:solidFill>
            <a:srgbClr val="A4C8E1"/>
          </a:solidFill>
          <a:ln w="12667"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6644DD6-BDAF-ADC3-E7CA-1238688F7D5F}"/>
              </a:ext>
            </a:extLst>
          </p:cNvPr>
          <p:cNvSpPr>
            <a:spLocks noChangeAspect="1"/>
          </p:cNvSpPr>
          <p:nvPr/>
        </p:nvSpPr>
        <p:spPr>
          <a:xfrm>
            <a:off x="10435268" y="2452551"/>
            <a:ext cx="1099871" cy="599363"/>
          </a:xfrm>
          <a:custGeom>
            <a:avLst/>
            <a:gdLst>
              <a:gd name="connsiteX0" fmla="*/ 25143 w 1099871"/>
              <a:gd name="connsiteY0" fmla="*/ 1536 h 599363"/>
              <a:gd name="connsiteX1" fmla="*/ 4927 w 1099871"/>
              <a:gd name="connsiteY1" fmla="*/ 20461 h 599363"/>
              <a:gd name="connsiteX2" fmla="*/ 4509 w 1099871"/>
              <a:gd name="connsiteY2" fmla="*/ 580239 h 599363"/>
              <a:gd name="connsiteX3" fmla="*/ 21622 w 1099871"/>
              <a:gd name="connsiteY3" fmla="*/ 598859 h 599363"/>
              <a:gd name="connsiteX4" fmla="*/ 983690 w 1099871"/>
              <a:gd name="connsiteY4" fmla="*/ 599531 h 599363"/>
              <a:gd name="connsiteX5" fmla="*/ 1003286 w 1099871"/>
              <a:gd name="connsiteY5" fmla="*/ 586851 h 599363"/>
              <a:gd name="connsiteX6" fmla="*/ 1102772 w 1099871"/>
              <a:gd name="connsiteY6" fmla="*/ 264249 h 599363"/>
              <a:gd name="connsiteX7" fmla="*/ 1094184 w 1099871"/>
              <a:gd name="connsiteY7" fmla="*/ 239675 h 599363"/>
              <a:gd name="connsiteX8" fmla="*/ 99676 w 1099871"/>
              <a:gd name="connsiteY8" fmla="*/ 168 h 599363"/>
              <a:gd name="connsiteX9" fmla="*/ 25143 w 1099871"/>
              <a:gd name="connsiteY9" fmla="*/ 1536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536"/>
                </a:moveTo>
                <a:cubicBezTo>
                  <a:pt x="12907" y="2056"/>
                  <a:pt x="4940" y="7908"/>
                  <a:pt x="4927" y="20461"/>
                </a:cubicBezTo>
                <a:lnTo>
                  <a:pt x="4509" y="580239"/>
                </a:lnTo>
                <a:cubicBezTo>
                  <a:pt x="4496" y="590030"/>
                  <a:pt x="11248" y="598859"/>
                  <a:pt x="21622" y="598859"/>
                </a:cubicBezTo>
                <a:lnTo>
                  <a:pt x="983690" y="599531"/>
                </a:lnTo>
                <a:cubicBezTo>
                  <a:pt x="992341" y="599531"/>
                  <a:pt x="999232" y="598720"/>
                  <a:pt x="1003286" y="586851"/>
                </a:cubicBezTo>
                <a:cubicBezTo>
                  <a:pt x="1003286" y="586851"/>
                  <a:pt x="1101049" y="270000"/>
                  <a:pt x="1102772" y="264249"/>
                </a:cubicBezTo>
                <a:cubicBezTo>
                  <a:pt x="1106395" y="252228"/>
                  <a:pt x="1104051" y="246211"/>
                  <a:pt x="1094184" y="239675"/>
                </a:cubicBezTo>
                <a:cubicBezTo>
                  <a:pt x="781006" y="30924"/>
                  <a:pt x="312481" y="308"/>
                  <a:pt x="99676" y="168"/>
                </a:cubicBezTo>
                <a:cubicBezTo>
                  <a:pt x="69161" y="143"/>
                  <a:pt x="43928" y="751"/>
                  <a:pt x="25143" y="1536"/>
                </a:cubicBezTo>
              </a:path>
            </a:pathLst>
          </a:custGeom>
          <a:solidFill>
            <a:srgbClr val="A1D6CA"/>
          </a:solidFill>
          <a:ln w="12667"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2A1F5051-2F83-E85A-BB70-0F3D9323A4CB}"/>
              </a:ext>
            </a:extLst>
          </p:cNvPr>
          <p:cNvSpPr>
            <a:spLocks noChangeAspect="1"/>
          </p:cNvSpPr>
          <p:nvPr/>
        </p:nvSpPr>
        <p:spPr>
          <a:xfrm>
            <a:off x="9339539" y="3092828"/>
            <a:ext cx="1099871" cy="599363"/>
          </a:xfrm>
          <a:custGeom>
            <a:avLst/>
            <a:gdLst>
              <a:gd name="connsiteX0" fmla="*/ 24663 w 1099871"/>
              <a:gd name="connsiteY0" fmla="*/ 1817 h 599363"/>
              <a:gd name="connsiteX1" fmla="*/ 4446 w 1099871"/>
              <a:gd name="connsiteY1" fmla="*/ 20742 h 599363"/>
              <a:gd name="connsiteX2" fmla="*/ 4028 w 1099871"/>
              <a:gd name="connsiteY2" fmla="*/ 580520 h 599363"/>
              <a:gd name="connsiteX3" fmla="*/ 21141 w 1099871"/>
              <a:gd name="connsiteY3" fmla="*/ 599140 h 599363"/>
              <a:gd name="connsiteX4" fmla="*/ 983209 w 1099871"/>
              <a:gd name="connsiteY4" fmla="*/ 599811 h 599363"/>
              <a:gd name="connsiteX5" fmla="*/ 1002805 w 1099871"/>
              <a:gd name="connsiteY5" fmla="*/ 587132 h 599363"/>
              <a:gd name="connsiteX6" fmla="*/ 1102291 w 1099871"/>
              <a:gd name="connsiteY6" fmla="*/ 264530 h 599363"/>
              <a:gd name="connsiteX7" fmla="*/ 1093703 w 1099871"/>
              <a:gd name="connsiteY7" fmla="*/ 239956 h 599363"/>
              <a:gd name="connsiteX8" fmla="*/ 99195 w 1099871"/>
              <a:gd name="connsiteY8" fmla="*/ 449 h 599363"/>
              <a:gd name="connsiteX9" fmla="*/ 2466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1817"/>
                </a:moveTo>
                <a:cubicBezTo>
                  <a:pt x="12426" y="2337"/>
                  <a:pt x="4459" y="8189"/>
                  <a:pt x="4446" y="20742"/>
                </a:cubicBezTo>
                <a:lnTo>
                  <a:pt x="4028" y="580520"/>
                </a:lnTo>
                <a:cubicBezTo>
                  <a:pt x="4016" y="590311"/>
                  <a:pt x="10767" y="599140"/>
                  <a:pt x="21141" y="599140"/>
                </a:cubicBezTo>
                <a:lnTo>
                  <a:pt x="983209" y="599811"/>
                </a:lnTo>
                <a:cubicBezTo>
                  <a:pt x="991861" y="599811"/>
                  <a:pt x="998752" y="598988"/>
                  <a:pt x="1002805" y="587132"/>
                </a:cubicBezTo>
                <a:cubicBezTo>
                  <a:pt x="1002805" y="587132"/>
                  <a:pt x="1100569" y="270281"/>
                  <a:pt x="1102291" y="264530"/>
                </a:cubicBezTo>
                <a:cubicBezTo>
                  <a:pt x="1105914" y="252509"/>
                  <a:pt x="1103571" y="246492"/>
                  <a:pt x="1093703" y="239956"/>
                </a:cubicBezTo>
                <a:cubicBezTo>
                  <a:pt x="780525" y="31205"/>
                  <a:pt x="312000" y="588"/>
                  <a:pt x="99195" y="449"/>
                </a:cubicBezTo>
                <a:cubicBezTo>
                  <a:pt x="68680" y="424"/>
                  <a:pt x="43448" y="1032"/>
                  <a:pt x="24663" y="1817"/>
                </a:cubicBezTo>
              </a:path>
            </a:pathLst>
          </a:custGeom>
          <a:solidFill>
            <a:srgbClr val="0084D4"/>
          </a:solidFill>
          <a:ln w="12667"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BC42E761-B2F1-D303-F603-1FA81121A2BC}"/>
              </a:ext>
            </a:extLst>
          </p:cNvPr>
          <p:cNvSpPr>
            <a:spLocks noChangeAspect="1"/>
          </p:cNvSpPr>
          <p:nvPr/>
        </p:nvSpPr>
        <p:spPr>
          <a:xfrm>
            <a:off x="10435268" y="3092828"/>
            <a:ext cx="1099871" cy="599363"/>
          </a:xfrm>
          <a:custGeom>
            <a:avLst/>
            <a:gdLst>
              <a:gd name="connsiteX0" fmla="*/ 25143 w 1099871"/>
              <a:gd name="connsiteY0" fmla="*/ 1817 h 599363"/>
              <a:gd name="connsiteX1" fmla="*/ 4927 w 1099871"/>
              <a:gd name="connsiteY1" fmla="*/ 20742 h 599363"/>
              <a:gd name="connsiteX2" fmla="*/ 4509 w 1099871"/>
              <a:gd name="connsiteY2" fmla="*/ 580520 h 599363"/>
              <a:gd name="connsiteX3" fmla="*/ 21622 w 1099871"/>
              <a:gd name="connsiteY3" fmla="*/ 599140 h 599363"/>
              <a:gd name="connsiteX4" fmla="*/ 983690 w 1099871"/>
              <a:gd name="connsiteY4" fmla="*/ 599811 h 599363"/>
              <a:gd name="connsiteX5" fmla="*/ 1003286 w 1099871"/>
              <a:gd name="connsiteY5" fmla="*/ 587132 h 599363"/>
              <a:gd name="connsiteX6" fmla="*/ 1102772 w 1099871"/>
              <a:gd name="connsiteY6" fmla="*/ 264530 h 599363"/>
              <a:gd name="connsiteX7" fmla="*/ 1094184 w 1099871"/>
              <a:gd name="connsiteY7" fmla="*/ 239956 h 599363"/>
              <a:gd name="connsiteX8" fmla="*/ 99676 w 1099871"/>
              <a:gd name="connsiteY8" fmla="*/ 449 h 599363"/>
              <a:gd name="connsiteX9" fmla="*/ 25143 w 1099871"/>
              <a:gd name="connsiteY9" fmla="*/ 1817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1817"/>
                </a:moveTo>
                <a:cubicBezTo>
                  <a:pt x="12907" y="2337"/>
                  <a:pt x="4940" y="8189"/>
                  <a:pt x="4927" y="20742"/>
                </a:cubicBezTo>
                <a:lnTo>
                  <a:pt x="4509" y="580520"/>
                </a:lnTo>
                <a:cubicBezTo>
                  <a:pt x="4496" y="590311"/>
                  <a:pt x="11248" y="599140"/>
                  <a:pt x="21622" y="599140"/>
                </a:cubicBezTo>
                <a:lnTo>
                  <a:pt x="983690" y="599811"/>
                </a:lnTo>
                <a:cubicBezTo>
                  <a:pt x="992341" y="599811"/>
                  <a:pt x="999232" y="598988"/>
                  <a:pt x="1003286" y="587132"/>
                </a:cubicBezTo>
                <a:cubicBezTo>
                  <a:pt x="1003286" y="587132"/>
                  <a:pt x="1101049" y="270281"/>
                  <a:pt x="1102772" y="264530"/>
                </a:cubicBezTo>
                <a:cubicBezTo>
                  <a:pt x="1106395" y="252509"/>
                  <a:pt x="1104051" y="246492"/>
                  <a:pt x="1094184" y="239956"/>
                </a:cubicBezTo>
                <a:cubicBezTo>
                  <a:pt x="781006" y="31205"/>
                  <a:pt x="312481" y="588"/>
                  <a:pt x="99676" y="449"/>
                </a:cubicBezTo>
                <a:cubicBezTo>
                  <a:pt x="69161" y="424"/>
                  <a:pt x="43928" y="1032"/>
                  <a:pt x="25143" y="1817"/>
                </a:cubicBezTo>
              </a:path>
            </a:pathLst>
          </a:custGeom>
          <a:solidFill>
            <a:srgbClr val="00B388"/>
          </a:solidFill>
          <a:ln w="12667"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D3E5BD4D-228B-579D-0ED0-E52C8B459A74}"/>
              </a:ext>
            </a:extLst>
          </p:cNvPr>
          <p:cNvSpPr>
            <a:spLocks noChangeAspect="1"/>
          </p:cNvSpPr>
          <p:nvPr/>
        </p:nvSpPr>
        <p:spPr>
          <a:xfrm>
            <a:off x="9339539" y="3733104"/>
            <a:ext cx="1099871" cy="599363"/>
          </a:xfrm>
          <a:custGeom>
            <a:avLst/>
            <a:gdLst>
              <a:gd name="connsiteX0" fmla="*/ 24663 w 1099871"/>
              <a:gd name="connsiteY0" fmla="*/ 2098 h 599363"/>
              <a:gd name="connsiteX1" fmla="*/ 4446 w 1099871"/>
              <a:gd name="connsiteY1" fmla="*/ 21022 h 599363"/>
              <a:gd name="connsiteX2" fmla="*/ 4028 w 1099871"/>
              <a:gd name="connsiteY2" fmla="*/ 580801 h 599363"/>
              <a:gd name="connsiteX3" fmla="*/ 21141 w 1099871"/>
              <a:gd name="connsiteY3" fmla="*/ 599421 h 599363"/>
              <a:gd name="connsiteX4" fmla="*/ 983209 w 1099871"/>
              <a:gd name="connsiteY4" fmla="*/ 600092 h 599363"/>
              <a:gd name="connsiteX5" fmla="*/ 1002805 w 1099871"/>
              <a:gd name="connsiteY5" fmla="*/ 587413 h 599363"/>
              <a:gd name="connsiteX6" fmla="*/ 1102291 w 1099871"/>
              <a:gd name="connsiteY6" fmla="*/ 264811 h 599363"/>
              <a:gd name="connsiteX7" fmla="*/ 1093703 w 1099871"/>
              <a:gd name="connsiteY7" fmla="*/ 240237 h 599363"/>
              <a:gd name="connsiteX8" fmla="*/ 99195 w 1099871"/>
              <a:gd name="connsiteY8" fmla="*/ 730 h 599363"/>
              <a:gd name="connsiteX9" fmla="*/ 2466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4663" y="2098"/>
                </a:moveTo>
                <a:cubicBezTo>
                  <a:pt x="12426" y="2617"/>
                  <a:pt x="4459" y="8469"/>
                  <a:pt x="4446" y="21022"/>
                </a:cubicBezTo>
                <a:lnTo>
                  <a:pt x="4028" y="580801"/>
                </a:lnTo>
                <a:cubicBezTo>
                  <a:pt x="4016" y="590592"/>
                  <a:pt x="10767" y="599421"/>
                  <a:pt x="21141" y="599421"/>
                </a:cubicBezTo>
                <a:lnTo>
                  <a:pt x="983209" y="600092"/>
                </a:lnTo>
                <a:cubicBezTo>
                  <a:pt x="991861" y="600092"/>
                  <a:pt x="998752" y="599282"/>
                  <a:pt x="1002805" y="587413"/>
                </a:cubicBezTo>
                <a:cubicBezTo>
                  <a:pt x="1002805" y="587413"/>
                  <a:pt x="1100569" y="270561"/>
                  <a:pt x="1102291" y="264811"/>
                </a:cubicBezTo>
                <a:cubicBezTo>
                  <a:pt x="1105914" y="252790"/>
                  <a:pt x="1103571" y="246773"/>
                  <a:pt x="1093703" y="240237"/>
                </a:cubicBezTo>
                <a:cubicBezTo>
                  <a:pt x="780525" y="31485"/>
                  <a:pt x="312000" y="869"/>
                  <a:pt x="99195" y="730"/>
                </a:cubicBezTo>
                <a:cubicBezTo>
                  <a:pt x="68680" y="705"/>
                  <a:pt x="43448" y="1313"/>
                  <a:pt x="24663" y="2098"/>
                </a:cubicBezTo>
              </a:path>
            </a:pathLst>
          </a:custGeom>
          <a:solidFill>
            <a:srgbClr val="003865"/>
          </a:solidFill>
          <a:ln w="12667"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01A680D8-BB42-DF47-C6BF-71F745964BB0}"/>
              </a:ext>
            </a:extLst>
          </p:cNvPr>
          <p:cNvSpPr>
            <a:spLocks noChangeAspect="1"/>
          </p:cNvSpPr>
          <p:nvPr/>
        </p:nvSpPr>
        <p:spPr>
          <a:xfrm>
            <a:off x="10435268" y="3733104"/>
            <a:ext cx="1099871" cy="599363"/>
          </a:xfrm>
          <a:custGeom>
            <a:avLst/>
            <a:gdLst>
              <a:gd name="connsiteX0" fmla="*/ 25143 w 1099871"/>
              <a:gd name="connsiteY0" fmla="*/ 2098 h 599363"/>
              <a:gd name="connsiteX1" fmla="*/ 4927 w 1099871"/>
              <a:gd name="connsiteY1" fmla="*/ 21022 h 599363"/>
              <a:gd name="connsiteX2" fmla="*/ 4509 w 1099871"/>
              <a:gd name="connsiteY2" fmla="*/ 580801 h 599363"/>
              <a:gd name="connsiteX3" fmla="*/ 21622 w 1099871"/>
              <a:gd name="connsiteY3" fmla="*/ 599421 h 599363"/>
              <a:gd name="connsiteX4" fmla="*/ 983690 w 1099871"/>
              <a:gd name="connsiteY4" fmla="*/ 600092 h 599363"/>
              <a:gd name="connsiteX5" fmla="*/ 1003286 w 1099871"/>
              <a:gd name="connsiteY5" fmla="*/ 587413 h 599363"/>
              <a:gd name="connsiteX6" fmla="*/ 1102772 w 1099871"/>
              <a:gd name="connsiteY6" fmla="*/ 264811 h 599363"/>
              <a:gd name="connsiteX7" fmla="*/ 1094184 w 1099871"/>
              <a:gd name="connsiteY7" fmla="*/ 240237 h 599363"/>
              <a:gd name="connsiteX8" fmla="*/ 99676 w 1099871"/>
              <a:gd name="connsiteY8" fmla="*/ 730 h 599363"/>
              <a:gd name="connsiteX9" fmla="*/ 25143 w 1099871"/>
              <a:gd name="connsiteY9" fmla="*/ 2098 h 59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871" h="599363">
                <a:moveTo>
                  <a:pt x="25143" y="2098"/>
                </a:moveTo>
                <a:cubicBezTo>
                  <a:pt x="12907" y="2617"/>
                  <a:pt x="4940" y="8469"/>
                  <a:pt x="4927" y="21022"/>
                </a:cubicBezTo>
                <a:lnTo>
                  <a:pt x="4509" y="580801"/>
                </a:lnTo>
                <a:cubicBezTo>
                  <a:pt x="4496" y="590592"/>
                  <a:pt x="11248" y="599421"/>
                  <a:pt x="21622" y="599421"/>
                </a:cubicBezTo>
                <a:lnTo>
                  <a:pt x="983690" y="600092"/>
                </a:lnTo>
                <a:cubicBezTo>
                  <a:pt x="992341" y="600092"/>
                  <a:pt x="999232" y="599282"/>
                  <a:pt x="1003286" y="587413"/>
                </a:cubicBezTo>
                <a:cubicBezTo>
                  <a:pt x="1003286" y="587413"/>
                  <a:pt x="1101049" y="270561"/>
                  <a:pt x="1102772" y="264811"/>
                </a:cubicBezTo>
                <a:cubicBezTo>
                  <a:pt x="1106395" y="252790"/>
                  <a:pt x="1104051" y="246773"/>
                  <a:pt x="1094184" y="240237"/>
                </a:cubicBezTo>
                <a:cubicBezTo>
                  <a:pt x="781006" y="31485"/>
                  <a:pt x="312481" y="869"/>
                  <a:pt x="99676" y="730"/>
                </a:cubicBezTo>
                <a:cubicBezTo>
                  <a:pt x="69161" y="705"/>
                  <a:pt x="43928" y="1313"/>
                  <a:pt x="25143" y="2098"/>
                </a:cubicBezTo>
              </a:path>
            </a:pathLst>
          </a:custGeom>
          <a:solidFill>
            <a:srgbClr val="154734"/>
          </a:solidFill>
          <a:ln w="12667" cap="flat">
            <a:noFill/>
            <a:prstDash val="solid"/>
            <a:miter/>
          </a:ln>
        </p:spPr>
        <p:txBody>
          <a:bodyPr rtlCol="0" anchor="ctr"/>
          <a:lstStyle/>
          <a:p>
            <a:endParaRPr lang="fr-FR"/>
          </a:p>
        </p:txBody>
      </p:sp>
      <p:sp>
        <p:nvSpPr>
          <p:cNvPr id="2" name="Titre 1">
            <a:extLst>
              <a:ext uri="{FF2B5EF4-FFF2-40B4-BE49-F238E27FC236}">
                <a16:creationId xmlns:a16="http://schemas.microsoft.com/office/drawing/2014/main" id="{E9F1C968-10B2-613A-7D5C-B547C715559C}"/>
              </a:ext>
            </a:extLst>
          </p:cNvPr>
          <p:cNvSpPr>
            <a:spLocks noGrp="1"/>
          </p:cNvSpPr>
          <p:nvPr>
            <p:ph type="title" hasCustomPrompt="1"/>
          </p:nvPr>
        </p:nvSpPr>
        <p:spPr/>
        <p:txBody>
          <a:bodyPr/>
          <a:lstStyle>
            <a:lvl1pPr>
              <a:defRPr/>
            </a:lvl1pPr>
          </a:lstStyle>
          <a:p>
            <a:r>
              <a:rPr lang="fr-FR"/>
              <a:t>Boite à outils </a:t>
            </a:r>
          </a:p>
        </p:txBody>
      </p:sp>
    </p:spTree>
    <p:extLst>
      <p:ext uri="{BB962C8B-B14F-4D97-AF65-F5344CB8AC3E}">
        <p14:creationId xmlns:p14="http://schemas.microsoft.com/office/powerpoint/2010/main" val="2251278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theme" Target="../theme/theme2.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image" Target="../media/image16.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image" Target="../media/image3.png"/><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image" Target="../media/image2.svg"/><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theme" Target="../theme/theme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130.xml"/><Relationship Id="rId18" Type="http://schemas.openxmlformats.org/officeDocument/2006/relationships/slideLayout" Target="../slideLayouts/slideLayout180.xml"/><Relationship Id="rId26" Type="http://schemas.openxmlformats.org/officeDocument/2006/relationships/image" Target="../media/image1.emf"/><Relationship Id="rId3" Type="http://schemas.openxmlformats.org/officeDocument/2006/relationships/slideLayout" Target="../slideLayouts/slideLayout310.xml"/><Relationship Id="rId21" Type="http://schemas.openxmlformats.org/officeDocument/2006/relationships/slideLayout" Target="../slideLayouts/slideLayout210.xml"/><Relationship Id="rId7" Type="http://schemas.openxmlformats.org/officeDocument/2006/relationships/slideLayout" Target="../slideLayouts/slideLayout70.xml"/><Relationship Id="rId12" Type="http://schemas.openxmlformats.org/officeDocument/2006/relationships/slideLayout" Target="../slideLayouts/slideLayout120.xml"/><Relationship Id="rId17" Type="http://schemas.openxmlformats.org/officeDocument/2006/relationships/slideLayout" Target="../slideLayouts/slideLayout170.xml"/><Relationship Id="rId25" Type="http://schemas.openxmlformats.org/officeDocument/2006/relationships/oleObject" Target="../embeddings/oleObject10.bin"/><Relationship Id="rId2" Type="http://schemas.openxmlformats.org/officeDocument/2006/relationships/slideLayout" Target="../slideLayouts/slideLayout211.xml"/><Relationship Id="rId16" Type="http://schemas.openxmlformats.org/officeDocument/2006/relationships/slideLayout" Target="../slideLayouts/slideLayout160.xml"/><Relationship Id="rId20" Type="http://schemas.openxmlformats.org/officeDocument/2006/relationships/slideLayout" Target="../slideLayouts/slideLayout200.xml"/><Relationship Id="rId1" Type="http://schemas.openxmlformats.org/officeDocument/2006/relationships/slideLayout" Target="../slideLayouts/slideLayout110.xml"/><Relationship Id="rId6" Type="http://schemas.openxmlformats.org/officeDocument/2006/relationships/slideLayout" Target="../slideLayouts/slideLayout69.xml"/><Relationship Id="rId11" Type="http://schemas.openxmlformats.org/officeDocument/2006/relationships/slideLayout" Target="../slideLayouts/slideLayout111.xml"/><Relationship Id="rId24" Type="http://schemas.openxmlformats.org/officeDocument/2006/relationships/tags" Target="../tags/tag10.xml"/><Relationship Id="rId5" Type="http://schemas.openxmlformats.org/officeDocument/2006/relationships/slideLayout" Target="../slideLayouts/slideLayout510.xml"/><Relationship Id="rId15" Type="http://schemas.openxmlformats.org/officeDocument/2006/relationships/slideLayout" Target="../slideLayouts/slideLayout150.xml"/><Relationship Id="rId23" Type="http://schemas.openxmlformats.org/officeDocument/2006/relationships/theme" Target="../theme/theme10.xml"/><Relationship Id="rId28" Type="http://schemas.openxmlformats.org/officeDocument/2006/relationships/image" Target="../media/image3.png"/><Relationship Id="rId10" Type="http://schemas.openxmlformats.org/officeDocument/2006/relationships/slideLayout" Target="../slideLayouts/slideLayout100.xml"/><Relationship Id="rId19" Type="http://schemas.openxmlformats.org/officeDocument/2006/relationships/slideLayout" Target="../slideLayouts/slideLayout190.xml"/><Relationship Id="rId4" Type="http://schemas.openxmlformats.org/officeDocument/2006/relationships/slideLayout" Target="../slideLayouts/slideLayout410.xml"/><Relationship Id="rId9" Type="http://schemas.openxmlformats.org/officeDocument/2006/relationships/slideLayout" Target="../slideLayouts/slideLayout90.xml"/><Relationship Id="rId14" Type="http://schemas.openxmlformats.org/officeDocument/2006/relationships/slideLayout" Target="../slideLayouts/slideLayout140.xml"/><Relationship Id="rId22" Type="http://schemas.openxmlformats.org/officeDocument/2006/relationships/slideLayout" Target="../slideLayouts/slideLayout220.xml"/><Relationship Id="rId27" Type="http://schemas.openxmlformats.org/officeDocument/2006/relationships/image" Target="../media/image2.svg"/></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550.xml"/><Relationship Id="rId13" Type="http://schemas.openxmlformats.org/officeDocument/2006/relationships/slideLayout" Target="../slideLayouts/slideLayout600.xml"/><Relationship Id="rId18" Type="http://schemas.openxmlformats.org/officeDocument/2006/relationships/slideLayout" Target="../slideLayouts/slideLayout650.xml"/><Relationship Id="rId3" Type="http://schemas.openxmlformats.org/officeDocument/2006/relationships/slideLayout" Target="../slideLayouts/slideLayout500.xml"/><Relationship Id="rId21" Type="http://schemas.openxmlformats.org/officeDocument/2006/relationships/slideLayout" Target="../slideLayouts/slideLayout680.xml"/><Relationship Id="rId7" Type="http://schemas.openxmlformats.org/officeDocument/2006/relationships/slideLayout" Target="../slideLayouts/slideLayout540.xml"/><Relationship Id="rId12" Type="http://schemas.openxmlformats.org/officeDocument/2006/relationships/slideLayout" Target="../slideLayouts/slideLayout590.xml"/><Relationship Id="rId17" Type="http://schemas.openxmlformats.org/officeDocument/2006/relationships/slideLayout" Target="../slideLayouts/slideLayout640.xml"/><Relationship Id="rId2" Type="http://schemas.openxmlformats.org/officeDocument/2006/relationships/slideLayout" Target="../slideLayouts/slideLayout490.xml"/><Relationship Id="rId16" Type="http://schemas.openxmlformats.org/officeDocument/2006/relationships/slideLayout" Target="../slideLayouts/slideLayout630.xml"/><Relationship Id="rId20" Type="http://schemas.openxmlformats.org/officeDocument/2006/relationships/slideLayout" Target="../slideLayouts/slideLayout670.xml"/><Relationship Id="rId1" Type="http://schemas.openxmlformats.org/officeDocument/2006/relationships/slideLayout" Target="../slideLayouts/slideLayout480.xml"/><Relationship Id="rId6" Type="http://schemas.openxmlformats.org/officeDocument/2006/relationships/slideLayout" Target="../slideLayouts/slideLayout530.xml"/><Relationship Id="rId11" Type="http://schemas.openxmlformats.org/officeDocument/2006/relationships/slideLayout" Target="../slideLayouts/slideLayout580.xml"/><Relationship Id="rId24" Type="http://schemas.openxmlformats.org/officeDocument/2006/relationships/image" Target="../media/image3.png"/><Relationship Id="rId5" Type="http://schemas.openxmlformats.org/officeDocument/2006/relationships/slideLayout" Target="../slideLayouts/slideLayout520.xml"/><Relationship Id="rId15" Type="http://schemas.openxmlformats.org/officeDocument/2006/relationships/slideLayout" Target="../slideLayouts/slideLayout620.xml"/><Relationship Id="rId23" Type="http://schemas.openxmlformats.org/officeDocument/2006/relationships/image" Target="../media/image2.svg"/><Relationship Id="rId10" Type="http://schemas.openxmlformats.org/officeDocument/2006/relationships/slideLayout" Target="../slideLayouts/slideLayout570.xml"/><Relationship Id="rId19" Type="http://schemas.openxmlformats.org/officeDocument/2006/relationships/slideLayout" Target="../slideLayouts/slideLayout660.xml"/><Relationship Id="rId4" Type="http://schemas.openxmlformats.org/officeDocument/2006/relationships/slideLayout" Target="../slideLayouts/slideLayout511.xml"/><Relationship Id="rId9" Type="http://schemas.openxmlformats.org/officeDocument/2006/relationships/slideLayout" Target="../slideLayouts/slideLayout560.xml"/><Relationship Id="rId14" Type="http://schemas.openxmlformats.org/officeDocument/2006/relationships/slideLayout" Target="../slideLayouts/slideLayout610.xml"/><Relationship Id="rId22" Type="http://schemas.openxmlformats.org/officeDocument/2006/relationships/theme" Target="../theme/theme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3C58787-B5AE-DE66-FC20-5625CC03317A}"/>
              </a:ext>
            </a:extLst>
          </p:cNvPr>
          <p:cNvGraphicFramePr>
            <a:graphicFrameLocks noChangeAspect="1"/>
          </p:cNvGraphicFramePr>
          <p:nvPr userDrawn="1">
            <p:custDataLst>
              <p:tags r:id="rId24"/>
            </p:custDataLst>
            <p:extLst>
              <p:ext uri="{D42A27DB-BD31-4B8C-83A1-F6EECF244321}">
                <p14:modId xmlns:p14="http://schemas.microsoft.com/office/powerpoint/2010/main" val="861750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5" imgW="404" imgH="405" progId="TCLayout.ActiveDocument.1">
                  <p:embed/>
                </p:oleObj>
              </mc:Choice>
              <mc:Fallback>
                <p:oleObj name="Diapositive think-cell" r:id="rId25" imgW="404" imgH="405" progId="TCLayout.ActiveDocument.1">
                  <p:embed/>
                  <p:pic>
                    <p:nvPicPr>
                      <p:cNvPr id="6" name="think-cell data - do not delete" hidden="1">
                        <a:extLst>
                          <a:ext uri="{FF2B5EF4-FFF2-40B4-BE49-F238E27FC236}">
                            <a16:creationId xmlns:a16="http://schemas.microsoft.com/office/drawing/2014/main" id="{23C58787-B5AE-DE66-FC20-5625CC03317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99295" y="6295350"/>
            <a:ext cx="550800" cy="288514"/>
          </a:xfrm>
          <a:prstGeom prst="rect">
            <a:avLst/>
          </a:prstGeom>
        </p:spPr>
      </p:pic>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8"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5" name="Rectangle 4">
            <a:extLst>
              <a:ext uri="{FF2B5EF4-FFF2-40B4-BE49-F238E27FC236}">
                <a16:creationId xmlns:a16="http://schemas.microsoft.com/office/drawing/2014/main" id="{011BBAF2-D8D9-3FD0-3F74-E0F7C44A6B33}"/>
              </a:ext>
            </a:extLst>
          </p:cNvPr>
          <p:cNvSpPr/>
          <p:nvPr userDrawn="1"/>
        </p:nvSpPr>
        <p:spPr>
          <a:xfrm>
            <a:off x="0" y="6240886"/>
            <a:ext cx="1142360"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6">
            <a:extLst>
              <a:ext uri="{FF2B5EF4-FFF2-40B4-BE49-F238E27FC236}">
                <a16:creationId xmlns:a16="http://schemas.microsoft.com/office/drawing/2014/main" id="{EA50C52D-508D-E3E2-EFA1-1867C2BEC5D4}"/>
              </a:ext>
            </a:extLst>
          </p:cNvPr>
          <p:cNvSpPr/>
          <p:nvPr userDrawn="1"/>
        </p:nvSpPr>
        <p:spPr>
          <a:xfrm>
            <a:off x="881829" y="6294838"/>
            <a:ext cx="1923893"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Tree>
    <p:extLst>
      <p:ext uri="{BB962C8B-B14F-4D97-AF65-F5344CB8AC3E}">
        <p14:creationId xmlns:p14="http://schemas.microsoft.com/office/powerpoint/2010/main" val="255525130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861" r:id="rId22"/>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719668" y="647700"/>
            <a:ext cx="10752667" cy="620184"/>
          </a:xfrm>
          <a:prstGeom prst="rect">
            <a:avLst/>
          </a:prstGeom>
        </p:spPr>
        <p:txBody>
          <a:bodyPr vert="horz" wrap="square" lIns="0" tIns="0" rIns="0" bIns="0" numCol="1" anchor="t" anchorCtr="0" compatLnSpc="1">
            <a:prstTxWarp prst="textNoShape">
              <a:avLst/>
            </a:prstTxWarp>
            <a:normAutofit/>
          </a:bodyPr>
          <a:lstStyle/>
          <a:p>
            <a:pPr lvl="0"/>
            <a:r>
              <a:rPr lang="fr-FR" altLang="fr-FR"/>
              <a:t>Titre</a:t>
            </a:r>
          </a:p>
        </p:txBody>
      </p:sp>
      <p:sp>
        <p:nvSpPr>
          <p:cNvPr id="4" name="Espace réservé de la date 3"/>
          <p:cNvSpPr>
            <a:spLocks noGrp="1"/>
          </p:cNvSpPr>
          <p:nvPr>
            <p:ph type="dt" sz="half" idx="2"/>
          </p:nvPr>
        </p:nvSpPr>
        <p:spPr bwMode="gray">
          <a:xfrm>
            <a:off x="719680" y="6417735"/>
            <a:ext cx="10225617" cy="215900"/>
          </a:xfrm>
          <a:prstGeom prst="rect">
            <a:avLst/>
          </a:prstGeom>
        </p:spPr>
        <p:txBody>
          <a:bodyPr vert="horz" wrap="square" lIns="0" tIns="0" rIns="0" bIns="0" numCol="1" anchor="t" anchorCtr="0" compatLnSpc="1">
            <a:prstTxWarp prst="textNoShape">
              <a:avLst/>
            </a:prstTxWarp>
            <a:noAutofit/>
          </a:bodyPr>
          <a:lstStyle>
            <a:lvl1pPr marL="0" marR="0" indent="0" algn="l" defTabSz="908712" rtl="0" eaLnBrk="1" fontAlgn="base" latinLnBrk="0" hangingPunct="1">
              <a:lnSpc>
                <a:spcPct val="114000"/>
              </a:lnSpc>
              <a:spcBef>
                <a:spcPct val="0"/>
              </a:spcBef>
              <a:spcAft>
                <a:spcPct val="0"/>
              </a:spcAft>
              <a:buClrTx/>
              <a:buSzTx/>
              <a:buFontTx/>
              <a:buNone/>
              <a:tabLst/>
              <a:defRPr sz="800">
                <a:latin typeface="Avenir LT Std 45 Book" charset="0"/>
              </a:defRPr>
            </a:lvl1pPr>
          </a:lstStyle>
          <a:p>
            <a:endParaRPr lang="fr-FR">
              <a:solidFill>
                <a:srgbClr val="3C3732"/>
              </a:solidFill>
              <a:ea typeface="ＭＳ Ｐゴシック" charset="-128"/>
            </a:endParaRPr>
          </a:p>
        </p:txBody>
      </p:sp>
      <p:sp>
        <p:nvSpPr>
          <p:cNvPr id="6" name="Espace réservé du numéro de diapositive 5"/>
          <p:cNvSpPr>
            <a:spLocks noGrp="1"/>
          </p:cNvSpPr>
          <p:nvPr>
            <p:ph type="sldNum" sz="quarter" idx="4"/>
          </p:nvPr>
        </p:nvSpPr>
        <p:spPr bwMode="gray">
          <a:xfrm>
            <a:off x="239184" y="6417735"/>
            <a:ext cx="480483" cy="215900"/>
          </a:xfrm>
          <a:prstGeom prst="rect">
            <a:avLst/>
          </a:prstGeom>
        </p:spPr>
        <p:txBody>
          <a:bodyPr vert="horz" wrap="square" lIns="0" tIns="0" rIns="0" bIns="0" numCol="1" anchor="t" anchorCtr="0" compatLnSpc="1">
            <a:prstTxWarp prst="textNoShape">
              <a:avLst/>
            </a:prstTxWarp>
            <a:noAutofit/>
          </a:bodyPr>
          <a:lstStyle>
            <a:lvl1pPr eaLnBrk="1" hangingPunct="1">
              <a:lnSpc>
                <a:spcPct val="114000"/>
              </a:lnSpc>
              <a:defRPr sz="800" smtClean="0">
                <a:latin typeface="Avenir LT Std 45 Book" charset="0"/>
              </a:defRPr>
            </a:lvl1pPr>
          </a:lstStyle>
          <a:p>
            <a:pPr defTabSz="908921" fontAlgn="base">
              <a:spcBef>
                <a:spcPct val="0"/>
              </a:spcBef>
              <a:spcAft>
                <a:spcPct val="0"/>
              </a:spcAft>
              <a:defRPr/>
            </a:pPr>
            <a:fld id="{5BD38B1A-CBD8-6543-AD5A-FB93F4179C7E}" type="slidenum">
              <a:rPr lang="fr-FR" altLang="fr-FR" smtClean="0">
                <a:solidFill>
                  <a:srgbClr val="3C3732"/>
                </a:solidFill>
                <a:ea typeface="ＭＳ Ｐゴシック" charset="-128"/>
              </a:rPr>
              <a:pPr defTabSz="908921" fontAlgn="base">
                <a:spcBef>
                  <a:spcPct val="0"/>
                </a:spcBef>
                <a:spcAft>
                  <a:spcPct val="0"/>
                </a:spcAft>
                <a:defRPr/>
              </a:pPr>
              <a:t>‹N°›</a:t>
            </a:fld>
            <a:endParaRPr lang="fr-FR" altLang="fr-FR">
              <a:solidFill>
                <a:srgbClr val="3C3732"/>
              </a:solidFill>
              <a:ea typeface="ＭＳ Ｐゴシック" charset="-128"/>
            </a:endParaRPr>
          </a:p>
        </p:txBody>
      </p:sp>
      <p:sp>
        <p:nvSpPr>
          <p:cNvPr id="17414" name="Espace réservé du texte 2"/>
          <p:cNvSpPr>
            <a:spLocks noGrp="1"/>
          </p:cNvSpPr>
          <p:nvPr>
            <p:ph type="body" idx="1"/>
          </p:nvPr>
        </p:nvSpPr>
        <p:spPr bwMode="gray">
          <a:xfrm>
            <a:off x="719668" y="2324103"/>
            <a:ext cx="10752667" cy="364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fr-FR" altLang="fr-FR"/>
              <a:t>Texte de niveau 1</a:t>
            </a:r>
          </a:p>
          <a:p>
            <a:pPr lvl="1"/>
            <a:r>
              <a:rPr lang="fr-FR" altLang="fr-FR"/>
              <a:t>Texte de niveau 2</a:t>
            </a:r>
          </a:p>
          <a:p>
            <a:pPr lvl="2"/>
            <a:r>
              <a:rPr lang="fr-FR" altLang="fr-FR"/>
              <a:t>Texte de niveau 3</a:t>
            </a:r>
          </a:p>
          <a:p>
            <a:pPr lvl="3"/>
            <a:r>
              <a:rPr lang="fr-FR" altLang="fr-FR"/>
              <a:t>Texte de niveau 4</a:t>
            </a:r>
          </a:p>
          <a:p>
            <a:pPr lvl="4"/>
            <a:r>
              <a:rPr lang="fr-FR" altLang="fr-FR"/>
              <a:t>Texte de niveau 5</a:t>
            </a:r>
          </a:p>
        </p:txBody>
      </p:sp>
      <p:sp>
        <p:nvSpPr>
          <p:cNvPr id="9" name="Rectangle 8"/>
          <p:cNvSpPr/>
          <p:nvPr/>
        </p:nvSpPr>
        <p:spPr bwMode="gray">
          <a:xfrm>
            <a:off x="524973" y="6417735"/>
            <a:ext cx="192619"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lvl1pPr>
              <a:defRPr>
                <a:solidFill>
                  <a:schemeClr val="tx1"/>
                </a:solidFill>
                <a:latin typeface="Avenir LT Std 45 Book" charset="0"/>
                <a:ea typeface="ＭＳ Ｐゴシック" charset="-128"/>
              </a:defRPr>
            </a:lvl1pPr>
            <a:lvl2pPr marL="37931725" indent="-37474525">
              <a:defRPr>
                <a:solidFill>
                  <a:schemeClr val="tx1"/>
                </a:solidFill>
                <a:latin typeface="Avenir LT Std 45 Book" charset="0"/>
                <a:ea typeface="ＭＳ Ｐゴシック" charset="-128"/>
              </a:defRPr>
            </a:lvl2pPr>
            <a:lvl3pPr>
              <a:defRPr>
                <a:solidFill>
                  <a:schemeClr val="tx1"/>
                </a:solidFill>
                <a:latin typeface="Avenir LT Std 45 Book" charset="0"/>
                <a:ea typeface="ＭＳ Ｐゴシック" charset="-128"/>
              </a:defRPr>
            </a:lvl3pPr>
            <a:lvl4pPr>
              <a:defRPr>
                <a:solidFill>
                  <a:schemeClr val="tx1"/>
                </a:solidFill>
                <a:latin typeface="Avenir LT Std 45 Book" charset="0"/>
                <a:ea typeface="ＭＳ Ｐゴシック" charset="-128"/>
              </a:defRPr>
            </a:lvl4pPr>
            <a:lvl5pPr>
              <a:defRPr>
                <a:solidFill>
                  <a:schemeClr val="tx1"/>
                </a:solidFill>
                <a:latin typeface="Avenir LT Std 45 Book" charset="0"/>
                <a:ea typeface="ＭＳ Ｐゴシック" charset="-128"/>
              </a:defRPr>
            </a:lvl5pPr>
            <a:lvl6pPr marL="457200" fontAlgn="base">
              <a:spcBef>
                <a:spcPct val="0"/>
              </a:spcBef>
              <a:spcAft>
                <a:spcPct val="0"/>
              </a:spcAft>
              <a:defRPr>
                <a:solidFill>
                  <a:schemeClr val="tx1"/>
                </a:solidFill>
                <a:latin typeface="Avenir LT Std 45 Book" charset="0"/>
                <a:ea typeface="ＭＳ Ｐゴシック" charset="-128"/>
              </a:defRPr>
            </a:lvl6pPr>
            <a:lvl7pPr marL="914400" fontAlgn="base">
              <a:spcBef>
                <a:spcPct val="0"/>
              </a:spcBef>
              <a:spcAft>
                <a:spcPct val="0"/>
              </a:spcAft>
              <a:defRPr>
                <a:solidFill>
                  <a:schemeClr val="tx1"/>
                </a:solidFill>
                <a:latin typeface="Avenir LT Std 45 Book" charset="0"/>
                <a:ea typeface="ＭＳ Ｐゴシック" charset="-128"/>
              </a:defRPr>
            </a:lvl7pPr>
            <a:lvl8pPr marL="1371600" fontAlgn="base">
              <a:spcBef>
                <a:spcPct val="0"/>
              </a:spcBef>
              <a:spcAft>
                <a:spcPct val="0"/>
              </a:spcAft>
              <a:defRPr>
                <a:solidFill>
                  <a:schemeClr val="tx1"/>
                </a:solidFill>
                <a:latin typeface="Avenir LT Std 45 Book" charset="0"/>
                <a:ea typeface="ＭＳ Ｐゴシック" charset="-128"/>
              </a:defRPr>
            </a:lvl8pPr>
            <a:lvl9pPr marL="1828800" fontAlgn="base">
              <a:spcBef>
                <a:spcPct val="0"/>
              </a:spcBef>
              <a:spcAft>
                <a:spcPct val="0"/>
              </a:spcAft>
              <a:defRPr>
                <a:solidFill>
                  <a:schemeClr val="tx1"/>
                </a:solidFill>
                <a:latin typeface="Avenir LT Std 45 Book" charset="0"/>
                <a:ea typeface="ＭＳ Ｐゴシック" charset="-128"/>
              </a:defRPr>
            </a:lvl9pPr>
          </a:lstStyle>
          <a:p>
            <a:pPr algn="ctr" defTabSz="908921" fontAlgn="base">
              <a:lnSpc>
                <a:spcPct val="114000"/>
              </a:lnSpc>
              <a:spcBef>
                <a:spcPct val="0"/>
              </a:spcBef>
              <a:spcAft>
                <a:spcPct val="0"/>
              </a:spcAft>
              <a:defRPr/>
            </a:pPr>
            <a:r>
              <a:rPr lang="fr-FR" altLang="fr-FR" sz="800" b="1">
                <a:solidFill>
                  <a:srgbClr val="3C3732"/>
                </a:solidFill>
              </a:rPr>
              <a:t>–</a:t>
            </a:r>
          </a:p>
        </p:txBody>
      </p:sp>
      <p:pic>
        <p:nvPicPr>
          <p:cNvPr id="17416" name="Image 10" descr="logo_sncf.png"/>
          <p:cNvPicPr>
            <a:picLocks noChangeAspect="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1089259" y="5763687"/>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Espace réservé du pied de page 4"/>
          <p:cNvSpPr>
            <a:spLocks noGrp="1"/>
          </p:cNvSpPr>
          <p:nvPr>
            <p:ph type="ftr" sz="quarter" idx="3"/>
          </p:nvPr>
        </p:nvSpPr>
        <p:spPr bwMode="gray">
          <a:xfrm>
            <a:off x="239197" y="6172803"/>
            <a:ext cx="10706100" cy="215900"/>
          </a:xfrm>
          <a:prstGeom prst="rect">
            <a:avLst/>
          </a:prstGeom>
        </p:spPr>
        <p:txBody>
          <a:bodyPr vert="horz" wrap="none" lIns="0" tIns="0" rIns="0" bIns="0" numCol="1" anchor="b" anchorCtr="0" compatLnSpc="1">
            <a:prstTxWarp prst="textNoShape">
              <a:avLst/>
            </a:prstTxWarp>
            <a:noAutofit/>
          </a:bodyPr>
          <a:lstStyle>
            <a:lvl1pPr eaLnBrk="1" hangingPunct="1">
              <a:lnSpc>
                <a:spcPct val="90000"/>
              </a:lnSpc>
              <a:defRPr sz="800" smtClean="0">
                <a:solidFill>
                  <a:srgbClr val="A0A0A0"/>
                </a:solidFill>
                <a:latin typeface="Avenir LT Std 65 Medium" charset="0"/>
              </a:defRPr>
            </a:lvl1pPr>
          </a:lstStyle>
          <a:p>
            <a:pPr>
              <a:defRPr/>
            </a:pPr>
            <a:r>
              <a:rPr lang="fr-FR" i="1" cap="all">
                <a:solidFill>
                  <a:srgbClr val="3C3732"/>
                </a:solidFill>
                <a:latin typeface="Avenir LT Std 45 Book"/>
              </a:rPr>
              <a:t>Drh GROUPE SNCF- Pôle formation compétences et métiers</a:t>
            </a:r>
          </a:p>
        </p:txBody>
      </p:sp>
      <p:sp>
        <p:nvSpPr>
          <p:cNvPr id="3" name="MSIPCMContentMarking" descr="{&quot;HashCode&quot;:725156092,&quot;Placement&quot;:&quot;Footer&quot;,&quot;Top&quot;:519.343,&quot;Left&quot;:0.0,&quot;SlideWidth&quot;:960,&quot;SlideHeight&quot;:540}">
            <a:extLst>
              <a:ext uri="{FF2B5EF4-FFF2-40B4-BE49-F238E27FC236}">
                <a16:creationId xmlns:a16="http://schemas.microsoft.com/office/drawing/2014/main" id="{9F8022FE-5998-4A82-B6B5-45743E11123C}"/>
              </a:ext>
            </a:extLst>
          </p:cNvPr>
          <p:cNvSpPr txBox="1"/>
          <p:nvPr userDrawn="1"/>
        </p:nvSpPr>
        <p:spPr>
          <a:xfrm>
            <a:off x="0" y="6595656"/>
            <a:ext cx="650765" cy="262344"/>
          </a:xfrm>
          <a:prstGeom prst="rect">
            <a:avLst/>
          </a:prstGeom>
          <a:noFill/>
        </p:spPr>
        <p:txBody>
          <a:bodyPr vert="horz" wrap="square" lIns="0" tIns="0" rIns="0" bIns="0" rtlCol="0" anchor="ctr" anchorCtr="1">
            <a:spAutoFit/>
          </a:bodyPr>
          <a:lstStyle/>
          <a:p>
            <a:pPr algn="l">
              <a:spcBef>
                <a:spcPts val="0"/>
              </a:spcBef>
              <a:spcAft>
                <a:spcPts val="0"/>
              </a:spcAft>
            </a:pPr>
            <a:r>
              <a:rPr lang="fr-FR" sz="1000">
                <a:solidFill>
                  <a:srgbClr val="008000"/>
                </a:solidFill>
                <a:latin typeface="Calibri" panose="020F0502020204030204" pitchFamily="34" charset="0"/>
              </a:rPr>
              <a:t>Interne</a:t>
            </a:r>
          </a:p>
        </p:txBody>
      </p:sp>
    </p:spTree>
    <p:extLst>
      <p:ext uri="{BB962C8B-B14F-4D97-AF65-F5344CB8AC3E}">
        <p14:creationId xmlns:p14="http://schemas.microsoft.com/office/powerpoint/2010/main" val="3708809002"/>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884" r:id="rId25"/>
  </p:sldLayoutIdLst>
  <p:hf hdr="0" dt="0"/>
  <p:txStyles>
    <p:titleStyle>
      <a:lvl1pPr algn="l" rtl="0" eaLnBrk="0" fontAlgn="base" hangingPunct="0">
        <a:lnSpc>
          <a:spcPct val="90000"/>
        </a:lnSpc>
        <a:spcBef>
          <a:spcPct val="0"/>
        </a:spcBef>
        <a:spcAft>
          <a:spcPct val="0"/>
        </a:spcAft>
        <a:defRPr sz="3200" kern="1200" cap="all">
          <a:solidFill>
            <a:schemeClr val="accent1"/>
          </a:solidFill>
          <a:latin typeface="Avenir LT Std 65 Medium" pitchFamily="34" charset="0"/>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p:titleStyle>
    <p:bodyStyle>
      <a:lvl1pPr algn="l" rtl="0" eaLnBrk="0" fontAlgn="base" hangingPunct="0">
        <a:spcBef>
          <a:spcPct val="0"/>
        </a:spcBef>
        <a:spcAft>
          <a:spcPts val="500"/>
        </a:spcAft>
        <a:buFont typeface="Arial" charset="0"/>
        <a:defRPr sz="1300" b="1" kern="1200">
          <a:solidFill>
            <a:schemeClr val="accent1"/>
          </a:solidFill>
          <a:latin typeface="Avenir LT Std 65 Medium" pitchFamily="34" charset="0"/>
          <a:ea typeface="ＭＳ Ｐゴシック" charset="-128"/>
          <a:cs typeface="+mn-cs"/>
        </a:defRPr>
      </a:lvl1pPr>
      <a:lvl2pPr algn="l" rtl="0" eaLnBrk="0" fontAlgn="base" hangingPunct="0">
        <a:spcBef>
          <a:spcPct val="0"/>
        </a:spcBef>
        <a:spcAft>
          <a:spcPts val="500"/>
        </a:spcAft>
        <a:buFont typeface="Arial" charset="0"/>
        <a:defRPr sz="1300" kern="1200">
          <a:solidFill>
            <a:schemeClr val="tx1"/>
          </a:solidFill>
          <a:latin typeface="+mn-lt"/>
          <a:ea typeface="ＭＳ Ｐゴシック" charset="-128"/>
          <a:cs typeface="+mn-cs"/>
        </a:defRPr>
      </a:lvl2pPr>
      <a:lvl3pPr marL="141983" indent="-141983" algn="l" rtl="0" eaLnBrk="0" fontAlgn="base" hangingPunct="0">
        <a:spcBef>
          <a:spcPct val="0"/>
        </a:spcBef>
        <a:spcAft>
          <a:spcPts val="500"/>
        </a:spcAft>
        <a:buClr>
          <a:schemeClr val="accent1"/>
        </a:buClr>
        <a:buSzPct val="100000"/>
        <a:buFont typeface="Avenir LT Std 65 Medium" charset="0"/>
        <a:buChar char="+"/>
        <a:defRPr sz="1300" kern="1200">
          <a:solidFill>
            <a:schemeClr val="tx1"/>
          </a:solidFill>
          <a:latin typeface="+mn-lt"/>
          <a:ea typeface="ＭＳ Ｐゴシック" charset="-128"/>
          <a:cs typeface="+mn-cs"/>
        </a:defRPr>
      </a:lvl3pPr>
      <a:lvl4pPr marL="214551" indent="-70989" algn="l" rtl="0" eaLnBrk="0" fontAlgn="base" hangingPunct="0">
        <a:spcBef>
          <a:spcPct val="0"/>
        </a:spcBef>
        <a:spcAft>
          <a:spcPct val="0"/>
        </a:spcAft>
        <a:buClr>
          <a:schemeClr val="tx1"/>
        </a:buClr>
        <a:buSzPct val="75000"/>
        <a:buFont typeface="Arial" charset="0"/>
        <a:buChar char="•"/>
        <a:defRPr sz="1200" kern="1200">
          <a:solidFill>
            <a:schemeClr val="tx1"/>
          </a:solidFill>
          <a:latin typeface="+mn-lt"/>
          <a:ea typeface="ＭＳ Ｐゴシック" charset="-128"/>
          <a:cs typeface="+mn-cs"/>
        </a:defRPr>
      </a:lvl4pPr>
      <a:lvl5pPr marL="214551" algn="l" rtl="0" eaLnBrk="0" fontAlgn="base" hangingPunct="0">
        <a:spcBef>
          <a:spcPct val="0"/>
        </a:spcBef>
        <a:spcAft>
          <a:spcPct val="0"/>
        </a:spcAft>
        <a:buSzPct val="100000"/>
        <a:buFont typeface="Arial" charset="0"/>
        <a:defRPr sz="1200" kern="1200">
          <a:solidFill>
            <a:schemeClr val="tx1"/>
          </a:solidFill>
          <a:latin typeface="+mn-lt"/>
          <a:ea typeface="ＭＳ Ｐゴシック" charset="-128"/>
          <a:cs typeface="+mn-cs"/>
        </a:defRPr>
      </a:lvl5pPr>
      <a:lvl6pPr marL="2498952"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53295"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07653"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62005" indent="-227173" algn="l" defTabSz="90871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08712" rtl="0" eaLnBrk="1" latinLnBrk="0" hangingPunct="1">
        <a:defRPr sz="1800" kern="1200">
          <a:solidFill>
            <a:schemeClr val="tx1"/>
          </a:solidFill>
          <a:latin typeface="+mn-lt"/>
          <a:ea typeface="+mn-ea"/>
          <a:cs typeface="+mn-cs"/>
        </a:defRPr>
      </a:lvl1pPr>
      <a:lvl2pPr marL="454358" algn="l" defTabSz="908712" rtl="0" eaLnBrk="1" latinLnBrk="0" hangingPunct="1">
        <a:defRPr sz="1800" kern="1200">
          <a:solidFill>
            <a:schemeClr val="tx1"/>
          </a:solidFill>
          <a:latin typeface="+mn-lt"/>
          <a:ea typeface="+mn-ea"/>
          <a:cs typeface="+mn-cs"/>
        </a:defRPr>
      </a:lvl2pPr>
      <a:lvl3pPr marL="908712" algn="l" defTabSz="908712" rtl="0" eaLnBrk="1" latinLnBrk="0" hangingPunct="1">
        <a:defRPr sz="1800" kern="1200">
          <a:solidFill>
            <a:schemeClr val="tx1"/>
          </a:solidFill>
          <a:latin typeface="+mn-lt"/>
          <a:ea typeface="+mn-ea"/>
          <a:cs typeface="+mn-cs"/>
        </a:defRPr>
      </a:lvl3pPr>
      <a:lvl4pPr marL="1363055" algn="l" defTabSz="908712" rtl="0" eaLnBrk="1" latinLnBrk="0" hangingPunct="1">
        <a:defRPr sz="1800" kern="1200">
          <a:solidFill>
            <a:schemeClr val="tx1"/>
          </a:solidFill>
          <a:latin typeface="+mn-lt"/>
          <a:ea typeface="+mn-ea"/>
          <a:cs typeface="+mn-cs"/>
        </a:defRPr>
      </a:lvl4pPr>
      <a:lvl5pPr marL="1817417" algn="l" defTabSz="908712" rtl="0" eaLnBrk="1" latinLnBrk="0" hangingPunct="1">
        <a:defRPr sz="1800" kern="1200">
          <a:solidFill>
            <a:schemeClr val="tx1"/>
          </a:solidFill>
          <a:latin typeface="+mn-lt"/>
          <a:ea typeface="+mn-ea"/>
          <a:cs typeface="+mn-cs"/>
        </a:defRPr>
      </a:lvl5pPr>
      <a:lvl6pPr marL="2271771" algn="l" defTabSz="908712" rtl="0" eaLnBrk="1" latinLnBrk="0" hangingPunct="1">
        <a:defRPr sz="1800" kern="1200">
          <a:solidFill>
            <a:schemeClr val="tx1"/>
          </a:solidFill>
          <a:latin typeface="+mn-lt"/>
          <a:ea typeface="+mn-ea"/>
          <a:cs typeface="+mn-cs"/>
        </a:defRPr>
      </a:lvl6pPr>
      <a:lvl7pPr marL="2726123" algn="l" defTabSz="908712" rtl="0" eaLnBrk="1" latinLnBrk="0" hangingPunct="1">
        <a:defRPr sz="1800" kern="1200">
          <a:solidFill>
            <a:schemeClr val="tx1"/>
          </a:solidFill>
          <a:latin typeface="+mn-lt"/>
          <a:ea typeface="+mn-ea"/>
          <a:cs typeface="+mn-cs"/>
        </a:defRPr>
      </a:lvl7pPr>
      <a:lvl8pPr marL="3180475" algn="l" defTabSz="908712" rtl="0" eaLnBrk="1" latinLnBrk="0" hangingPunct="1">
        <a:defRPr sz="1800" kern="1200">
          <a:solidFill>
            <a:schemeClr val="tx1"/>
          </a:solidFill>
          <a:latin typeface="+mn-lt"/>
          <a:ea typeface="+mn-ea"/>
          <a:cs typeface="+mn-cs"/>
        </a:defRPr>
      </a:lvl8pPr>
      <a:lvl9pPr marL="3634829" algn="l" defTabSz="90871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1248935" y="6374422"/>
            <a:ext cx="550800" cy="288514"/>
          </a:xfrm>
          <a:prstGeom prst="rect">
            <a:avLst/>
          </a:prstGeom>
        </p:spPr>
      </p:pic>
      <p:sp>
        <p:nvSpPr>
          <p:cNvPr id="8" name="Text Box 25">
            <a:extLst>
              <a:ext uri="{FF2B5EF4-FFF2-40B4-BE49-F238E27FC236}">
                <a16:creationId xmlns:a16="http://schemas.microsoft.com/office/drawing/2014/main" id="{B1460D98-B668-05CB-B88C-806C7F23F69C}"/>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2"/>
                </a:solidFill>
              </a:rPr>
              <a:t>DOCUMENT</a:t>
            </a:r>
            <a:r>
              <a:rPr lang="fr-FR" sz="900" b="0" baseline="0">
                <a:solidFill>
                  <a:schemeClr val="tx2"/>
                </a:solidFill>
              </a:rPr>
              <a:t> CONFIDENTIEL 2024 – page </a:t>
            </a:r>
            <a:fld id="{A1A6DFBC-6B76-4CF5-8DED-6C793B731C5F}" type="slidenum">
              <a:rPr lang="fr-FR" sz="900" b="0" baseline="0" smtClean="0">
                <a:solidFill>
                  <a:schemeClr val="tx2"/>
                </a:solidFill>
              </a:rPr>
              <a:t>‹N°›</a:t>
            </a:fld>
            <a:endParaRPr lang="fr-FR" sz="900" b="0">
              <a:solidFill>
                <a:schemeClr val="tx2"/>
              </a:solidFill>
            </a:endParaRPr>
          </a:p>
        </p:txBody>
      </p:sp>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659545723"/>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3C58787-B5AE-DE66-FC20-5625CC03317A}"/>
              </a:ext>
            </a:extLst>
          </p:cNvPr>
          <p:cNvGraphicFramePr>
            <a:graphicFrameLocks noChangeAspect="1"/>
          </p:cNvGraphicFramePr>
          <p:nvPr userDrawn="1">
            <p:custDataLst>
              <p:tags r:id="rId24"/>
            </p:custDataLst>
            <p:extLst>
              <p:ext uri="{D42A27DB-BD31-4B8C-83A1-F6EECF244321}">
                <p14:modId xmlns:p14="http://schemas.microsoft.com/office/powerpoint/2010/main" val="861750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5" imgW="404" imgH="405" progId="TCLayout.ActiveDocument.1">
                  <p:embed/>
                </p:oleObj>
              </mc:Choice>
              <mc:Fallback>
                <p:oleObj name="Diapositive think-cell" r:id="rId25" imgW="404" imgH="405" progId="TCLayout.ActiveDocument.1">
                  <p:embed/>
                  <p:pic>
                    <p:nvPicPr>
                      <p:cNvPr id="6" name="think-cell data - do not delete" hidden="1">
                        <a:extLst>
                          <a:ext uri="{FF2B5EF4-FFF2-40B4-BE49-F238E27FC236}">
                            <a16:creationId xmlns:a16="http://schemas.microsoft.com/office/drawing/2014/main" id="{23C58787-B5AE-DE66-FC20-5625CC03317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99295" y="6295350"/>
            <a:ext cx="550800" cy="288514"/>
          </a:xfrm>
          <a:prstGeom prst="rect">
            <a:avLst/>
          </a:prstGeom>
        </p:spPr>
      </p:pic>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8"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5" name="Rectangle 4">
            <a:extLst>
              <a:ext uri="{FF2B5EF4-FFF2-40B4-BE49-F238E27FC236}">
                <a16:creationId xmlns:a16="http://schemas.microsoft.com/office/drawing/2014/main" id="{011BBAF2-D8D9-3FD0-3F74-E0F7C44A6B33}"/>
              </a:ext>
            </a:extLst>
          </p:cNvPr>
          <p:cNvSpPr/>
          <p:nvPr userDrawn="1"/>
        </p:nvSpPr>
        <p:spPr>
          <a:xfrm>
            <a:off x="0" y="6240886"/>
            <a:ext cx="1142360"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7" name="Rectangle 6">
            <a:extLst>
              <a:ext uri="{FF2B5EF4-FFF2-40B4-BE49-F238E27FC236}">
                <a16:creationId xmlns:a16="http://schemas.microsoft.com/office/drawing/2014/main" id="{EA50C52D-508D-E3E2-EFA1-1867C2BEC5D4}"/>
              </a:ext>
            </a:extLst>
          </p:cNvPr>
          <p:cNvSpPr/>
          <p:nvPr userDrawn="1"/>
        </p:nvSpPr>
        <p:spPr>
          <a:xfrm>
            <a:off x="881829" y="6294838"/>
            <a:ext cx="1923893" cy="557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Tree>
    <p:extLst>
      <p:ext uri="{BB962C8B-B14F-4D97-AF65-F5344CB8AC3E}">
        <p14:creationId xmlns:p14="http://schemas.microsoft.com/office/powerpoint/2010/main" val="255525130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861" r:id="rId22"/>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7833" y="460051"/>
            <a:ext cx="11308752" cy="332399"/>
          </a:xfrm>
          <a:prstGeom prst="rect">
            <a:avLst/>
          </a:prstGeom>
        </p:spPr>
        <p:txBody>
          <a:bodyPr vert="horz" wrap="square" lIns="0" tIns="0" rIns="72000" bIns="0" rtlCol="0" anchor="ctr">
            <a:spAutoFit/>
          </a:bodyPr>
          <a:lstStyle/>
          <a:p>
            <a:r>
              <a:rPr lang="fr-FR"/>
              <a:t>Titre sur 2 lignes, </a:t>
            </a:r>
            <a:r>
              <a:rPr lang="fr-FR" err="1"/>
              <a:t>arial</a:t>
            </a:r>
            <a:r>
              <a:rPr lang="fr-FR"/>
              <a:t> 24 </a:t>
            </a:r>
          </a:p>
        </p:txBody>
      </p:sp>
      <p:pic>
        <p:nvPicPr>
          <p:cNvPr id="13" name="Graphique 12">
            <a:extLst>
              <a:ext uri="{FF2B5EF4-FFF2-40B4-BE49-F238E27FC236}">
                <a16:creationId xmlns:a16="http://schemas.microsoft.com/office/drawing/2014/main" id="{706F7AFA-1388-3546-CA49-889F40B14DE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1248935" y="6374422"/>
            <a:ext cx="550800" cy="288514"/>
          </a:xfrm>
          <a:prstGeom prst="rect">
            <a:avLst/>
          </a:prstGeom>
        </p:spPr>
      </p:pic>
      <p:sp>
        <p:nvSpPr>
          <p:cNvPr id="8" name="Text Box 25">
            <a:extLst>
              <a:ext uri="{FF2B5EF4-FFF2-40B4-BE49-F238E27FC236}">
                <a16:creationId xmlns:a16="http://schemas.microsoft.com/office/drawing/2014/main" id="{B1460D98-B668-05CB-B88C-806C7F23F69C}"/>
              </a:ext>
            </a:extLst>
          </p:cNvPr>
          <p:cNvSpPr txBox="1">
            <a:spLocks noChangeArrowheads="1"/>
          </p:cNvSpPr>
          <p:nvPr userDrawn="1"/>
        </p:nvSpPr>
        <p:spPr bwMode="auto">
          <a:xfrm>
            <a:off x="3771226" y="6557577"/>
            <a:ext cx="468106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23" rtl="0" eaLnBrk="1" fontAlgn="base" latinLnBrk="0" hangingPunct="1">
              <a:lnSpc>
                <a:spcPct val="100000"/>
              </a:lnSpc>
              <a:spcBef>
                <a:spcPct val="0"/>
              </a:spcBef>
              <a:spcAft>
                <a:spcPct val="0"/>
              </a:spcAft>
              <a:buClrTx/>
              <a:buSzTx/>
              <a:buFontTx/>
              <a:buNone/>
              <a:tabLst/>
              <a:defRPr/>
            </a:pPr>
            <a:r>
              <a:rPr lang="fr-FR" sz="900" b="0">
                <a:solidFill>
                  <a:schemeClr val="tx2"/>
                </a:solidFill>
              </a:rPr>
              <a:t>DOCUMENT</a:t>
            </a:r>
            <a:r>
              <a:rPr lang="fr-FR" sz="900" b="0" baseline="0">
                <a:solidFill>
                  <a:schemeClr val="tx2"/>
                </a:solidFill>
              </a:rPr>
              <a:t> CONFIDENTIEL 2024 – page </a:t>
            </a:r>
            <a:fld id="{A1A6DFBC-6B76-4CF5-8DED-6C793B731C5F}" type="slidenum">
              <a:rPr lang="fr-FR" sz="900" b="0" baseline="0" smtClean="0">
                <a:solidFill>
                  <a:schemeClr val="tx2"/>
                </a:solidFill>
              </a:rPr>
              <a:t>‹#›</a:t>
            </a:fld>
            <a:endParaRPr lang="fr-FR" sz="900" b="0">
              <a:solidFill>
                <a:schemeClr val="tx2"/>
              </a:solidFill>
            </a:endParaRPr>
          </a:p>
        </p:txBody>
      </p:sp>
      <p:pic>
        <p:nvPicPr>
          <p:cNvPr id="4" name="Image 3" descr="Une image contenant capture d’écran, Police, noir, Graphique&#10;&#10;Description générée automatiquement">
            <a:extLst>
              <a:ext uri="{FF2B5EF4-FFF2-40B4-BE49-F238E27FC236}">
                <a16:creationId xmlns:a16="http://schemas.microsoft.com/office/drawing/2014/main" id="{AD0B958B-FEBE-CE4F-E5DC-D76B5D287F8A}"/>
              </a:ext>
            </a:extLst>
          </p:cNvPr>
          <p:cNvPicPr>
            <a:picLocks noChangeAspect="1"/>
          </p:cNvPicPr>
          <p:nvPr userDrawn="1"/>
        </p:nvPicPr>
        <p:blipFill rotWithShape="1">
          <a:blip r:embed="rId24" cstate="email">
            <a:extLst>
              <a:ext uri="{28A0092B-C50C-407E-A947-70E740481C1C}">
                <a14:useLocalDpi xmlns:a14="http://schemas.microsoft.com/office/drawing/2010/main"/>
              </a:ext>
            </a:extLst>
          </a:blip>
          <a:srcRect/>
          <a:stretch/>
        </p:blipFill>
        <p:spPr>
          <a:xfrm>
            <a:off x="467832" y="6500382"/>
            <a:ext cx="2101747" cy="181255"/>
          </a:xfrm>
          <a:prstGeom prst="rect">
            <a:avLst/>
          </a:prstGeom>
        </p:spPr>
      </p:pic>
      <p:sp>
        <p:nvSpPr>
          <p:cNvPr id="3" name="Espace réservé du texte 2">
            <a:extLst>
              <a:ext uri="{FF2B5EF4-FFF2-40B4-BE49-F238E27FC236}">
                <a16:creationId xmlns:a16="http://schemas.microsoft.com/office/drawing/2014/main" id="{2F8962BC-30C5-72DF-9E67-A26A82062BE2}"/>
              </a:ext>
            </a:extLst>
          </p:cNvPr>
          <p:cNvSpPr>
            <a:spLocks noGrp="1"/>
          </p:cNvSpPr>
          <p:nvPr>
            <p:ph type="body" idx="1"/>
          </p:nvPr>
        </p:nvSpPr>
        <p:spPr>
          <a:xfrm>
            <a:off x="479425" y="1133856"/>
            <a:ext cx="11297160" cy="495896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659545723"/>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Lst>
  <p:hf hdr="0" dt="0"/>
  <p:txStyles>
    <p:title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p:titleStyle>
    <p:bodyStyle>
      <a:lvl1pPr marL="171450" indent="-171450" algn="l" defTabSz="914355" rtl="0" eaLnBrk="1" latinLnBrk="0" hangingPunct="1">
        <a:lnSpc>
          <a:spcPct val="114000"/>
        </a:lnSpc>
        <a:spcBef>
          <a:spcPts val="200"/>
        </a:spcBef>
        <a:spcAft>
          <a:spcPts val="0"/>
        </a:spcAft>
        <a:buClr>
          <a:schemeClr val="accent2"/>
        </a:buClr>
        <a:buFont typeface="Wingdings" panose="05000000000000000000" pitchFamily="2" charset="2"/>
        <a:buChar char="§"/>
        <a:defRPr sz="1200" b="0" i="0" kern="1200">
          <a:solidFill>
            <a:schemeClr val="tx2"/>
          </a:solidFill>
          <a:latin typeface="Arial" panose="020B0604020202020204" pitchFamily="34" charset="0"/>
          <a:ea typeface="+mn-ea"/>
          <a:cs typeface="Arial" panose="020B0604020202020204" pitchFamily="34" charset="0"/>
        </a:defRPr>
      </a:lvl1pPr>
      <a:lvl2pPr marL="360000" indent="-216000" algn="l" defTabSz="914355" rtl="0" eaLnBrk="1" latinLnBrk="0" hangingPunct="1">
        <a:lnSpc>
          <a:spcPct val="114000"/>
        </a:lnSpc>
        <a:spcBef>
          <a:spcPts val="200"/>
        </a:spcBef>
        <a:spcAft>
          <a:spcPts val="0"/>
        </a:spcAft>
        <a:buFont typeface="Wingdings" panose="05000000000000000000" pitchFamily="2" charset="2"/>
        <a:buChar char="§"/>
        <a:defRPr sz="1200" kern="1200">
          <a:solidFill>
            <a:schemeClr val="tx2"/>
          </a:solidFill>
          <a:latin typeface="Arial" panose="020B0604020202020204" pitchFamily="34" charset="0"/>
          <a:ea typeface="+mn-ea"/>
          <a:cs typeface="Arial" panose="020B0604020202020204" pitchFamily="34" charset="0"/>
        </a:defRPr>
      </a:lvl2pPr>
      <a:lvl3pPr marL="720000" indent="-180000" algn="l" defTabSz="914355" rtl="0" eaLnBrk="1" latinLnBrk="0" hangingPunct="1">
        <a:lnSpc>
          <a:spcPct val="114000"/>
        </a:lnSpc>
        <a:spcBef>
          <a:spcPts val="200"/>
        </a:spcBef>
        <a:spcAft>
          <a:spcPts val="0"/>
        </a:spcAft>
        <a:buFont typeface="Courier New" panose="02070309020205020404" pitchFamily="49" charset="0"/>
        <a:buChar char="o"/>
        <a:defRPr lang="fr-FR" sz="1200" kern="1200" smtClean="0">
          <a:solidFill>
            <a:schemeClr val="tx2"/>
          </a:solidFill>
          <a:latin typeface="Arial" panose="020B0604020202020204" pitchFamily="34" charset="0"/>
          <a:ea typeface="+mn-ea"/>
          <a:cs typeface="Arial" panose="020B0604020202020204" pitchFamily="34" charset="0"/>
        </a:defRPr>
      </a:lvl3pPr>
      <a:lvl4pPr marL="900000" indent="-180000" algn="l" defTabSz="914355" rtl="0" eaLnBrk="1" latinLnBrk="0" hangingPunct="1">
        <a:lnSpc>
          <a:spcPct val="114000"/>
        </a:lnSpc>
        <a:spcBef>
          <a:spcPts val="200"/>
        </a:spcBef>
        <a:spcAft>
          <a:spcPts val="0"/>
        </a:spcAft>
        <a:buFont typeface="Arial" panose="020B0604020202020204" pitchFamily="34" charset="0"/>
        <a:buChar char="•"/>
        <a:defRPr lang="fr-FR" sz="1200" kern="1200" dirty="0">
          <a:solidFill>
            <a:schemeClr val="tx2"/>
          </a:solidFill>
          <a:latin typeface="Arial" panose="020B0604020202020204" pitchFamily="34" charset="0"/>
          <a:ea typeface="+mn-ea"/>
          <a:cs typeface="Arial" panose="020B0604020202020204" pitchFamily="34" charset="0"/>
        </a:defRPr>
      </a:lvl4pPr>
      <a:lvl5pPr marL="0" indent="0" algn="l" defTabSz="914355" rtl="0" eaLnBrk="1" latinLnBrk="0" hangingPunct="1">
        <a:lnSpc>
          <a:spcPct val="101000"/>
        </a:lnSpc>
        <a:spcBef>
          <a:spcPts val="0"/>
        </a:spcBef>
        <a:buFont typeface="Arial" panose="020B0604020202020204" pitchFamily="34" charset="0"/>
        <a:buNone/>
        <a:defRPr sz="1200" kern="1200">
          <a:solidFill>
            <a:schemeClr val="tx2"/>
          </a:solidFill>
          <a:latin typeface="Arial" panose="020B0604020202020204" pitchFamily="34" charset="0"/>
          <a:ea typeface="+mn-ea"/>
          <a:cs typeface="Arial" panose="020B0604020202020204" pitchFamily="34" charset="0"/>
        </a:defRPr>
      </a:lvl5pPr>
      <a:lvl6pPr marL="895350" indent="-265113" algn="l" defTabSz="914355" rtl="0" eaLnBrk="1" latinLnBrk="0" hangingPunct="1">
        <a:lnSpc>
          <a:spcPct val="90000"/>
        </a:lnSpc>
        <a:spcBef>
          <a:spcPts val="500"/>
        </a:spcBef>
        <a:buFont typeface="Wingdings" panose="05000000000000000000" pitchFamily="2" charset="2"/>
        <a:buChar char="ü"/>
        <a:defRPr sz="11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6" orient="horz" pos="504">
          <p15:clr>
            <a:srgbClr val="F26B43"/>
          </p15:clr>
        </p15:guide>
        <p15:guide id="8" orient="horz" pos="2160">
          <p15:clr>
            <a:srgbClr val="F26B43"/>
          </p15:clr>
        </p15:guide>
        <p15:guide id="9" pos="302">
          <p15:clr>
            <a:srgbClr val="F26B43"/>
          </p15:clr>
        </p15:guide>
        <p15:guide id="10" pos="7423">
          <p15:clr>
            <a:srgbClr val="F26B43"/>
          </p15:clr>
        </p15:guide>
        <p15:guide id="11" orient="horz" pos="4020">
          <p15:clr>
            <a:srgbClr val="F26B43"/>
          </p15:clr>
        </p15:guide>
        <p15:guide id="12" orient="horz" pos="4201">
          <p15:clr>
            <a:srgbClr val="F26B43"/>
          </p15:clr>
        </p15:guide>
        <p15:guide id="13" pos="2252">
          <p15:clr>
            <a:srgbClr val="F26B43"/>
          </p15:clr>
        </p15:guide>
        <p15:guide id="15" pos="2479">
          <p15:clr>
            <a:srgbClr val="F26B43"/>
          </p15:clr>
        </p15:guide>
        <p15:guide id="16" orient="horz" pos="38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5.xml"/><Relationship Id="rId1" Type="http://schemas.openxmlformats.org/officeDocument/2006/relationships/slideLayout" Target="../slideLayouts/slideLayout22.xml"/><Relationship Id="rId5" Type="http://schemas.openxmlformats.org/officeDocument/2006/relationships/image" Target="../media/image24.png"/><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slide" Target="slide120.xml"/><Relationship Id="rId18" Type="http://schemas.openxmlformats.org/officeDocument/2006/relationships/image" Target="../media/image34.png"/><Relationship Id="rId26" Type="http://schemas.openxmlformats.org/officeDocument/2006/relationships/image" Target="../media/image360.png"/><Relationship Id="rId3" Type="http://schemas.openxmlformats.org/officeDocument/2006/relationships/image" Target="../media/image25.svg"/><Relationship Id="rId21" Type="http://schemas.openxmlformats.org/officeDocument/2006/relationships/image" Target="../media/image35.png"/><Relationship Id="rId7" Type="http://schemas.openxmlformats.org/officeDocument/2006/relationships/image" Target="../media/image29.svg"/><Relationship Id="rId12" Type="http://schemas.openxmlformats.org/officeDocument/2006/relationships/image" Target="../media/image32.png"/><Relationship Id="rId17" Type="http://schemas.openxmlformats.org/officeDocument/2006/relationships/image" Target="../media/image330.png"/><Relationship Id="rId25" Type="http://schemas.openxmlformats.org/officeDocument/2006/relationships/slide" Target="slide220.xml"/><Relationship Id="rId2" Type="http://schemas.openxmlformats.org/officeDocument/2006/relationships/notesSlide" Target="../notesSlides/notesSlide7.xml"/><Relationship Id="rId16" Type="http://schemas.openxmlformats.org/officeDocument/2006/relationships/slide" Target="slide130.xml"/><Relationship Id="rId20" Type="http://schemas.openxmlformats.org/officeDocument/2006/relationships/image" Target="../media/image340.png"/><Relationship Id="rId1" Type="http://schemas.openxmlformats.org/officeDocument/2006/relationships/slideLayout" Target="../slideLayouts/slideLayout22.xml"/><Relationship Id="rId6" Type="http://schemas.openxmlformats.org/officeDocument/2006/relationships/image" Target="../media/image28.svg"/><Relationship Id="rId11" Type="http://schemas.openxmlformats.org/officeDocument/2006/relationships/image" Target="../media/image310.png"/><Relationship Id="rId24" Type="http://schemas.openxmlformats.org/officeDocument/2006/relationships/image" Target="../media/image36.png"/><Relationship Id="rId5" Type="http://schemas.openxmlformats.org/officeDocument/2006/relationships/image" Target="../media/image27.svg"/><Relationship Id="rId15" Type="http://schemas.openxmlformats.org/officeDocument/2006/relationships/image" Target="../media/image33.png"/><Relationship Id="rId23" Type="http://schemas.openxmlformats.org/officeDocument/2006/relationships/image" Target="../media/image350.png"/><Relationship Id="rId10" Type="http://schemas.openxmlformats.org/officeDocument/2006/relationships/slide" Target="slide110.xml"/><Relationship Id="rId19" Type="http://schemas.openxmlformats.org/officeDocument/2006/relationships/slide" Target="slide140.xml"/><Relationship Id="rId4" Type="http://schemas.openxmlformats.org/officeDocument/2006/relationships/image" Target="../media/image26.svg"/><Relationship Id="rId9" Type="http://schemas.openxmlformats.org/officeDocument/2006/relationships/image" Target="../media/image31.png"/><Relationship Id="rId14" Type="http://schemas.openxmlformats.org/officeDocument/2006/relationships/image" Target="../media/image320.png"/><Relationship Id="rId22" Type="http://schemas.openxmlformats.org/officeDocument/2006/relationships/slide" Target="slide170.xml"/><Relationship Id="rId27" Type="http://schemas.openxmlformats.org/officeDocument/2006/relationships/image" Target="../media/image37.sv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430.png"/><Relationship Id="rId18" Type="http://schemas.openxmlformats.org/officeDocument/2006/relationships/slide" Target="slide250.xml"/><Relationship Id="rId3" Type="http://schemas.openxmlformats.org/officeDocument/2006/relationships/image" Target="../media/image38.svg"/><Relationship Id="rId21" Type="http://schemas.openxmlformats.org/officeDocument/2006/relationships/slide" Target="slide260.xml"/><Relationship Id="rId7" Type="http://schemas.openxmlformats.org/officeDocument/2006/relationships/image" Target="../media/image42.svg"/><Relationship Id="rId12" Type="http://schemas.openxmlformats.org/officeDocument/2006/relationships/slide" Target="slide230.xml"/><Relationship Id="rId17" Type="http://schemas.openxmlformats.org/officeDocument/2006/relationships/image" Target="../media/image45.png"/><Relationship Id="rId2" Type="http://schemas.openxmlformats.org/officeDocument/2006/relationships/notesSlide" Target="../notesSlides/notesSlide8.xml"/><Relationship Id="rId16" Type="http://schemas.openxmlformats.org/officeDocument/2006/relationships/image" Target="../media/image440.png"/><Relationship Id="rId20" Type="http://schemas.openxmlformats.org/officeDocument/2006/relationships/image" Target="../media/image46.png"/><Relationship Id="rId1" Type="http://schemas.openxmlformats.org/officeDocument/2006/relationships/slideLayout" Target="../slideLayouts/slideLayout22.xml"/><Relationship Id="rId6" Type="http://schemas.openxmlformats.org/officeDocument/2006/relationships/image" Target="../media/image41.svg"/><Relationship Id="rId11" Type="http://schemas.openxmlformats.org/officeDocument/2006/relationships/image" Target="../media/image43.png"/><Relationship Id="rId5" Type="http://schemas.openxmlformats.org/officeDocument/2006/relationships/image" Target="../media/image40.svg"/><Relationship Id="rId15" Type="http://schemas.openxmlformats.org/officeDocument/2006/relationships/slide" Target="slide240.xml"/><Relationship Id="rId23" Type="http://schemas.openxmlformats.org/officeDocument/2006/relationships/image" Target="../media/image37.svg"/><Relationship Id="rId10" Type="http://schemas.openxmlformats.org/officeDocument/2006/relationships/image" Target="../media/image310.png"/><Relationship Id="rId19" Type="http://schemas.openxmlformats.org/officeDocument/2006/relationships/image" Target="../media/image450.png"/><Relationship Id="rId4" Type="http://schemas.openxmlformats.org/officeDocument/2006/relationships/image" Target="../media/image39.svg"/><Relationship Id="rId9" Type="http://schemas.openxmlformats.org/officeDocument/2006/relationships/slide" Target="slide110.xml"/><Relationship Id="rId14" Type="http://schemas.openxmlformats.org/officeDocument/2006/relationships/image" Target="../media/image44.png"/><Relationship Id="rId22" Type="http://schemas.openxmlformats.org/officeDocument/2006/relationships/image" Target="../media/image460.png"/></Relationships>
</file>

<file path=ppt/slides/_rels/slide9.xml.rels><?xml version="1.0" encoding="UTF-8" standalone="yes"?>
<Relationships xmlns="http://schemas.openxmlformats.org/package/2006/relationships"><Relationship Id="rId8" Type="http://schemas.openxmlformats.org/officeDocument/2006/relationships/image" Target="../media/image340.png"/><Relationship Id="rId13" Type="http://schemas.openxmlformats.org/officeDocument/2006/relationships/slide" Target="slide150.xml"/><Relationship Id="rId18" Type="http://schemas.openxmlformats.org/officeDocument/2006/relationships/image" Target="../media/image49.png"/><Relationship Id="rId26" Type="http://schemas.openxmlformats.org/officeDocument/2006/relationships/image" Target="../media/image510.png"/><Relationship Id="rId3" Type="http://schemas.openxmlformats.org/officeDocument/2006/relationships/image" Target="../media/image37.svg"/><Relationship Id="rId21" Type="http://schemas.openxmlformats.org/officeDocument/2006/relationships/image" Target="../media/image50.png"/><Relationship Id="rId7" Type="http://schemas.openxmlformats.org/officeDocument/2006/relationships/slide" Target="slide140.xml"/><Relationship Id="rId12" Type="http://schemas.openxmlformats.org/officeDocument/2006/relationships/image" Target="../media/image47.png"/><Relationship Id="rId17" Type="http://schemas.openxmlformats.org/officeDocument/2006/relationships/image" Target="../media/image480.png"/><Relationship Id="rId25" Type="http://schemas.openxmlformats.org/officeDocument/2006/relationships/slide" Target="slide200.xml"/><Relationship Id="rId2" Type="http://schemas.openxmlformats.org/officeDocument/2006/relationships/notesSlide" Target="../notesSlides/notesSlide9.xml"/><Relationship Id="rId16" Type="http://schemas.openxmlformats.org/officeDocument/2006/relationships/slide" Target="slide160.xml"/><Relationship Id="rId20" Type="http://schemas.openxmlformats.org/officeDocument/2006/relationships/image" Target="../media/image490.png"/><Relationship Id="rId29" Type="http://schemas.openxmlformats.org/officeDocument/2006/relationships/image" Target="../media/image520.png"/><Relationship Id="rId1" Type="http://schemas.openxmlformats.org/officeDocument/2006/relationships/slideLayout" Target="../slideLayouts/slideLayout22.xml"/><Relationship Id="rId6" Type="http://schemas.openxmlformats.org/officeDocument/2006/relationships/image" Target="../media/image34.png"/><Relationship Id="rId11" Type="http://schemas.openxmlformats.org/officeDocument/2006/relationships/image" Target="../media/image350.png"/><Relationship Id="rId24" Type="http://schemas.openxmlformats.org/officeDocument/2006/relationships/image" Target="../media/image51.png"/><Relationship Id="rId5" Type="http://schemas.openxmlformats.org/officeDocument/2006/relationships/image" Target="../media/image30.svg"/><Relationship Id="rId15" Type="http://schemas.openxmlformats.org/officeDocument/2006/relationships/image" Target="../media/image48.png"/><Relationship Id="rId23" Type="http://schemas.openxmlformats.org/officeDocument/2006/relationships/image" Target="../media/image500.png"/><Relationship Id="rId28" Type="http://schemas.openxmlformats.org/officeDocument/2006/relationships/slide" Target="slide210.xml"/><Relationship Id="rId10" Type="http://schemas.openxmlformats.org/officeDocument/2006/relationships/slide" Target="slide170.xml"/><Relationship Id="rId19" Type="http://schemas.openxmlformats.org/officeDocument/2006/relationships/slide" Target="slide180.xml"/><Relationship Id="rId4" Type="http://schemas.openxmlformats.org/officeDocument/2006/relationships/image" Target="../media/image29.svg"/><Relationship Id="rId9" Type="http://schemas.openxmlformats.org/officeDocument/2006/relationships/image" Target="../media/image35.png"/><Relationship Id="rId14" Type="http://schemas.openxmlformats.org/officeDocument/2006/relationships/image" Target="../media/image470.png"/><Relationship Id="rId22" Type="http://schemas.openxmlformats.org/officeDocument/2006/relationships/slide" Target="slide190.xml"/><Relationship Id="rId27" Type="http://schemas.openxmlformats.org/officeDocument/2006/relationships/image" Target="../media/image5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1.xml"/><Relationship Id="rId1" Type="http://schemas.openxmlformats.org/officeDocument/2006/relationships/slideLayout" Target="../slideLayouts/slideLayout22.xml"/><Relationship Id="rId5" Type="http://schemas.openxmlformats.org/officeDocument/2006/relationships/image" Target="../media/image53.svg"/><Relationship Id="rId4" Type="http://schemas.openxmlformats.org/officeDocument/2006/relationships/slide" Target="slide12.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slide" Target="slide13.xml"/><Relationship Id="rId5" Type="http://schemas.openxmlformats.org/officeDocument/2006/relationships/image" Target="../media/image55.svg"/><Relationship Id="rId4" Type="http://schemas.openxmlformats.org/officeDocument/2006/relationships/image" Target="../media/image54.sv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svg"/><Relationship Id="rId3" Type="http://schemas.openxmlformats.org/officeDocument/2006/relationships/slide" Target="slide14.xml"/><Relationship Id="rId7" Type="http://schemas.openxmlformats.org/officeDocument/2006/relationships/slide" Target="slide15.xml"/><Relationship Id="rId12"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2.xml"/><Relationship Id="rId6" Type="http://schemas.openxmlformats.org/officeDocument/2006/relationships/image" Target="../media/image54.svg"/><Relationship Id="rId11" Type="http://schemas.openxmlformats.org/officeDocument/2006/relationships/slide" Target="slide16.xml"/><Relationship Id="rId5" Type="http://schemas.openxmlformats.org/officeDocument/2006/relationships/slide" Target="slide12.xml"/><Relationship Id="rId10" Type="http://schemas.openxmlformats.org/officeDocument/2006/relationships/image" Target="../media/image59.svg"/><Relationship Id="rId4" Type="http://schemas.openxmlformats.org/officeDocument/2006/relationships/image" Target="../media/image56.png"/><Relationship Id="rId9" Type="http://schemas.openxmlformats.org/officeDocument/2006/relationships/image" Target="../media/image58.svg"/></Relationships>
</file>

<file path=ppt/slides/_rels/slide14.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2.svg"/><Relationship Id="rId7" Type="http://schemas.openxmlformats.org/officeDocument/2006/relationships/slide" Target="slide19.xml"/><Relationship Id="rId12" Type="http://schemas.openxmlformats.org/officeDocument/2006/relationships/image" Target="../media/image54.svg"/><Relationship Id="rId2" Type="http://schemas.openxmlformats.org/officeDocument/2006/relationships/notesSlide" Target="../notesSlides/notesSlide14.xml"/><Relationship Id="rId1" Type="http://schemas.openxmlformats.org/officeDocument/2006/relationships/slideLayout" Target="../slideLayouts/slideLayout22.xml"/><Relationship Id="rId6" Type="http://schemas.openxmlformats.org/officeDocument/2006/relationships/slide" Target="slide18.xml"/><Relationship Id="rId11" Type="http://schemas.openxmlformats.org/officeDocument/2006/relationships/slide" Target="slide13.xml"/><Relationship Id="rId5" Type="http://schemas.openxmlformats.org/officeDocument/2006/relationships/image" Target="../media/image63.svg"/><Relationship Id="rId10" Type="http://schemas.openxmlformats.org/officeDocument/2006/relationships/image" Target="../media/image64.svg"/><Relationship Id="rId4" Type="http://schemas.openxmlformats.org/officeDocument/2006/relationships/slide" Target="slide17.xml"/><Relationship Id="rId9" Type="http://schemas.openxmlformats.org/officeDocument/2006/relationships/slide" Target="slide21.xml"/></Relationships>
</file>

<file path=ppt/slides/_rels/slide15.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24.xml"/><Relationship Id="rId3" Type="http://schemas.openxmlformats.org/officeDocument/2006/relationships/slide" Target="slide15.xml"/><Relationship Id="rId7" Type="http://schemas.openxmlformats.org/officeDocument/2006/relationships/slide" Target="slide18.xml"/><Relationship Id="rId12" Type="http://schemas.openxmlformats.org/officeDocument/2006/relationships/slide" Target="slide23.xml"/><Relationship Id="rId17" Type="http://schemas.openxmlformats.org/officeDocument/2006/relationships/image" Target="../media/image62.svg"/><Relationship Id="rId2" Type="http://schemas.openxmlformats.org/officeDocument/2006/relationships/notesSlide" Target="../notesSlides/notesSlide15.xml"/><Relationship Id="rId16" Type="http://schemas.openxmlformats.org/officeDocument/2006/relationships/image" Target="../media/image54.svg"/><Relationship Id="rId1" Type="http://schemas.openxmlformats.org/officeDocument/2006/relationships/slideLayout" Target="../slideLayouts/slideLayout22.xml"/><Relationship Id="rId6" Type="http://schemas.openxmlformats.org/officeDocument/2006/relationships/slide" Target="slide17.xml"/><Relationship Id="rId11" Type="http://schemas.openxmlformats.org/officeDocument/2006/relationships/slide" Target="slide22.xml"/><Relationship Id="rId5" Type="http://schemas.openxmlformats.org/officeDocument/2006/relationships/slide" Target="slide16.xml"/><Relationship Id="rId15" Type="http://schemas.openxmlformats.org/officeDocument/2006/relationships/slide" Target="slide12.xml"/><Relationship Id="rId10" Type="http://schemas.openxmlformats.org/officeDocument/2006/relationships/slide" Target="slide21.xml"/><Relationship Id="rId4" Type="http://schemas.openxmlformats.org/officeDocument/2006/relationships/image" Target="../media/image63.svg"/><Relationship Id="rId9" Type="http://schemas.openxmlformats.org/officeDocument/2006/relationships/slide" Target="slide20.xml"/><Relationship Id="rId14" Type="http://schemas.openxmlformats.org/officeDocument/2006/relationships/image" Target="../media/image64.svg"/></Relationships>
</file>

<file path=ppt/slides/_rels/slide16.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slide" Target="slide26.xml"/><Relationship Id="rId7" Type="http://schemas.openxmlformats.org/officeDocument/2006/relationships/image" Target="../media/image54.svg"/><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slide" Target="slide12.xml"/><Relationship Id="rId5" Type="http://schemas.openxmlformats.org/officeDocument/2006/relationships/image" Target="../media/image64.svg"/><Relationship Id="rId4" Type="http://schemas.openxmlformats.org/officeDocument/2006/relationships/image" Target="../media/image63.svg"/></Relationships>
</file>

<file path=ppt/slides/_rels/slide17.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5.png"/><Relationship Id="rId7" Type="http://schemas.openxmlformats.org/officeDocument/2006/relationships/image" Target="../media/image68.svg"/><Relationship Id="rId2" Type="http://schemas.openxmlformats.org/officeDocument/2006/relationships/notesSlide" Target="../notesSlides/notesSlide17.xml"/><Relationship Id="rId1" Type="http://schemas.openxmlformats.org/officeDocument/2006/relationships/slideLayout" Target="../slideLayouts/slideLayout22.xml"/><Relationship Id="rId6" Type="http://schemas.openxmlformats.org/officeDocument/2006/relationships/image" Target="../media/image67.svg"/><Relationship Id="rId11" Type="http://schemas.openxmlformats.org/officeDocument/2006/relationships/image" Target="../media/image54.svg"/><Relationship Id="rId5" Type="http://schemas.openxmlformats.org/officeDocument/2006/relationships/image" Target="../media/image66.svg"/><Relationship Id="rId10" Type="http://schemas.openxmlformats.org/officeDocument/2006/relationships/slide" Target="slide14.xml"/><Relationship Id="rId4" Type="http://schemas.openxmlformats.org/officeDocument/2006/relationships/slide" Target="slide22.xml"/><Relationship Id="rId9"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5.png"/><Relationship Id="rId7" Type="http://schemas.openxmlformats.org/officeDocument/2006/relationships/image" Target="../media/image68.svg"/><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67.svg"/><Relationship Id="rId5" Type="http://schemas.openxmlformats.org/officeDocument/2006/relationships/image" Target="../media/image66.svg"/><Relationship Id="rId10" Type="http://schemas.openxmlformats.org/officeDocument/2006/relationships/image" Target="../media/image54.svg"/><Relationship Id="rId4" Type="http://schemas.openxmlformats.org/officeDocument/2006/relationships/image" Target="../media/image24.png"/><Relationship Id="rId9" Type="http://schemas.openxmlformats.org/officeDocument/2006/relationships/slide" Target="slide14.xml"/></Relationships>
</file>

<file path=ppt/slides/_rels/slide19.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19.xml"/><Relationship Id="rId1" Type="http://schemas.openxmlformats.org/officeDocument/2006/relationships/slideLayout" Target="../slideLayouts/slideLayout22.xml"/><Relationship Id="rId5" Type="http://schemas.openxmlformats.org/officeDocument/2006/relationships/image" Target="../media/image54.svg"/><Relationship Id="rId4" Type="http://schemas.openxmlformats.org/officeDocument/2006/relationships/slide" Target="slide14.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5.png"/><Relationship Id="rId7" Type="http://schemas.openxmlformats.org/officeDocument/2006/relationships/image" Target="../media/image69.sv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68.svg"/><Relationship Id="rId5" Type="http://schemas.openxmlformats.org/officeDocument/2006/relationships/image" Target="../media/image67.svg"/><Relationship Id="rId10" Type="http://schemas.openxmlformats.org/officeDocument/2006/relationships/image" Target="../media/image54.svg"/><Relationship Id="rId4" Type="http://schemas.openxmlformats.org/officeDocument/2006/relationships/image" Target="../media/image66.svg"/><Relationship Id="rId9" Type="http://schemas.openxmlformats.org/officeDocument/2006/relationships/slide" Target="slide14.xml"/></Relationships>
</file>

<file path=ppt/slides/_rels/slide21.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21.xml"/><Relationship Id="rId1" Type="http://schemas.openxmlformats.org/officeDocument/2006/relationships/slideLayout" Target="../slideLayouts/slideLayout22.xml"/><Relationship Id="rId5" Type="http://schemas.openxmlformats.org/officeDocument/2006/relationships/image" Target="../media/image54.svg"/><Relationship Id="rId4" Type="http://schemas.openxmlformats.org/officeDocument/2006/relationships/slide" Target="slide14.xml"/></Relationships>
</file>

<file path=ppt/slides/_rels/slide2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notesSlide" Target="../notesSlides/notesSlide22.xml"/><Relationship Id="rId1" Type="http://schemas.openxmlformats.org/officeDocument/2006/relationships/slideLayout" Target="../slideLayouts/slideLayout60.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image" Target="../media/image71.svg"/><Relationship Id="rId9" Type="http://schemas.openxmlformats.org/officeDocument/2006/relationships/image" Target="../media/image54.svg"/></Relationships>
</file>

<file path=ppt/slides/_rels/slide23.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slide" Target="slide24.xml"/><Relationship Id="rId7" Type="http://schemas.openxmlformats.org/officeDocument/2006/relationships/slide" Target="slide11.xml"/><Relationship Id="rId2" Type="http://schemas.openxmlformats.org/officeDocument/2006/relationships/notesSlide" Target="../notesSlides/notesSlide23.xml"/><Relationship Id="rId1" Type="http://schemas.openxmlformats.org/officeDocument/2006/relationships/slideLayout" Target="../slideLayouts/slideLayout2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78.svg"/><Relationship Id="rId2" Type="http://schemas.openxmlformats.org/officeDocument/2006/relationships/notesSlide" Target="../notesSlides/notesSlide24.xml"/><Relationship Id="rId1" Type="http://schemas.openxmlformats.org/officeDocument/2006/relationships/slideLayout" Target="../slideLayouts/slideLayout22.xml"/><Relationship Id="rId6" Type="http://schemas.openxmlformats.org/officeDocument/2006/relationships/slide" Target="slide12.xml"/><Relationship Id="rId5" Type="http://schemas.openxmlformats.org/officeDocument/2006/relationships/image" Target="../media/image63.svg"/><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5.png"/><Relationship Id="rId7" Type="http://schemas.openxmlformats.org/officeDocument/2006/relationships/image" Target="../media/image68.svg"/><Relationship Id="rId12" Type="http://schemas.openxmlformats.org/officeDocument/2006/relationships/image" Target="../media/image78.svg"/><Relationship Id="rId2" Type="http://schemas.openxmlformats.org/officeDocument/2006/relationships/notesSlide" Target="../notesSlides/notesSlide25.xml"/><Relationship Id="rId1" Type="http://schemas.openxmlformats.org/officeDocument/2006/relationships/slideLayout" Target="../slideLayouts/slideLayout22.xml"/><Relationship Id="rId6" Type="http://schemas.openxmlformats.org/officeDocument/2006/relationships/slide" Target="slide26.xml"/><Relationship Id="rId11" Type="http://schemas.openxmlformats.org/officeDocument/2006/relationships/slide" Target="slide24.xml"/><Relationship Id="rId5" Type="http://schemas.openxmlformats.org/officeDocument/2006/relationships/image" Target="../media/image67.svg"/><Relationship Id="rId10" Type="http://schemas.openxmlformats.org/officeDocument/2006/relationships/image" Target="../media/image23.svg"/><Relationship Id="rId4" Type="http://schemas.openxmlformats.org/officeDocument/2006/relationships/image" Target="../media/image66.svg"/><Relationship Id="rId9" Type="http://schemas.openxmlformats.org/officeDocument/2006/relationships/image" Target="../media/image22.svg"/></Relationships>
</file>

<file path=ppt/slides/_rels/slide26.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notesSlide" Target="../notesSlides/notesSlide26.xml"/><Relationship Id="rId1" Type="http://schemas.openxmlformats.org/officeDocument/2006/relationships/slideLayout" Target="../slideLayouts/slideLayout60.xml"/><Relationship Id="rId6" Type="http://schemas.openxmlformats.org/officeDocument/2006/relationships/image" Target="../media/image82.svg"/><Relationship Id="rId5" Type="http://schemas.openxmlformats.org/officeDocument/2006/relationships/image" Target="../media/image81.svg"/><Relationship Id="rId10" Type="http://schemas.openxmlformats.org/officeDocument/2006/relationships/image" Target="../media/image54.svg"/><Relationship Id="rId4" Type="http://schemas.openxmlformats.org/officeDocument/2006/relationships/image" Target="../media/image80.svg"/><Relationship Id="rId9" Type="http://schemas.openxmlformats.org/officeDocument/2006/relationships/slide" Target="slide25.xml"/></Relationships>
</file>

<file path=ppt/slides/_rels/slide110.xml.rels><?xml version="1.0" encoding="UTF-8" standalone="yes"?>
<Relationships xmlns="http://schemas.openxmlformats.org/package/2006/relationships"><Relationship Id="rId3" Type="http://schemas.openxmlformats.org/officeDocument/2006/relationships/slide" Target="slide230.xml"/><Relationship Id="rId2" Type="http://schemas.openxmlformats.org/officeDocument/2006/relationships/notesSlide" Target="../notesSlides/notesSlide110.xml"/><Relationship Id="rId1" Type="http://schemas.openxmlformats.org/officeDocument/2006/relationships/slideLayout" Target="../slideLayouts/slideLayout220.xml"/><Relationship Id="rId5" Type="http://schemas.openxmlformats.org/officeDocument/2006/relationships/image" Target="../media/image53.svg"/><Relationship Id="rId4" Type="http://schemas.openxmlformats.org/officeDocument/2006/relationships/slide" Target="slide120.xml"/></Relationships>
</file>

<file path=ppt/slides/_rels/slide120.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notesSlide" Target="../notesSlides/notesSlide120.xml"/><Relationship Id="rId1" Type="http://schemas.openxmlformats.org/officeDocument/2006/relationships/slideLayout" Target="../slideLayouts/slideLayout220.xml"/><Relationship Id="rId6" Type="http://schemas.openxmlformats.org/officeDocument/2006/relationships/slide" Target="slide130.xml"/><Relationship Id="rId5" Type="http://schemas.openxmlformats.org/officeDocument/2006/relationships/image" Target="../media/image55.svg"/><Relationship Id="rId4" Type="http://schemas.openxmlformats.org/officeDocument/2006/relationships/image" Target="../media/image54.svg"/></Relationships>
</file>

<file path=ppt/slides/_rels/slide13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1.svg"/><Relationship Id="rId3" Type="http://schemas.openxmlformats.org/officeDocument/2006/relationships/slide" Target="slide140.xml"/><Relationship Id="rId7" Type="http://schemas.openxmlformats.org/officeDocument/2006/relationships/slide" Target="slide150.xml"/><Relationship Id="rId12" Type="http://schemas.openxmlformats.org/officeDocument/2006/relationships/image" Target="../media/image60.png"/><Relationship Id="rId2" Type="http://schemas.openxmlformats.org/officeDocument/2006/relationships/notesSlide" Target="../notesSlides/notesSlide130.xml"/><Relationship Id="rId1" Type="http://schemas.openxmlformats.org/officeDocument/2006/relationships/slideLayout" Target="../slideLayouts/slideLayout220.xml"/><Relationship Id="rId6" Type="http://schemas.openxmlformats.org/officeDocument/2006/relationships/image" Target="../media/image54.svg"/><Relationship Id="rId11" Type="http://schemas.openxmlformats.org/officeDocument/2006/relationships/slide" Target="slide160.xml"/><Relationship Id="rId5" Type="http://schemas.openxmlformats.org/officeDocument/2006/relationships/slide" Target="slide120.xml"/><Relationship Id="rId10" Type="http://schemas.openxmlformats.org/officeDocument/2006/relationships/image" Target="../media/image59.svg"/><Relationship Id="rId4" Type="http://schemas.openxmlformats.org/officeDocument/2006/relationships/image" Target="../media/image56.png"/><Relationship Id="rId9" Type="http://schemas.openxmlformats.org/officeDocument/2006/relationships/image" Target="../media/image58.svg"/></Relationships>
</file>

<file path=ppt/slides/_rels/slide140.xml.rels><?xml version="1.0" encoding="UTF-8" standalone="yes"?>
<Relationships xmlns="http://schemas.openxmlformats.org/package/2006/relationships"><Relationship Id="rId8" Type="http://schemas.openxmlformats.org/officeDocument/2006/relationships/slide" Target="slide200.xml"/><Relationship Id="rId3" Type="http://schemas.openxmlformats.org/officeDocument/2006/relationships/image" Target="../media/image62.svg"/><Relationship Id="rId7" Type="http://schemas.openxmlformats.org/officeDocument/2006/relationships/slide" Target="slide190.xml"/><Relationship Id="rId12" Type="http://schemas.openxmlformats.org/officeDocument/2006/relationships/image" Target="../media/image54.svg"/><Relationship Id="rId2" Type="http://schemas.openxmlformats.org/officeDocument/2006/relationships/notesSlide" Target="../notesSlides/notesSlide140.xml"/><Relationship Id="rId1" Type="http://schemas.openxmlformats.org/officeDocument/2006/relationships/slideLayout" Target="../slideLayouts/slideLayout220.xml"/><Relationship Id="rId6" Type="http://schemas.openxmlformats.org/officeDocument/2006/relationships/slide" Target="slide180.xml"/><Relationship Id="rId11" Type="http://schemas.openxmlformats.org/officeDocument/2006/relationships/slide" Target="slide130.xml"/><Relationship Id="rId5" Type="http://schemas.openxmlformats.org/officeDocument/2006/relationships/image" Target="../media/image63.svg"/><Relationship Id="rId10" Type="http://schemas.openxmlformats.org/officeDocument/2006/relationships/image" Target="../media/image64.svg"/><Relationship Id="rId4" Type="http://schemas.openxmlformats.org/officeDocument/2006/relationships/slide" Target="slide170.xml"/><Relationship Id="rId9" Type="http://schemas.openxmlformats.org/officeDocument/2006/relationships/slide" Target="slide210.xml"/></Relationships>
</file>

<file path=ppt/slides/_rels/slide150.xml.rels><?xml version="1.0" encoding="UTF-8" standalone="yes"?>
<Relationships xmlns="http://schemas.openxmlformats.org/package/2006/relationships"><Relationship Id="rId8" Type="http://schemas.openxmlformats.org/officeDocument/2006/relationships/slide" Target="slide190.xml"/><Relationship Id="rId13" Type="http://schemas.openxmlformats.org/officeDocument/2006/relationships/slide" Target="slide240.xml"/><Relationship Id="rId3" Type="http://schemas.openxmlformats.org/officeDocument/2006/relationships/slide" Target="slide150.xml"/><Relationship Id="rId7" Type="http://schemas.openxmlformats.org/officeDocument/2006/relationships/slide" Target="slide180.xml"/><Relationship Id="rId12" Type="http://schemas.openxmlformats.org/officeDocument/2006/relationships/slide" Target="slide230.xml"/><Relationship Id="rId17" Type="http://schemas.openxmlformats.org/officeDocument/2006/relationships/image" Target="../media/image62.svg"/><Relationship Id="rId2" Type="http://schemas.openxmlformats.org/officeDocument/2006/relationships/notesSlide" Target="../notesSlides/notesSlide150.xml"/><Relationship Id="rId16" Type="http://schemas.openxmlformats.org/officeDocument/2006/relationships/image" Target="../media/image54.svg"/><Relationship Id="rId1" Type="http://schemas.openxmlformats.org/officeDocument/2006/relationships/slideLayout" Target="../slideLayouts/slideLayout220.xml"/><Relationship Id="rId6" Type="http://schemas.openxmlformats.org/officeDocument/2006/relationships/slide" Target="slide170.xml"/><Relationship Id="rId11" Type="http://schemas.openxmlformats.org/officeDocument/2006/relationships/slide" Target="slide220.xml"/><Relationship Id="rId5" Type="http://schemas.openxmlformats.org/officeDocument/2006/relationships/slide" Target="slide160.xml"/><Relationship Id="rId15" Type="http://schemas.openxmlformats.org/officeDocument/2006/relationships/slide" Target="slide120.xml"/><Relationship Id="rId10" Type="http://schemas.openxmlformats.org/officeDocument/2006/relationships/slide" Target="slide210.xml"/><Relationship Id="rId4" Type="http://schemas.openxmlformats.org/officeDocument/2006/relationships/image" Target="../media/image63.svg"/><Relationship Id="rId9" Type="http://schemas.openxmlformats.org/officeDocument/2006/relationships/slide" Target="slide200.xml"/><Relationship Id="rId14" Type="http://schemas.openxmlformats.org/officeDocument/2006/relationships/image" Target="../media/image64.svg"/></Relationships>
</file>

<file path=ppt/slides/_rels/slide160.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slide" Target="slide260.xml"/><Relationship Id="rId7" Type="http://schemas.openxmlformats.org/officeDocument/2006/relationships/image" Target="../media/image54.svg"/><Relationship Id="rId2" Type="http://schemas.openxmlformats.org/officeDocument/2006/relationships/notesSlide" Target="../notesSlides/notesSlide160.xml"/><Relationship Id="rId1" Type="http://schemas.openxmlformats.org/officeDocument/2006/relationships/slideLayout" Target="../slideLayouts/slideLayout220.xml"/><Relationship Id="rId6" Type="http://schemas.openxmlformats.org/officeDocument/2006/relationships/slide" Target="slide120.xml"/><Relationship Id="rId5" Type="http://schemas.openxmlformats.org/officeDocument/2006/relationships/image" Target="../media/image64.svg"/><Relationship Id="rId4" Type="http://schemas.openxmlformats.org/officeDocument/2006/relationships/image" Target="../media/image63.svg"/></Relationships>
</file>

<file path=ppt/slides/_rels/slide17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5.png"/><Relationship Id="rId7" Type="http://schemas.openxmlformats.org/officeDocument/2006/relationships/image" Target="../media/image68.svg"/><Relationship Id="rId2" Type="http://schemas.openxmlformats.org/officeDocument/2006/relationships/notesSlide" Target="../notesSlides/notesSlide170.xml"/><Relationship Id="rId1" Type="http://schemas.openxmlformats.org/officeDocument/2006/relationships/slideLayout" Target="../slideLayouts/slideLayout220.xml"/><Relationship Id="rId6" Type="http://schemas.openxmlformats.org/officeDocument/2006/relationships/image" Target="../media/image67.svg"/><Relationship Id="rId11" Type="http://schemas.openxmlformats.org/officeDocument/2006/relationships/image" Target="../media/image54.svg"/><Relationship Id="rId5" Type="http://schemas.openxmlformats.org/officeDocument/2006/relationships/image" Target="../media/image66.svg"/><Relationship Id="rId10" Type="http://schemas.openxmlformats.org/officeDocument/2006/relationships/slide" Target="slide140.xml"/><Relationship Id="rId4" Type="http://schemas.openxmlformats.org/officeDocument/2006/relationships/slide" Target="slide220.xml"/><Relationship Id="rId9" Type="http://schemas.openxmlformats.org/officeDocument/2006/relationships/image" Target="../media/image24.png"/></Relationships>
</file>

<file path=ppt/slides/_rels/slide18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5.png"/><Relationship Id="rId7" Type="http://schemas.openxmlformats.org/officeDocument/2006/relationships/image" Target="../media/image68.svg"/><Relationship Id="rId2" Type="http://schemas.openxmlformats.org/officeDocument/2006/relationships/notesSlide" Target="../notesSlides/notesSlide180.xml"/><Relationship Id="rId1" Type="http://schemas.openxmlformats.org/officeDocument/2006/relationships/slideLayout" Target="../slideLayouts/slideLayout220.xml"/><Relationship Id="rId6" Type="http://schemas.openxmlformats.org/officeDocument/2006/relationships/image" Target="../media/image67.svg"/><Relationship Id="rId5" Type="http://schemas.openxmlformats.org/officeDocument/2006/relationships/image" Target="../media/image66.svg"/><Relationship Id="rId10" Type="http://schemas.openxmlformats.org/officeDocument/2006/relationships/image" Target="../media/image54.svg"/><Relationship Id="rId4" Type="http://schemas.openxmlformats.org/officeDocument/2006/relationships/image" Target="../media/image24.png"/><Relationship Id="rId9" Type="http://schemas.openxmlformats.org/officeDocument/2006/relationships/slide" Target="slide140.xml"/></Relationships>
</file>

<file path=ppt/slides/_rels/slide190.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190.xml"/><Relationship Id="rId1" Type="http://schemas.openxmlformats.org/officeDocument/2006/relationships/slideLayout" Target="../slideLayouts/slideLayout220.xml"/><Relationship Id="rId5" Type="http://schemas.openxmlformats.org/officeDocument/2006/relationships/image" Target="../media/image54.svg"/><Relationship Id="rId4" Type="http://schemas.openxmlformats.org/officeDocument/2006/relationships/slide" Target="slide140.xml"/></Relationships>
</file>

<file path=ppt/slides/_rels/slide20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5.png"/><Relationship Id="rId7" Type="http://schemas.openxmlformats.org/officeDocument/2006/relationships/image" Target="../media/image69.svg"/><Relationship Id="rId2" Type="http://schemas.openxmlformats.org/officeDocument/2006/relationships/notesSlide" Target="../notesSlides/notesSlide200.xml"/><Relationship Id="rId1" Type="http://schemas.openxmlformats.org/officeDocument/2006/relationships/slideLayout" Target="../slideLayouts/slideLayout220.xml"/><Relationship Id="rId6" Type="http://schemas.openxmlformats.org/officeDocument/2006/relationships/image" Target="../media/image68.svg"/><Relationship Id="rId5" Type="http://schemas.openxmlformats.org/officeDocument/2006/relationships/image" Target="../media/image67.svg"/><Relationship Id="rId10" Type="http://schemas.openxmlformats.org/officeDocument/2006/relationships/image" Target="../media/image54.svg"/><Relationship Id="rId4" Type="http://schemas.openxmlformats.org/officeDocument/2006/relationships/image" Target="../media/image66.svg"/><Relationship Id="rId9" Type="http://schemas.openxmlformats.org/officeDocument/2006/relationships/slide" Target="slide140.xml"/></Relationships>
</file>

<file path=ppt/slides/_rels/slide210.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210.xml"/><Relationship Id="rId1" Type="http://schemas.openxmlformats.org/officeDocument/2006/relationships/slideLayout" Target="../slideLayouts/slideLayout220.xml"/><Relationship Id="rId5" Type="http://schemas.openxmlformats.org/officeDocument/2006/relationships/image" Target="../media/image54.svg"/><Relationship Id="rId4" Type="http://schemas.openxmlformats.org/officeDocument/2006/relationships/slide" Target="slide140.xml"/></Relationships>
</file>

<file path=ppt/slides/_rels/slide220.xml.rels><?xml version="1.0" encoding="UTF-8" standalone="yes"?>
<Relationships xmlns="http://schemas.openxmlformats.org/package/2006/relationships"><Relationship Id="rId8" Type="http://schemas.openxmlformats.org/officeDocument/2006/relationships/slide" Target="slide170.xml"/><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notesSlide" Target="../notesSlides/notesSlide220.xml"/><Relationship Id="rId1" Type="http://schemas.openxmlformats.org/officeDocument/2006/relationships/slideLayout" Target="../slideLayouts/slideLayout600.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image" Target="../media/image71.svg"/><Relationship Id="rId9" Type="http://schemas.openxmlformats.org/officeDocument/2006/relationships/image" Target="../media/image54.svg"/></Relationships>
</file>

<file path=ppt/slides/_rels/slide230.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slide" Target="slide240.xml"/><Relationship Id="rId7" Type="http://schemas.openxmlformats.org/officeDocument/2006/relationships/slide" Target="slide110.xml"/><Relationship Id="rId2" Type="http://schemas.openxmlformats.org/officeDocument/2006/relationships/notesSlide" Target="../notesSlides/notesSlide230.xml"/><Relationship Id="rId1" Type="http://schemas.openxmlformats.org/officeDocument/2006/relationships/slideLayout" Target="../slideLayouts/slideLayout220.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0.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78.svg"/><Relationship Id="rId2" Type="http://schemas.openxmlformats.org/officeDocument/2006/relationships/notesSlide" Target="../notesSlides/notesSlide240.xml"/><Relationship Id="rId1" Type="http://schemas.openxmlformats.org/officeDocument/2006/relationships/slideLayout" Target="../slideLayouts/slideLayout220.xml"/><Relationship Id="rId6" Type="http://schemas.openxmlformats.org/officeDocument/2006/relationships/slide" Target="slide120.xml"/><Relationship Id="rId5" Type="http://schemas.openxmlformats.org/officeDocument/2006/relationships/image" Target="../media/image63.svg"/><Relationship Id="rId4" Type="http://schemas.openxmlformats.org/officeDocument/2006/relationships/slide" Target="slide250.xml"/></Relationships>
</file>

<file path=ppt/slides/_rels/slide25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5.png"/><Relationship Id="rId7" Type="http://schemas.openxmlformats.org/officeDocument/2006/relationships/image" Target="../media/image68.svg"/><Relationship Id="rId12" Type="http://schemas.openxmlformats.org/officeDocument/2006/relationships/image" Target="../media/image78.svg"/><Relationship Id="rId2" Type="http://schemas.openxmlformats.org/officeDocument/2006/relationships/notesSlide" Target="../notesSlides/notesSlide250.xml"/><Relationship Id="rId1" Type="http://schemas.openxmlformats.org/officeDocument/2006/relationships/slideLayout" Target="../slideLayouts/slideLayout220.xml"/><Relationship Id="rId6" Type="http://schemas.openxmlformats.org/officeDocument/2006/relationships/slide" Target="slide260.xml"/><Relationship Id="rId11" Type="http://schemas.openxmlformats.org/officeDocument/2006/relationships/slide" Target="slide240.xml"/><Relationship Id="rId5" Type="http://schemas.openxmlformats.org/officeDocument/2006/relationships/image" Target="../media/image67.svg"/><Relationship Id="rId10" Type="http://schemas.openxmlformats.org/officeDocument/2006/relationships/image" Target="../media/image23.svg"/><Relationship Id="rId4" Type="http://schemas.openxmlformats.org/officeDocument/2006/relationships/image" Target="../media/image66.svg"/><Relationship Id="rId9" Type="http://schemas.openxmlformats.org/officeDocument/2006/relationships/image" Target="../media/image22.svg"/></Relationships>
</file>

<file path=ppt/slides/_rels/slide260.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notesSlide" Target="../notesSlides/notesSlide260.xml"/><Relationship Id="rId1" Type="http://schemas.openxmlformats.org/officeDocument/2006/relationships/slideLayout" Target="../slideLayouts/slideLayout600.xml"/><Relationship Id="rId6" Type="http://schemas.openxmlformats.org/officeDocument/2006/relationships/image" Target="../media/image82.svg"/><Relationship Id="rId5" Type="http://schemas.openxmlformats.org/officeDocument/2006/relationships/image" Target="../media/image81.svg"/><Relationship Id="rId10" Type="http://schemas.openxmlformats.org/officeDocument/2006/relationships/image" Target="../media/image54.svg"/><Relationship Id="rId4" Type="http://schemas.openxmlformats.org/officeDocument/2006/relationships/image" Target="../media/image80.svg"/><Relationship Id="rId9" Type="http://schemas.openxmlformats.org/officeDocument/2006/relationships/slide" Target="slide2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4F9AA066-D11D-B84F-BB9A-4C857287EF14}"/>
              </a:ext>
            </a:extLst>
          </p:cNvPr>
          <p:cNvSpPr>
            <a:spLocks noGrp="1"/>
          </p:cNvSpPr>
          <p:nvPr>
            <p:ph type="body" sz="quarter" idx="10"/>
          </p:nvPr>
        </p:nvSpPr>
        <p:spPr>
          <a:xfrm>
            <a:off x="769619" y="685800"/>
            <a:ext cx="11245597" cy="5017168"/>
          </a:xfrm>
        </p:spPr>
        <p:txBody>
          <a:bodyPr/>
          <a:lstStyle/>
          <a:p>
            <a:endParaRPr lang="fr-FR" sz="4400">
              <a:latin typeface="Avenir LT Std 65 Medium"/>
              <a:ea typeface="ＭＳ Ｐゴシック"/>
            </a:endParaRPr>
          </a:p>
          <a:p>
            <a:r>
              <a:rPr lang="fr-FR" sz="4400">
                <a:latin typeface="Avenir LT Std 65 Medium"/>
                <a:ea typeface="ＭＳ Ｐゴシック"/>
              </a:rPr>
              <a:t>Démarche </a:t>
            </a:r>
            <a:br>
              <a:rPr lang="fr-FR" sz="4400">
                <a:latin typeface="Avenir LT Std 65 Medium"/>
                <a:ea typeface="ＭＳ Ｐゴシック"/>
              </a:rPr>
            </a:br>
            <a:r>
              <a:rPr lang="fr-FR" sz="4400">
                <a:latin typeface="Avenir LT Std 65 Medium"/>
                <a:ea typeface="ＭＳ Ｐゴシック"/>
              </a:rPr>
              <a:t>«  Accompagnement humain </a:t>
            </a:r>
          </a:p>
          <a:p>
            <a:r>
              <a:rPr lang="fr-FR" sz="4400">
                <a:latin typeface="Avenir LT Std 65 Medium"/>
                <a:ea typeface="ＭＳ Ｐゴシック"/>
              </a:rPr>
              <a:t>et Prévention des RPS » </a:t>
            </a:r>
          </a:p>
          <a:p>
            <a:endParaRPr lang="fr-FR" sz="4400">
              <a:latin typeface="Avenir LT Std 65 Medium"/>
              <a:ea typeface="ＭＳ Ｐゴシック"/>
            </a:endParaRPr>
          </a:p>
          <a:p>
            <a:r>
              <a:rPr lang="fr-FR" sz="3200" b="0">
                <a:ea typeface="ＭＳ Ｐゴシック"/>
              </a:rPr>
              <a:t>Expression de besoin : développement d’une application pour le kit managers</a:t>
            </a:r>
          </a:p>
          <a:p>
            <a:pPr lvl="1"/>
            <a:endParaRPr lang="fr-FR" sz="2800">
              <a:ea typeface="ＭＳ Ｐゴシック"/>
            </a:endParaRPr>
          </a:p>
          <a:p>
            <a:pPr lvl="1"/>
            <a:endParaRPr lang="fr-FR" sz="2800">
              <a:solidFill>
                <a:srgbClr val="C00000"/>
              </a:solidFill>
              <a:ea typeface="ＭＳ Ｐゴシック"/>
            </a:endParaRPr>
          </a:p>
          <a:p>
            <a:pPr lvl="1"/>
            <a:r>
              <a:rPr lang="fr-FR" sz="2800">
                <a:ea typeface="ＭＳ Ｐゴシック"/>
              </a:rPr>
              <a:t>Version du 30 juillet 2026</a:t>
            </a:r>
            <a:endParaRPr lang="fr-FR" sz="2800"/>
          </a:p>
        </p:txBody>
      </p:sp>
    </p:spTree>
    <p:extLst>
      <p:ext uri="{BB962C8B-B14F-4D97-AF65-F5344CB8AC3E}">
        <p14:creationId xmlns:p14="http://schemas.microsoft.com/office/powerpoint/2010/main" val="3986725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2494-FCB1-70E3-2220-819CC84678E1}"/>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C0264054-C974-2748-4299-B8D420B84600}"/>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Sommaire</a:t>
            </a:r>
          </a:p>
        </p:txBody>
      </p:sp>
      <p:sp>
        <p:nvSpPr>
          <p:cNvPr id="5" name="ZoneTexte 46">
            <a:extLst>
              <a:ext uri="{FF2B5EF4-FFF2-40B4-BE49-F238E27FC236}">
                <a16:creationId xmlns:a16="http://schemas.microsoft.com/office/drawing/2014/main" id="{AF29AAF2-51D5-AA9F-84A6-1944CA4E9BF9}"/>
              </a:ext>
            </a:extLst>
          </p:cNvPr>
          <p:cNvSpPr txBox="1"/>
          <p:nvPr/>
        </p:nvSpPr>
        <p:spPr>
          <a:xfrm>
            <a:off x="8535804" y="1133704"/>
            <a:ext cx="1645202" cy="277332"/>
          </a:xfrm>
          <a:prstGeom prst="rect">
            <a:avLst/>
          </a:prstGeom>
        </p:spPr>
        <p:txBody>
          <a:bodyPr wrap="square" rtlCol="0" anchor="ctr" anchorCtr="0">
            <a:noAutofit/>
          </a:bodyPr>
          <a:lstStyle/>
          <a:p>
            <a:pPr>
              <a:lnSpc>
                <a:spcPct val="90000"/>
              </a:lnSpc>
              <a:spcBef>
                <a:spcPts val="800"/>
              </a:spcBef>
              <a:buClr>
                <a:schemeClr val="tx2"/>
              </a:buClr>
            </a:pPr>
            <a:r>
              <a:rPr lang="fr-FR" sz="1200" b="1" noProof="0">
                <a:solidFill>
                  <a:srgbClr val="59B7A1"/>
                </a:solidFill>
              </a:rPr>
              <a:t>Diapositive 3</a:t>
            </a:r>
          </a:p>
        </p:txBody>
      </p:sp>
      <p:sp>
        <p:nvSpPr>
          <p:cNvPr id="6" name="TextBox 99">
            <a:extLst>
              <a:ext uri="{FF2B5EF4-FFF2-40B4-BE49-F238E27FC236}">
                <a16:creationId xmlns:a16="http://schemas.microsoft.com/office/drawing/2014/main" id="{A18F7388-69A7-E330-7452-2F3973385564}"/>
              </a:ext>
            </a:extLst>
          </p:cNvPr>
          <p:cNvSpPr txBox="1"/>
          <p:nvPr/>
        </p:nvSpPr>
        <p:spPr>
          <a:xfrm>
            <a:off x="2241597" y="1148886"/>
            <a:ext cx="3170142" cy="468000"/>
          </a:xfrm>
          <a:prstGeom prst="rect">
            <a:avLst/>
          </a:prstGeom>
        </p:spPr>
        <p:txBody>
          <a:bodyPr lIns="91440" tIns="45720" rIns="91440" bIns="45720" anchor="t">
            <a:noAutofit/>
          </a:bodyPr>
          <a:lstStyle>
            <a:defPPr>
              <a:defRPr lang="en-US"/>
            </a:defPPr>
            <a:lvl1pPr marL="179070" indent="-179070">
              <a:lnSpc>
                <a:spcPct val="90000"/>
              </a:lnSpc>
              <a:spcBef>
                <a:spcPts val="1000"/>
              </a:spcBef>
              <a:buFont typeface="Arial" panose="020B0604020202020204" pitchFamily="34" charset="0"/>
              <a:buChar char="•"/>
              <a:defRPr sz="1400" b="1">
                <a:solidFill>
                  <a:schemeClr val="tx2"/>
                </a:solidFill>
              </a:defRPr>
            </a:lvl1pPr>
            <a:lvl2pPr marL="685800" lvl="1" indent="-179070">
              <a:lnSpc>
                <a:spcPct val="90000"/>
              </a:lnSpc>
              <a:spcBef>
                <a:spcPts val="500"/>
              </a:spcBef>
              <a:buClr>
                <a:srgbClr val="65B2E4"/>
              </a:buClr>
              <a:buFont typeface="Courier New" panose="020B0A04020102020204" pitchFamily="34" charset="0"/>
              <a:buChar char="o"/>
              <a:defRPr sz="1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fr-FR">
                <a:solidFill>
                  <a:srgbClr val="59B7A1"/>
                </a:solidFill>
              </a:rPr>
              <a:t>Contexte et objectifs</a:t>
            </a:r>
          </a:p>
        </p:txBody>
      </p:sp>
      <p:sp>
        <p:nvSpPr>
          <p:cNvPr id="7" name="Ellipse 87">
            <a:extLst>
              <a:ext uri="{FF2B5EF4-FFF2-40B4-BE49-F238E27FC236}">
                <a16:creationId xmlns:a16="http://schemas.microsoft.com/office/drawing/2014/main" id="{A80F70FF-39DE-71E3-4E35-E40B0438E3AB}"/>
              </a:ext>
            </a:extLst>
          </p:cNvPr>
          <p:cNvSpPr/>
          <p:nvPr/>
        </p:nvSpPr>
        <p:spPr>
          <a:xfrm>
            <a:off x="1662203" y="1203577"/>
            <a:ext cx="396000" cy="396000"/>
          </a:xfrm>
          <a:prstGeom prst="ellipse">
            <a:avLst/>
          </a:prstGeom>
          <a:solidFill>
            <a:srgbClr val="DFF1ED"/>
          </a:solidFill>
          <a:ln>
            <a:solidFill>
              <a:srgbClr val="DF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3" name="Espace réservé du texte 2">
            <a:extLst>
              <a:ext uri="{FF2B5EF4-FFF2-40B4-BE49-F238E27FC236}">
                <a16:creationId xmlns:a16="http://schemas.microsoft.com/office/drawing/2014/main" id="{A107B856-21B2-C1DC-89D4-507CFFBFFFEF}"/>
              </a:ext>
            </a:extLst>
          </p:cNvPr>
          <p:cNvSpPr txBox="1">
            <a:spLocks/>
          </p:cNvSpPr>
          <p:nvPr/>
        </p:nvSpPr>
        <p:spPr>
          <a:xfrm>
            <a:off x="2241597" y="3314944"/>
            <a:ext cx="4365029" cy="468000"/>
          </a:xfrm>
          <a:prstGeom prst="rect">
            <a:avLst/>
          </a:prstGeom>
        </p:spPr>
        <p:txBody>
          <a:bodyPr lIns="91440" tIns="45720" rIns="91440" bIns="4572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4104C"/>
              </a:buClr>
              <a:buNone/>
            </a:pPr>
            <a:r>
              <a:rPr lang="fr-FR" sz="1400" b="1" noProof="0">
                <a:solidFill>
                  <a:srgbClr val="59B7A1"/>
                </a:solidFill>
              </a:rPr>
              <a:t>Contraintes et exigences</a:t>
            </a:r>
            <a:endParaRPr lang="fr-FR" sz="1200" noProof="0">
              <a:solidFill>
                <a:srgbClr val="59B7A1"/>
              </a:solidFill>
            </a:endParaRPr>
          </a:p>
        </p:txBody>
      </p:sp>
      <p:sp>
        <p:nvSpPr>
          <p:cNvPr id="19" name="ZoneTexte 63">
            <a:extLst>
              <a:ext uri="{FF2B5EF4-FFF2-40B4-BE49-F238E27FC236}">
                <a16:creationId xmlns:a16="http://schemas.microsoft.com/office/drawing/2014/main" id="{D951E1AA-536F-2CF9-0DFB-B6723AAD6D41}"/>
              </a:ext>
            </a:extLst>
          </p:cNvPr>
          <p:cNvSpPr txBox="1"/>
          <p:nvPr/>
        </p:nvSpPr>
        <p:spPr>
          <a:xfrm>
            <a:off x="8534681" y="3337470"/>
            <a:ext cx="1645202" cy="277332"/>
          </a:xfrm>
          <a:prstGeom prst="rect">
            <a:avLst/>
          </a:prstGeom>
        </p:spPr>
        <p:txBody>
          <a:bodyPr wrap="square" rtlCol="0" anchor="ctr" anchorCtr="0">
            <a:noAutofit/>
          </a:bodyPr>
          <a:lstStyle/>
          <a:p>
            <a:pPr>
              <a:lnSpc>
                <a:spcPct val="90000"/>
              </a:lnSpc>
              <a:spcBef>
                <a:spcPts val="800"/>
              </a:spcBef>
              <a:buClr>
                <a:schemeClr val="tx2"/>
              </a:buClr>
            </a:pPr>
            <a:r>
              <a:rPr lang="fr-FR" sz="1200" b="1">
                <a:solidFill>
                  <a:srgbClr val="59B7A1"/>
                </a:solidFill>
              </a:rPr>
              <a:t>Diapositive 6</a:t>
            </a:r>
          </a:p>
        </p:txBody>
      </p:sp>
      <p:sp>
        <p:nvSpPr>
          <p:cNvPr id="16" name="Ellipse 90">
            <a:extLst>
              <a:ext uri="{FF2B5EF4-FFF2-40B4-BE49-F238E27FC236}">
                <a16:creationId xmlns:a16="http://schemas.microsoft.com/office/drawing/2014/main" id="{05C6ADFE-2AA4-E258-97C5-5BD03C646F86}"/>
              </a:ext>
            </a:extLst>
          </p:cNvPr>
          <p:cNvSpPr/>
          <p:nvPr/>
        </p:nvSpPr>
        <p:spPr>
          <a:xfrm>
            <a:off x="1662203" y="3369635"/>
            <a:ext cx="396000" cy="396000"/>
          </a:xfrm>
          <a:prstGeom prst="ellipse">
            <a:avLst/>
          </a:prstGeom>
          <a:solidFill>
            <a:srgbClr val="DFF1ED"/>
          </a:solidFill>
          <a:ln>
            <a:solidFill>
              <a:srgbClr val="DF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28" name="ZoneTexte 68">
            <a:extLst>
              <a:ext uri="{FF2B5EF4-FFF2-40B4-BE49-F238E27FC236}">
                <a16:creationId xmlns:a16="http://schemas.microsoft.com/office/drawing/2014/main" id="{FC0A534C-B991-E102-4ED7-E9EE5A0C7C94}"/>
              </a:ext>
            </a:extLst>
          </p:cNvPr>
          <p:cNvSpPr txBox="1"/>
          <p:nvPr/>
        </p:nvSpPr>
        <p:spPr>
          <a:xfrm>
            <a:off x="8535804" y="2235587"/>
            <a:ext cx="1645202" cy="277332"/>
          </a:xfrm>
          <a:prstGeom prst="rect">
            <a:avLst/>
          </a:prstGeom>
        </p:spPr>
        <p:txBody>
          <a:bodyPr wrap="square" rtlCol="0" anchor="ctr" anchorCtr="0">
            <a:noAutofit/>
          </a:bodyPr>
          <a:lstStyle/>
          <a:p>
            <a:pPr>
              <a:lnSpc>
                <a:spcPct val="90000"/>
              </a:lnSpc>
              <a:spcBef>
                <a:spcPts val="800"/>
              </a:spcBef>
              <a:buClr>
                <a:schemeClr val="tx2"/>
              </a:buClr>
            </a:pPr>
            <a:r>
              <a:rPr lang="fr-FR" sz="1200" b="1" noProof="0">
                <a:solidFill>
                  <a:srgbClr val="59B7A1"/>
                </a:solidFill>
              </a:rPr>
              <a:t>Diapositive 4-5</a:t>
            </a:r>
          </a:p>
        </p:txBody>
      </p:sp>
      <p:sp>
        <p:nvSpPr>
          <p:cNvPr id="24" name="Espace réservé du texte 2">
            <a:extLst>
              <a:ext uri="{FF2B5EF4-FFF2-40B4-BE49-F238E27FC236}">
                <a16:creationId xmlns:a16="http://schemas.microsoft.com/office/drawing/2014/main" id="{8E989F38-73D7-91A0-A655-E84B013CC11B}"/>
              </a:ext>
            </a:extLst>
          </p:cNvPr>
          <p:cNvSpPr txBox="1">
            <a:spLocks/>
          </p:cNvSpPr>
          <p:nvPr/>
        </p:nvSpPr>
        <p:spPr>
          <a:xfrm>
            <a:off x="2241597" y="2231915"/>
            <a:ext cx="4365029" cy="468000"/>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400" b="1" noProof="0">
                <a:solidFill>
                  <a:srgbClr val="59B7A1"/>
                </a:solidFill>
              </a:rPr>
              <a:t>Besoins fonctionnels</a:t>
            </a:r>
            <a:endParaRPr lang="fr-FR" sz="1200" noProof="0">
              <a:solidFill>
                <a:srgbClr val="59B7A1"/>
              </a:solidFill>
            </a:endParaRPr>
          </a:p>
        </p:txBody>
      </p:sp>
      <p:sp>
        <p:nvSpPr>
          <p:cNvPr id="25" name="Ellipse 87">
            <a:extLst>
              <a:ext uri="{FF2B5EF4-FFF2-40B4-BE49-F238E27FC236}">
                <a16:creationId xmlns:a16="http://schemas.microsoft.com/office/drawing/2014/main" id="{03DE1C79-D99B-4FE8-8271-56856E2DD92E}"/>
              </a:ext>
            </a:extLst>
          </p:cNvPr>
          <p:cNvSpPr/>
          <p:nvPr/>
        </p:nvSpPr>
        <p:spPr>
          <a:xfrm>
            <a:off x="1682801" y="2286606"/>
            <a:ext cx="396000" cy="396000"/>
          </a:xfrm>
          <a:prstGeom prst="ellipse">
            <a:avLst/>
          </a:prstGeom>
          <a:solidFill>
            <a:srgbClr val="DFF1ED"/>
          </a:solidFill>
          <a:ln>
            <a:solidFill>
              <a:srgbClr val="DF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32" name="Espace réservé du texte 2">
            <a:extLst>
              <a:ext uri="{FF2B5EF4-FFF2-40B4-BE49-F238E27FC236}">
                <a16:creationId xmlns:a16="http://schemas.microsoft.com/office/drawing/2014/main" id="{8980E29B-CD4A-1048-93AE-8773412BDB0A}"/>
              </a:ext>
            </a:extLst>
          </p:cNvPr>
          <p:cNvSpPr txBox="1">
            <a:spLocks/>
          </p:cNvSpPr>
          <p:nvPr/>
        </p:nvSpPr>
        <p:spPr>
          <a:xfrm>
            <a:off x="2241597" y="4397973"/>
            <a:ext cx="4365029" cy="468000"/>
          </a:xfrm>
          <a:prstGeom prst="rect">
            <a:avLst/>
          </a:prstGeom>
        </p:spPr>
        <p:txBody>
          <a:bodyPr lIns="91440" tIns="45720" rIns="91440" bIns="4572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4104C"/>
              </a:buClr>
              <a:buNone/>
            </a:pPr>
            <a:r>
              <a:rPr lang="fr-FR" sz="1400" b="1" noProof="0">
                <a:solidFill>
                  <a:srgbClr val="59B7A1"/>
                </a:solidFill>
              </a:rPr>
              <a:t>Parcours utilisateur</a:t>
            </a:r>
            <a:endParaRPr lang="fr-FR" sz="1200" noProof="0">
              <a:solidFill>
                <a:srgbClr val="59B7A1"/>
              </a:solidFill>
            </a:endParaRPr>
          </a:p>
        </p:txBody>
      </p:sp>
      <p:sp>
        <p:nvSpPr>
          <p:cNvPr id="38" name="ZoneTexte 63">
            <a:extLst>
              <a:ext uri="{FF2B5EF4-FFF2-40B4-BE49-F238E27FC236}">
                <a16:creationId xmlns:a16="http://schemas.microsoft.com/office/drawing/2014/main" id="{F7C5EE08-6033-5E98-05A5-EE79646F4103}"/>
              </a:ext>
            </a:extLst>
          </p:cNvPr>
          <p:cNvSpPr txBox="1"/>
          <p:nvPr/>
        </p:nvSpPr>
        <p:spPr>
          <a:xfrm>
            <a:off x="8534681" y="4439352"/>
            <a:ext cx="1645202" cy="277332"/>
          </a:xfrm>
          <a:prstGeom prst="rect">
            <a:avLst/>
          </a:prstGeom>
        </p:spPr>
        <p:txBody>
          <a:bodyPr wrap="square" rtlCol="0" anchor="ctr" anchorCtr="0">
            <a:noAutofit/>
          </a:bodyPr>
          <a:lstStyle/>
          <a:p>
            <a:pPr>
              <a:lnSpc>
                <a:spcPct val="90000"/>
              </a:lnSpc>
              <a:spcBef>
                <a:spcPts val="800"/>
              </a:spcBef>
              <a:buClr>
                <a:schemeClr val="tx2"/>
              </a:buClr>
            </a:pPr>
            <a:r>
              <a:rPr lang="fr-FR" sz="1200" b="1" noProof="0" dirty="0">
                <a:solidFill>
                  <a:srgbClr val="59B7A1"/>
                </a:solidFill>
              </a:rPr>
              <a:t>Diapositive 7-9 </a:t>
            </a:r>
          </a:p>
        </p:txBody>
      </p:sp>
      <p:sp>
        <p:nvSpPr>
          <p:cNvPr id="35" name="Ellipse 90">
            <a:extLst>
              <a:ext uri="{FF2B5EF4-FFF2-40B4-BE49-F238E27FC236}">
                <a16:creationId xmlns:a16="http://schemas.microsoft.com/office/drawing/2014/main" id="{C759882E-545B-2242-CB57-0A8211199BC6}"/>
              </a:ext>
            </a:extLst>
          </p:cNvPr>
          <p:cNvSpPr/>
          <p:nvPr/>
        </p:nvSpPr>
        <p:spPr>
          <a:xfrm>
            <a:off x="1662203" y="4452664"/>
            <a:ext cx="396000" cy="396000"/>
          </a:xfrm>
          <a:prstGeom prst="ellipse">
            <a:avLst/>
          </a:prstGeom>
          <a:solidFill>
            <a:srgbClr val="DFF1ED"/>
          </a:solidFill>
          <a:ln>
            <a:solidFill>
              <a:srgbClr val="DF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42" name="Espace réservé du texte 2">
            <a:extLst>
              <a:ext uri="{FF2B5EF4-FFF2-40B4-BE49-F238E27FC236}">
                <a16:creationId xmlns:a16="http://schemas.microsoft.com/office/drawing/2014/main" id="{91ABDDDE-3279-8644-87FA-0F8E09AFEF3E}"/>
              </a:ext>
            </a:extLst>
          </p:cNvPr>
          <p:cNvSpPr txBox="1">
            <a:spLocks/>
          </p:cNvSpPr>
          <p:nvPr/>
        </p:nvSpPr>
        <p:spPr>
          <a:xfrm>
            <a:off x="2241597" y="5481000"/>
            <a:ext cx="6204824" cy="468000"/>
          </a:xfrm>
          <a:prstGeom prst="rect">
            <a:avLst/>
          </a:prstGeom>
        </p:spPr>
        <p:txBody>
          <a:bodyPr lIns="91440" tIns="45720" rIns="91440" bIns="4572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4104C"/>
              </a:buClr>
              <a:buNone/>
            </a:pPr>
            <a:r>
              <a:rPr lang="fr-FR" sz="1400" b="1">
                <a:solidFill>
                  <a:srgbClr val="59B7A1"/>
                </a:solidFill>
              </a:rPr>
              <a:t>Annexe : diapositives présentées dans les parcours utilisateur</a:t>
            </a:r>
            <a:endParaRPr lang="fr-FR" sz="1200">
              <a:solidFill>
                <a:srgbClr val="59B7A1"/>
              </a:solidFill>
            </a:endParaRPr>
          </a:p>
        </p:txBody>
      </p:sp>
      <p:sp>
        <p:nvSpPr>
          <p:cNvPr id="48" name="ZoneTexte 63">
            <a:extLst>
              <a:ext uri="{FF2B5EF4-FFF2-40B4-BE49-F238E27FC236}">
                <a16:creationId xmlns:a16="http://schemas.microsoft.com/office/drawing/2014/main" id="{34D2350F-C207-B20A-8304-A67E826D933D}"/>
              </a:ext>
            </a:extLst>
          </p:cNvPr>
          <p:cNvSpPr txBox="1"/>
          <p:nvPr/>
        </p:nvSpPr>
        <p:spPr>
          <a:xfrm>
            <a:off x="8534681" y="5541234"/>
            <a:ext cx="1645202" cy="277332"/>
          </a:xfrm>
          <a:prstGeom prst="rect">
            <a:avLst/>
          </a:prstGeom>
        </p:spPr>
        <p:txBody>
          <a:bodyPr wrap="square" rtlCol="0" anchor="ctr" anchorCtr="0">
            <a:noAutofit/>
          </a:bodyPr>
          <a:lstStyle/>
          <a:p>
            <a:pPr>
              <a:lnSpc>
                <a:spcPct val="90000"/>
              </a:lnSpc>
              <a:spcBef>
                <a:spcPts val="800"/>
              </a:spcBef>
              <a:buClr>
                <a:schemeClr val="tx2"/>
              </a:buClr>
            </a:pPr>
            <a:r>
              <a:rPr lang="fr-FR" sz="1200" b="1" dirty="0">
                <a:solidFill>
                  <a:srgbClr val="59B7A1"/>
                </a:solidFill>
              </a:rPr>
              <a:t>Diapositive 10 - 27</a:t>
            </a:r>
            <a:endParaRPr lang="fr-FR" sz="1200" b="1" noProof="0" dirty="0">
              <a:solidFill>
                <a:srgbClr val="59B7A1"/>
              </a:solidFill>
            </a:endParaRPr>
          </a:p>
        </p:txBody>
      </p:sp>
      <p:sp>
        <p:nvSpPr>
          <p:cNvPr id="45" name="Ellipse 90">
            <a:extLst>
              <a:ext uri="{FF2B5EF4-FFF2-40B4-BE49-F238E27FC236}">
                <a16:creationId xmlns:a16="http://schemas.microsoft.com/office/drawing/2014/main" id="{92EDB77F-4460-19F0-8EAC-0EA1C723A335}"/>
              </a:ext>
            </a:extLst>
          </p:cNvPr>
          <p:cNvSpPr/>
          <p:nvPr/>
        </p:nvSpPr>
        <p:spPr>
          <a:xfrm>
            <a:off x="1662203" y="5535691"/>
            <a:ext cx="396000" cy="396000"/>
          </a:xfrm>
          <a:prstGeom prst="ellipse">
            <a:avLst/>
          </a:prstGeom>
          <a:solidFill>
            <a:srgbClr val="DFF1ED"/>
          </a:solidFill>
          <a:ln>
            <a:solidFill>
              <a:srgbClr val="DFF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53" name="ZoneTexte 88">
            <a:extLst>
              <a:ext uri="{FF2B5EF4-FFF2-40B4-BE49-F238E27FC236}">
                <a16:creationId xmlns:a16="http://schemas.microsoft.com/office/drawing/2014/main" id="{21182A2E-57EF-0A32-C569-F974CEB90BD8}"/>
              </a:ext>
            </a:extLst>
          </p:cNvPr>
          <p:cNvSpPr txBox="1"/>
          <p:nvPr/>
        </p:nvSpPr>
        <p:spPr>
          <a:xfrm>
            <a:off x="1563979" y="909000"/>
            <a:ext cx="1100836" cy="707886"/>
          </a:xfrm>
          <a:prstGeom prst="rect">
            <a:avLst/>
          </a:prstGeom>
          <a:noFill/>
        </p:spPr>
        <p:txBody>
          <a:bodyPr wrap="square" rtlCol="0">
            <a:spAutoFit/>
          </a:bodyPr>
          <a:lstStyle/>
          <a:p>
            <a:r>
              <a:rPr lang="fr-FR" sz="4000" b="1" noProof="0">
                <a:solidFill>
                  <a:srgbClr val="59B7A1"/>
                </a:solidFill>
                <a:latin typeface="Avenir LT Std 65 Medium" panose="020B0803020203020204" pitchFamily="34" charset="0"/>
              </a:rPr>
              <a:t>1</a:t>
            </a:r>
          </a:p>
        </p:txBody>
      </p:sp>
      <p:sp>
        <p:nvSpPr>
          <p:cNvPr id="55" name="ZoneTexte 91">
            <a:extLst>
              <a:ext uri="{FF2B5EF4-FFF2-40B4-BE49-F238E27FC236}">
                <a16:creationId xmlns:a16="http://schemas.microsoft.com/office/drawing/2014/main" id="{793C6C38-1D8C-7C39-8BDE-223CFD7344FE}"/>
              </a:ext>
            </a:extLst>
          </p:cNvPr>
          <p:cNvSpPr txBox="1"/>
          <p:nvPr/>
        </p:nvSpPr>
        <p:spPr>
          <a:xfrm>
            <a:off x="1563979" y="3075058"/>
            <a:ext cx="1100836" cy="707886"/>
          </a:xfrm>
          <a:prstGeom prst="rect">
            <a:avLst/>
          </a:prstGeom>
          <a:noFill/>
        </p:spPr>
        <p:txBody>
          <a:bodyPr wrap="square" rtlCol="0">
            <a:spAutoFit/>
          </a:bodyPr>
          <a:lstStyle/>
          <a:p>
            <a:r>
              <a:rPr lang="fr-FR" sz="4000" b="1">
                <a:solidFill>
                  <a:srgbClr val="59B7A1"/>
                </a:solidFill>
                <a:latin typeface="Avenir LT Std 65 Medium" panose="020B0803020203020204" pitchFamily="34" charset="0"/>
              </a:rPr>
              <a:t>3</a:t>
            </a:r>
          </a:p>
        </p:txBody>
      </p:sp>
      <p:sp>
        <p:nvSpPr>
          <p:cNvPr id="57" name="ZoneTexte 88">
            <a:extLst>
              <a:ext uri="{FF2B5EF4-FFF2-40B4-BE49-F238E27FC236}">
                <a16:creationId xmlns:a16="http://schemas.microsoft.com/office/drawing/2014/main" id="{14895C56-5DA6-7451-3101-EC8913A80B2C}"/>
              </a:ext>
            </a:extLst>
          </p:cNvPr>
          <p:cNvSpPr txBox="1"/>
          <p:nvPr/>
        </p:nvSpPr>
        <p:spPr>
          <a:xfrm>
            <a:off x="1584577" y="1992029"/>
            <a:ext cx="1100836" cy="707886"/>
          </a:xfrm>
          <a:prstGeom prst="rect">
            <a:avLst/>
          </a:prstGeom>
          <a:noFill/>
        </p:spPr>
        <p:txBody>
          <a:bodyPr wrap="square" rtlCol="0">
            <a:spAutoFit/>
          </a:bodyPr>
          <a:lstStyle/>
          <a:p>
            <a:r>
              <a:rPr lang="fr-FR" sz="4000" b="1">
                <a:solidFill>
                  <a:srgbClr val="59B7A1"/>
                </a:solidFill>
                <a:latin typeface="Avenir LT Std 65 Medium" panose="020B0803020203020204" pitchFamily="34" charset="0"/>
              </a:rPr>
              <a:t>2</a:t>
            </a:r>
          </a:p>
        </p:txBody>
      </p:sp>
      <p:sp>
        <p:nvSpPr>
          <p:cNvPr id="59" name="ZoneTexte 91">
            <a:extLst>
              <a:ext uri="{FF2B5EF4-FFF2-40B4-BE49-F238E27FC236}">
                <a16:creationId xmlns:a16="http://schemas.microsoft.com/office/drawing/2014/main" id="{F6B0E2FB-C812-4C19-B5B3-5E87776FFD81}"/>
              </a:ext>
            </a:extLst>
          </p:cNvPr>
          <p:cNvSpPr txBox="1"/>
          <p:nvPr/>
        </p:nvSpPr>
        <p:spPr>
          <a:xfrm>
            <a:off x="1563979" y="4158087"/>
            <a:ext cx="1100836" cy="707886"/>
          </a:xfrm>
          <a:prstGeom prst="rect">
            <a:avLst/>
          </a:prstGeom>
          <a:noFill/>
        </p:spPr>
        <p:txBody>
          <a:bodyPr wrap="square" rtlCol="0">
            <a:spAutoFit/>
          </a:bodyPr>
          <a:lstStyle/>
          <a:p>
            <a:r>
              <a:rPr lang="fr-FR" sz="4000" b="1">
                <a:solidFill>
                  <a:srgbClr val="59B7A1"/>
                </a:solidFill>
                <a:latin typeface="Avenir LT Std 65 Medium" panose="020B0803020203020204" pitchFamily="34" charset="0"/>
              </a:rPr>
              <a:t>4</a:t>
            </a:r>
          </a:p>
        </p:txBody>
      </p:sp>
      <p:sp>
        <p:nvSpPr>
          <p:cNvPr id="61" name="ZoneTexte 91">
            <a:extLst>
              <a:ext uri="{FF2B5EF4-FFF2-40B4-BE49-F238E27FC236}">
                <a16:creationId xmlns:a16="http://schemas.microsoft.com/office/drawing/2014/main" id="{6833F61C-EAAA-6689-55E8-E0087DF56288}"/>
              </a:ext>
            </a:extLst>
          </p:cNvPr>
          <p:cNvSpPr txBox="1"/>
          <p:nvPr/>
        </p:nvSpPr>
        <p:spPr>
          <a:xfrm>
            <a:off x="1563979" y="5241114"/>
            <a:ext cx="1100836" cy="707886"/>
          </a:xfrm>
          <a:prstGeom prst="rect">
            <a:avLst/>
          </a:prstGeom>
          <a:noFill/>
        </p:spPr>
        <p:txBody>
          <a:bodyPr wrap="square" rtlCol="0">
            <a:spAutoFit/>
          </a:bodyPr>
          <a:lstStyle/>
          <a:p>
            <a:r>
              <a:rPr lang="fr-FR" sz="4000" b="1">
                <a:solidFill>
                  <a:srgbClr val="59B7A1"/>
                </a:solidFill>
                <a:latin typeface="Avenir LT Std 65 Medium" panose="020B0803020203020204" pitchFamily="34" charset="0"/>
              </a:rPr>
              <a:t>5</a:t>
            </a:r>
          </a:p>
        </p:txBody>
      </p:sp>
      <p:pic>
        <p:nvPicPr>
          <p:cNvPr id="63" name="Graphique 62" descr="Document contour">
            <a:extLst>
              <a:ext uri="{FF2B5EF4-FFF2-40B4-BE49-F238E27FC236}">
                <a16:creationId xmlns:a16="http://schemas.microsoft.com/office/drawing/2014/main" id="{41CBE01E-1790-92A2-F524-79EA4941E8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4681" y="1092370"/>
            <a:ext cx="360000" cy="360000"/>
          </a:xfrm>
          <a:prstGeom prst="rect">
            <a:avLst/>
          </a:prstGeom>
        </p:spPr>
      </p:pic>
      <p:pic>
        <p:nvPicPr>
          <p:cNvPr id="65" name="Graphique 64" descr="Document contour">
            <a:extLst>
              <a:ext uri="{FF2B5EF4-FFF2-40B4-BE49-F238E27FC236}">
                <a16:creationId xmlns:a16="http://schemas.microsoft.com/office/drawing/2014/main" id="{8B1FD691-125B-E9EE-965B-6912970007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4681" y="5499900"/>
            <a:ext cx="360000" cy="360000"/>
          </a:xfrm>
          <a:prstGeom prst="rect">
            <a:avLst/>
          </a:prstGeom>
        </p:spPr>
      </p:pic>
      <p:pic>
        <p:nvPicPr>
          <p:cNvPr id="67" name="Graphique 66" descr="Document contour">
            <a:extLst>
              <a:ext uri="{FF2B5EF4-FFF2-40B4-BE49-F238E27FC236}">
                <a16:creationId xmlns:a16="http://schemas.microsoft.com/office/drawing/2014/main" id="{33AC6977-DEEE-39FA-A4E9-5858564155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4681" y="2194253"/>
            <a:ext cx="360000" cy="360000"/>
          </a:xfrm>
          <a:prstGeom prst="rect">
            <a:avLst/>
          </a:prstGeom>
        </p:spPr>
      </p:pic>
      <p:pic>
        <p:nvPicPr>
          <p:cNvPr id="69" name="Graphique 68" descr="Document contour">
            <a:extLst>
              <a:ext uri="{FF2B5EF4-FFF2-40B4-BE49-F238E27FC236}">
                <a16:creationId xmlns:a16="http://schemas.microsoft.com/office/drawing/2014/main" id="{80E7FD1E-6060-123C-119C-AA1723E5C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4681" y="3296136"/>
            <a:ext cx="360000" cy="360000"/>
          </a:xfrm>
          <a:prstGeom prst="rect">
            <a:avLst/>
          </a:prstGeom>
        </p:spPr>
      </p:pic>
      <p:pic>
        <p:nvPicPr>
          <p:cNvPr id="71" name="Graphique 70" descr="Document contour">
            <a:extLst>
              <a:ext uri="{FF2B5EF4-FFF2-40B4-BE49-F238E27FC236}">
                <a16:creationId xmlns:a16="http://schemas.microsoft.com/office/drawing/2014/main" id="{990659F1-4104-7104-E313-B7C67B4917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4681" y="4398018"/>
            <a:ext cx="360000" cy="360000"/>
          </a:xfrm>
          <a:prstGeom prst="rect">
            <a:avLst/>
          </a:prstGeom>
        </p:spPr>
      </p:pic>
    </p:spTree>
    <p:extLst>
      <p:ext uri="{BB962C8B-B14F-4D97-AF65-F5344CB8AC3E}">
        <p14:creationId xmlns:p14="http://schemas.microsoft.com/office/powerpoint/2010/main" val="31167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8E4EE-E424-7524-1DA7-EDC77954987A}"/>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D3B0BECE-9F77-575B-4323-48115CC8D899}"/>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Contexte et objectifs </a:t>
            </a:r>
          </a:p>
        </p:txBody>
      </p:sp>
      <p:sp>
        <p:nvSpPr>
          <p:cNvPr id="2" name="Rectangle 1">
            <a:extLst>
              <a:ext uri="{FF2B5EF4-FFF2-40B4-BE49-F238E27FC236}">
                <a16:creationId xmlns:a16="http://schemas.microsoft.com/office/drawing/2014/main" id="{FB58979D-0A34-35EA-17D1-43B11B75F91A}"/>
              </a:ext>
            </a:extLst>
          </p:cNvPr>
          <p:cNvSpPr/>
          <p:nvPr/>
        </p:nvSpPr>
        <p:spPr>
          <a:xfrm>
            <a:off x="1222744" y="737991"/>
            <a:ext cx="10792277" cy="4869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rgbClr val="00B388"/>
                </a:solidFill>
                <a:latin typeface="Avenir LT Std 65 Medium" panose="020B0803020203020204" pitchFamily="34" charset="0"/>
              </a:rPr>
              <a:t>Enjeu </a:t>
            </a:r>
            <a:r>
              <a:rPr lang="fr-FR" sz="1200">
                <a:solidFill>
                  <a:srgbClr val="00B388"/>
                </a:solidFill>
                <a:latin typeface="Avenir LT Std 45 Book" panose="020B0502020203020204" pitchFamily="34" charset="0"/>
              </a:rPr>
              <a:t>:</a:t>
            </a:r>
            <a:r>
              <a:rPr lang="fr-FR" sz="1200">
                <a:solidFill>
                  <a:schemeClr val="tx1"/>
                </a:solidFill>
                <a:latin typeface="Avenir LT Std 45 Book" panose="020B0502020203020204" pitchFamily="34" charset="0"/>
              </a:rPr>
              <a:t> Outiller les managers et chefs de projet de l’entreprise avec un </a:t>
            </a:r>
            <a:r>
              <a:rPr lang="fr-FR" sz="1200" b="1">
                <a:solidFill>
                  <a:schemeClr val="tx1"/>
                </a:solidFill>
                <a:latin typeface="Avenir LT Std 65 Medium" panose="020B0803020203020204" pitchFamily="34" charset="0"/>
              </a:rPr>
              <a:t>kit simple et utile</a:t>
            </a:r>
            <a:r>
              <a:rPr lang="fr-FR" sz="1200">
                <a:solidFill>
                  <a:schemeClr val="tx1"/>
                </a:solidFill>
                <a:latin typeface="Avenir LT Std 45 Book" panose="020B0502020203020204" pitchFamily="34" charset="0"/>
              </a:rPr>
              <a:t> pour les aider à la prévention et l’accompagnement des RPS et à assurer un accompagnement humain dans les projets. </a:t>
            </a:r>
            <a:endParaRPr lang="fr-FR" sz="1200" b="1">
              <a:solidFill>
                <a:schemeClr val="tx1"/>
              </a:solidFill>
              <a:latin typeface="Avenir LT Std 45 Book" panose="020B0502020203020204" pitchFamily="34" charset="0"/>
            </a:endParaRPr>
          </a:p>
          <a:p>
            <a:endParaRPr lang="fr-FR" sz="1200" b="1">
              <a:solidFill>
                <a:schemeClr val="tx1"/>
              </a:solidFill>
              <a:latin typeface="Avenir LT Std 45 Book" panose="020B0502020203020204" pitchFamily="34" charset="0"/>
            </a:endParaRPr>
          </a:p>
          <a:p>
            <a:r>
              <a:rPr lang="fr-FR" sz="1200" b="1">
                <a:solidFill>
                  <a:srgbClr val="00B388"/>
                </a:solidFill>
                <a:latin typeface="Avenir LT Std 65 Medium" panose="020B0803020203020204" pitchFamily="34" charset="0"/>
              </a:rPr>
              <a:t>Un contenu coconstruit avec les SA</a:t>
            </a:r>
            <a:endParaRPr lang="fr-FR" sz="1200">
              <a:solidFill>
                <a:srgbClr val="00B388"/>
              </a:solidFill>
              <a:latin typeface="Avenir LT Std 65 Medium" panose="020B0803020203020204" pitchFamily="34" charset="0"/>
            </a:endParaRPr>
          </a:p>
          <a:p>
            <a:pPr marL="171450" indent="-171450">
              <a:buFont typeface="Arial" panose="020B0604020202020204" pitchFamily="34" charset="0"/>
              <a:buChar char="•"/>
            </a:pPr>
            <a:r>
              <a:rPr lang="fr-FR" sz="1200" b="1">
                <a:solidFill>
                  <a:schemeClr val="tx1"/>
                </a:solidFill>
                <a:latin typeface="Avenir LT Std 65 Medium" panose="020B0803020203020204" pitchFamily="34" charset="0"/>
              </a:rPr>
              <a:t>Contenu du kit coconstruit </a:t>
            </a:r>
            <a:r>
              <a:rPr lang="fr-FR" sz="1200">
                <a:solidFill>
                  <a:schemeClr val="tx1"/>
                </a:solidFill>
                <a:latin typeface="Avenir LT Std 45 Book" panose="020B0502020203020204" pitchFamily="34" charset="0"/>
              </a:rPr>
              <a:t>au T2 2026 avec un groupe de travail inter-SA</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Version </a:t>
            </a:r>
            <a:r>
              <a:rPr lang="fr-FR" sz="1200" b="1">
                <a:solidFill>
                  <a:schemeClr val="tx1"/>
                </a:solidFill>
                <a:latin typeface="Avenir LT Std 65 Medium" panose="020B0803020203020204" pitchFamily="34" charset="0"/>
              </a:rPr>
              <a:t>« prototype » sous PPT finalisée d'ici mi-septembre 2026</a:t>
            </a:r>
            <a:r>
              <a:rPr lang="fr-FR" sz="1200">
                <a:solidFill>
                  <a:schemeClr val="tx1"/>
                </a:solidFill>
                <a:latin typeface="Avenir LT Std 45 Book" panose="020B0502020203020204" pitchFamily="34" charset="0"/>
              </a:rPr>
              <a:t>, après intégration des retours d’un panel de testeurs et définition du nom.</a:t>
            </a:r>
          </a:p>
          <a:p>
            <a:r>
              <a:rPr lang="fr-FR" sz="1200" b="1">
                <a:solidFill>
                  <a:schemeClr val="tx1"/>
                </a:solidFill>
                <a:latin typeface="Avenir LT Std 45 Book" panose="020B0502020203020204" pitchFamily="34" charset="0"/>
              </a:rPr>
              <a:t> </a:t>
            </a:r>
          </a:p>
          <a:p>
            <a:r>
              <a:rPr lang="fr-FR" sz="1200" b="1">
                <a:solidFill>
                  <a:srgbClr val="00B388"/>
                </a:solidFill>
                <a:latin typeface="Avenir LT Std 65 Medium" panose="020B0803020203020204" pitchFamily="34" charset="0"/>
              </a:rPr>
              <a:t>Ce que contient le kit</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Une </a:t>
            </a:r>
            <a:r>
              <a:rPr lang="fr-FR" sz="1200" b="1">
                <a:solidFill>
                  <a:schemeClr val="tx1"/>
                </a:solidFill>
                <a:latin typeface="Avenir LT Std 65 Medium" panose="020B0803020203020204" pitchFamily="34" charset="0"/>
              </a:rPr>
              <a:t>checklist des bonnes questions </a:t>
            </a:r>
            <a:r>
              <a:rPr lang="fr-FR" sz="1200">
                <a:solidFill>
                  <a:schemeClr val="tx1"/>
                </a:solidFill>
                <a:latin typeface="Avenir LT Std 45 Book" panose="020B0502020203020204" pitchFamily="34" charset="0"/>
              </a:rPr>
              <a:t>à se poser afin de </a:t>
            </a:r>
            <a:r>
              <a:rPr lang="fr-FR" sz="1200" b="1">
                <a:solidFill>
                  <a:schemeClr val="tx1"/>
                </a:solidFill>
                <a:latin typeface="Avenir LT Std 65 Medium" panose="020B0803020203020204" pitchFamily="34" charset="0"/>
              </a:rPr>
              <a:t>passer en revue les impacts humains d’un projet</a:t>
            </a:r>
            <a:r>
              <a:rPr lang="fr-FR" sz="1200">
                <a:solidFill>
                  <a:schemeClr val="tx1"/>
                </a:solidFill>
                <a:latin typeface="Avenir LT Std 45 Book" panose="020B0502020203020204" pitchFamily="34" charset="0"/>
              </a:rPr>
              <a:t>, identifier les risques et anticiper les mesures d'accompagnement</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Une </a:t>
            </a:r>
            <a:r>
              <a:rPr lang="fr-FR" sz="1200" b="1">
                <a:solidFill>
                  <a:schemeClr val="tx1"/>
                </a:solidFill>
                <a:latin typeface="Avenir LT Std 65 Medium" panose="020B0803020203020204" pitchFamily="34" charset="0"/>
              </a:rPr>
              <a:t>checklist dédiée à la gestion des RPS </a:t>
            </a:r>
            <a:r>
              <a:rPr lang="fr-FR" sz="1200">
                <a:solidFill>
                  <a:schemeClr val="tx1"/>
                </a:solidFill>
                <a:latin typeface="Avenir LT Std 45 Book" panose="020B0502020203020204" pitchFamily="34" charset="0"/>
              </a:rPr>
              <a:t>pour s'informer, agir en prévention et accompagner les situations difficiles</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Des </a:t>
            </a:r>
            <a:r>
              <a:rPr lang="fr-FR" sz="1200" b="1">
                <a:solidFill>
                  <a:schemeClr val="tx1"/>
                </a:solidFill>
                <a:latin typeface="Avenir LT Std 65 Medium" panose="020B0803020203020204" pitchFamily="34" charset="0"/>
              </a:rPr>
              <a:t>ressources thématiques </a:t>
            </a:r>
            <a:r>
              <a:rPr lang="fr-FR" sz="1200">
                <a:solidFill>
                  <a:schemeClr val="tx1"/>
                </a:solidFill>
                <a:latin typeface="Avenir LT Std 45 Book" panose="020B0502020203020204" pitchFamily="34" charset="0"/>
              </a:rPr>
              <a:t>pour aller plus loin</a:t>
            </a:r>
          </a:p>
          <a:p>
            <a:pPr marL="171450" indent="-171450">
              <a:buFont typeface="Wingdings" panose="05000000000000000000" pitchFamily="2" charset="2"/>
              <a:buChar char="à"/>
            </a:pPr>
            <a:r>
              <a:rPr lang="fr-FR" sz="1200">
                <a:solidFill>
                  <a:schemeClr val="tx1"/>
                </a:solidFill>
                <a:latin typeface="Avenir LT Std 45 Book" panose="020B0502020203020204" pitchFamily="34" charset="0"/>
                <a:sym typeface="Wingdings" panose="05000000000000000000" pitchFamily="2" charset="2"/>
              </a:rPr>
              <a:t>La navigation dans le kit est </a:t>
            </a:r>
            <a:r>
              <a:rPr lang="fr-FR" sz="1200" b="1">
                <a:solidFill>
                  <a:schemeClr val="tx1"/>
                </a:solidFill>
                <a:latin typeface="Avenir LT Std 65 Medium" panose="020B0803020203020204" pitchFamily="34" charset="0"/>
              </a:rPr>
              <a:t>interactive </a:t>
            </a:r>
            <a:r>
              <a:rPr lang="fr-FR" sz="1200" b="1">
                <a:solidFill>
                  <a:schemeClr val="tx1"/>
                </a:solidFill>
                <a:latin typeface="Avenir LT Std 45 Book" panose="020B0502020203020204" pitchFamily="34" charset="0"/>
              </a:rPr>
              <a:t>: l</a:t>
            </a:r>
            <a:r>
              <a:rPr lang="fr-FR" sz="1200">
                <a:solidFill>
                  <a:schemeClr val="tx1"/>
                </a:solidFill>
                <a:latin typeface="Avenir LT Std 45 Book" panose="020B0502020203020204" pitchFamily="34" charset="0"/>
              </a:rPr>
              <a:t>e chef de projet / manager </a:t>
            </a:r>
            <a:r>
              <a:rPr lang="fr-FR" sz="1200" b="1">
                <a:solidFill>
                  <a:schemeClr val="tx1"/>
                </a:solidFill>
                <a:latin typeface="Avenir LT Std 65 Medium" panose="020B0803020203020204" pitchFamily="34" charset="0"/>
              </a:rPr>
              <a:t>consulte ce dont il a besoin </a:t>
            </a:r>
            <a:r>
              <a:rPr lang="fr-FR" sz="1200">
                <a:solidFill>
                  <a:schemeClr val="tx1"/>
                </a:solidFill>
                <a:latin typeface="Avenir LT Std 45 Book" panose="020B0502020203020204" pitchFamily="34" charset="0"/>
              </a:rPr>
              <a:t>au regard de sa situation.</a:t>
            </a:r>
          </a:p>
          <a:p>
            <a:pPr marL="171450" indent="-171450">
              <a:buFont typeface="Wingdings" panose="05000000000000000000" pitchFamily="2" charset="2"/>
              <a:buChar char="à"/>
            </a:pPr>
            <a:endParaRPr lang="fr-FR" sz="1200">
              <a:solidFill>
                <a:schemeClr val="tx1"/>
              </a:solidFill>
              <a:latin typeface="Avenir LT Std 45 Book" panose="020B0502020203020204" pitchFamily="34" charset="0"/>
            </a:endParaRPr>
          </a:p>
          <a:p>
            <a:r>
              <a:rPr lang="fr-FR" sz="1200" b="1">
                <a:solidFill>
                  <a:srgbClr val="00B388"/>
                </a:solidFill>
                <a:latin typeface="Avenir LT Std 65 Medium" panose="020B0803020203020204" pitchFamily="34" charset="0"/>
              </a:rPr>
              <a:t>A qui s’adresse le kit</a:t>
            </a:r>
          </a:p>
          <a:p>
            <a:r>
              <a:rPr lang="fr-FR" sz="1200">
                <a:solidFill>
                  <a:schemeClr val="tx1"/>
                </a:solidFill>
                <a:latin typeface="Avenir LT Std 45 Book" panose="020B0502020203020204" pitchFamily="34" charset="0"/>
              </a:rPr>
              <a:t>En priorité : </a:t>
            </a:r>
          </a:p>
          <a:p>
            <a:pPr marL="171450" indent="-171450">
              <a:buFont typeface="Arial" panose="020B0604020202020204" pitchFamily="34" charset="0"/>
              <a:buChar char="•"/>
            </a:pPr>
            <a:r>
              <a:rPr lang="fr-FR" sz="1200" b="1">
                <a:solidFill>
                  <a:schemeClr val="tx1"/>
                </a:solidFill>
                <a:latin typeface="Avenir LT Std 65 Medium" panose="020B0803020203020204" pitchFamily="34" charset="0"/>
              </a:rPr>
              <a:t>Managers</a:t>
            </a:r>
            <a:r>
              <a:rPr lang="fr-FR" sz="1200">
                <a:solidFill>
                  <a:schemeClr val="tx1"/>
                </a:solidFill>
                <a:latin typeface="Avenir LT Std 45 Book" panose="020B0502020203020204" pitchFamily="34" charset="0"/>
              </a:rPr>
              <a:t> (DPX, DUO, DET, Dirigeants, etc.) de toutes les SA* (*Voyageurs, Réseau, G&amp;C, Holding, GIE, RLE)</a:t>
            </a:r>
          </a:p>
          <a:p>
            <a:pPr marL="171450" indent="-171450">
              <a:buFont typeface="Arial" panose="020B0604020202020204" pitchFamily="34" charset="0"/>
              <a:buChar char="•"/>
            </a:pPr>
            <a:r>
              <a:rPr lang="fr-FR" sz="1200" b="1">
                <a:solidFill>
                  <a:schemeClr val="tx1"/>
                </a:solidFill>
                <a:latin typeface="Avenir LT Std 65 Medium" panose="020B0803020203020204" pitchFamily="34" charset="0"/>
              </a:rPr>
              <a:t>Chefs de projet</a:t>
            </a:r>
            <a:r>
              <a:rPr lang="fr-FR" sz="1200">
                <a:solidFill>
                  <a:schemeClr val="tx1"/>
                </a:solidFill>
                <a:latin typeface="Avenir LT Std 45 Book" panose="020B0502020203020204" pitchFamily="34" charset="0"/>
              </a:rPr>
              <a:t>, sponsors, référents transformation de toutes les SA*</a:t>
            </a:r>
          </a:p>
          <a:p>
            <a:r>
              <a:rPr lang="fr-FR" sz="1200">
                <a:solidFill>
                  <a:schemeClr val="tx1"/>
                </a:solidFill>
                <a:latin typeface="Avenir LT Std 45 Book" panose="020B0502020203020204" pitchFamily="34" charset="0"/>
              </a:rPr>
              <a:t>Et également : </a:t>
            </a:r>
            <a:r>
              <a:rPr lang="fr-FR" sz="1200" b="1">
                <a:solidFill>
                  <a:schemeClr val="tx1"/>
                </a:solidFill>
                <a:latin typeface="Avenir LT Std 65 Medium" panose="020B0803020203020204" pitchFamily="34" charset="0"/>
              </a:rPr>
              <a:t>Acteurs RH et préventeurs </a:t>
            </a:r>
            <a:r>
              <a:rPr lang="fr-FR" sz="1200">
                <a:solidFill>
                  <a:schemeClr val="tx1"/>
                </a:solidFill>
                <a:latin typeface="Avenir LT Std 45 Book" panose="020B0502020203020204" pitchFamily="34" charset="0"/>
              </a:rPr>
              <a:t>de toutes les SA*</a:t>
            </a:r>
            <a:r>
              <a:rPr lang="fr-FR" sz="1200" b="1">
                <a:solidFill>
                  <a:schemeClr val="tx1"/>
                </a:solidFill>
                <a:latin typeface="Avenir LT Std 65 Medium" panose="020B0803020203020204" pitchFamily="34" charset="0"/>
              </a:rPr>
              <a:t>, réseau d’appui et de soutien, référents SA</a:t>
            </a:r>
            <a:endParaRPr lang="fr-FR" sz="1200" b="1">
              <a:solidFill>
                <a:schemeClr val="tx1"/>
              </a:solidFill>
              <a:latin typeface="Avenir LT Std 45 Book" panose="020B0502020203020204" pitchFamily="34" charset="0"/>
            </a:endParaRPr>
          </a:p>
          <a:p>
            <a:endParaRPr lang="fr-FR" sz="1200" b="1">
              <a:solidFill>
                <a:schemeClr val="tx1"/>
              </a:solidFill>
              <a:latin typeface="Avenir LT Std 45 Book" panose="020B0502020203020204" pitchFamily="34" charset="0"/>
            </a:endParaRPr>
          </a:p>
          <a:p>
            <a:r>
              <a:rPr lang="fr-FR" sz="1200" b="1">
                <a:solidFill>
                  <a:srgbClr val="00B388"/>
                </a:solidFill>
                <a:latin typeface="Avenir LT Std 65 Medium" panose="020B0803020203020204" pitchFamily="34" charset="0"/>
              </a:rPr>
              <a:t>Calendrier souhaité</a:t>
            </a:r>
            <a:endParaRPr lang="fr-FR" sz="1200">
              <a:solidFill>
                <a:srgbClr val="00B388"/>
              </a:solidFill>
              <a:latin typeface="Avenir LT Std 65 Medium" panose="020B0803020203020204" pitchFamily="34" charset="0"/>
            </a:endParaRP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Fin Nov. 2026 : </a:t>
            </a:r>
            <a:r>
              <a:rPr lang="fr-FR" sz="1200" b="1">
                <a:solidFill>
                  <a:schemeClr val="tx1"/>
                </a:solidFill>
                <a:latin typeface="Avenir LT Std 65 Medium" panose="020B0803020203020204" pitchFamily="34" charset="0"/>
              </a:rPr>
              <a:t>lancement format application</a:t>
            </a:r>
            <a:endParaRPr lang="fr-FR" sz="1200">
              <a:solidFill>
                <a:schemeClr val="tx1"/>
              </a:solidFill>
              <a:latin typeface="Avenir LT Std 45 Book" panose="020B0502020203020204" pitchFamily="34" charset="0"/>
            </a:endParaRPr>
          </a:p>
          <a:p>
            <a:pPr marL="171450" indent="-171450">
              <a:buFont typeface="Arial" panose="020B0604020202020204" pitchFamily="34" charset="0"/>
              <a:buChar char="•"/>
            </a:pPr>
            <a:r>
              <a:rPr lang="fr-FR" sz="1200">
                <a:solidFill>
                  <a:schemeClr val="tx1"/>
                </a:solidFill>
                <a:latin typeface="Avenir LT Std 45 Book" panose="020B0502020203020204" pitchFamily="34" charset="0"/>
              </a:rPr>
              <a:t>Au-delà : évolution au fil de l’eau du kit selon les retours utilisateurs et nouveaux besoins</a:t>
            </a:r>
            <a:endParaRPr lang="fr-FR" sz="1200" b="1">
              <a:solidFill>
                <a:schemeClr val="tx1"/>
              </a:solidFill>
              <a:latin typeface="Avenir LT Std 65 Medium" panose="020B0803020203020204" pitchFamily="34" charset="0"/>
            </a:endParaRPr>
          </a:p>
        </p:txBody>
      </p:sp>
      <p:grpSp>
        <p:nvGrpSpPr>
          <p:cNvPr id="8" name="Groupe 7">
            <a:extLst>
              <a:ext uri="{FF2B5EF4-FFF2-40B4-BE49-F238E27FC236}">
                <a16:creationId xmlns:a16="http://schemas.microsoft.com/office/drawing/2014/main" id="{0499BBC8-32F5-ADA1-CF6B-CDD4DE568B58}"/>
              </a:ext>
            </a:extLst>
          </p:cNvPr>
          <p:cNvGrpSpPr>
            <a:grpSpLocks noChangeAspect="1"/>
          </p:cNvGrpSpPr>
          <p:nvPr/>
        </p:nvGrpSpPr>
        <p:grpSpPr>
          <a:xfrm>
            <a:off x="506668" y="4824111"/>
            <a:ext cx="468000" cy="433024"/>
            <a:chOff x="332866" y="4863722"/>
            <a:chExt cx="892073" cy="825401"/>
          </a:xfrm>
          <a:solidFill>
            <a:srgbClr val="00B388"/>
          </a:solidFill>
        </p:grpSpPr>
        <p:sp>
          <p:nvSpPr>
            <p:cNvPr id="10" name="Forme libre : forme 9">
              <a:extLst>
                <a:ext uri="{FF2B5EF4-FFF2-40B4-BE49-F238E27FC236}">
                  <a16:creationId xmlns:a16="http://schemas.microsoft.com/office/drawing/2014/main" id="{C3F0257B-8657-4272-CEE3-D6C359DF87AC}"/>
                </a:ext>
              </a:extLst>
            </p:cNvPr>
            <p:cNvSpPr/>
            <p:nvPr/>
          </p:nvSpPr>
          <p:spPr>
            <a:xfrm>
              <a:off x="332866" y="4863722"/>
              <a:ext cx="892073" cy="825401"/>
            </a:xfrm>
            <a:custGeom>
              <a:avLst/>
              <a:gdLst>
                <a:gd name="csX0" fmla="*/ 170856 w 892073"/>
                <a:gd name="csY0" fmla="*/ 0 h 825401"/>
                <a:gd name="csX1" fmla="*/ 130672 w 892073"/>
                <a:gd name="csY1" fmla="*/ 40184 h 825401"/>
                <a:gd name="csX2" fmla="*/ 130672 w 892073"/>
                <a:gd name="csY2" fmla="*/ 58639 h 825401"/>
                <a:gd name="csX3" fmla="*/ 59531 w 892073"/>
                <a:gd name="csY3" fmla="*/ 58639 h 825401"/>
                <a:gd name="csX4" fmla="*/ 0 w 892073"/>
                <a:gd name="csY4" fmla="*/ 118170 h 825401"/>
                <a:gd name="csX5" fmla="*/ 0 w 892073"/>
                <a:gd name="csY5" fmla="*/ 765870 h 825401"/>
                <a:gd name="csX6" fmla="*/ 59531 w 892073"/>
                <a:gd name="csY6" fmla="*/ 825401 h 825401"/>
                <a:gd name="csX7" fmla="*/ 832542 w 892073"/>
                <a:gd name="csY7" fmla="*/ 825401 h 825401"/>
                <a:gd name="csX8" fmla="*/ 892073 w 892073"/>
                <a:gd name="csY8" fmla="*/ 765870 h 825401"/>
                <a:gd name="csX9" fmla="*/ 892073 w 892073"/>
                <a:gd name="csY9" fmla="*/ 118170 h 825401"/>
                <a:gd name="csX10" fmla="*/ 832542 w 892073"/>
                <a:gd name="csY10" fmla="*/ 58639 h 825401"/>
                <a:gd name="csX11" fmla="*/ 761402 w 892073"/>
                <a:gd name="csY11" fmla="*/ 58639 h 825401"/>
                <a:gd name="csX12" fmla="*/ 761402 w 892073"/>
                <a:gd name="csY12" fmla="*/ 40184 h 825401"/>
                <a:gd name="csX13" fmla="*/ 721218 w 892073"/>
                <a:gd name="csY13" fmla="*/ 0 h 825401"/>
                <a:gd name="csX14" fmla="*/ 681034 w 892073"/>
                <a:gd name="csY14" fmla="*/ 40184 h 825401"/>
                <a:gd name="csX15" fmla="*/ 681034 w 892073"/>
                <a:gd name="csY15" fmla="*/ 58639 h 825401"/>
                <a:gd name="csX16" fmla="*/ 211032 w 892073"/>
                <a:gd name="csY16" fmla="*/ 58639 h 825401"/>
                <a:gd name="csX17" fmla="*/ 211032 w 892073"/>
                <a:gd name="csY17" fmla="*/ 40184 h 825401"/>
                <a:gd name="csX18" fmla="*/ 170848 w 892073"/>
                <a:gd name="csY18" fmla="*/ 0 h 825401"/>
                <a:gd name="csX19" fmla="*/ 160437 w 892073"/>
                <a:gd name="csY19" fmla="*/ 40184 h 825401"/>
                <a:gd name="csX20" fmla="*/ 170856 w 892073"/>
                <a:gd name="csY20" fmla="*/ 29766 h 825401"/>
                <a:gd name="csX21" fmla="*/ 181274 w 892073"/>
                <a:gd name="csY21" fmla="*/ 40184 h 825401"/>
                <a:gd name="csX22" fmla="*/ 181274 w 892073"/>
                <a:gd name="csY22" fmla="*/ 114747 h 825401"/>
                <a:gd name="csX23" fmla="*/ 170856 w 892073"/>
                <a:gd name="csY23" fmla="*/ 125165 h 825401"/>
                <a:gd name="csX24" fmla="*/ 160437 w 892073"/>
                <a:gd name="csY24" fmla="*/ 114747 h 825401"/>
                <a:gd name="csX25" fmla="*/ 832540 w 892073"/>
                <a:gd name="csY25" fmla="*/ 795631 h 825401"/>
                <a:gd name="csX26" fmla="*/ 59529 w 892073"/>
                <a:gd name="csY26" fmla="*/ 795631 h 825401"/>
                <a:gd name="csX27" fmla="*/ 29764 w 892073"/>
                <a:gd name="csY27" fmla="*/ 765865 h 825401"/>
                <a:gd name="csX28" fmla="*/ 29764 w 892073"/>
                <a:gd name="csY28" fmla="*/ 222645 h 825401"/>
                <a:gd name="csX29" fmla="*/ 862306 w 892073"/>
                <a:gd name="csY29" fmla="*/ 222645 h 825401"/>
                <a:gd name="csX30" fmla="*/ 862306 w 892073"/>
                <a:gd name="csY30" fmla="*/ 765865 h 825401"/>
                <a:gd name="csX31" fmla="*/ 832540 w 892073"/>
                <a:gd name="csY31" fmla="*/ 795631 h 825401"/>
                <a:gd name="csX32" fmla="*/ 710801 w 892073"/>
                <a:gd name="csY32" fmla="*/ 40184 h 825401"/>
                <a:gd name="csX33" fmla="*/ 721220 w 892073"/>
                <a:gd name="csY33" fmla="*/ 29766 h 825401"/>
                <a:gd name="csX34" fmla="*/ 731638 w 892073"/>
                <a:gd name="csY34" fmla="*/ 40184 h 825401"/>
                <a:gd name="csX35" fmla="*/ 731638 w 892073"/>
                <a:gd name="csY35" fmla="*/ 114747 h 825401"/>
                <a:gd name="csX36" fmla="*/ 721220 w 892073"/>
                <a:gd name="csY36" fmla="*/ 125165 h 825401"/>
                <a:gd name="csX37" fmla="*/ 710801 w 892073"/>
                <a:gd name="csY37" fmla="*/ 114747 h 825401"/>
                <a:gd name="csX38" fmla="*/ 681036 w 892073"/>
                <a:gd name="csY38" fmla="*/ 88404 h 825401"/>
                <a:gd name="csX39" fmla="*/ 681036 w 892073"/>
                <a:gd name="csY39" fmla="*/ 114747 h 825401"/>
                <a:gd name="csX40" fmla="*/ 721220 w 892073"/>
                <a:gd name="csY40" fmla="*/ 154931 h 825401"/>
                <a:gd name="csX41" fmla="*/ 761404 w 892073"/>
                <a:gd name="csY41" fmla="*/ 114747 h 825401"/>
                <a:gd name="csX42" fmla="*/ 761404 w 892073"/>
                <a:gd name="csY42" fmla="*/ 88404 h 825401"/>
                <a:gd name="csX43" fmla="*/ 832544 w 892073"/>
                <a:gd name="csY43" fmla="*/ 88404 h 825401"/>
                <a:gd name="csX44" fmla="*/ 862310 w 892073"/>
                <a:gd name="csY44" fmla="*/ 118170 h 825401"/>
                <a:gd name="csX45" fmla="*/ 862310 w 892073"/>
                <a:gd name="csY45" fmla="*/ 192733 h 825401"/>
                <a:gd name="csX46" fmla="*/ 29768 w 892073"/>
                <a:gd name="csY46" fmla="*/ 192733 h 825401"/>
                <a:gd name="csX47" fmla="*/ 29768 w 892073"/>
                <a:gd name="csY47" fmla="*/ 118170 h 825401"/>
                <a:gd name="csX48" fmla="*/ 59533 w 892073"/>
                <a:gd name="csY48" fmla="*/ 88404 h 825401"/>
                <a:gd name="csX49" fmla="*/ 130673 w 892073"/>
                <a:gd name="csY49" fmla="*/ 88404 h 825401"/>
                <a:gd name="csX50" fmla="*/ 130673 w 892073"/>
                <a:gd name="csY50" fmla="*/ 114747 h 825401"/>
                <a:gd name="csX51" fmla="*/ 170858 w 892073"/>
                <a:gd name="csY51" fmla="*/ 154931 h 825401"/>
                <a:gd name="csX52" fmla="*/ 211042 w 892073"/>
                <a:gd name="csY52" fmla="*/ 114747 h 825401"/>
                <a:gd name="csX53" fmla="*/ 211042 w 892073"/>
                <a:gd name="csY53" fmla="*/ 88404 h 825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892073" h="825401">
                  <a:moveTo>
                    <a:pt x="170856" y="0"/>
                  </a:moveTo>
                  <a:cubicBezTo>
                    <a:pt x="148680" y="0"/>
                    <a:pt x="130672" y="18008"/>
                    <a:pt x="130672" y="40184"/>
                  </a:cubicBezTo>
                  <a:lnTo>
                    <a:pt x="130672" y="58639"/>
                  </a:lnTo>
                  <a:lnTo>
                    <a:pt x="59531" y="58639"/>
                  </a:lnTo>
                  <a:cubicBezTo>
                    <a:pt x="26640" y="58639"/>
                    <a:pt x="0" y="85279"/>
                    <a:pt x="0" y="118170"/>
                  </a:cubicBezTo>
                  <a:lnTo>
                    <a:pt x="0" y="765870"/>
                  </a:lnTo>
                  <a:cubicBezTo>
                    <a:pt x="0" y="798761"/>
                    <a:pt x="26640" y="825401"/>
                    <a:pt x="59531" y="825401"/>
                  </a:cubicBezTo>
                  <a:lnTo>
                    <a:pt x="832542" y="825401"/>
                  </a:lnTo>
                  <a:cubicBezTo>
                    <a:pt x="865433" y="825401"/>
                    <a:pt x="892073" y="798761"/>
                    <a:pt x="892073" y="765870"/>
                  </a:cubicBezTo>
                  <a:lnTo>
                    <a:pt x="892073" y="118170"/>
                  </a:lnTo>
                  <a:cubicBezTo>
                    <a:pt x="892073" y="85279"/>
                    <a:pt x="865433" y="58639"/>
                    <a:pt x="832542" y="58639"/>
                  </a:cubicBezTo>
                  <a:lnTo>
                    <a:pt x="761402" y="58639"/>
                  </a:lnTo>
                  <a:lnTo>
                    <a:pt x="761402" y="40184"/>
                  </a:lnTo>
                  <a:cubicBezTo>
                    <a:pt x="761402" y="18009"/>
                    <a:pt x="743394" y="0"/>
                    <a:pt x="721218" y="0"/>
                  </a:cubicBezTo>
                  <a:cubicBezTo>
                    <a:pt x="699042" y="0"/>
                    <a:pt x="681034" y="18008"/>
                    <a:pt x="681034" y="40184"/>
                  </a:cubicBezTo>
                  <a:lnTo>
                    <a:pt x="681034" y="58639"/>
                  </a:lnTo>
                  <a:lnTo>
                    <a:pt x="211032" y="58639"/>
                  </a:lnTo>
                  <a:lnTo>
                    <a:pt x="211032" y="40184"/>
                  </a:lnTo>
                  <a:cubicBezTo>
                    <a:pt x="211032" y="18009"/>
                    <a:pt x="193024" y="0"/>
                    <a:pt x="170848" y="0"/>
                  </a:cubicBezTo>
                  <a:close/>
                  <a:moveTo>
                    <a:pt x="160437" y="40184"/>
                  </a:moveTo>
                  <a:cubicBezTo>
                    <a:pt x="160437" y="34380"/>
                    <a:pt x="165051" y="29766"/>
                    <a:pt x="170856" y="29766"/>
                  </a:cubicBezTo>
                  <a:cubicBezTo>
                    <a:pt x="176660" y="29766"/>
                    <a:pt x="181274" y="34379"/>
                    <a:pt x="181274" y="40184"/>
                  </a:cubicBezTo>
                  <a:lnTo>
                    <a:pt x="181274" y="114747"/>
                  </a:lnTo>
                  <a:cubicBezTo>
                    <a:pt x="181274" y="120551"/>
                    <a:pt x="176660" y="125165"/>
                    <a:pt x="170856" y="125165"/>
                  </a:cubicBezTo>
                  <a:cubicBezTo>
                    <a:pt x="165051" y="125165"/>
                    <a:pt x="160437" y="120551"/>
                    <a:pt x="160437" y="114747"/>
                  </a:cubicBezTo>
                  <a:close/>
                  <a:moveTo>
                    <a:pt x="832540" y="795631"/>
                  </a:moveTo>
                  <a:lnTo>
                    <a:pt x="59529" y="795631"/>
                  </a:lnTo>
                  <a:cubicBezTo>
                    <a:pt x="43158" y="795631"/>
                    <a:pt x="29764" y="782237"/>
                    <a:pt x="29764" y="765865"/>
                  </a:cubicBezTo>
                  <a:lnTo>
                    <a:pt x="29764" y="222645"/>
                  </a:lnTo>
                  <a:lnTo>
                    <a:pt x="862306" y="222645"/>
                  </a:lnTo>
                  <a:lnTo>
                    <a:pt x="862306" y="765865"/>
                  </a:lnTo>
                  <a:cubicBezTo>
                    <a:pt x="862306" y="782237"/>
                    <a:pt x="848912" y="795631"/>
                    <a:pt x="832540" y="795631"/>
                  </a:cubicBezTo>
                  <a:close/>
                  <a:moveTo>
                    <a:pt x="710801" y="40184"/>
                  </a:moveTo>
                  <a:cubicBezTo>
                    <a:pt x="710801" y="34380"/>
                    <a:pt x="715415" y="29766"/>
                    <a:pt x="721220" y="29766"/>
                  </a:cubicBezTo>
                  <a:cubicBezTo>
                    <a:pt x="727024" y="29766"/>
                    <a:pt x="731638" y="34379"/>
                    <a:pt x="731638" y="40184"/>
                  </a:cubicBezTo>
                  <a:lnTo>
                    <a:pt x="731638" y="114747"/>
                  </a:lnTo>
                  <a:cubicBezTo>
                    <a:pt x="731638" y="120551"/>
                    <a:pt x="727024" y="125165"/>
                    <a:pt x="721220" y="125165"/>
                  </a:cubicBezTo>
                  <a:cubicBezTo>
                    <a:pt x="715415" y="125165"/>
                    <a:pt x="710801" y="120551"/>
                    <a:pt x="710801" y="114747"/>
                  </a:cubicBezTo>
                  <a:close/>
                  <a:moveTo>
                    <a:pt x="681036" y="88404"/>
                  </a:moveTo>
                  <a:lnTo>
                    <a:pt x="681036" y="114747"/>
                  </a:lnTo>
                  <a:cubicBezTo>
                    <a:pt x="681036" y="136922"/>
                    <a:pt x="699044" y="154931"/>
                    <a:pt x="721220" y="154931"/>
                  </a:cubicBezTo>
                  <a:cubicBezTo>
                    <a:pt x="743396" y="154931"/>
                    <a:pt x="761404" y="136923"/>
                    <a:pt x="761404" y="114747"/>
                  </a:cubicBezTo>
                  <a:lnTo>
                    <a:pt x="761404" y="88404"/>
                  </a:lnTo>
                  <a:lnTo>
                    <a:pt x="832544" y="88404"/>
                  </a:lnTo>
                  <a:cubicBezTo>
                    <a:pt x="848916" y="88404"/>
                    <a:pt x="862310" y="101798"/>
                    <a:pt x="862310" y="118170"/>
                  </a:cubicBezTo>
                  <a:lnTo>
                    <a:pt x="862310" y="192733"/>
                  </a:lnTo>
                  <a:lnTo>
                    <a:pt x="29768" y="192733"/>
                  </a:lnTo>
                  <a:lnTo>
                    <a:pt x="29768" y="118170"/>
                  </a:lnTo>
                  <a:cubicBezTo>
                    <a:pt x="29768" y="101798"/>
                    <a:pt x="43162" y="88404"/>
                    <a:pt x="59533" y="88404"/>
                  </a:cubicBezTo>
                  <a:lnTo>
                    <a:pt x="130673" y="88404"/>
                  </a:lnTo>
                  <a:lnTo>
                    <a:pt x="130673" y="114747"/>
                  </a:lnTo>
                  <a:cubicBezTo>
                    <a:pt x="130673" y="136922"/>
                    <a:pt x="148681" y="154931"/>
                    <a:pt x="170858" y="154931"/>
                  </a:cubicBezTo>
                  <a:cubicBezTo>
                    <a:pt x="193034" y="154931"/>
                    <a:pt x="211042" y="136923"/>
                    <a:pt x="211042" y="114747"/>
                  </a:cubicBezTo>
                  <a:lnTo>
                    <a:pt x="211042" y="88404"/>
                  </a:lnTo>
                  <a:close/>
                </a:path>
              </a:pathLst>
            </a:custGeom>
            <a:grpFill/>
            <a:ln w="9525" cap="flat">
              <a:noFill/>
              <a:prstDash val="solid"/>
              <a:miter/>
            </a:ln>
          </p:spPr>
          <p:txBody>
            <a:bodyPr/>
            <a:lstStyle/>
            <a:p>
              <a:endParaRPr lang="fr-FR"/>
            </a:p>
          </p:txBody>
        </p:sp>
        <p:sp>
          <p:nvSpPr>
            <p:cNvPr id="11" name="Forme libre : forme 10">
              <a:extLst>
                <a:ext uri="{FF2B5EF4-FFF2-40B4-BE49-F238E27FC236}">
                  <a16:creationId xmlns:a16="http://schemas.microsoft.com/office/drawing/2014/main" id="{0E79BAE3-0B44-9C94-9BCE-2F73208F165E}"/>
                </a:ext>
              </a:extLst>
            </p:cNvPr>
            <p:cNvSpPr/>
            <p:nvPr/>
          </p:nvSpPr>
          <p:spPr>
            <a:xfrm>
              <a:off x="559986" y="5152303"/>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255 h 117871"/>
                <a:gd name="csX10" fmla="*/ 29766 w 117871"/>
                <a:gd name="csY10" fmla="*/ 29914 h 117871"/>
                <a:gd name="csX11" fmla="*/ 88106 w 117871"/>
                <a:gd name="csY11" fmla="*/ 29914 h 117871"/>
                <a:gd name="csX12" fmla="*/ 88106 w 117871"/>
                <a:gd name="csY12" fmla="*/ 88255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255"/>
                  </a:moveTo>
                  <a:lnTo>
                    <a:pt x="29766" y="29914"/>
                  </a:lnTo>
                  <a:lnTo>
                    <a:pt x="88106" y="29914"/>
                  </a:lnTo>
                  <a:lnTo>
                    <a:pt x="88106" y="88255"/>
                  </a:lnTo>
                  <a:close/>
                </a:path>
              </a:pathLst>
            </a:custGeom>
            <a:grpFill/>
            <a:ln w="9525" cap="flat">
              <a:noFill/>
              <a:prstDash val="solid"/>
              <a:miter/>
            </a:ln>
          </p:spPr>
          <p:txBody>
            <a:bodyPr/>
            <a:lstStyle/>
            <a:p>
              <a:endParaRPr lang="fr-FR"/>
            </a:p>
          </p:txBody>
        </p:sp>
        <p:sp>
          <p:nvSpPr>
            <p:cNvPr id="12" name="Forme libre : forme 11">
              <a:extLst>
                <a:ext uri="{FF2B5EF4-FFF2-40B4-BE49-F238E27FC236}">
                  <a16:creationId xmlns:a16="http://schemas.microsoft.com/office/drawing/2014/main" id="{CA920895-4A96-E58E-73AE-C894EEDC8B8C}"/>
                </a:ext>
              </a:extLst>
            </p:cNvPr>
            <p:cNvSpPr/>
            <p:nvPr/>
          </p:nvSpPr>
          <p:spPr>
            <a:xfrm>
              <a:off x="718339" y="5152303"/>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255 h 117871"/>
                <a:gd name="csX10" fmla="*/ 29766 w 117871"/>
                <a:gd name="csY10" fmla="*/ 29914 h 117871"/>
                <a:gd name="csX11" fmla="*/ 88106 w 117871"/>
                <a:gd name="csY11" fmla="*/ 29914 h 117871"/>
                <a:gd name="csX12" fmla="*/ 88106 w 117871"/>
                <a:gd name="csY12" fmla="*/ 88255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255"/>
                  </a:moveTo>
                  <a:lnTo>
                    <a:pt x="29766" y="29914"/>
                  </a:lnTo>
                  <a:lnTo>
                    <a:pt x="88106" y="29914"/>
                  </a:lnTo>
                  <a:lnTo>
                    <a:pt x="88106" y="88255"/>
                  </a:lnTo>
                  <a:close/>
                </a:path>
              </a:pathLst>
            </a:custGeom>
            <a:grpFill/>
            <a:ln w="9525" cap="flat">
              <a:noFill/>
              <a:prstDash val="solid"/>
              <a:miter/>
            </a:ln>
          </p:spPr>
          <p:txBody>
            <a:bodyPr/>
            <a:lstStyle/>
            <a:p>
              <a:endParaRPr lang="fr-FR"/>
            </a:p>
          </p:txBody>
        </p:sp>
        <p:sp>
          <p:nvSpPr>
            <p:cNvPr id="13" name="Forme libre : forme 12">
              <a:extLst>
                <a:ext uri="{FF2B5EF4-FFF2-40B4-BE49-F238E27FC236}">
                  <a16:creationId xmlns:a16="http://schemas.microsoft.com/office/drawing/2014/main" id="{D68198BE-D698-082F-D079-59369449F8F8}"/>
                </a:ext>
              </a:extLst>
            </p:cNvPr>
            <p:cNvSpPr/>
            <p:nvPr/>
          </p:nvSpPr>
          <p:spPr>
            <a:xfrm>
              <a:off x="876692" y="5152303"/>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255 h 117871"/>
                <a:gd name="csX10" fmla="*/ 29766 w 117871"/>
                <a:gd name="csY10" fmla="*/ 29914 h 117871"/>
                <a:gd name="csX11" fmla="*/ 88106 w 117871"/>
                <a:gd name="csY11" fmla="*/ 29914 h 117871"/>
                <a:gd name="csX12" fmla="*/ 88106 w 117871"/>
                <a:gd name="csY12" fmla="*/ 88255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255"/>
                  </a:moveTo>
                  <a:lnTo>
                    <a:pt x="29766" y="29914"/>
                  </a:lnTo>
                  <a:lnTo>
                    <a:pt x="88106" y="29914"/>
                  </a:lnTo>
                  <a:lnTo>
                    <a:pt x="88106" y="88255"/>
                  </a:lnTo>
                  <a:close/>
                </a:path>
              </a:pathLst>
            </a:custGeom>
            <a:grpFill/>
            <a:ln w="9525" cap="flat">
              <a:noFill/>
              <a:prstDash val="solid"/>
              <a:miter/>
            </a:ln>
          </p:spPr>
          <p:txBody>
            <a:bodyPr/>
            <a:lstStyle/>
            <a:p>
              <a:endParaRPr lang="fr-FR"/>
            </a:p>
          </p:txBody>
        </p:sp>
        <p:sp>
          <p:nvSpPr>
            <p:cNvPr id="14" name="Forme libre : forme 13">
              <a:extLst>
                <a:ext uri="{FF2B5EF4-FFF2-40B4-BE49-F238E27FC236}">
                  <a16:creationId xmlns:a16="http://schemas.microsoft.com/office/drawing/2014/main" id="{9DC98E33-DD89-1DAA-B1F1-C9E91DBC0AAF}"/>
                </a:ext>
              </a:extLst>
            </p:cNvPr>
            <p:cNvSpPr/>
            <p:nvPr/>
          </p:nvSpPr>
          <p:spPr>
            <a:xfrm>
              <a:off x="1034893" y="5152303"/>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255 h 117871"/>
                <a:gd name="csX10" fmla="*/ 29766 w 117871"/>
                <a:gd name="csY10" fmla="*/ 29914 h 117871"/>
                <a:gd name="csX11" fmla="*/ 88106 w 117871"/>
                <a:gd name="csY11" fmla="*/ 29914 h 117871"/>
                <a:gd name="csX12" fmla="*/ 88106 w 117871"/>
                <a:gd name="csY12" fmla="*/ 88255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255"/>
                  </a:moveTo>
                  <a:lnTo>
                    <a:pt x="29766" y="29914"/>
                  </a:lnTo>
                  <a:lnTo>
                    <a:pt x="88106" y="29914"/>
                  </a:lnTo>
                  <a:lnTo>
                    <a:pt x="88106" y="88255"/>
                  </a:lnTo>
                  <a:close/>
                </a:path>
              </a:pathLst>
            </a:custGeom>
            <a:grpFill/>
            <a:ln w="9525" cap="flat">
              <a:noFill/>
              <a:prstDash val="solid"/>
              <a:miter/>
            </a:ln>
          </p:spPr>
          <p:txBody>
            <a:bodyPr/>
            <a:lstStyle/>
            <a:p>
              <a:endParaRPr lang="fr-FR"/>
            </a:p>
          </p:txBody>
        </p:sp>
        <p:sp>
          <p:nvSpPr>
            <p:cNvPr id="15" name="Forme libre : forme 14">
              <a:extLst>
                <a:ext uri="{FF2B5EF4-FFF2-40B4-BE49-F238E27FC236}">
                  <a16:creationId xmlns:a16="http://schemas.microsoft.com/office/drawing/2014/main" id="{47A23141-DBBF-A0E4-A4BA-4C8751D6F235}"/>
                </a:ext>
              </a:extLst>
            </p:cNvPr>
            <p:cNvSpPr/>
            <p:nvPr/>
          </p:nvSpPr>
          <p:spPr>
            <a:xfrm>
              <a:off x="559986" y="5314971"/>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16" name="Forme libre : forme 15">
              <a:extLst>
                <a:ext uri="{FF2B5EF4-FFF2-40B4-BE49-F238E27FC236}">
                  <a16:creationId xmlns:a16="http://schemas.microsoft.com/office/drawing/2014/main" id="{EAC81360-7725-0F1E-29C9-70486C42B189}"/>
                </a:ext>
              </a:extLst>
            </p:cNvPr>
            <p:cNvSpPr/>
            <p:nvPr/>
          </p:nvSpPr>
          <p:spPr>
            <a:xfrm>
              <a:off x="407138" y="5314971"/>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17" name="Forme libre : forme 16">
              <a:extLst>
                <a:ext uri="{FF2B5EF4-FFF2-40B4-BE49-F238E27FC236}">
                  <a16:creationId xmlns:a16="http://schemas.microsoft.com/office/drawing/2014/main" id="{0F21FED2-7773-347F-CD7E-4B7140CBAA0D}"/>
                </a:ext>
              </a:extLst>
            </p:cNvPr>
            <p:cNvSpPr/>
            <p:nvPr/>
          </p:nvSpPr>
          <p:spPr>
            <a:xfrm>
              <a:off x="718339" y="5314971"/>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18" name="Forme libre : forme 17">
              <a:extLst>
                <a:ext uri="{FF2B5EF4-FFF2-40B4-BE49-F238E27FC236}">
                  <a16:creationId xmlns:a16="http://schemas.microsoft.com/office/drawing/2014/main" id="{730E91F2-177D-28BB-2580-2582BFAE1685}"/>
                </a:ext>
              </a:extLst>
            </p:cNvPr>
            <p:cNvSpPr/>
            <p:nvPr/>
          </p:nvSpPr>
          <p:spPr>
            <a:xfrm>
              <a:off x="876692" y="5314971"/>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19" name="Forme libre : forme 18">
              <a:extLst>
                <a:ext uri="{FF2B5EF4-FFF2-40B4-BE49-F238E27FC236}">
                  <a16:creationId xmlns:a16="http://schemas.microsoft.com/office/drawing/2014/main" id="{35E2A963-53AB-9E8F-AB43-1732AB0425C7}"/>
                </a:ext>
              </a:extLst>
            </p:cNvPr>
            <p:cNvSpPr/>
            <p:nvPr/>
          </p:nvSpPr>
          <p:spPr>
            <a:xfrm>
              <a:off x="1034893" y="5314971"/>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20" name="Forme libre : forme 19">
              <a:extLst>
                <a:ext uri="{FF2B5EF4-FFF2-40B4-BE49-F238E27FC236}">
                  <a16:creationId xmlns:a16="http://schemas.microsoft.com/office/drawing/2014/main" id="{A87B8BC1-D324-D277-FF63-01FBC4CAD33C}"/>
                </a:ext>
              </a:extLst>
            </p:cNvPr>
            <p:cNvSpPr/>
            <p:nvPr/>
          </p:nvSpPr>
          <p:spPr>
            <a:xfrm>
              <a:off x="559986" y="5477639"/>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21" name="Forme libre : forme 20">
              <a:extLst>
                <a:ext uri="{FF2B5EF4-FFF2-40B4-BE49-F238E27FC236}">
                  <a16:creationId xmlns:a16="http://schemas.microsoft.com/office/drawing/2014/main" id="{4EDE9002-654D-55B8-27D5-80D7356AAF4F}"/>
                </a:ext>
              </a:extLst>
            </p:cNvPr>
            <p:cNvSpPr/>
            <p:nvPr/>
          </p:nvSpPr>
          <p:spPr>
            <a:xfrm>
              <a:off x="407138" y="5477639"/>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626"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22" name="Forme libre : forme 21">
              <a:extLst>
                <a:ext uri="{FF2B5EF4-FFF2-40B4-BE49-F238E27FC236}">
                  <a16:creationId xmlns:a16="http://schemas.microsoft.com/office/drawing/2014/main" id="{A29390C6-B34C-C329-B42C-9DDEE6B87FBF}"/>
                </a:ext>
              </a:extLst>
            </p:cNvPr>
            <p:cNvSpPr/>
            <p:nvPr/>
          </p:nvSpPr>
          <p:spPr>
            <a:xfrm>
              <a:off x="718339" y="5477639"/>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23" name="Forme libre : forme 22">
              <a:extLst>
                <a:ext uri="{FF2B5EF4-FFF2-40B4-BE49-F238E27FC236}">
                  <a16:creationId xmlns:a16="http://schemas.microsoft.com/office/drawing/2014/main" id="{18153579-5EC8-F417-99ED-DA162DFBEE64}"/>
                </a:ext>
              </a:extLst>
            </p:cNvPr>
            <p:cNvSpPr/>
            <p:nvPr/>
          </p:nvSpPr>
          <p:spPr>
            <a:xfrm>
              <a:off x="876692" y="5477639"/>
              <a:ext cx="117871" cy="117871"/>
            </a:xfrm>
            <a:custGeom>
              <a:avLst/>
              <a:gdLst>
                <a:gd name="csX0" fmla="*/ 88106 w 117871"/>
                <a:gd name="csY0" fmla="*/ 0 h 117871"/>
                <a:gd name="csX1" fmla="*/ 29766 w 117871"/>
                <a:gd name="csY1" fmla="*/ 0 h 117871"/>
                <a:gd name="csX2" fmla="*/ 0 w 117871"/>
                <a:gd name="csY2" fmla="*/ 29766 h 117871"/>
                <a:gd name="csX3" fmla="*/ 0 w 117871"/>
                <a:gd name="csY3" fmla="*/ 88106 h 117871"/>
                <a:gd name="csX4" fmla="*/ 29766 w 117871"/>
                <a:gd name="csY4" fmla="*/ 117872 h 117871"/>
                <a:gd name="csX5" fmla="*/ 88106 w 117871"/>
                <a:gd name="csY5" fmla="*/ 117872 h 117871"/>
                <a:gd name="csX6" fmla="*/ 117872 w 117871"/>
                <a:gd name="csY6" fmla="*/ 88106 h 117871"/>
                <a:gd name="csX7" fmla="*/ 117872 w 117871"/>
                <a:gd name="csY7" fmla="*/ 29766 h 117871"/>
                <a:gd name="csX8" fmla="*/ 88106 w 117871"/>
                <a:gd name="csY8" fmla="*/ 0 h 117871"/>
                <a:gd name="csX9" fmla="*/ 29766 w 117871"/>
                <a:gd name="csY9" fmla="*/ 88106 h 117871"/>
                <a:gd name="csX10" fmla="*/ 29766 w 117871"/>
                <a:gd name="csY10" fmla="*/ 29766 h 117871"/>
                <a:gd name="csX11" fmla="*/ 88106 w 117871"/>
                <a:gd name="csY11" fmla="*/ 29766 h 117871"/>
                <a:gd name="csX12" fmla="*/ 88106 w 117871"/>
                <a:gd name="csY12" fmla="*/ 88106 h 117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17871" h="117871">
                  <a:moveTo>
                    <a:pt x="88106" y="0"/>
                  </a:moveTo>
                  <a:lnTo>
                    <a:pt x="29766" y="0"/>
                  </a:lnTo>
                  <a:cubicBezTo>
                    <a:pt x="13394" y="0"/>
                    <a:pt x="0" y="13394"/>
                    <a:pt x="0" y="29766"/>
                  </a:cubicBezTo>
                  <a:lnTo>
                    <a:pt x="0" y="88106"/>
                  </a:lnTo>
                  <a:cubicBezTo>
                    <a:pt x="0" y="104478"/>
                    <a:pt x="13394" y="117872"/>
                    <a:pt x="29766" y="117872"/>
                  </a:cubicBezTo>
                  <a:lnTo>
                    <a:pt x="88106" y="117872"/>
                  </a:lnTo>
                  <a:cubicBezTo>
                    <a:pt x="104478" y="117872"/>
                    <a:pt x="117872" y="104478"/>
                    <a:pt x="117872" y="88106"/>
                  </a:cubicBezTo>
                  <a:lnTo>
                    <a:pt x="117872" y="29766"/>
                  </a:lnTo>
                  <a:cubicBezTo>
                    <a:pt x="117872" y="13394"/>
                    <a:pt x="104478" y="0"/>
                    <a:pt x="88106" y="0"/>
                  </a:cubicBezTo>
                  <a:close/>
                  <a:moveTo>
                    <a:pt x="29766" y="88106"/>
                  </a:moveTo>
                  <a:lnTo>
                    <a:pt x="29766" y="29766"/>
                  </a:lnTo>
                  <a:lnTo>
                    <a:pt x="88106" y="29766"/>
                  </a:lnTo>
                  <a:lnTo>
                    <a:pt x="88106" y="88106"/>
                  </a:lnTo>
                  <a:close/>
                </a:path>
              </a:pathLst>
            </a:custGeom>
            <a:grpFill/>
            <a:ln w="9525" cap="flat">
              <a:noFill/>
              <a:prstDash val="solid"/>
              <a:miter/>
            </a:ln>
          </p:spPr>
          <p:txBody>
            <a:bodyPr/>
            <a:lstStyle/>
            <a:p>
              <a:endParaRPr lang="fr-FR"/>
            </a:p>
          </p:txBody>
        </p:sp>
        <p:sp>
          <p:nvSpPr>
            <p:cNvPr id="24" name="Forme libre : forme 23">
              <a:extLst>
                <a:ext uri="{FF2B5EF4-FFF2-40B4-BE49-F238E27FC236}">
                  <a16:creationId xmlns:a16="http://schemas.microsoft.com/office/drawing/2014/main" id="{B3055183-325A-FC20-4BA8-7458FC064423}"/>
                </a:ext>
              </a:extLst>
            </p:cNvPr>
            <p:cNvSpPr/>
            <p:nvPr/>
          </p:nvSpPr>
          <p:spPr>
            <a:xfrm>
              <a:off x="675329" y="4985168"/>
              <a:ext cx="207168" cy="29765"/>
            </a:xfrm>
            <a:custGeom>
              <a:avLst/>
              <a:gdLst>
                <a:gd name="csX0" fmla="*/ 14883 w 207168"/>
                <a:gd name="csY0" fmla="*/ 29766 h 29765"/>
                <a:gd name="csX1" fmla="*/ 192286 w 207168"/>
                <a:gd name="csY1" fmla="*/ 29766 h 29765"/>
                <a:gd name="csX2" fmla="*/ 207169 w 207168"/>
                <a:gd name="csY2" fmla="*/ 14883 h 29765"/>
                <a:gd name="csX3" fmla="*/ 192286 w 207168"/>
                <a:gd name="csY3" fmla="*/ 0 h 29765"/>
                <a:gd name="csX4" fmla="*/ 14883 w 207168"/>
                <a:gd name="csY4" fmla="*/ 0 h 29765"/>
                <a:gd name="csX5" fmla="*/ 0 w 207168"/>
                <a:gd name="csY5" fmla="*/ 14883 h 29765"/>
                <a:gd name="csX6" fmla="*/ 14883 w 207168"/>
                <a:gd name="csY6" fmla="*/ 29766 h 29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168" h="29765">
                  <a:moveTo>
                    <a:pt x="14883" y="29766"/>
                  </a:moveTo>
                  <a:lnTo>
                    <a:pt x="192286" y="29766"/>
                  </a:lnTo>
                  <a:cubicBezTo>
                    <a:pt x="200472" y="29766"/>
                    <a:pt x="207169" y="23068"/>
                    <a:pt x="207169" y="14883"/>
                  </a:cubicBezTo>
                  <a:cubicBezTo>
                    <a:pt x="207169" y="6697"/>
                    <a:pt x="200472" y="0"/>
                    <a:pt x="192286" y="0"/>
                  </a:cubicBezTo>
                  <a:lnTo>
                    <a:pt x="14883" y="0"/>
                  </a:lnTo>
                  <a:cubicBezTo>
                    <a:pt x="6697" y="0"/>
                    <a:pt x="0" y="6697"/>
                    <a:pt x="0" y="14883"/>
                  </a:cubicBezTo>
                  <a:cubicBezTo>
                    <a:pt x="0" y="23068"/>
                    <a:pt x="6697" y="29766"/>
                    <a:pt x="14883" y="29766"/>
                  </a:cubicBezTo>
                  <a:close/>
                </a:path>
              </a:pathLst>
            </a:custGeom>
            <a:grpFill/>
            <a:ln w="9525" cap="flat">
              <a:noFill/>
              <a:prstDash val="solid"/>
              <a:miter/>
            </a:ln>
          </p:spPr>
          <p:txBody>
            <a:bodyPr/>
            <a:lstStyle/>
            <a:p>
              <a:endParaRPr lang="fr-FR"/>
            </a:p>
          </p:txBody>
        </p:sp>
      </p:grpSp>
      <p:sp>
        <p:nvSpPr>
          <p:cNvPr id="26" name="Forme libre : forme 25">
            <a:extLst>
              <a:ext uri="{FF2B5EF4-FFF2-40B4-BE49-F238E27FC236}">
                <a16:creationId xmlns:a16="http://schemas.microsoft.com/office/drawing/2014/main" id="{FFC78946-4785-F665-700E-F0A42E867768}"/>
              </a:ext>
            </a:extLst>
          </p:cNvPr>
          <p:cNvSpPr>
            <a:spLocks noChangeAspect="1"/>
          </p:cNvSpPr>
          <p:nvPr/>
        </p:nvSpPr>
        <p:spPr>
          <a:xfrm>
            <a:off x="524668" y="3905293"/>
            <a:ext cx="468000" cy="479621"/>
          </a:xfrm>
          <a:custGeom>
            <a:avLst/>
            <a:gdLst>
              <a:gd name="csX0" fmla="*/ 624261 w 892974"/>
              <a:gd name="csY0" fmla="*/ 181352 h 915149"/>
              <a:gd name="csX1" fmla="*/ 628056 w 892974"/>
              <a:gd name="csY1" fmla="*/ 160665 h 915149"/>
              <a:gd name="csX2" fmla="*/ 648743 w 892974"/>
              <a:gd name="csY2" fmla="*/ 164460 h 915149"/>
              <a:gd name="csX3" fmla="*/ 668835 w 892974"/>
              <a:gd name="csY3" fmla="*/ 193519 h 915149"/>
              <a:gd name="csX4" fmla="*/ 754412 w 892974"/>
              <a:gd name="csY4" fmla="*/ 115682 h 915149"/>
              <a:gd name="csX5" fmla="*/ 775434 w 892974"/>
              <a:gd name="csY5" fmla="*/ 116686 h 915149"/>
              <a:gd name="csX6" fmla="*/ 774429 w 892974"/>
              <a:gd name="csY6" fmla="*/ 137708 h 915149"/>
              <a:gd name="csX7" fmla="*/ 676274 w 892974"/>
              <a:gd name="csY7" fmla="*/ 227005 h 915149"/>
              <a:gd name="csX8" fmla="*/ 666265 w 892974"/>
              <a:gd name="csY8" fmla="*/ 230874 h 915149"/>
              <a:gd name="csX9" fmla="*/ 664591 w 892974"/>
              <a:gd name="csY9" fmla="*/ 230763 h 915149"/>
              <a:gd name="csX10" fmla="*/ 654024 w 892974"/>
              <a:gd name="csY10" fmla="*/ 224437 h 915149"/>
              <a:gd name="csX11" fmla="*/ 892971 w 892974"/>
              <a:gd name="csY11" fmla="*/ 468664 h 915149"/>
              <a:gd name="csX12" fmla="*/ 878088 w 892974"/>
              <a:gd name="csY12" fmla="*/ 483547 h 915149"/>
              <a:gd name="csX13" fmla="*/ 818184 w 892974"/>
              <a:gd name="csY13" fmla="*/ 483547 h 915149"/>
              <a:gd name="csX14" fmla="*/ 461368 w 892974"/>
              <a:gd name="csY14" fmla="*/ 840363 h 915149"/>
              <a:gd name="csX15" fmla="*/ 461368 w 892974"/>
              <a:gd name="csY15" fmla="*/ 900267 h 915149"/>
              <a:gd name="csX16" fmla="*/ 446485 w 892974"/>
              <a:gd name="csY16" fmla="*/ 915150 h 915149"/>
              <a:gd name="csX17" fmla="*/ 431603 w 892974"/>
              <a:gd name="csY17" fmla="*/ 900267 h 915149"/>
              <a:gd name="csX18" fmla="*/ 431603 w 892974"/>
              <a:gd name="csY18" fmla="*/ 840363 h 915149"/>
              <a:gd name="csX19" fmla="*/ 74786 w 892974"/>
              <a:gd name="csY19" fmla="*/ 483547 h 915149"/>
              <a:gd name="csX20" fmla="*/ 14883 w 892974"/>
              <a:gd name="csY20" fmla="*/ 483547 h 915149"/>
              <a:gd name="csX21" fmla="*/ 0 w 892974"/>
              <a:gd name="csY21" fmla="*/ 468664 h 915149"/>
              <a:gd name="csX22" fmla="*/ 14883 w 892974"/>
              <a:gd name="csY22" fmla="*/ 453782 h 915149"/>
              <a:gd name="csX23" fmla="*/ 74786 w 892974"/>
              <a:gd name="csY23" fmla="*/ 453782 h 915149"/>
              <a:gd name="csX24" fmla="*/ 431603 w 892974"/>
              <a:gd name="csY24" fmla="*/ 96965 h 915149"/>
              <a:gd name="csX25" fmla="*/ 431603 w 892974"/>
              <a:gd name="csY25" fmla="*/ 37062 h 915149"/>
              <a:gd name="csX26" fmla="*/ 446485 w 892974"/>
              <a:gd name="csY26" fmla="*/ 22179 h 915149"/>
              <a:gd name="csX27" fmla="*/ 461368 w 892974"/>
              <a:gd name="csY27" fmla="*/ 37062 h 915149"/>
              <a:gd name="csX28" fmla="*/ 461368 w 892974"/>
              <a:gd name="csY28" fmla="*/ 96965 h 915149"/>
              <a:gd name="csX29" fmla="*/ 547874 w 892974"/>
              <a:gd name="csY29" fmla="*/ 110881 h 915149"/>
              <a:gd name="csX30" fmla="*/ 702655 w 892974"/>
              <a:gd name="csY30" fmla="*/ 0 h 915149"/>
              <a:gd name="csX31" fmla="*/ 866371 w 892974"/>
              <a:gd name="csY31" fmla="*/ 163716 h 915149"/>
              <a:gd name="csX32" fmla="*/ 781093 w 892974"/>
              <a:gd name="csY32" fmla="*/ 307334 h 915149"/>
              <a:gd name="csX33" fmla="*/ 818151 w 892974"/>
              <a:gd name="csY33" fmla="*/ 453781 h 915149"/>
              <a:gd name="csX34" fmla="*/ 878092 w 892974"/>
              <a:gd name="csY34" fmla="*/ 453781 h 915149"/>
              <a:gd name="csX35" fmla="*/ 892974 w 892974"/>
              <a:gd name="csY35" fmla="*/ 468663 h 915149"/>
              <a:gd name="csX36" fmla="*/ 568749 w 892974"/>
              <a:gd name="csY36" fmla="*/ 163712 h 915149"/>
              <a:gd name="csX37" fmla="*/ 702690 w 892974"/>
              <a:gd name="csY37" fmla="*/ 297652 h 915149"/>
              <a:gd name="csX38" fmla="*/ 836630 w 892974"/>
              <a:gd name="csY38" fmla="*/ 163712 h 915149"/>
              <a:gd name="csX39" fmla="*/ 702690 w 892974"/>
              <a:gd name="csY39" fmla="*/ 29771 h 915149"/>
              <a:gd name="csX40" fmla="*/ 568749 w 892974"/>
              <a:gd name="csY40" fmla="*/ 163712 h 915149"/>
              <a:gd name="csX41" fmla="*/ 714377 w 892974"/>
              <a:gd name="csY41" fmla="*/ 468664 h 915149"/>
              <a:gd name="csX42" fmla="*/ 729260 w 892974"/>
              <a:gd name="csY42" fmla="*/ 453782 h 915149"/>
              <a:gd name="csX43" fmla="*/ 788419 w 892974"/>
              <a:gd name="csY43" fmla="*/ 453782 h 915149"/>
              <a:gd name="csX44" fmla="*/ 753705 w 892974"/>
              <a:gd name="csY44" fmla="*/ 319165 h 915149"/>
              <a:gd name="csX45" fmla="*/ 702694 w 892974"/>
              <a:gd name="csY45" fmla="*/ 327425 h 915149"/>
              <a:gd name="csX46" fmla="*/ 538978 w 892974"/>
              <a:gd name="csY46" fmla="*/ 163709 h 915149"/>
              <a:gd name="csX47" fmla="*/ 540913 w 892974"/>
              <a:gd name="csY47" fmla="*/ 139971 h 915149"/>
              <a:gd name="csX48" fmla="*/ 461364 w 892974"/>
              <a:gd name="csY48" fmla="*/ 126725 h 915149"/>
              <a:gd name="csX49" fmla="*/ 461364 w 892974"/>
              <a:gd name="csY49" fmla="*/ 185884 h 915149"/>
              <a:gd name="csX50" fmla="*/ 446481 w 892974"/>
              <a:gd name="csY50" fmla="*/ 200767 h 915149"/>
              <a:gd name="csX51" fmla="*/ 431598 w 892974"/>
              <a:gd name="csY51" fmla="*/ 185884 h 915149"/>
              <a:gd name="csX52" fmla="*/ 431598 w 892974"/>
              <a:gd name="csY52" fmla="*/ 126725 h 915149"/>
              <a:gd name="csX53" fmla="*/ 104548 w 892974"/>
              <a:gd name="csY53" fmla="*/ 453776 h 915149"/>
              <a:gd name="csX54" fmla="*/ 163706 w 892974"/>
              <a:gd name="csY54" fmla="*/ 453776 h 915149"/>
              <a:gd name="csX55" fmla="*/ 178589 w 892974"/>
              <a:gd name="csY55" fmla="*/ 468659 h 915149"/>
              <a:gd name="csX56" fmla="*/ 163706 w 892974"/>
              <a:gd name="csY56" fmla="*/ 483541 h 915149"/>
              <a:gd name="csX57" fmla="*/ 104548 w 892974"/>
              <a:gd name="csY57" fmla="*/ 483541 h 915149"/>
              <a:gd name="csX58" fmla="*/ 431598 w 892974"/>
              <a:gd name="csY58" fmla="*/ 810592 h 915149"/>
              <a:gd name="csX59" fmla="*/ 431598 w 892974"/>
              <a:gd name="csY59" fmla="*/ 751433 h 915149"/>
              <a:gd name="csX60" fmla="*/ 446481 w 892974"/>
              <a:gd name="csY60" fmla="*/ 736550 h 915149"/>
              <a:gd name="csX61" fmla="*/ 461364 w 892974"/>
              <a:gd name="csY61" fmla="*/ 751433 h 915149"/>
              <a:gd name="csX62" fmla="*/ 461364 w 892974"/>
              <a:gd name="csY62" fmla="*/ 810592 h 915149"/>
              <a:gd name="csX63" fmla="*/ 788414 w 892974"/>
              <a:gd name="csY63" fmla="*/ 483541 h 915149"/>
              <a:gd name="csX64" fmla="*/ 729255 w 892974"/>
              <a:gd name="csY64" fmla="*/ 483541 h 915149"/>
              <a:gd name="csX65" fmla="*/ 714372 w 892974"/>
              <a:gd name="csY65" fmla="*/ 468659 h 915149"/>
              <a:gd name="csX66" fmla="*/ 699494 w 892974"/>
              <a:gd name="csY66" fmla="*/ 572849 h 915149"/>
              <a:gd name="csX67" fmla="*/ 684611 w 892974"/>
              <a:gd name="csY67" fmla="*/ 587732 h 915149"/>
              <a:gd name="csX68" fmla="*/ 561529 w 892974"/>
              <a:gd name="csY68" fmla="*/ 587732 h 915149"/>
              <a:gd name="csX69" fmla="*/ 565548 w 892974"/>
              <a:gd name="csY69" fmla="*/ 617497 h 915149"/>
              <a:gd name="csX70" fmla="*/ 565548 w 892974"/>
              <a:gd name="csY70" fmla="*/ 632380 h 915149"/>
              <a:gd name="csX71" fmla="*/ 550665 w 892974"/>
              <a:gd name="csY71" fmla="*/ 647263 h 915149"/>
              <a:gd name="csX72" fmla="*/ 342305 w 892974"/>
              <a:gd name="csY72" fmla="*/ 647263 h 915149"/>
              <a:gd name="csX73" fmla="*/ 327423 w 892974"/>
              <a:gd name="csY73" fmla="*/ 632380 h 915149"/>
              <a:gd name="csX74" fmla="*/ 327423 w 892974"/>
              <a:gd name="csY74" fmla="*/ 617497 h 915149"/>
              <a:gd name="csX75" fmla="*/ 331441 w 892974"/>
              <a:gd name="csY75" fmla="*/ 587732 h 915149"/>
              <a:gd name="csX76" fmla="*/ 208359 w 892974"/>
              <a:gd name="csY76" fmla="*/ 587732 h 915149"/>
              <a:gd name="csX77" fmla="*/ 193476 w 892974"/>
              <a:gd name="csY77" fmla="*/ 572849 h 915149"/>
              <a:gd name="csX78" fmla="*/ 249696 w 892974"/>
              <a:gd name="csY78" fmla="*/ 480464 h 915149"/>
              <a:gd name="csX79" fmla="*/ 223242 w 892974"/>
              <a:gd name="csY79" fmla="*/ 424021 h 915149"/>
              <a:gd name="csX80" fmla="*/ 297656 w 892974"/>
              <a:gd name="csY80" fmla="*/ 349607 h 915149"/>
              <a:gd name="csX81" fmla="*/ 367159 w 892974"/>
              <a:gd name="csY81" fmla="*/ 398087 h 915149"/>
              <a:gd name="csX82" fmla="*/ 446484 w 892974"/>
              <a:gd name="csY82" fmla="*/ 349607 h 915149"/>
              <a:gd name="csX83" fmla="*/ 525809 w 892974"/>
              <a:gd name="csY83" fmla="*/ 398087 h 915149"/>
              <a:gd name="csX84" fmla="*/ 595312 w 892974"/>
              <a:gd name="csY84" fmla="*/ 349607 h 915149"/>
              <a:gd name="csX85" fmla="*/ 669726 w 892974"/>
              <a:gd name="csY85" fmla="*/ 424021 h 915149"/>
              <a:gd name="csX86" fmla="*/ 643272 w 892974"/>
              <a:gd name="csY86" fmla="*/ 480464 h 915149"/>
              <a:gd name="csX87" fmla="*/ 699492 w 892974"/>
              <a:gd name="csY87" fmla="*/ 572849 h 915149"/>
              <a:gd name="csX88" fmla="*/ 550666 w 892974"/>
              <a:gd name="csY88" fmla="*/ 424021 h 915149"/>
              <a:gd name="csX89" fmla="*/ 595314 w 892974"/>
              <a:gd name="csY89" fmla="*/ 468669 h 915149"/>
              <a:gd name="csX90" fmla="*/ 639963 w 892974"/>
              <a:gd name="csY90" fmla="*/ 424021 h 915149"/>
              <a:gd name="csX91" fmla="*/ 595314 w 892974"/>
              <a:gd name="csY91" fmla="*/ 379372 h 915149"/>
              <a:gd name="csX92" fmla="*/ 550666 w 892974"/>
              <a:gd name="csY92" fmla="*/ 424021 h 915149"/>
              <a:gd name="csX93" fmla="*/ 499134 w 892974"/>
              <a:gd name="csY93" fmla="*/ 510862 h 915149"/>
              <a:gd name="csX94" fmla="*/ 508584 w 892974"/>
              <a:gd name="csY94" fmla="*/ 516369 h 915149"/>
              <a:gd name="csX95" fmla="*/ 547391 w 892974"/>
              <a:gd name="csY95" fmla="*/ 480427 h 915149"/>
              <a:gd name="csX96" fmla="*/ 532323 w 892974"/>
              <a:gd name="csY96" fmla="*/ 463089 h 915149"/>
              <a:gd name="csX97" fmla="*/ 499134 w 892974"/>
              <a:gd name="csY97" fmla="*/ 510862 h 915149"/>
              <a:gd name="csX98" fmla="*/ 386958 w 892974"/>
              <a:gd name="csY98" fmla="*/ 438903 h 915149"/>
              <a:gd name="csX99" fmla="*/ 446489 w 892974"/>
              <a:gd name="csY99" fmla="*/ 498435 h 915149"/>
              <a:gd name="csX100" fmla="*/ 506020 w 892974"/>
              <a:gd name="csY100" fmla="*/ 438903 h 915149"/>
              <a:gd name="csX101" fmla="*/ 446489 w 892974"/>
              <a:gd name="csY101" fmla="*/ 379372 h 915149"/>
              <a:gd name="csX102" fmla="*/ 386958 w 892974"/>
              <a:gd name="csY102" fmla="*/ 438903 h 915149"/>
              <a:gd name="csX103" fmla="*/ 345621 w 892974"/>
              <a:gd name="csY103" fmla="*/ 480464 h 915149"/>
              <a:gd name="csX104" fmla="*/ 384539 w 892974"/>
              <a:gd name="csY104" fmla="*/ 516331 h 915149"/>
              <a:gd name="csX105" fmla="*/ 393878 w 892974"/>
              <a:gd name="csY105" fmla="*/ 510862 h 915149"/>
              <a:gd name="csX106" fmla="*/ 360690 w 892974"/>
              <a:gd name="csY106" fmla="*/ 463088 h 915149"/>
              <a:gd name="csX107" fmla="*/ 345621 w 892974"/>
              <a:gd name="csY107" fmla="*/ 480464 h 915149"/>
              <a:gd name="csX108" fmla="*/ 253013 w 892974"/>
              <a:gd name="csY108" fmla="*/ 424021 h 915149"/>
              <a:gd name="csX109" fmla="*/ 297661 w 892974"/>
              <a:gd name="csY109" fmla="*/ 468669 h 915149"/>
              <a:gd name="csX110" fmla="*/ 342309 w 892974"/>
              <a:gd name="csY110" fmla="*/ 424021 h 915149"/>
              <a:gd name="csX111" fmla="*/ 297661 w 892974"/>
              <a:gd name="csY111" fmla="*/ 379372 h 915149"/>
              <a:gd name="csX112" fmla="*/ 253013 w 892974"/>
              <a:gd name="csY112" fmla="*/ 424021 h 915149"/>
              <a:gd name="csX113" fmla="*/ 343723 w 892974"/>
              <a:gd name="csY113" fmla="*/ 557961 h 915149"/>
              <a:gd name="csX114" fmla="*/ 361210 w 892974"/>
              <a:gd name="csY114" fmla="*/ 535004 h 915149"/>
              <a:gd name="csX115" fmla="*/ 297660 w 892974"/>
              <a:gd name="csY115" fmla="*/ 498430 h 915149"/>
              <a:gd name="csX116" fmla="*/ 224735 w 892974"/>
              <a:gd name="csY116" fmla="*/ 557961 h 915149"/>
              <a:gd name="csX117" fmla="*/ 535785 w 892974"/>
              <a:gd name="csY117" fmla="*/ 617492 h 915149"/>
              <a:gd name="csX118" fmla="*/ 446488 w 892974"/>
              <a:gd name="csY118" fmla="*/ 528196 h 915149"/>
              <a:gd name="csX119" fmla="*/ 357191 w 892974"/>
              <a:gd name="csY119" fmla="*/ 617492 h 915149"/>
              <a:gd name="csX120" fmla="*/ 668240 w 892974"/>
              <a:gd name="csY120" fmla="*/ 557961 h 915149"/>
              <a:gd name="csX121" fmla="*/ 595314 w 892974"/>
              <a:gd name="csY121" fmla="*/ 498430 h 915149"/>
              <a:gd name="csX122" fmla="*/ 531802 w 892974"/>
              <a:gd name="csY122" fmla="*/ 535042 h 915149"/>
              <a:gd name="csX123" fmla="*/ 549252 w 892974"/>
              <a:gd name="csY123" fmla="*/ 557961 h 915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892974" h="915149">
                <a:moveTo>
                  <a:pt x="624261" y="181352"/>
                </a:moveTo>
                <a:cubicBezTo>
                  <a:pt x="619573" y="174581"/>
                  <a:pt x="621284" y="165316"/>
                  <a:pt x="628056" y="160665"/>
                </a:cubicBezTo>
                <a:cubicBezTo>
                  <a:pt x="634791" y="155977"/>
                  <a:pt x="644092" y="157688"/>
                  <a:pt x="648743" y="164460"/>
                </a:cubicBezTo>
                <a:lnTo>
                  <a:pt x="668835" y="193519"/>
                </a:lnTo>
                <a:lnTo>
                  <a:pt x="754412" y="115682"/>
                </a:lnTo>
                <a:cubicBezTo>
                  <a:pt x="760477" y="110175"/>
                  <a:pt x="769890" y="110584"/>
                  <a:pt x="775434" y="116686"/>
                </a:cubicBezTo>
                <a:cubicBezTo>
                  <a:pt x="780977" y="122751"/>
                  <a:pt x="780531" y="132164"/>
                  <a:pt x="774429" y="137708"/>
                </a:cubicBezTo>
                <a:lnTo>
                  <a:pt x="676274" y="227005"/>
                </a:lnTo>
                <a:cubicBezTo>
                  <a:pt x="673520" y="229498"/>
                  <a:pt x="669949" y="230874"/>
                  <a:pt x="666265" y="230874"/>
                </a:cubicBezTo>
                <a:cubicBezTo>
                  <a:pt x="665707" y="230874"/>
                  <a:pt x="665149" y="230837"/>
                  <a:pt x="664591" y="230763"/>
                </a:cubicBezTo>
                <a:cubicBezTo>
                  <a:pt x="660312" y="230279"/>
                  <a:pt x="656480" y="227972"/>
                  <a:pt x="654024" y="224437"/>
                </a:cubicBezTo>
                <a:close/>
                <a:moveTo>
                  <a:pt x="892971" y="468664"/>
                </a:moveTo>
                <a:cubicBezTo>
                  <a:pt x="892971" y="476887"/>
                  <a:pt x="886311" y="483547"/>
                  <a:pt x="878088" y="483547"/>
                </a:cubicBezTo>
                <a:lnTo>
                  <a:pt x="818184" y="483547"/>
                </a:lnTo>
                <a:cubicBezTo>
                  <a:pt x="810520" y="676876"/>
                  <a:pt x="654697" y="832696"/>
                  <a:pt x="461368" y="840363"/>
                </a:cubicBezTo>
                <a:lnTo>
                  <a:pt x="461368" y="900267"/>
                </a:lnTo>
                <a:cubicBezTo>
                  <a:pt x="461368" y="908490"/>
                  <a:pt x="454708" y="915150"/>
                  <a:pt x="446485" y="915150"/>
                </a:cubicBezTo>
                <a:cubicBezTo>
                  <a:pt x="438263" y="915150"/>
                  <a:pt x="431603" y="908490"/>
                  <a:pt x="431603" y="900267"/>
                </a:cubicBezTo>
                <a:lnTo>
                  <a:pt x="431603" y="840363"/>
                </a:lnTo>
                <a:cubicBezTo>
                  <a:pt x="238274" y="832699"/>
                  <a:pt x="82454" y="676876"/>
                  <a:pt x="74786" y="483547"/>
                </a:cubicBezTo>
                <a:lnTo>
                  <a:pt x="14883" y="483547"/>
                </a:lnTo>
                <a:cubicBezTo>
                  <a:pt x="6660" y="483547"/>
                  <a:pt x="0" y="476887"/>
                  <a:pt x="0" y="468664"/>
                </a:cubicBezTo>
                <a:cubicBezTo>
                  <a:pt x="0" y="460442"/>
                  <a:pt x="6660" y="453782"/>
                  <a:pt x="14883" y="453782"/>
                </a:cubicBezTo>
                <a:lnTo>
                  <a:pt x="74786" y="453782"/>
                </a:lnTo>
                <a:cubicBezTo>
                  <a:pt x="82451" y="260453"/>
                  <a:pt x="238274" y="104633"/>
                  <a:pt x="431603" y="96965"/>
                </a:cubicBezTo>
                <a:lnTo>
                  <a:pt x="431603" y="37062"/>
                </a:lnTo>
                <a:cubicBezTo>
                  <a:pt x="431603" y="28839"/>
                  <a:pt x="438263" y="22179"/>
                  <a:pt x="446485" y="22179"/>
                </a:cubicBezTo>
                <a:cubicBezTo>
                  <a:pt x="454708" y="22179"/>
                  <a:pt x="461368" y="28839"/>
                  <a:pt x="461368" y="37062"/>
                </a:cubicBezTo>
                <a:lnTo>
                  <a:pt x="461368" y="96965"/>
                </a:lnTo>
                <a:cubicBezTo>
                  <a:pt x="491245" y="98156"/>
                  <a:pt x="520193" y="102993"/>
                  <a:pt x="547874" y="110881"/>
                </a:cubicBezTo>
                <a:cubicBezTo>
                  <a:pt x="569938" y="46475"/>
                  <a:pt x="630921" y="0"/>
                  <a:pt x="702655" y="0"/>
                </a:cubicBezTo>
                <a:cubicBezTo>
                  <a:pt x="792920" y="0"/>
                  <a:pt x="866371" y="73446"/>
                  <a:pt x="866371" y="163716"/>
                </a:cubicBezTo>
                <a:cubicBezTo>
                  <a:pt x="866371" y="225591"/>
                  <a:pt x="831880" y="279502"/>
                  <a:pt x="781093" y="307334"/>
                </a:cubicBezTo>
                <a:cubicBezTo>
                  <a:pt x="802821" y="351945"/>
                  <a:pt x="816068" y="401393"/>
                  <a:pt x="818151" y="453781"/>
                </a:cubicBezTo>
                <a:lnTo>
                  <a:pt x="878092" y="453781"/>
                </a:lnTo>
                <a:cubicBezTo>
                  <a:pt x="886314" y="453781"/>
                  <a:pt x="892974" y="460441"/>
                  <a:pt x="892974" y="468663"/>
                </a:cubicBezTo>
                <a:close/>
                <a:moveTo>
                  <a:pt x="568749" y="163712"/>
                </a:moveTo>
                <a:cubicBezTo>
                  <a:pt x="568749" y="237568"/>
                  <a:pt x="628839" y="297652"/>
                  <a:pt x="702690" y="297652"/>
                </a:cubicBezTo>
                <a:cubicBezTo>
                  <a:pt x="776546" y="297652"/>
                  <a:pt x="836630" y="237563"/>
                  <a:pt x="836630" y="163712"/>
                </a:cubicBezTo>
                <a:cubicBezTo>
                  <a:pt x="836630" y="89856"/>
                  <a:pt x="776541" y="29771"/>
                  <a:pt x="702690" y="29771"/>
                </a:cubicBezTo>
                <a:cubicBezTo>
                  <a:pt x="628797" y="29771"/>
                  <a:pt x="568749" y="89861"/>
                  <a:pt x="568749" y="163712"/>
                </a:cubicBezTo>
                <a:close/>
                <a:moveTo>
                  <a:pt x="714377" y="468664"/>
                </a:moveTo>
                <a:cubicBezTo>
                  <a:pt x="714377" y="460442"/>
                  <a:pt x="721037" y="453782"/>
                  <a:pt x="729260" y="453782"/>
                </a:cubicBezTo>
                <a:lnTo>
                  <a:pt x="788419" y="453782"/>
                </a:lnTo>
                <a:cubicBezTo>
                  <a:pt x="786335" y="405561"/>
                  <a:pt x="773908" y="360132"/>
                  <a:pt x="753705" y="319165"/>
                </a:cubicBezTo>
                <a:cubicBezTo>
                  <a:pt x="737631" y="324448"/>
                  <a:pt x="720516" y="327425"/>
                  <a:pt x="702694" y="327425"/>
                </a:cubicBezTo>
                <a:cubicBezTo>
                  <a:pt x="612429" y="327425"/>
                  <a:pt x="538978" y="253978"/>
                  <a:pt x="538978" y="163709"/>
                </a:cubicBezTo>
                <a:cubicBezTo>
                  <a:pt x="538978" y="155635"/>
                  <a:pt x="539759" y="147747"/>
                  <a:pt x="540913" y="139971"/>
                </a:cubicBezTo>
                <a:cubicBezTo>
                  <a:pt x="515463" y="132567"/>
                  <a:pt x="488860" y="127916"/>
                  <a:pt x="461364" y="126725"/>
                </a:cubicBezTo>
                <a:lnTo>
                  <a:pt x="461364" y="185884"/>
                </a:lnTo>
                <a:cubicBezTo>
                  <a:pt x="461364" y="194107"/>
                  <a:pt x="454704" y="200767"/>
                  <a:pt x="446481" y="200767"/>
                </a:cubicBezTo>
                <a:cubicBezTo>
                  <a:pt x="438258" y="200767"/>
                  <a:pt x="431598" y="194107"/>
                  <a:pt x="431598" y="185884"/>
                </a:cubicBezTo>
                <a:lnTo>
                  <a:pt x="431598" y="126725"/>
                </a:lnTo>
                <a:cubicBezTo>
                  <a:pt x="254681" y="134353"/>
                  <a:pt x="112177" y="276858"/>
                  <a:pt x="104548" y="453776"/>
                </a:cubicBezTo>
                <a:lnTo>
                  <a:pt x="163706" y="453776"/>
                </a:lnTo>
                <a:cubicBezTo>
                  <a:pt x="171929" y="453776"/>
                  <a:pt x="178589" y="460436"/>
                  <a:pt x="178589" y="468659"/>
                </a:cubicBezTo>
                <a:cubicBezTo>
                  <a:pt x="178589" y="476881"/>
                  <a:pt x="171929" y="483541"/>
                  <a:pt x="163706" y="483541"/>
                </a:cubicBezTo>
                <a:lnTo>
                  <a:pt x="104548" y="483541"/>
                </a:lnTo>
                <a:cubicBezTo>
                  <a:pt x="112175" y="660459"/>
                  <a:pt x="254681" y="802962"/>
                  <a:pt x="431598" y="810592"/>
                </a:cubicBezTo>
                <a:lnTo>
                  <a:pt x="431598" y="751433"/>
                </a:lnTo>
                <a:cubicBezTo>
                  <a:pt x="431598" y="743210"/>
                  <a:pt x="438258" y="736550"/>
                  <a:pt x="446481" y="736550"/>
                </a:cubicBezTo>
                <a:cubicBezTo>
                  <a:pt x="454704" y="736550"/>
                  <a:pt x="461364" y="743210"/>
                  <a:pt x="461364" y="751433"/>
                </a:cubicBezTo>
                <a:lnTo>
                  <a:pt x="461364" y="810592"/>
                </a:lnTo>
                <a:cubicBezTo>
                  <a:pt x="638281" y="802964"/>
                  <a:pt x="780784" y="660459"/>
                  <a:pt x="788414" y="483541"/>
                </a:cubicBezTo>
                <a:lnTo>
                  <a:pt x="729255" y="483541"/>
                </a:lnTo>
                <a:cubicBezTo>
                  <a:pt x="721032" y="483541"/>
                  <a:pt x="714372" y="476881"/>
                  <a:pt x="714372" y="468659"/>
                </a:cubicBezTo>
                <a:close/>
                <a:moveTo>
                  <a:pt x="699494" y="572849"/>
                </a:moveTo>
                <a:cubicBezTo>
                  <a:pt x="699494" y="581072"/>
                  <a:pt x="692834" y="587732"/>
                  <a:pt x="684611" y="587732"/>
                </a:cubicBezTo>
                <a:lnTo>
                  <a:pt x="561529" y="587732"/>
                </a:lnTo>
                <a:cubicBezTo>
                  <a:pt x="564022" y="597257"/>
                  <a:pt x="565548" y="607191"/>
                  <a:pt x="565548" y="617497"/>
                </a:cubicBezTo>
                <a:lnTo>
                  <a:pt x="565548" y="632380"/>
                </a:lnTo>
                <a:cubicBezTo>
                  <a:pt x="565548" y="640603"/>
                  <a:pt x="558888" y="647263"/>
                  <a:pt x="550665" y="647263"/>
                </a:cubicBezTo>
                <a:lnTo>
                  <a:pt x="342305" y="647263"/>
                </a:lnTo>
                <a:cubicBezTo>
                  <a:pt x="334083" y="647263"/>
                  <a:pt x="327423" y="640603"/>
                  <a:pt x="327423" y="632380"/>
                </a:cubicBezTo>
                <a:lnTo>
                  <a:pt x="327423" y="617497"/>
                </a:lnTo>
                <a:cubicBezTo>
                  <a:pt x="327423" y="607191"/>
                  <a:pt x="328948" y="597257"/>
                  <a:pt x="331441" y="587732"/>
                </a:cubicBezTo>
                <a:lnTo>
                  <a:pt x="208359" y="587732"/>
                </a:lnTo>
                <a:cubicBezTo>
                  <a:pt x="200136" y="587732"/>
                  <a:pt x="193476" y="581072"/>
                  <a:pt x="193476" y="572849"/>
                </a:cubicBezTo>
                <a:cubicBezTo>
                  <a:pt x="193476" y="532703"/>
                  <a:pt x="216358" y="497839"/>
                  <a:pt x="249696" y="480464"/>
                </a:cubicBezTo>
                <a:cubicBezTo>
                  <a:pt x="233659" y="466809"/>
                  <a:pt x="223242" y="446717"/>
                  <a:pt x="223242" y="424021"/>
                </a:cubicBezTo>
                <a:cubicBezTo>
                  <a:pt x="223242" y="382981"/>
                  <a:pt x="256616" y="349607"/>
                  <a:pt x="297656" y="349607"/>
                </a:cubicBezTo>
                <a:cubicBezTo>
                  <a:pt x="329543" y="349607"/>
                  <a:pt x="356555" y="369847"/>
                  <a:pt x="367159" y="398087"/>
                </a:cubicBezTo>
                <a:cubicBezTo>
                  <a:pt x="382005" y="369326"/>
                  <a:pt x="411956" y="349607"/>
                  <a:pt x="446484" y="349607"/>
                </a:cubicBezTo>
                <a:cubicBezTo>
                  <a:pt x="481012" y="349607"/>
                  <a:pt x="510964" y="369326"/>
                  <a:pt x="525809" y="398087"/>
                </a:cubicBezTo>
                <a:cubicBezTo>
                  <a:pt x="536413" y="369847"/>
                  <a:pt x="563425" y="349607"/>
                  <a:pt x="595312" y="349607"/>
                </a:cubicBezTo>
                <a:cubicBezTo>
                  <a:pt x="636352" y="349607"/>
                  <a:pt x="669726" y="382981"/>
                  <a:pt x="669726" y="424021"/>
                </a:cubicBezTo>
                <a:cubicBezTo>
                  <a:pt x="669726" y="446717"/>
                  <a:pt x="659308" y="466809"/>
                  <a:pt x="643272" y="480464"/>
                </a:cubicBezTo>
                <a:cubicBezTo>
                  <a:pt x="676610" y="497839"/>
                  <a:pt x="699492" y="532703"/>
                  <a:pt x="699492" y="572849"/>
                </a:cubicBezTo>
                <a:close/>
                <a:moveTo>
                  <a:pt x="550666" y="424021"/>
                </a:moveTo>
                <a:cubicBezTo>
                  <a:pt x="550666" y="448651"/>
                  <a:pt x="570684" y="468669"/>
                  <a:pt x="595314" y="468669"/>
                </a:cubicBezTo>
                <a:cubicBezTo>
                  <a:pt x="619945" y="468669"/>
                  <a:pt x="639963" y="448651"/>
                  <a:pt x="639963" y="424021"/>
                </a:cubicBezTo>
                <a:cubicBezTo>
                  <a:pt x="639963" y="399390"/>
                  <a:pt x="619945" y="379372"/>
                  <a:pt x="595314" y="379372"/>
                </a:cubicBezTo>
                <a:cubicBezTo>
                  <a:pt x="570684" y="379372"/>
                  <a:pt x="550666" y="399390"/>
                  <a:pt x="550666" y="424021"/>
                </a:cubicBezTo>
                <a:close/>
                <a:moveTo>
                  <a:pt x="499134" y="510862"/>
                </a:moveTo>
                <a:cubicBezTo>
                  <a:pt x="502408" y="512499"/>
                  <a:pt x="505459" y="514471"/>
                  <a:pt x="508584" y="516369"/>
                </a:cubicBezTo>
                <a:cubicBezTo>
                  <a:pt x="518221" y="501300"/>
                  <a:pt x="531429" y="488761"/>
                  <a:pt x="547391" y="480427"/>
                </a:cubicBezTo>
                <a:cubicBezTo>
                  <a:pt x="541550" y="475441"/>
                  <a:pt x="536453" y="469600"/>
                  <a:pt x="532323" y="463089"/>
                </a:cubicBezTo>
                <a:cubicBezTo>
                  <a:pt x="526816" y="482474"/>
                  <a:pt x="514984" y="499217"/>
                  <a:pt x="499134" y="510862"/>
                </a:cubicBezTo>
                <a:close/>
                <a:moveTo>
                  <a:pt x="386958" y="438903"/>
                </a:moveTo>
                <a:cubicBezTo>
                  <a:pt x="386958" y="471720"/>
                  <a:pt x="413673" y="498435"/>
                  <a:pt x="446489" y="498435"/>
                </a:cubicBezTo>
                <a:cubicBezTo>
                  <a:pt x="479306" y="498435"/>
                  <a:pt x="506020" y="471720"/>
                  <a:pt x="506020" y="438903"/>
                </a:cubicBezTo>
                <a:cubicBezTo>
                  <a:pt x="506020" y="406087"/>
                  <a:pt x="479306" y="379372"/>
                  <a:pt x="446489" y="379372"/>
                </a:cubicBezTo>
                <a:cubicBezTo>
                  <a:pt x="413673" y="379372"/>
                  <a:pt x="386958" y="406087"/>
                  <a:pt x="386958" y="438903"/>
                </a:cubicBezTo>
                <a:close/>
                <a:moveTo>
                  <a:pt x="345621" y="480464"/>
                </a:moveTo>
                <a:cubicBezTo>
                  <a:pt x="361583" y="488761"/>
                  <a:pt x="374754" y="501337"/>
                  <a:pt x="384539" y="516331"/>
                </a:cubicBezTo>
                <a:cubicBezTo>
                  <a:pt x="387628" y="514434"/>
                  <a:pt x="390641" y="512499"/>
                  <a:pt x="393878" y="510862"/>
                </a:cubicBezTo>
                <a:cubicBezTo>
                  <a:pt x="378028" y="499216"/>
                  <a:pt x="366197" y="482473"/>
                  <a:pt x="360690" y="463088"/>
                </a:cubicBezTo>
                <a:cubicBezTo>
                  <a:pt x="356560" y="469599"/>
                  <a:pt x="351462" y="475478"/>
                  <a:pt x="345621" y="480464"/>
                </a:cubicBezTo>
                <a:close/>
                <a:moveTo>
                  <a:pt x="253013" y="424021"/>
                </a:moveTo>
                <a:cubicBezTo>
                  <a:pt x="253013" y="448651"/>
                  <a:pt x="273030" y="468669"/>
                  <a:pt x="297661" y="468669"/>
                </a:cubicBezTo>
                <a:cubicBezTo>
                  <a:pt x="322292" y="468669"/>
                  <a:pt x="342309" y="448651"/>
                  <a:pt x="342309" y="424021"/>
                </a:cubicBezTo>
                <a:cubicBezTo>
                  <a:pt x="342309" y="399390"/>
                  <a:pt x="322292" y="379372"/>
                  <a:pt x="297661" y="379372"/>
                </a:cubicBezTo>
                <a:cubicBezTo>
                  <a:pt x="273030" y="379372"/>
                  <a:pt x="253013" y="399390"/>
                  <a:pt x="253013" y="424021"/>
                </a:cubicBezTo>
                <a:close/>
                <a:moveTo>
                  <a:pt x="343723" y="557961"/>
                </a:moveTo>
                <a:cubicBezTo>
                  <a:pt x="348597" y="549590"/>
                  <a:pt x="354513" y="541925"/>
                  <a:pt x="361210" y="535004"/>
                </a:cubicBezTo>
                <a:cubicBezTo>
                  <a:pt x="348262" y="513238"/>
                  <a:pt x="324822" y="498430"/>
                  <a:pt x="297660" y="498430"/>
                </a:cubicBezTo>
                <a:cubicBezTo>
                  <a:pt x="261718" y="498430"/>
                  <a:pt x="231655" y="524028"/>
                  <a:pt x="224735" y="557961"/>
                </a:cubicBezTo>
                <a:close/>
                <a:moveTo>
                  <a:pt x="535785" y="617492"/>
                </a:moveTo>
                <a:cubicBezTo>
                  <a:pt x="535785" y="568267"/>
                  <a:pt x="495713" y="528196"/>
                  <a:pt x="446488" y="528196"/>
                </a:cubicBezTo>
                <a:cubicBezTo>
                  <a:pt x="397263" y="528196"/>
                  <a:pt x="357191" y="568267"/>
                  <a:pt x="357191" y="617492"/>
                </a:cubicBezTo>
                <a:close/>
                <a:moveTo>
                  <a:pt x="668240" y="557961"/>
                </a:moveTo>
                <a:cubicBezTo>
                  <a:pt x="661319" y="524028"/>
                  <a:pt x="631256" y="498430"/>
                  <a:pt x="595314" y="498430"/>
                </a:cubicBezTo>
                <a:cubicBezTo>
                  <a:pt x="568153" y="498430"/>
                  <a:pt x="544713" y="513238"/>
                  <a:pt x="531802" y="535042"/>
                </a:cubicBezTo>
                <a:cubicBezTo>
                  <a:pt x="538499" y="541963"/>
                  <a:pt x="544378" y="549590"/>
                  <a:pt x="549252" y="557961"/>
                </a:cubicBezTo>
                <a:close/>
              </a:path>
            </a:pathLst>
          </a:custGeom>
          <a:solidFill>
            <a:srgbClr val="00B388"/>
          </a:solidFill>
          <a:ln w="9525" cap="flat">
            <a:noFill/>
            <a:prstDash val="solid"/>
            <a:miter/>
          </a:ln>
        </p:spPr>
        <p:txBody>
          <a:bodyPr/>
          <a:lstStyle/>
          <a:p>
            <a:endParaRPr lang="fr-FR"/>
          </a:p>
        </p:txBody>
      </p:sp>
      <p:grpSp>
        <p:nvGrpSpPr>
          <p:cNvPr id="27" name="Graphique 15">
            <a:extLst>
              <a:ext uri="{FF2B5EF4-FFF2-40B4-BE49-F238E27FC236}">
                <a16:creationId xmlns:a16="http://schemas.microsoft.com/office/drawing/2014/main" id="{844A3DF7-4939-3B08-DF6F-A4CECC8BDE2B}"/>
              </a:ext>
            </a:extLst>
          </p:cNvPr>
          <p:cNvGrpSpPr>
            <a:grpSpLocks noChangeAspect="1"/>
          </p:cNvGrpSpPr>
          <p:nvPr/>
        </p:nvGrpSpPr>
        <p:grpSpPr>
          <a:xfrm>
            <a:off x="506668" y="2668365"/>
            <a:ext cx="432000" cy="474114"/>
            <a:chOff x="293120" y="4493787"/>
            <a:chExt cx="867929" cy="952538"/>
          </a:xfrm>
          <a:solidFill>
            <a:srgbClr val="00B388"/>
          </a:solidFill>
        </p:grpSpPr>
        <p:sp>
          <p:nvSpPr>
            <p:cNvPr id="29" name="Forme libre : forme 28">
              <a:extLst>
                <a:ext uri="{FF2B5EF4-FFF2-40B4-BE49-F238E27FC236}">
                  <a16:creationId xmlns:a16="http://schemas.microsoft.com/office/drawing/2014/main" id="{8E0A3EE9-BCDF-90D4-E853-A856D91E8546}"/>
                </a:ext>
              </a:extLst>
            </p:cNvPr>
            <p:cNvSpPr/>
            <p:nvPr/>
          </p:nvSpPr>
          <p:spPr>
            <a:xfrm>
              <a:off x="293120" y="4597074"/>
              <a:ext cx="867929" cy="628357"/>
            </a:xfrm>
            <a:custGeom>
              <a:avLst/>
              <a:gdLst>
                <a:gd name="csX0" fmla="*/ 803859 w 867929"/>
                <a:gd name="csY0" fmla="*/ 628358 h 628357"/>
                <a:gd name="csX1" fmla="*/ 64071 w 867929"/>
                <a:gd name="csY1" fmla="*/ 628358 h 628357"/>
                <a:gd name="csX2" fmla="*/ 0 w 867929"/>
                <a:gd name="csY2" fmla="*/ 564324 h 628357"/>
                <a:gd name="csX3" fmla="*/ 0 w 867929"/>
                <a:gd name="csY3" fmla="*/ 64071 h 628357"/>
                <a:gd name="csX4" fmla="*/ 64071 w 867929"/>
                <a:gd name="csY4" fmla="*/ 0 h 628357"/>
                <a:gd name="csX5" fmla="*/ 127509 w 867929"/>
                <a:gd name="csY5" fmla="*/ 0 h 628357"/>
                <a:gd name="csX6" fmla="*/ 140197 w 867929"/>
                <a:gd name="csY6" fmla="*/ 12687 h 628357"/>
                <a:gd name="csX7" fmla="*/ 127509 w 867929"/>
                <a:gd name="csY7" fmla="*/ 25375 h 628357"/>
                <a:gd name="csX8" fmla="*/ 64071 w 867929"/>
                <a:gd name="csY8" fmla="*/ 25375 h 628357"/>
                <a:gd name="csX9" fmla="*/ 25376 w 867929"/>
                <a:gd name="csY9" fmla="*/ 64070 h 628357"/>
                <a:gd name="csX10" fmla="*/ 25376 w 867929"/>
                <a:gd name="csY10" fmla="*/ 564323 h 628357"/>
                <a:gd name="csX11" fmla="*/ 64071 w 867929"/>
                <a:gd name="csY11" fmla="*/ 603018 h 628357"/>
                <a:gd name="csX12" fmla="*/ 803859 w 867929"/>
                <a:gd name="csY12" fmla="*/ 603018 h 628357"/>
                <a:gd name="csX13" fmla="*/ 842591 w 867929"/>
                <a:gd name="csY13" fmla="*/ 564323 h 628357"/>
                <a:gd name="csX14" fmla="*/ 842591 w 867929"/>
                <a:gd name="csY14" fmla="*/ 64070 h 628357"/>
                <a:gd name="csX15" fmla="*/ 803859 w 867929"/>
                <a:gd name="csY15" fmla="*/ 25375 h 628357"/>
                <a:gd name="csX16" fmla="*/ 587279 w 867929"/>
                <a:gd name="csY16" fmla="*/ 25375 h 628357"/>
                <a:gd name="csX17" fmla="*/ 574592 w 867929"/>
                <a:gd name="csY17" fmla="*/ 12687 h 628357"/>
                <a:gd name="csX18" fmla="*/ 587279 w 867929"/>
                <a:gd name="csY18" fmla="*/ 0 h 628357"/>
                <a:gd name="csX19" fmla="*/ 803859 w 867929"/>
                <a:gd name="csY19" fmla="*/ 0 h 628357"/>
                <a:gd name="csX20" fmla="*/ 867929 w 867929"/>
                <a:gd name="csY20" fmla="*/ 64071 h 628357"/>
                <a:gd name="csX21" fmla="*/ 867929 w 867929"/>
                <a:gd name="csY21" fmla="*/ 564324 h 628357"/>
                <a:gd name="csX22" fmla="*/ 803859 w 867929"/>
                <a:gd name="csY22" fmla="*/ 628358 h 628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867929" h="628357">
                  <a:moveTo>
                    <a:pt x="803859" y="628358"/>
                  </a:moveTo>
                  <a:lnTo>
                    <a:pt x="64071" y="628358"/>
                  </a:lnTo>
                  <a:cubicBezTo>
                    <a:pt x="28725" y="628358"/>
                    <a:pt x="0" y="599634"/>
                    <a:pt x="0" y="564324"/>
                  </a:cubicBezTo>
                  <a:lnTo>
                    <a:pt x="0" y="64071"/>
                  </a:lnTo>
                  <a:cubicBezTo>
                    <a:pt x="0" y="28725"/>
                    <a:pt x="28724" y="0"/>
                    <a:pt x="64071" y="0"/>
                  </a:cubicBezTo>
                  <a:lnTo>
                    <a:pt x="127509" y="0"/>
                  </a:lnTo>
                  <a:cubicBezTo>
                    <a:pt x="134504" y="0"/>
                    <a:pt x="140197" y="5693"/>
                    <a:pt x="140197" y="12687"/>
                  </a:cubicBezTo>
                  <a:cubicBezTo>
                    <a:pt x="140197" y="19682"/>
                    <a:pt x="134504" y="25375"/>
                    <a:pt x="127509" y="25375"/>
                  </a:cubicBezTo>
                  <a:lnTo>
                    <a:pt x="64071" y="25375"/>
                  </a:lnTo>
                  <a:cubicBezTo>
                    <a:pt x="42714" y="25375"/>
                    <a:pt x="25376" y="42750"/>
                    <a:pt x="25376" y="64070"/>
                  </a:cubicBezTo>
                  <a:lnTo>
                    <a:pt x="25376" y="564323"/>
                  </a:lnTo>
                  <a:cubicBezTo>
                    <a:pt x="25376" y="585643"/>
                    <a:pt x="42751" y="603018"/>
                    <a:pt x="64071" y="603018"/>
                  </a:cubicBezTo>
                  <a:lnTo>
                    <a:pt x="803859" y="603018"/>
                  </a:lnTo>
                  <a:cubicBezTo>
                    <a:pt x="825216" y="603018"/>
                    <a:pt x="842591" y="585643"/>
                    <a:pt x="842591" y="564323"/>
                  </a:cubicBezTo>
                  <a:lnTo>
                    <a:pt x="842591" y="64070"/>
                  </a:lnTo>
                  <a:cubicBezTo>
                    <a:pt x="842591" y="42713"/>
                    <a:pt x="825216" y="25375"/>
                    <a:pt x="803859" y="25375"/>
                  </a:cubicBezTo>
                  <a:lnTo>
                    <a:pt x="587279" y="25375"/>
                  </a:lnTo>
                  <a:cubicBezTo>
                    <a:pt x="580284" y="25375"/>
                    <a:pt x="574592" y="19682"/>
                    <a:pt x="574592" y="12687"/>
                  </a:cubicBezTo>
                  <a:cubicBezTo>
                    <a:pt x="574592" y="5693"/>
                    <a:pt x="580285" y="0"/>
                    <a:pt x="587279" y="0"/>
                  </a:cubicBezTo>
                  <a:lnTo>
                    <a:pt x="803859" y="0"/>
                  </a:lnTo>
                  <a:cubicBezTo>
                    <a:pt x="839205" y="0"/>
                    <a:pt x="867929" y="28724"/>
                    <a:pt x="867929" y="64071"/>
                  </a:cubicBezTo>
                  <a:lnTo>
                    <a:pt x="867929" y="564324"/>
                  </a:lnTo>
                  <a:cubicBezTo>
                    <a:pt x="867929" y="599633"/>
                    <a:pt x="839206" y="628358"/>
                    <a:pt x="803859" y="628358"/>
                  </a:cubicBezTo>
                  <a:close/>
                </a:path>
              </a:pathLst>
            </a:custGeom>
            <a:grpFill/>
            <a:ln w="9525" cap="flat">
              <a:noFill/>
              <a:prstDash val="solid"/>
              <a:miter/>
            </a:ln>
          </p:spPr>
          <p:txBody>
            <a:bodyPr/>
            <a:lstStyle/>
            <a:p>
              <a:endParaRPr lang="fr-FR"/>
            </a:p>
          </p:txBody>
        </p:sp>
        <p:sp>
          <p:nvSpPr>
            <p:cNvPr id="30" name="Forme libre : forme 29">
              <a:extLst>
                <a:ext uri="{FF2B5EF4-FFF2-40B4-BE49-F238E27FC236}">
                  <a16:creationId xmlns:a16="http://schemas.microsoft.com/office/drawing/2014/main" id="{1C3CE7B6-7FCB-F405-FC3E-606EBF3B048F}"/>
                </a:ext>
              </a:extLst>
            </p:cNvPr>
            <p:cNvSpPr/>
            <p:nvPr/>
          </p:nvSpPr>
          <p:spPr>
            <a:xfrm>
              <a:off x="346848" y="4650734"/>
              <a:ext cx="760511" cy="521033"/>
            </a:xfrm>
            <a:custGeom>
              <a:avLst/>
              <a:gdLst>
                <a:gd name="csX0" fmla="*/ 712068 w 760511"/>
                <a:gd name="csY0" fmla="*/ 521005 h 521033"/>
                <a:gd name="csX1" fmla="*/ 48480 w 760511"/>
                <a:gd name="csY1" fmla="*/ 521005 h 521033"/>
                <a:gd name="csX2" fmla="*/ 0 w 760511"/>
                <a:gd name="csY2" fmla="*/ 472562 h 521033"/>
                <a:gd name="csX3" fmla="*/ 0 w 760511"/>
                <a:gd name="csY3" fmla="*/ 48480 h 521033"/>
                <a:gd name="csX4" fmla="*/ 48480 w 760511"/>
                <a:gd name="csY4" fmla="*/ 0 h 521033"/>
                <a:gd name="csX5" fmla="*/ 73819 w 760511"/>
                <a:gd name="csY5" fmla="*/ 0 h 521033"/>
                <a:gd name="csX6" fmla="*/ 86506 w 760511"/>
                <a:gd name="csY6" fmla="*/ 12687 h 521033"/>
                <a:gd name="csX7" fmla="*/ 73819 w 760511"/>
                <a:gd name="csY7" fmla="*/ 25375 h 521033"/>
                <a:gd name="csX8" fmla="*/ 48480 w 760511"/>
                <a:gd name="csY8" fmla="*/ 25375 h 521033"/>
                <a:gd name="csX9" fmla="*/ 25375 w 760511"/>
                <a:gd name="csY9" fmla="*/ 48480 h 521033"/>
                <a:gd name="csX10" fmla="*/ 25375 w 760511"/>
                <a:gd name="csY10" fmla="*/ 472562 h 521033"/>
                <a:gd name="csX11" fmla="*/ 48480 w 760511"/>
                <a:gd name="csY11" fmla="*/ 495668 h 521033"/>
                <a:gd name="csX12" fmla="*/ 712068 w 760511"/>
                <a:gd name="csY12" fmla="*/ 495668 h 521033"/>
                <a:gd name="csX13" fmla="*/ 735174 w 760511"/>
                <a:gd name="csY13" fmla="*/ 472562 h 521033"/>
                <a:gd name="csX14" fmla="*/ 735174 w 760511"/>
                <a:gd name="csY14" fmla="*/ 48509 h 521033"/>
                <a:gd name="csX15" fmla="*/ 712068 w 760511"/>
                <a:gd name="csY15" fmla="*/ 25403 h 521033"/>
                <a:gd name="csX16" fmla="*/ 533589 w 760511"/>
                <a:gd name="csY16" fmla="*/ 25403 h 521033"/>
                <a:gd name="csX17" fmla="*/ 520901 w 760511"/>
                <a:gd name="csY17" fmla="*/ 12716 h 521033"/>
                <a:gd name="csX18" fmla="*/ 533589 w 760511"/>
                <a:gd name="csY18" fmla="*/ 29 h 521033"/>
                <a:gd name="csX19" fmla="*/ 712068 w 760511"/>
                <a:gd name="csY19" fmla="*/ 29 h 521033"/>
                <a:gd name="csX20" fmla="*/ 760511 w 760511"/>
                <a:gd name="csY20" fmla="*/ 48509 h 521033"/>
                <a:gd name="csX21" fmla="*/ 760511 w 760511"/>
                <a:gd name="csY21" fmla="*/ 472591 h 521033"/>
                <a:gd name="csX22" fmla="*/ 712068 w 760511"/>
                <a:gd name="csY22" fmla="*/ 521034 h 5210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760511" h="521033">
                  <a:moveTo>
                    <a:pt x="712068" y="521005"/>
                  </a:moveTo>
                  <a:lnTo>
                    <a:pt x="48480" y="521005"/>
                  </a:lnTo>
                  <a:cubicBezTo>
                    <a:pt x="21766" y="521005"/>
                    <a:pt x="0" y="499277"/>
                    <a:pt x="0" y="472562"/>
                  </a:cubicBezTo>
                  <a:lnTo>
                    <a:pt x="0" y="48480"/>
                  </a:lnTo>
                  <a:cubicBezTo>
                    <a:pt x="0" y="21766"/>
                    <a:pt x="21728" y="0"/>
                    <a:pt x="48480" y="0"/>
                  </a:cubicBezTo>
                  <a:lnTo>
                    <a:pt x="73819" y="0"/>
                  </a:lnTo>
                  <a:cubicBezTo>
                    <a:pt x="80814" y="0"/>
                    <a:pt x="86506" y="5693"/>
                    <a:pt x="86506" y="12687"/>
                  </a:cubicBezTo>
                  <a:cubicBezTo>
                    <a:pt x="86506" y="19682"/>
                    <a:pt x="80813" y="25375"/>
                    <a:pt x="73819" y="25375"/>
                  </a:cubicBezTo>
                  <a:lnTo>
                    <a:pt x="48480" y="25375"/>
                  </a:lnTo>
                  <a:cubicBezTo>
                    <a:pt x="35756" y="25375"/>
                    <a:pt x="25375" y="35755"/>
                    <a:pt x="25375" y="48480"/>
                  </a:cubicBezTo>
                  <a:lnTo>
                    <a:pt x="25375" y="472562"/>
                  </a:lnTo>
                  <a:cubicBezTo>
                    <a:pt x="25375" y="485286"/>
                    <a:pt x="35755" y="495668"/>
                    <a:pt x="48480" y="495668"/>
                  </a:cubicBezTo>
                  <a:lnTo>
                    <a:pt x="712068" y="495668"/>
                  </a:lnTo>
                  <a:cubicBezTo>
                    <a:pt x="724793" y="495668"/>
                    <a:pt x="735174" y="485287"/>
                    <a:pt x="735174" y="472562"/>
                  </a:cubicBezTo>
                  <a:lnTo>
                    <a:pt x="735174" y="48509"/>
                  </a:lnTo>
                  <a:cubicBezTo>
                    <a:pt x="735174" y="35784"/>
                    <a:pt x="724793" y="25403"/>
                    <a:pt x="712068" y="25403"/>
                  </a:cubicBezTo>
                  <a:lnTo>
                    <a:pt x="533589" y="25403"/>
                  </a:lnTo>
                  <a:cubicBezTo>
                    <a:pt x="526594" y="25403"/>
                    <a:pt x="520901" y="19710"/>
                    <a:pt x="520901" y="12716"/>
                  </a:cubicBezTo>
                  <a:cubicBezTo>
                    <a:pt x="520901" y="5721"/>
                    <a:pt x="526594" y="29"/>
                    <a:pt x="533589" y="29"/>
                  </a:cubicBezTo>
                  <a:lnTo>
                    <a:pt x="712068" y="29"/>
                  </a:lnTo>
                  <a:cubicBezTo>
                    <a:pt x="738783" y="29"/>
                    <a:pt x="760511" y="21757"/>
                    <a:pt x="760511" y="48509"/>
                  </a:cubicBezTo>
                  <a:lnTo>
                    <a:pt x="760511" y="472591"/>
                  </a:lnTo>
                  <a:cubicBezTo>
                    <a:pt x="760511" y="499305"/>
                    <a:pt x="738783" y="521034"/>
                    <a:pt x="712068" y="521034"/>
                  </a:cubicBezTo>
                  <a:close/>
                </a:path>
              </a:pathLst>
            </a:custGeom>
            <a:grpFill/>
            <a:ln w="9525" cap="flat">
              <a:noFill/>
              <a:prstDash val="solid"/>
              <a:miter/>
            </a:ln>
          </p:spPr>
          <p:txBody>
            <a:bodyPr/>
            <a:lstStyle/>
            <a:p>
              <a:endParaRPr lang="fr-FR"/>
            </a:p>
          </p:txBody>
        </p:sp>
        <p:sp>
          <p:nvSpPr>
            <p:cNvPr id="31" name="Forme libre : forme 30">
              <a:extLst>
                <a:ext uri="{FF2B5EF4-FFF2-40B4-BE49-F238E27FC236}">
                  <a16:creationId xmlns:a16="http://schemas.microsoft.com/office/drawing/2014/main" id="{B4DD7BE9-3AEB-71E1-A3C1-F4B7E2BC486A}"/>
                </a:ext>
              </a:extLst>
            </p:cNvPr>
            <p:cNvSpPr/>
            <p:nvPr/>
          </p:nvSpPr>
          <p:spPr>
            <a:xfrm>
              <a:off x="485102" y="5333403"/>
              <a:ext cx="483955" cy="112922"/>
            </a:xfrm>
            <a:custGeom>
              <a:avLst/>
              <a:gdLst>
                <a:gd name="csX0" fmla="*/ 471268 w 483955"/>
                <a:gd name="csY0" fmla="*/ 112923 h 112922"/>
                <a:gd name="csX1" fmla="*/ 12687 w 483955"/>
                <a:gd name="csY1" fmla="*/ 112923 h 112922"/>
                <a:gd name="csX2" fmla="*/ 0 w 483955"/>
                <a:gd name="csY2" fmla="*/ 100235 h 112922"/>
                <a:gd name="csX3" fmla="*/ 0 w 483955"/>
                <a:gd name="csY3" fmla="*/ 12687 h 112922"/>
                <a:gd name="csX4" fmla="*/ 12687 w 483955"/>
                <a:gd name="csY4" fmla="*/ 0 h 112922"/>
                <a:gd name="csX5" fmla="*/ 471268 w 483955"/>
                <a:gd name="csY5" fmla="*/ 0 h 112922"/>
                <a:gd name="csX6" fmla="*/ 483956 w 483955"/>
                <a:gd name="csY6" fmla="*/ 12687 h 112922"/>
                <a:gd name="csX7" fmla="*/ 483956 w 483955"/>
                <a:gd name="csY7" fmla="*/ 100235 h 112922"/>
                <a:gd name="csX8" fmla="*/ 471268 w 483955"/>
                <a:gd name="csY8" fmla="*/ 112923 h 112922"/>
                <a:gd name="csX9" fmla="*/ 25384 w 483955"/>
                <a:gd name="csY9" fmla="*/ 87584 h 112922"/>
                <a:gd name="csX10" fmla="*/ 458581 w 483955"/>
                <a:gd name="csY10" fmla="*/ 87584 h 112922"/>
                <a:gd name="csX11" fmla="*/ 458581 w 483955"/>
                <a:gd name="csY11" fmla="*/ 25375 h 112922"/>
                <a:gd name="csX12" fmla="*/ 25384 w 483955"/>
                <a:gd name="csY12" fmla="*/ 25375 h 1129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83955" h="112922">
                  <a:moveTo>
                    <a:pt x="471268" y="112923"/>
                  </a:moveTo>
                  <a:lnTo>
                    <a:pt x="12687" y="112923"/>
                  </a:lnTo>
                  <a:cubicBezTo>
                    <a:pt x="5692" y="112923"/>
                    <a:pt x="0" y="107230"/>
                    <a:pt x="0" y="100235"/>
                  </a:cubicBezTo>
                  <a:lnTo>
                    <a:pt x="0" y="12687"/>
                  </a:lnTo>
                  <a:cubicBezTo>
                    <a:pt x="0" y="5692"/>
                    <a:pt x="5693" y="0"/>
                    <a:pt x="12687" y="0"/>
                  </a:cubicBezTo>
                  <a:lnTo>
                    <a:pt x="471268" y="0"/>
                  </a:lnTo>
                  <a:cubicBezTo>
                    <a:pt x="478263" y="0"/>
                    <a:pt x="483956" y="5693"/>
                    <a:pt x="483956" y="12687"/>
                  </a:cubicBezTo>
                  <a:lnTo>
                    <a:pt x="483956" y="100235"/>
                  </a:lnTo>
                  <a:cubicBezTo>
                    <a:pt x="483956" y="107230"/>
                    <a:pt x="478263" y="112923"/>
                    <a:pt x="471268" y="112923"/>
                  </a:cubicBezTo>
                  <a:close/>
                  <a:moveTo>
                    <a:pt x="25384" y="87584"/>
                  </a:moveTo>
                  <a:lnTo>
                    <a:pt x="458581" y="87584"/>
                  </a:lnTo>
                  <a:lnTo>
                    <a:pt x="458581" y="25375"/>
                  </a:lnTo>
                  <a:lnTo>
                    <a:pt x="25384" y="25375"/>
                  </a:lnTo>
                  <a:close/>
                </a:path>
              </a:pathLst>
            </a:custGeom>
            <a:grpFill/>
            <a:ln w="9525" cap="flat">
              <a:noFill/>
              <a:prstDash val="solid"/>
              <a:miter/>
            </a:ln>
          </p:spPr>
          <p:txBody>
            <a:bodyPr/>
            <a:lstStyle/>
            <a:p>
              <a:endParaRPr lang="fr-FR"/>
            </a:p>
          </p:txBody>
        </p:sp>
        <p:sp>
          <p:nvSpPr>
            <p:cNvPr id="32" name="Forme libre : forme 31">
              <a:extLst>
                <a:ext uri="{FF2B5EF4-FFF2-40B4-BE49-F238E27FC236}">
                  <a16:creationId xmlns:a16="http://schemas.microsoft.com/office/drawing/2014/main" id="{2A493449-737C-C413-5732-D8C7AC892125}"/>
                </a:ext>
              </a:extLst>
            </p:cNvPr>
            <p:cNvSpPr/>
            <p:nvPr/>
          </p:nvSpPr>
          <p:spPr>
            <a:xfrm>
              <a:off x="653323" y="5200057"/>
              <a:ext cx="147523" cy="158724"/>
            </a:xfrm>
            <a:custGeom>
              <a:avLst/>
              <a:gdLst>
                <a:gd name="csX0" fmla="*/ 134836 w 147523"/>
                <a:gd name="csY0" fmla="*/ 158687 h 158724"/>
                <a:gd name="csX1" fmla="*/ 12687 w 147523"/>
                <a:gd name="csY1" fmla="*/ 158687 h 158724"/>
                <a:gd name="csX2" fmla="*/ 0 w 147523"/>
                <a:gd name="csY2" fmla="*/ 145999 h 158724"/>
                <a:gd name="csX3" fmla="*/ 0 w 147523"/>
                <a:gd name="csY3" fmla="*/ 12687 h 158724"/>
                <a:gd name="csX4" fmla="*/ 12687 w 147523"/>
                <a:gd name="csY4" fmla="*/ 0 h 158724"/>
                <a:gd name="csX5" fmla="*/ 134836 w 147523"/>
                <a:gd name="csY5" fmla="*/ 0 h 158724"/>
                <a:gd name="csX6" fmla="*/ 147523 w 147523"/>
                <a:gd name="csY6" fmla="*/ 12687 h 158724"/>
                <a:gd name="csX7" fmla="*/ 147523 w 147523"/>
                <a:gd name="csY7" fmla="*/ 146037 h 158724"/>
                <a:gd name="csX8" fmla="*/ 134836 w 147523"/>
                <a:gd name="csY8" fmla="*/ 158725 h 158724"/>
                <a:gd name="csX9" fmla="*/ 25375 w 147523"/>
                <a:gd name="csY9" fmla="*/ 133348 h 158724"/>
                <a:gd name="csX10" fmla="*/ 122187 w 147523"/>
                <a:gd name="csY10" fmla="*/ 133348 h 158724"/>
                <a:gd name="csX11" fmla="*/ 122187 w 147523"/>
                <a:gd name="csY11" fmla="*/ 25335 h 158724"/>
                <a:gd name="csX12" fmla="*/ 25375 w 147523"/>
                <a:gd name="csY12" fmla="*/ 25335 h 158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47523" h="158724">
                  <a:moveTo>
                    <a:pt x="134836" y="158687"/>
                  </a:moveTo>
                  <a:lnTo>
                    <a:pt x="12687" y="158687"/>
                  </a:lnTo>
                  <a:cubicBezTo>
                    <a:pt x="5692" y="158687"/>
                    <a:pt x="0" y="152994"/>
                    <a:pt x="0" y="145999"/>
                  </a:cubicBezTo>
                  <a:lnTo>
                    <a:pt x="0" y="12687"/>
                  </a:lnTo>
                  <a:cubicBezTo>
                    <a:pt x="0" y="5692"/>
                    <a:pt x="5693" y="0"/>
                    <a:pt x="12687" y="0"/>
                  </a:cubicBezTo>
                  <a:lnTo>
                    <a:pt x="134836" y="0"/>
                  </a:lnTo>
                  <a:cubicBezTo>
                    <a:pt x="141831" y="0"/>
                    <a:pt x="147523" y="5693"/>
                    <a:pt x="147523" y="12687"/>
                  </a:cubicBezTo>
                  <a:lnTo>
                    <a:pt x="147523" y="146037"/>
                  </a:lnTo>
                  <a:cubicBezTo>
                    <a:pt x="147523" y="153032"/>
                    <a:pt x="141868" y="158725"/>
                    <a:pt x="134836" y="158725"/>
                  </a:cubicBezTo>
                  <a:close/>
                  <a:moveTo>
                    <a:pt x="25375" y="133348"/>
                  </a:moveTo>
                  <a:lnTo>
                    <a:pt x="122187" y="133348"/>
                  </a:lnTo>
                  <a:lnTo>
                    <a:pt x="122187" y="25335"/>
                  </a:lnTo>
                  <a:lnTo>
                    <a:pt x="25375" y="25335"/>
                  </a:lnTo>
                  <a:close/>
                </a:path>
              </a:pathLst>
            </a:custGeom>
            <a:grpFill/>
            <a:ln w="9525" cap="flat">
              <a:noFill/>
              <a:prstDash val="solid"/>
              <a:miter/>
            </a:ln>
          </p:spPr>
          <p:txBody>
            <a:bodyPr/>
            <a:lstStyle/>
            <a:p>
              <a:endParaRPr lang="fr-FR"/>
            </a:p>
          </p:txBody>
        </p:sp>
        <p:sp>
          <p:nvSpPr>
            <p:cNvPr id="34" name="Forme libre : forme 33">
              <a:extLst>
                <a:ext uri="{FF2B5EF4-FFF2-40B4-BE49-F238E27FC236}">
                  <a16:creationId xmlns:a16="http://schemas.microsoft.com/office/drawing/2014/main" id="{3EFD1021-6513-114D-5958-9CDCA6CDB60D}"/>
                </a:ext>
              </a:extLst>
            </p:cNvPr>
            <p:cNvSpPr/>
            <p:nvPr/>
          </p:nvSpPr>
          <p:spPr>
            <a:xfrm>
              <a:off x="407978" y="4493787"/>
              <a:ext cx="485146" cy="626421"/>
            </a:xfrm>
            <a:custGeom>
              <a:avLst/>
              <a:gdLst>
                <a:gd name="csX0" fmla="*/ 472459 w 485146"/>
                <a:gd name="csY0" fmla="*/ 626421 h 626421"/>
                <a:gd name="csX1" fmla="*/ 12687 w 485146"/>
                <a:gd name="csY1" fmla="*/ 626421 h 626421"/>
                <a:gd name="csX2" fmla="*/ 0 w 485146"/>
                <a:gd name="csY2" fmla="*/ 613734 h 626421"/>
                <a:gd name="csX3" fmla="*/ 0 w 485146"/>
                <a:gd name="csY3" fmla="*/ 12687 h 626421"/>
                <a:gd name="csX4" fmla="*/ 12687 w 485146"/>
                <a:gd name="csY4" fmla="*/ 0 h 626421"/>
                <a:gd name="csX5" fmla="*/ 472459 w 485146"/>
                <a:gd name="csY5" fmla="*/ 0 h 626421"/>
                <a:gd name="csX6" fmla="*/ 485146 w 485146"/>
                <a:gd name="csY6" fmla="*/ 12687 h 626421"/>
                <a:gd name="csX7" fmla="*/ 485146 w 485146"/>
                <a:gd name="csY7" fmla="*/ 370951 h 626421"/>
                <a:gd name="csX8" fmla="*/ 472459 w 485146"/>
                <a:gd name="csY8" fmla="*/ 383638 h 626421"/>
                <a:gd name="csX9" fmla="*/ 459772 w 485146"/>
                <a:gd name="csY9" fmla="*/ 370951 h 626421"/>
                <a:gd name="csX10" fmla="*/ 459772 w 485146"/>
                <a:gd name="csY10" fmla="*/ 25375 h 626421"/>
                <a:gd name="csX11" fmla="*/ 25346 w 485146"/>
                <a:gd name="csY11" fmla="*/ 25375 h 626421"/>
                <a:gd name="csX12" fmla="*/ 25346 w 485146"/>
                <a:gd name="csY12" fmla="*/ 601047 h 626421"/>
                <a:gd name="csX13" fmla="*/ 459772 w 485146"/>
                <a:gd name="csY13" fmla="*/ 601047 h 626421"/>
                <a:gd name="csX14" fmla="*/ 459772 w 485146"/>
                <a:gd name="csY14" fmla="*/ 470602 h 626421"/>
                <a:gd name="csX15" fmla="*/ 472459 w 485146"/>
                <a:gd name="csY15" fmla="*/ 457914 h 626421"/>
                <a:gd name="csX16" fmla="*/ 485146 w 485146"/>
                <a:gd name="csY16" fmla="*/ 470602 h 626421"/>
                <a:gd name="csX17" fmla="*/ 485146 w 485146"/>
                <a:gd name="csY17" fmla="*/ 613734 h 626421"/>
                <a:gd name="csX18" fmla="*/ 472459 w 485146"/>
                <a:gd name="csY18" fmla="*/ 626421 h 6264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85146" h="626421">
                  <a:moveTo>
                    <a:pt x="472459" y="626421"/>
                  </a:moveTo>
                  <a:lnTo>
                    <a:pt x="12687" y="626421"/>
                  </a:lnTo>
                  <a:cubicBezTo>
                    <a:pt x="5692" y="626421"/>
                    <a:pt x="0" y="620728"/>
                    <a:pt x="0" y="613734"/>
                  </a:cubicBezTo>
                  <a:lnTo>
                    <a:pt x="0" y="12687"/>
                  </a:lnTo>
                  <a:cubicBezTo>
                    <a:pt x="0" y="5692"/>
                    <a:pt x="5693" y="0"/>
                    <a:pt x="12687" y="0"/>
                  </a:cubicBezTo>
                  <a:lnTo>
                    <a:pt x="472459" y="0"/>
                  </a:lnTo>
                  <a:cubicBezTo>
                    <a:pt x="479454" y="0"/>
                    <a:pt x="485146" y="5693"/>
                    <a:pt x="485146" y="12687"/>
                  </a:cubicBezTo>
                  <a:lnTo>
                    <a:pt x="485146" y="370951"/>
                  </a:lnTo>
                  <a:cubicBezTo>
                    <a:pt x="485146" y="377946"/>
                    <a:pt x="479454" y="383638"/>
                    <a:pt x="472459" y="383638"/>
                  </a:cubicBezTo>
                  <a:cubicBezTo>
                    <a:pt x="465465" y="383638"/>
                    <a:pt x="459772" y="377946"/>
                    <a:pt x="459772" y="370951"/>
                  </a:cubicBezTo>
                  <a:lnTo>
                    <a:pt x="459772" y="25375"/>
                  </a:lnTo>
                  <a:lnTo>
                    <a:pt x="25346" y="25375"/>
                  </a:lnTo>
                  <a:lnTo>
                    <a:pt x="25346" y="601047"/>
                  </a:lnTo>
                  <a:lnTo>
                    <a:pt x="459772" y="601047"/>
                  </a:lnTo>
                  <a:lnTo>
                    <a:pt x="459772" y="470602"/>
                  </a:lnTo>
                  <a:cubicBezTo>
                    <a:pt x="459772" y="463607"/>
                    <a:pt x="465465" y="457914"/>
                    <a:pt x="472459" y="457914"/>
                  </a:cubicBezTo>
                  <a:cubicBezTo>
                    <a:pt x="479454" y="457914"/>
                    <a:pt x="485146" y="463607"/>
                    <a:pt x="485146" y="470602"/>
                  </a:cubicBezTo>
                  <a:lnTo>
                    <a:pt x="485146" y="613734"/>
                  </a:lnTo>
                  <a:cubicBezTo>
                    <a:pt x="485146" y="620729"/>
                    <a:pt x="479454" y="626421"/>
                    <a:pt x="472459" y="626421"/>
                  </a:cubicBezTo>
                  <a:close/>
                </a:path>
              </a:pathLst>
            </a:custGeom>
            <a:grpFill/>
            <a:ln w="9525" cap="flat">
              <a:noFill/>
              <a:prstDash val="solid"/>
              <a:miter/>
            </a:ln>
          </p:spPr>
          <p:txBody>
            <a:bodyPr/>
            <a:lstStyle/>
            <a:p>
              <a:endParaRPr lang="fr-FR"/>
            </a:p>
          </p:txBody>
        </p:sp>
        <p:sp>
          <p:nvSpPr>
            <p:cNvPr id="35" name="Forme libre : forme 34">
              <a:extLst>
                <a:ext uri="{FF2B5EF4-FFF2-40B4-BE49-F238E27FC236}">
                  <a16:creationId xmlns:a16="http://schemas.microsoft.com/office/drawing/2014/main" id="{F12EF7B4-80F3-C2DB-389A-5453F21D638B}"/>
                </a:ext>
              </a:extLst>
            </p:cNvPr>
            <p:cNvSpPr/>
            <p:nvPr/>
          </p:nvSpPr>
          <p:spPr>
            <a:xfrm>
              <a:off x="539289" y="4569701"/>
              <a:ext cx="82916" cy="140484"/>
            </a:xfrm>
            <a:custGeom>
              <a:avLst/>
              <a:gdLst>
                <a:gd name="csX0" fmla="*/ 70238 w 82916"/>
                <a:gd name="csY0" fmla="*/ 140485 h 140484"/>
                <a:gd name="csX1" fmla="*/ 61271 w 82916"/>
                <a:gd name="csY1" fmla="*/ 136764 h 140484"/>
                <a:gd name="csX2" fmla="*/ 3711 w 82916"/>
                <a:gd name="csY2" fmla="*/ 79205 h 140484"/>
                <a:gd name="csX3" fmla="*/ 3711 w 82916"/>
                <a:gd name="csY3" fmla="*/ 61271 h 140484"/>
                <a:gd name="csX4" fmla="*/ 61271 w 82916"/>
                <a:gd name="csY4" fmla="*/ 3711 h 140484"/>
                <a:gd name="csX5" fmla="*/ 79205 w 82916"/>
                <a:gd name="csY5" fmla="*/ 3711 h 140484"/>
                <a:gd name="csX6" fmla="*/ 79205 w 82916"/>
                <a:gd name="csY6" fmla="*/ 21645 h 140484"/>
                <a:gd name="csX7" fmla="*/ 30612 w 82916"/>
                <a:gd name="csY7" fmla="*/ 70238 h 140484"/>
                <a:gd name="csX8" fmla="*/ 79205 w 82916"/>
                <a:gd name="csY8" fmla="*/ 118831 h 140484"/>
                <a:gd name="csX9" fmla="*/ 79205 w 82916"/>
                <a:gd name="csY9" fmla="*/ 136764 h 140484"/>
                <a:gd name="csX10" fmla="*/ 70238 w 82916"/>
                <a:gd name="csY10" fmla="*/ 140485 h 140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2916" h="140484">
                  <a:moveTo>
                    <a:pt x="70238" y="140485"/>
                  </a:moveTo>
                  <a:cubicBezTo>
                    <a:pt x="67001" y="140485"/>
                    <a:pt x="63764" y="139257"/>
                    <a:pt x="61271" y="136764"/>
                  </a:cubicBezTo>
                  <a:lnTo>
                    <a:pt x="3711" y="79205"/>
                  </a:lnTo>
                  <a:cubicBezTo>
                    <a:pt x="-1237" y="74256"/>
                    <a:pt x="-1237" y="66219"/>
                    <a:pt x="3711" y="61271"/>
                  </a:cubicBezTo>
                  <a:lnTo>
                    <a:pt x="61271" y="3711"/>
                  </a:lnTo>
                  <a:cubicBezTo>
                    <a:pt x="66219" y="-1237"/>
                    <a:pt x="74256" y="-1237"/>
                    <a:pt x="79205" y="3711"/>
                  </a:cubicBezTo>
                  <a:cubicBezTo>
                    <a:pt x="84153" y="8660"/>
                    <a:pt x="84153" y="16697"/>
                    <a:pt x="79205" y="21645"/>
                  </a:cubicBezTo>
                  <a:lnTo>
                    <a:pt x="30612" y="70238"/>
                  </a:lnTo>
                  <a:lnTo>
                    <a:pt x="79205" y="118831"/>
                  </a:lnTo>
                  <a:cubicBezTo>
                    <a:pt x="84153" y="123779"/>
                    <a:pt x="84153" y="131816"/>
                    <a:pt x="79205" y="136764"/>
                  </a:cubicBezTo>
                  <a:cubicBezTo>
                    <a:pt x="76712" y="139257"/>
                    <a:pt x="73475" y="140485"/>
                    <a:pt x="70238" y="140485"/>
                  </a:cubicBezTo>
                  <a:close/>
                </a:path>
              </a:pathLst>
            </a:custGeom>
            <a:grpFill/>
            <a:ln w="9525" cap="flat">
              <a:noFill/>
              <a:prstDash val="solid"/>
              <a:miter/>
            </a:ln>
          </p:spPr>
          <p:txBody>
            <a:bodyPr/>
            <a:lstStyle/>
            <a:p>
              <a:endParaRPr lang="fr-FR"/>
            </a:p>
          </p:txBody>
        </p:sp>
        <p:sp>
          <p:nvSpPr>
            <p:cNvPr id="36" name="Forme libre : forme 35">
              <a:extLst>
                <a:ext uri="{FF2B5EF4-FFF2-40B4-BE49-F238E27FC236}">
                  <a16:creationId xmlns:a16="http://schemas.microsoft.com/office/drawing/2014/main" id="{D40409F5-F5F7-4C5D-57D7-E48CC8F1FEBB}"/>
                </a:ext>
              </a:extLst>
            </p:cNvPr>
            <p:cNvSpPr/>
            <p:nvPr/>
          </p:nvSpPr>
          <p:spPr>
            <a:xfrm>
              <a:off x="678859" y="4569701"/>
              <a:ext cx="82916" cy="140484"/>
            </a:xfrm>
            <a:custGeom>
              <a:avLst/>
              <a:gdLst>
                <a:gd name="csX0" fmla="*/ 12678 w 82916"/>
                <a:gd name="csY0" fmla="*/ 140485 h 140484"/>
                <a:gd name="csX1" fmla="*/ 3711 w 82916"/>
                <a:gd name="csY1" fmla="*/ 136764 h 140484"/>
                <a:gd name="csX2" fmla="*/ 3711 w 82916"/>
                <a:gd name="csY2" fmla="*/ 118830 h 140484"/>
                <a:gd name="csX3" fmla="*/ 52304 w 82916"/>
                <a:gd name="csY3" fmla="*/ 70238 h 140484"/>
                <a:gd name="csX4" fmla="*/ 3711 w 82916"/>
                <a:gd name="csY4" fmla="*/ 21645 h 140484"/>
                <a:gd name="csX5" fmla="*/ 3711 w 82916"/>
                <a:gd name="csY5" fmla="*/ 3711 h 140484"/>
                <a:gd name="csX6" fmla="*/ 21645 w 82916"/>
                <a:gd name="csY6" fmla="*/ 3711 h 140484"/>
                <a:gd name="csX7" fmla="*/ 79205 w 82916"/>
                <a:gd name="csY7" fmla="*/ 61271 h 140484"/>
                <a:gd name="csX8" fmla="*/ 79205 w 82916"/>
                <a:gd name="csY8" fmla="*/ 79205 h 140484"/>
                <a:gd name="csX9" fmla="*/ 21645 w 82916"/>
                <a:gd name="csY9" fmla="*/ 136764 h 140484"/>
                <a:gd name="csX10" fmla="*/ 12678 w 82916"/>
                <a:gd name="csY10" fmla="*/ 140485 h 140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2916" h="140484">
                  <a:moveTo>
                    <a:pt x="12678" y="140485"/>
                  </a:moveTo>
                  <a:cubicBezTo>
                    <a:pt x="9441" y="140485"/>
                    <a:pt x="6204" y="139257"/>
                    <a:pt x="3711" y="136764"/>
                  </a:cubicBezTo>
                  <a:cubicBezTo>
                    <a:pt x="-1237" y="131816"/>
                    <a:pt x="-1237" y="123779"/>
                    <a:pt x="3711" y="118830"/>
                  </a:cubicBezTo>
                  <a:lnTo>
                    <a:pt x="52304" y="70238"/>
                  </a:lnTo>
                  <a:lnTo>
                    <a:pt x="3711" y="21645"/>
                  </a:lnTo>
                  <a:cubicBezTo>
                    <a:pt x="-1237" y="16696"/>
                    <a:pt x="-1237" y="8660"/>
                    <a:pt x="3711" y="3711"/>
                  </a:cubicBezTo>
                  <a:cubicBezTo>
                    <a:pt x="8660" y="-1237"/>
                    <a:pt x="16697" y="-1237"/>
                    <a:pt x="21645" y="3711"/>
                  </a:cubicBezTo>
                  <a:lnTo>
                    <a:pt x="79205" y="61271"/>
                  </a:lnTo>
                  <a:cubicBezTo>
                    <a:pt x="84153" y="66219"/>
                    <a:pt x="84153" y="74256"/>
                    <a:pt x="79205" y="79205"/>
                  </a:cubicBezTo>
                  <a:lnTo>
                    <a:pt x="21645" y="136764"/>
                  </a:lnTo>
                  <a:cubicBezTo>
                    <a:pt x="19152" y="139220"/>
                    <a:pt x="15915" y="140485"/>
                    <a:pt x="12678" y="140485"/>
                  </a:cubicBezTo>
                  <a:close/>
                </a:path>
              </a:pathLst>
            </a:custGeom>
            <a:grpFill/>
            <a:ln w="9525" cap="flat">
              <a:noFill/>
              <a:prstDash val="solid"/>
              <a:miter/>
            </a:ln>
          </p:spPr>
          <p:txBody>
            <a:bodyPr/>
            <a:lstStyle/>
            <a:p>
              <a:endParaRPr lang="fr-FR"/>
            </a:p>
          </p:txBody>
        </p:sp>
        <p:sp>
          <p:nvSpPr>
            <p:cNvPr id="37" name="Forme libre : forme 36">
              <a:extLst>
                <a:ext uri="{FF2B5EF4-FFF2-40B4-BE49-F238E27FC236}">
                  <a16:creationId xmlns:a16="http://schemas.microsoft.com/office/drawing/2014/main" id="{972AE70C-7B52-0C9E-9EE1-276CBED4FFBD}"/>
                </a:ext>
              </a:extLst>
            </p:cNvPr>
            <p:cNvSpPr/>
            <p:nvPr/>
          </p:nvSpPr>
          <p:spPr>
            <a:xfrm>
              <a:off x="471452" y="4756506"/>
              <a:ext cx="358159" cy="25374"/>
            </a:xfrm>
            <a:custGeom>
              <a:avLst/>
              <a:gdLst>
                <a:gd name="csX0" fmla="*/ 345472 w 358159"/>
                <a:gd name="csY0" fmla="*/ 25375 h 25374"/>
                <a:gd name="csX1" fmla="*/ 12687 w 358159"/>
                <a:gd name="csY1" fmla="*/ 25375 h 25374"/>
                <a:gd name="csX2" fmla="*/ 0 w 358159"/>
                <a:gd name="csY2" fmla="*/ 12687 h 25374"/>
                <a:gd name="csX3" fmla="*/ 12687 w 358159"/>
                <a:gd name="csY3" fmla="*/ 0 h 25374"/>
                <a:gd name="csX4" fmla="*/ 345472 w 358159"/>
                <a:gd name="csY4" fmla="*/ 0 h 25374"/>
                <a:gd name="csX5" fmla="*/ 358159 w 358159"/>
                <a:gd name="csY5" fmla="*/ 12687 h 25374"/>
                <a:gd name="csX6" fmla="*/ 345472 w 358159"/>
                <a:gd name="csY6" fmla="*/ 25375 h 25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8159" h="25374">
                  <a:moveTo>
                    <a:pt x="345472" y="25375"/>
                  </a:moveTo>
                  <a:lnTo>
                    <a:pt x="12687" y="25375"/>
                  </a:lnTo>
                  <a:cubicBezTo>
                    <a:pt x="5692" y="25375"/>
                    <a:pt x="0" y="19682"/>
                    <a:pt x="0" y="12687"/>
                  </a:cubicBezTo>
                  <a:cubicBezTo>
                    <a:pt x="0" y="5693"/>
                    <a:pt x="5693" y="0"/>
                    <a:pt x="12687" y="0"/>
                  </a:cubicBezTo>
                  <a:lnTo>
                    <a:pt x="345472" y="0"/>
                  </a:lnTo>
                  <a:cubicBezTo>
                    <a:pt x="352467" y="0"/>
                    <a:pt x="358159" y="5693"/>
                    <a:pt x="358159" y="12687"/>
                  </a:cubicBezTo>
                  <a:cubicBezTo>
                    <a:pt x="358159" y="19682"/>
                    <a:pt x="352466" y="25375"/>
                    <a:pt x="345472" y="25375"/>
                  </a:cubicBezTo>
                  <a:close/>
                </a:path>
              </a:pathLst>
            </a:custGeom>
            <a:grpFill/>
            <a:ln w="9525" cap="flat">
              <a:noFill/>
              <a:prstDash val="solid"/>
              <a:miter/>
            </a:ln>
          </p:spPr>
          <p:txBody>
            <a:bodyPr/>
            <a:lstStyle/>
            <a:p>
              <a:endParaRPr lang="fr-FR"/>
            </a:p>
          </p:txBody>
        </p:sp>
        <p:sp>
          <p:nvSpPr>
            <p:cNvPr id="38" name="Forme libre : forme 37">
              <a:extLst>
                <a:ext uri="{FF2B5EF4-FFF2-40B4-BE49-F238E27FC236}">
                  <a16:creationId xmlns:a16="http://schemas.microsoft.com/office/drawing/2014/main" id="{9BAD0A96-58E1-B8A6-E5BA-6537AA8EE511}"/>
                </a:ext>
              </a:extLst>
            </p:cNvPr>
            <p:cNvSpPr/>
            <p:nvPr/>
          </p:nvSpPr>
          <p:spPr>
            <a:xfrm>
              <a:off x="471452" y="4822143"/>
              <a:ext cx="358159" cy="25374"/>
            </a:xfrm>
            <a:custGeom>
              <a:avLst/>
              <a:gdLst>
                <a:gd name="csX0" fmla="*/ 345472 w 358159"/>
                <a:gd name="csY0" fmla="*/ 25375 h 25374"/>
                <a:gd name="csX1" fmla="*/ 12687 w 358159"/>
                <a:gd name="csY1" fmla="*/ 25375 h 25374"/>
                <a:gd name="csX2" fmla="*/ 0 w 358159"/>
                <a:gd name="csY2" fmla="*/ 12687 h 25374"/>
                <a:gd name="csX3" fmla="*/ 12687 w 358159"/>
                <a:gd name="csY3" fmla="*/ 0 h 25374"/>
                <a:gd name="csX4" fmla="*/ 345472 w 358159"/>
                <a:gd name="csY4" fmla="*/ 0 h 25374"/>
                <a:gd name="csX5" fmla="*/ 358159 w 358159"/>
                <a:gd name="csY5" fmla="*/ 12687 h 25374"/>
                <a:gd name="csX6" fmla="*/ 345472 w 358159"/>
                <a:gd name="csY6" fmla="*/ 25375 h 25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8159" h="25374">
                  <a:moveTo>
                    <a:pt x="345472" y="25375"/>
                  </a:moveTo>
                  <a:lnTo>
                    <a:pt x="12687" y="25375"/>
                  </a:lnTo>
                  <a:cubicBezTo>
                    <a:pt x="5692" y="25375"/>
                    <a:pt x="0" y="19682"/>
                    <a:pt x="0" y="12687"/>
                  </a:cubicBezTo>
                  <a:cubicBezTo>
                    <a:pt x="0" y="5693"/>
                    <a:pt x="5693" y="0"/>
                    <a:pt x="12687" y="0"/>
                  </a:cubicBezTo>
                  <a:lnTo>
                    <a:pt x="345472" y="0"/>
                  </a:lnTo>
                  <a:cubicBezTo>
                    <a:pt x="352467" y="0"/>
                    <a:pt x="358159" y="5693"/>
                    <a:pt x="358159" y="12687"/>
                  </a:cubicBezTo>
                  <a:cubicBezTo>
                    <a:pt x="358159" y="19682"/>
                    <a:pt x="352466" y="25375"/>
                    <a:pt x="345472" y="25375"/>
                  </a:cubicBezTo>
                  <a:close/>
                </a:path>
              </a:pathLst>
            </a:custGeom>
            <a:grpFill/>
            <a:ln w="9525" cap="flat">
              <a:noFill/>
              <a:prstDash val="solid"/>
              <a:miter/>
            </a:ln>
          </p:spPr>
          <p:txBody>
            <a:bodyPr/>
            <a:lstStyle/>
            <a:p>
              <a:endParaRPr lang="fr-FR"/>
            </a:p>
          </p:txBody>
        </p:sp>
        <p:sp>
          <p:nvSpPr>
            <p:cNvPr id="39" name="Forme libre : forme 38">
              <a:extLst>
                <a:ext uri="{FF2B5EF4-FFF2-40B4-BE49-F238E27FC236}">
                  <a16:creationId xmlns:a16="http://schemas.microsoft.com/office/drawing/2014/main" id="{A129053E-EB9E-EF0D-2386-97F50BEAD330}"/>
                </a:ext>
              </a:extLst>
            </p:cNvPr>
            <p:cNvSpPr/>
            <p:nvPr/>
          </p:nvSpPr>
          <p:spPr>
            <a:xfrm>
              <a:off x="471452" y="4887741"/>
              <a:ext cx="299923" cy="25374"/>
            </a:xfrm>
            <a:custGeom>
              <a:avLst/>
              <a:gdLst>
                <a:gd name="csX0" fmla="*/ 287236 w 299923"/>
                <a:gd name="csY0" fmla="*/ 25375 h 25374"/>
                <a:gd name="csX1" fmla="*/ 12687 w 299923"/>
                <a:gd name="csY1" fmla="*/ 25375 h 25374"/>
                <a:gd name="csX2" fmla="*/ 0 w 299923"/>
                <a:gd name="csY2" fmla="*/ 12687 h 25374"/>
                <a:gd name="csX3" fmla="*/ 12687 w 299923"/>
                <a:gd name="csY3" fmla="*/ 0 h 25374"/>
                <a:gd name="csX4" fmla="*/ 287236 w 299923"/>
                <a:gd name="csY4" fmla="*/ 0 h 25374"/>
                <a:gd name="csX5" fmla="*/ 299923 w 299923"/>
                <a:gd name="csY5" fmla="*/ 12687 h 25374"/>
                <a:gd name="csX6" fmla="*/ 287236 w 299923"/>
                <a:gd name="csY6" fmla="*/ 25375 h 25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23" h="25374">
                  <a:moveTo>
                    <a:pt x="287236" y="25375"/>
                  </a:moveTo>
                  <a:lnTo>
                    <a:pt x="12687" y="25375"/>
                  </a:lnTo>
                  <a:cubicBezTo>
                    <a:pt x="5692" y="25375"/>
                    <a:pt x="0" y="19682"/>
                    <a:pt x="0" y="12687"/>
                  </a:cubicBezTo>
                  <a:cubicBezTo>
                    <a:pt x="0" y="5693"/>
                    <a:pt x="5693" y="0"/>
                    <a:pt x="12687" y="0"/>
                  </a:cubicBezTo>
                  <a:lnTo>
                    <a:pt x="287236" y="0"/>
                  </a:lnTo>
                  <a:cubicBezTo>
                    <a:pt x="294231" y="0"/>
                    <a:pt x="299923" y="5693"/>
                    <a:pt x="299923" y="12687"/>
                  </a:cubicBezTo>
                  <a:cubicBezTo>
                    <a:pt x="299923" y="19682"/>
                    <a:pt x="294230" y="25375"/>
                    <a:pt x="287236" y="25375"/>
                  </a:cubicBezTo>
                  <a:close/>
                </a:path>
              </a:pathLst>
            </a:custGeom>
            <a:grpFill/>
            <a:ln w="9525" cap="flat">
              <a:noFill/>
              <a:prstDash val="solid"/>
              <a:miter/>
            </a:ln>
          </p:spPr>
          <p:txBody>
            <a:bodyPr/>
            <a:lstStyle/>
            <a:p>
              <a:endParaRPr lang="fr-FR"/>
            </a:p>
          </p:txBody>
        </p:sp>
        <p:sp>
          <p:nvSpPr>
            <p:cNvPr id="44" name="Forme libre : forme 43">
              <a:extLst>
                <a:ext uri="{FF2B5EF4-FFF2-40B4-BE49-F238E27FC236}">
                  <a16:creationId xmlns:a16="http://schemas.microsoft.com/office/drawing/2014/main" id="{18F67F37-C24E-955C-343D-B433549F0B5E}"/>
                </a:ext>
              </a:extLst>
            </p:cNvPr>
            <p:cNvSpPr/>
            <p:nvPr/>
          </p:nvSpPr>
          <p:spPr>
            <a:xfrm>
              <a:off x="471452" y="4953369"/>
              <a:ext cx="248802" cy="25374"/>
            </a:xfrm>
            <a:custGeom>
              <a:avLst/>
              <a:gdLst>
                <a:gd name="csX0" fmla="*/ 236115 w 248802"/>
                <a:gd name="csY0" fmla="*/ 25375 h 25374"/>
                <a:gd name="csX1" fmla="*/ 12687 w 248802"/>
                <a:gd name="csY1" fmla="*/ 25375 h 25374"/>
                <a:gd name="csX2" fmla="*/ 0 w 248802"/>
                <a:gd name="csY2" fmla="*/ 12687 h 25374"/>
                <a:gd name="csX3" fmla="*/ 12687 w 248802"/>
                <a:gd name="csY3" fmla="*/ 0 h 25374"/>
                <a:gd name="csX4" fmla="*/ 236115 w 248802"/>
                <a:gd name="csY4" fmla="*/ 0 h 25374"/>
                <a:gd name="csX5" fmla="*/ 248803 w 248802"/>
                <a:gd name="csY5" fmla="*/ 12687 h 25374"/>
                <a:gd name="csX6" fmla="*/ 236115 w 248802"/>
                <a:gd name="csY6" fmla="*/ 25375 h 25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802" h="25374">
                  <a:moveTo>
                    <a:pt x="236115" y="25375"/>
                  </a:moveTo>
                  <a:lnTo>
                    <a:pt x="12687" y="25375"/>
                  </a:lnTo>
                  <a:cubicBezTo>
                    <a:pt x="5692" y="25375"/>
                    <a:pt x="0" y="19682"/>
                    <a:pt x="0" y="12687"/>
                  </a:cubicBezTo>
                  <a:cubicBezTo>
                    <a:pt x="0" y="5693"/>
                    <a:pt x="5693" y="0"/>
                    <a:pt x="12687" y="0"/>
                  </a:cubicBezTo>
                  <a:lnTo>
                    <a:pt x="236115" y="0"/>
                  </a:lnTo>
                  <a:cubicBezTo>
                    <a:pt x="243110" y="0"/>
                    <a:pt x="248803" y="5693"/>
                    <a:pt x="248803" y="12687"/>
                  </a:cubicBezTo>
                  <a:cubicBezTo>
                    <a:pt x="248803" y="19682"/>
                    <a:pt x="243147" y="25375"/>
                    <a:pt x="236115" y="25375"/>
                  </a:cubicBezTo>
                  <a:close/>
                </a:path>
              </a:pathLst>
            </a:custGeom>
            <a:grpFill/>
            <a:ln w="9525" cap="flat">
              <a:noFill/>
              <a:prstDash val="solid"/>
              <a:miter/>
            </a:ln>
          </p:spPr>
          <p:txBody>
            <a:bodyPr/>
            <a:lstStyle/>
            <a:p>
              <a:endParaRPr lang="fr-FR"/>
            </a:p>
          </p:txBody>
        </p:sp>
        <p:sp>
          <p:nvSpPr>
            <p:cNvPr id="46" name="Forme libre : forme 45">
              <a:extLst>
                <a:ext uri="{FF2B5EF4-FFF2-40B4-BE49-F238E27FC236}">
                  <a16:creationId xmlns:a16="http://schemas.microsoft.com/office/drawing/2014/main" id="{426E12FE-A4BD-F070-71AF-43FCAF94D4F6}"/>
                </a:ext>
              </a:extLst>
            </p:cNvPr>
            <p:cNvSpPr/>
            <p:nvPr/>
          </p:nvSpPr>
          <p:spPr>
            <a:xfrm>
              <a:off x="471462" y="5018967"/>
              <a:ext cx="304571" cy="25374"/>
            </a:xfrm>
            <a:custGeom>
              <a:avLst/>
              <a:gdLst>
                <a:gd name="csX0" fmla="*/ 291884 w 304571"/>
                <a:gd name="csY0" fmla="*/ 25375 h 25374"/>
                <a:gd name="csX1" fmla="*/ 12687 w 304571"/>
                <a:gd name="csY1" fmla="*/ 25375 h 25374"/>
                <a:gd name="csX2" fmla="*/ 0 w 304571"/>
                <a:gd name="csY2" fmla="*/ 12687 h 25374"/>
                <a:gd name="csX3" fmla="*/ 12687 w 304571"/>
                <a:gd name="csY3" fmla="*/ 0 h 25374"/>
                <a:gd name="csX4" fmla="*/ 291884 w 304571"/>
                <a:gd name="csY4" fmla="*/ 0 h 25374"/>
                <a:gd name="csX5" fmla="*/ 304571 w 304571"/>
                <a:gd name="csY5" fmla="*/ 12687 h 25374"/>
                <a:gd name="csX6" fmla="*/ 291884 w 304571"/>
                <a:gd name="csY6" fmla="*/ 25375 h 25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4571" h="25374">
                  <a:moveTo>
                    <a:pt x="291884" y="25375"/>
                  </a:moveTo>
                  <a:lnTo>
                    <a:pt x="12687" y="25375"/>
                  </a:lnTo>
                  <a:cubicBezTo>
                    <a:pt x="5692" y="25375"/>
                    <a:pt x="0" y="19682"/>
                    <a:pt x="0" y="12687"/>
                  </a:cubicBezTo>
                  <a:cubicBezTo>
                    <a:pt x="0" y="5693"/>
                    <a:pt x="5693" y="0"/>
                    <a:pt x="12687" y="0"/>
                  </a:cubicBezTo>
                  <a:lnTo>
                    <a:pt x="291884" y="0"/>
                  </a:lnTo>
                  <a:cubicBezTo>
                    <a:pt x="298879" y="0"/>
                    <a:pt x="304571" y="5693"/>
                    <a:pt x="304571" y="12687"/>
                  </a:cubicBezTo>
                  <a:cubicBezTo>
                    <a:pt x="304571" y="19682"/>
                    <a:pt x="298916" y="25375"/>
                    <a:pt x="291884" y="25375"/>
                  </a:cubicBezTo>
                  <a:close/>
                </a:path>
              </a:pathLst>
            </a:custGeom>
            <a:grpFill/>
            <a:ln w="9525" cap="flat">
              <a:noFill/>
              <a:prstDash val="solid"/>
              <a:miter/>
            </a:ln>
          </p:spPr>
          <p:txBody>
            <a:bodyPr/>
            <a:lstStyle/>
            <a:p>
              <a:endParaRPr lang="fr-FR"/>
            </a:p>
          </p:txBody>
        </p:sp>
        <p:sp>
          <p:nvSpPr>
            <p:cNvPr id="47" name="Forme libre : forme 46">
              <a:extLst>
                <a:ext uri="{FF2B5EF4-FFF2-40B4-BE49-F238E27FC236}">
                  <a16:creationId xmlns:a16="http://schemas.microsoft.com/office/drawing/2014/main" id="{A8712440-55F0-7908-FC32-67EBF1441DA0}"/>
                </a:ext>
              </a:extLst>
            </p:cNvPr>
            <p:cNvSpPr/>
            <p:nvPr/>
          </p:nvSpPr>
          <p:spPr>
            <a:xfrm>
              <a:off x="778152" y="4792533"/>
              <a:ext cx="224309" cy="224309"/>
            </a:xfrm>
            <a:custGeom>
              <a:avLst/>
              <a:gdLst>
                <a:gd name="csX0" fmla="*/ 62508 w 224309"/>
                <a:gd name="csY0" fmla="*/ 224310 h 224309"/>
                <a:gd name="csX1" fmla="*/ 53541 w 224309"/>
                <a:gd name="csY1" fmla="*/ 220589 h 224309"/>
                <a:gd name="csX2" fmla="*/ 3721 w 224309"/>
                <a:gd name="csY2" fmla="*/ 170769 h 224309"/>
                <a:gd name="csX3" fmla="*/ 0 w 224309"/>
                <a:gd name="csY3" fmla="*/ 161802 h 224309"/>
                <a:gd name="csX4" fmla="*/ 3721 w 224309"/>
                <a:gd name="csY4" fmla="*/ 152835 h 224309"/>
                <a:gd name="csX5" fmla="*/ 152844 w 224309"/>
                <a:gd name="csY5" fmla="*/ 3711 h 224309"/>
                <a:gd name="csX6" fmla="*/ 170778 w 224309"/>
                <a:gd name="csY6" fmla="*/ 3711 h 224309"/>
                <a:gd name="csX7" fmla="*/ 220598 w 224309"/>
                <a:gd name="csY7" fmla="*/ 53532 h 224309"/>
                <a:gd name="csX8" fmla="*/ 220598 w 224309"/>
                <a:gd name="csY8" fmla="*/ 71466 h 224309"/>
                <a:gd name="csX9" fmla="*/ 71475 w 224309"/>
                <a:gd name="csY9" fmla="*/ 220589 h 224309"/>
                <a:gd name="csX10" fmla="*/ 62508 w 224309"/>
                <a:gd name="csY10" fmla="*/ 224310 h 224309"/>
                <a:gd name="csX11" fmla="*/ 30621 w 224309"/>
                <a:gd name="csY11" fmla="*/ 161802 h 224309"/>
                <a:gd name="csX12" fmla="*/ 62545 w 224309"/>
                <a:gd name="csY12" fmla="*/ 193689 h 224309"/>
                <a:gd name="csX13" fmla="*/ 193733 w 224309"/>
                <a:gd name="csY13" fmla="*/ 62501 h 224309"/>
                <a:gd name="csX14" fmla="*/ 161846 w 224309"/>
                <a:gd name="csY14" fmla="*/ 30614 h 224309"/>
                <a:gd name="csX15" fmla="*/ 30658 w 224309"/>
                <a:gd name="csY15" fmla="*/ 161802 h 224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4309" h="224309">
                  <a:moveTo>
                    <a:pt x="62508" y="224310"/>
                  </a:moveTo>
                  <a:cubicBezTo>
                    <a:pt x="59271" y="224310"/>
                    <a:pt x="56034" y="223082"/>
                    <a:pt x="53541" y="220589"/>
                  </a:cubicBezTo>
                  <a:lnTo>
                    <a:pt x="3721" y="170769"/>
                  </a:lnTo>
                  <a:cubicBezTo>
                    <a:pt x="1339" y="168387"/>
                    <a:pt x="0" y="165188"/>
                    <a:pt x="0" y="161802"/>
                  </a:cubicBezTo>
                  <a:cubicBezTo>
                    <a:pt x="0" y="158453"/>
                    <a:pt x="1339" y="155216"/>
                    <a:pt x="3721" y="152835"/>
                  </a:cubicBezTo>
                  <a:lnTo>
                    <a:pt x="152844" y="3711"/>
                  </a:lnTo>
                  <a:cubicBezTo>
                    <a:pt x="157793" y="-1237"/>
                    <a:pt x="165829" y="-1237"/>
                    <a:pt x="170778" y="3711"/>
                  </a:cubicBezTo>
                  <a:lnTo>
                    <a:pt x="220598" y="53532"/>
                  </a:lnTo>
                  <a:cubicBezTo>
                    <a:pt x="225547" y="58480"/>
                    <a:pt x="225547" y="66517"/>
                    <a:pt x="220598" y="71466"/>
                  </a:cubicBezTo>
                  <a:lnTo>
                    <a:pt x="71475" y="220589"/>
                  </a:lnTo>
                  <a:cubicBezTo>
                    <a:pt x="69019" y="223045"/>
                    <a:pt x="65745" y="224310"/>
                    <a:pt x="62508" y="224310"/>
                  </a:cubicBezTo>
                  <a:close/>
                  <a:moveTo>
                    <a:pt x="30621" y="161802"/>
                  </a:moveTo>
                  <a:lnTo>
                    <a:pt x="62545" y="193689"/>
                  </a:lnTo>
                  <a:lnTo>
                    <a:pt x="193733" y="62501"/>
                  </a:lnTo>
                  <a:lnTo>
                    <a:pt x="161846" y="30614"/>
                  </a:lnTo>
                  <a:lnTo>
                    <a:pt x="30658" y="161802"/>
                  </a:lnTo>
                  <a:close/>
                </a:path>
              </a:pathLst>
            </a:custGeom>
            <a:grpFill/>
            <a:ln w="9525" cap="flat">
              <a:noFill/>
              <a:prstDash val="solid"/>
              <a:miter/>
            </a:ln>
          </p:spPr>
          <p:txBody>
            <a:bodyPr/>
            <a:lstStyle/>
            <a:p>
              <a:endParaRPr lang="fr-FR"/>
            </a:p>
          </p:txBody>
        </p:sp>
        <p:sp>
          <p:nvSpPr>
            <p:cNvPr id="51" name="Forme libre : forme 50">
              <a:extLst>
                <a:ext uri="{FF2B5EF4-FFF2-40B4-BE49-F238E27FC236}">
                  <a16:creationId xmlns:a16="http://schemas.microsoft.com/office/drawing/2014/main" id="{BC06DF72-3C96-1624-834E-C32487BFEED7}"/>
                </a:ext>
              </a:extLst>
            </p:cNvPr>
            <p:cNvSpPr/>
            <p:nvPr/>
          </p:nvSpPr>
          <p:spPr>
            <a:xfrm>
              <a:off x="927285" y="4748917"/>
              <a:ext cx="118942" cy="118802"/>
            </a:xfrm>
            <a:custGeom>
              <a:avLst/>
              <a:gdLst>
                <a:gd name="csX0" fmla="*/ 62499 w 118942"/>
                <a:gd name="csY0" fmla="*/ 118803 h 118802"/>
                <a:gd name="csX1" fmla="*/ 53532 w 118942"/>
                <a:gd name="csY1" fmla="*/ 115082 h 118802"/>
                <a:gd name="csX2" fmla="*/ 3711 w 118942"/>
                <a:gd name="csY2" fmla="*/ 65261 h 118802"/>
                <a:gd name="csX3" fmla="*/ 3711 w 118942"/>
                <a:gd name="csY3" fmla="*/ 47328 h 118802"/>
                <a:gd name="csX4" fmla="*/ 47467 w 118942"/>
                <a:gd name="csY4" fmla="*/ 3572 h 118802"/>
                <a:gd name="csX5" fmla="*/ 65401 w 118942"/>
                <a:gd name="csY5" fmla="*/ 3572 h 118802"/>
                <a:gd name="csX6" fmla="*/ 115222 w 118942"/>
                <a:gd name="csY6" fmla="*/ 53392 h 118802"/>
                <a:gd name="csX7" fmla="*/ 118942 w 118942"/>
                <a:gd name="csY7" fmla="*/ 62359 h 118802"/>
                <a:gd name="csX8" fmla="*/ 115222 w 118942"/>
                <a:gd name="csY8" fmla="*/ 71326 h 118802"/>
                <a:gd name="csX9" fmla="*/ 71428 w 118942"/>
                <a:gd name="csY9" fmla="*/ 115082 h 118802"/>
                <a:gd name="csX10" fmla="*/ 62462 w 118942"/>
                <a:gd name="csY10" fmla="*/ 118803 h 118802"/>
                <a:gd name="csX11" fmla="*/ 30612 w 118942"/>
                <a:gd name="csY11" fmla="*/ 56295 h 118802"/>
                <a:gd name="csX12" fmla="*/ 62499 w 118942"/>
                <a:gd name="csY12" fmla="*/ 88182 h 118802"/>
                <a:gd name="csX13" fmla="*/ 88357 w 118942"/>
                <a:gd name="csY13" fmla="*/ 62323 h 118802"/>
                <a:gd name="csX14" fmla="*/ 56433 w 118942"/>
                <a:gd name="csY14" fmla="*/ 30436 h 118802"/>
                <a:gd name="csX15" fmla="*/ 30575 w 118942"/>
                <a:gd name="csY15" fmla="*/ 56295 h 118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8942" h="118802">
                  <a:moveTo>
                    <a:pt x="62499" y="118803"/>
                  </a:moveTo>
                  <a:cubicBezTo>
                    <a:pt x="59262" y="118803"/>
                    <a:pt x="56025" y="117575"/>
                    <a:pt x="53532" y="115082"/>
                  </a:cubicBezTo>
                  <a:lnTo>
                    <a:pt x="3711" y="65261"/>
                  </a:lnTo>
                  <a:cubicBezTo>
                    <a:pt x="-1237" y="60313"/>
                    <a:pt x="-1237" y="52276"/>
                    <a:pt x="3711" y="47328"/>
                  </a:cubicBezTo>
                  <a:lnTo>
                    <a:pt x="47467" y="3572"/>
                  </a:lnTo>
                  <a:cubicBezTo>
                    <a:pt x="52230" y="-1191"/>
                    <a:pt x="60639" y="-1191"/>
                    <a:pt x="65401" y="3572"/>
                  </a:cubicBezTo>
                  <a:lnTo>
                    <a:pt x="115222" y="53392"/>
                  </a:lnTo>
                  <a:cubicBezTo>
                    <a:pt x="117603" y="55774"/>
                    <a:pt x="118942" y="59011"/>
                    <a:pt x="118942" y="62359"/>
                  </a:cubicBezTo>
                  <a:cubicBezTo>
                    <a:pt x="118942" y="65708"/>
                    <a:pt x="117603" y="68945"/>
                    <a:pt x="115222" y="71326"/>
                  </a:cubicBezTo>
                  <a:lnTo>
                    <a:pt x="71428" y="115082"/>
                  </a:lnTo>
                  <a:cubicBezTo>
                    <a:pt x="68973" y="117575"/>
                    <a:pt x="65736" y="118803"/>
                    <a:pt x="62462" y="118803"/>
                  </a:cubicBezTo>
                  <a:close/>
                  <a:moveTo>
                    <a:pt x="30612" y="56295"/>
                  </a:moveTo>
                  <a:lnTo>
                    <a:pt x="62499" y="88182"/>
                  </a:lnTo>
                  <a:lnTo>
                    <a:pt x="88357" y="62323"/>
                  </a:lnTo>
                  <a:lnTo>
                    <a:pt x="56433" y="30436"/>
                  </a:lnTo>
                  <a:lnTo>
                    <a:pt x="30575" y="56295"/>
                  </a:lnTo>
                  <a:close/>
                </a:path>
              </a:pathLst>
            </a:custGeom>
            <a:grpFill/>
            <a:ln w="9525" cap="flat">
              <a:noFill/>
              <a:prstDash val="solid"/>
              <a:miter/>
            </a:ln>
          </p:spPr>
          <p:txBody>
            <a:bodyPr/>
            <a:lstStyle/>
            <a:p>
              <a:endParaRPr lang="fr-FR"/>
            </a:p>
          </p:txBody>
        </p:sp>
        <p:sp>
          <p:nvSpPr>
            <p:cNvPr id="52" name="Forme libre : forme 51">
              <a:extLst>
                <a:ext uri="{FF2B5EF4-FFF2-40B4-BE49-F238E27FC236}">
                  <a16:creationId xmlns:a16="http://schemas.microsoft.com/office/drawing/2014/main" id="{559802AF-4281-439C-90EC-0A7B48C2A8A0}"/>
                </a:ext>
              </a:extLst>
            </p:cNvPr>
            <p:cNvSpPr/>
            <p:nvPr/>
          </p:nvSpPr>
          <p:spPr>
            <a:xfrm>
              <a:off x="750670" y="4941671"/>
              <a:ext cx="102664" cy="102671"/>
            </a:xfrm>
            <a:custGeom>
              <a:avLst/>
              <a:gdLst>
                <a:gd name="csX0" fmla="*/ 12677 w 102664"/>
                <a:gd name="csY0" fmla="*/ 102671 h 102671"/>
                <a:gd name="csX1" fmla="*/ 3710 w 102664"/>
                <a:gd name="csY1" fmla="*/ 98950 h 102671"/>
                <a:gd name="csX2" fmla="*/ 733 w 102664"/>
                <a:gd name="csY2" fmla="*/ 85742 h 102671"/>
                <a:gd name="csX3" fmla="*/ 28229 w 102664"/>
                <a:gd name="csY3" fmla="*/ 8426 h 102671"/>
                <a:gd name="csX4" fmla="*/ 37382 w 102664"/>
                <a:gd name="csY4" fmla="*/ 314 h 102671"/>
                <a:gd name="csX5" fmla="*/ 49139 w 102664"/>
                <a:gd name="csY5" fmla="*/ 3700 h 102671"/>
                <a:gd name="csX6" fmla="*/ 98960 w 102664"/>
                <a:gd name="csY6" fmla="*/ 53521 h 102671"/>
                <a:gd name="csX7" fmla="*/ 102346 w 102664"/>
                <a:gd name="csY7" fmla="*/ 65278 h 102671"/>
                <a:gd name="csX8" fmla="*/ 94235 w 102664"/>
                <a:gd name="csY8" fmla="*/ 74431 h 102671"/>
                <a:gd name="csX9" fmla="*/ 16918 w 102664"/>
                <a:gd name="csY9" fmla="*/ 101927 h 102671"/>
                <a:gd name="csX10" fmla="*/ 12677 w 102664"/>
                <a:gd name="csY10" fmla="*/ 102671 h 102671"/>
                <a:gd name="csX11" fmla="*/ 45382 w 102664"/>
                <a:gd name="csY11" fmla="*/ 35810 h 102671"/>
                <a:gd name="csX12" fmla="*/ 33550 w 102664"/>
                <a:gd name="csY12" fmla="*/ 69111 h 102671"/>
                <a:gd name="csX13" fmla="*/ 66850 w 102664"/>
                <a:gd name="csY13" fmla="*/ 57279 h 102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02664" h="102671">
                  <a:moveTo>
                    <a:pt x="12677" y="102671"/>
                  </a:moveTo>
                  <a:cubicBezTo>
                    <a:pt x="9365" y="102671"/>
                    <a:pt x="6128" y="101369"/>
                    <a:pt x="3710" y="98950"/>
                  </a:cubicBezTo>
                  <a:cubicBezTo>
                    <a:pt x="249" y="95490"/>
                    <a:pt x="-904" y="90355"/>
                    <a:pt x="733" y="85742"/>
                  </a:cubicBezTo>
                  <a:lnTo>
                    <a:pt x="28229" y="8426"/>
                  </a:lnTo>
                  <a:cubicBezTo>
                    <a:pt x="29680" y="4333"/>
                    <a:pt x="33140" y="1282"/>
                    <a:pt x="37382" y="314"/>
                  </a:cubicBezTo>
                  <a:cubicBezTo>
                    <a:pt x="41623" y="-653"/>
                    <a:pt x="46051" y="649"/>
                    <a:pt x="49139" y="3700"/>
                  </a:cubicBezTo>
                  <a:lnTo>
                    <a:pt x="98960" y="53521"/>
                  </a:lnTo>
                  <a:cubicBezTo>
                    <a:pt x="102048" y="56609"/>
                    <a:pt x="103313" y="61037"/>
                    <a:pt x="102346" y="65278"/>
                  </a:cubicBezTo>
                  <a:cubicBezTo>
                    <a:pt x="101378" y="69520"/>
                    <a:pt x="98327" y="72980"/>
                    <a:pt x="94235" y="74431"/>
                  </a:cubicBezTo>
                  <a:lnTo>
                    <a:pt x="16918" y="101927"/>
                  </a:lnTo>
                  <a:cubicBezTo>
                    <a:pt x="15542" y="102411"/>
                    <a:pt x="14091" y="102671"/>
                    <a:pt x="12677" y="102671"/>
                  </a:cubicBezTo>
                  <a:close/>
                  <a:moveTo>
                    <a:pt x="45382" y="35810"/>
                  </a:moveTo>
                  <a:lnTo>
                    <a:pt x="33550" y="69111"/>
                  </a:lnTo>
                  <a:lnTo>
                    <a:pt x="66850" y="57279"/>
                  </a:lnTo>
                  <a:close/>
                </a:path>
              </a:pathLst>
            </a:custGeom>
            <a:grpFill/>
            <a:ln w="9525" cap="flat">
              <a:noFill/>
              <a:prstDash val="solid"/>
              <a:miter/>
            </a:ln>
          </p:spPr>
          <p:txBody>
            <a:bodyPr/>
            <a:lstStyle/>
            <a:p>
              <a:endParaRPr lang="fr-FR"/>
            </a:p>
          </p:txBody>
        </p:sp>
        <p:sp>
          <p:nvSpPr>
            <p:cNvPr id="53" name="Forme libre : forme 52">
              <a:extLst>
                <a:ext uri="{FF2B5EF4-FFF2-40B4-BE49-F238E27FC236}">
                  <a16:creationId xmlns:a16="http://schemas.microsoft.com/office/drawing/2014/main" id="{FD5DF03B-7E9B-1C38-21ED-1707B14F1E25}"/>
                </a:ext>
              </a:extLst>
            </p:cNvPr>
            <p:cNvSpPr/>
            <p:nvPr/>
          </p:nvSpPr>
          <p:spPr>
            <a:xfrm>
              <a:off x="849375" y="4863751"/>
              <a:ext cx="81874" cy="81883"/>
            </a:xfrm>
            <a:custGeom>
              <a:avLst/>
              <a:gdLst>
                <a:gd name="csX0" fmla="*/ 12678 w 81874"/>
                <a:gd name="csY0" fmla="*/ 81883 h 81883"/>
                <a:gd name="csX1" fmla="*/ 3711 w 81874"/>
                <a:gd name="csY1" fmla="*/ 78163 h 81883"/>
                <a:gd name="csX2" fmla="*/ 3711 w 81874"/>
                <a:gd name="csY2" fmla="*/ 60229 h 81883"/>
                <a:gd name="csX3" fmla="*/ 60229 w 81874"/>
                <a:gd name="csY3" fmla="*/ 3711 h 81883"/>
                <a:gd name="csX4" fmla="*/ 78163 w 81874"/>
                <a:gd name="csY4" fmla="*/ 3711 h 81883"/>
                <a:gd name="csX5" fmla="*/ 78163 w 81874"/>
                <a:gd name="csY5" fmla="*/ 21645 h 81883"/>
                <a:gd name="csX6" fmla="*/ 21645 w 81874"/>
                <a:gd name="csY6" fmla="*/ 78163 h 81883"/>
                <a:gd name="csX7" fmla="*/ 12678 w 81874"/>
                <a:gd name="csY7" fmla="*/ 81883 h 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1874" h="81883">
                  <a:moveTo>
                    <a:pt x="12678" y="81883"/>
                  </a:moveTo>
                  <a:cubicBezTo>
                    <a:pt x="9441" y="81883"/>
                    <a:pt x="6204" y="80655"/>
                    <a:pt x="3711" y="78163"/>
                  </a:cubicBezTo>
                  <a:cubicBezTo>
                    <a:pt x="-1237" y="73214"/>
                    <a:pt x="-1237" y="65177"/>
                    <a:pt x="3711" y="60229"/>
                  </a:cubicBezTo>
                  <a:lnTo>
                    <a:pt x="60229" y="3711"/>
                  </a:lnTo>
                  <a:cubicBezTo>
                    <a:pt x="65177" y="-1237"/>
                    <a:pt x="73214" y="-1237"/>
                    <a:pt x="78163" y="3711"/>
                  </a:cubicBezTo>
                  <a:cubicBezTo>
                    <a:pt x="83111" y="8660"/>
                    <a:pt x="83111" y="16697"/>
                    <a:pt x="78163" y="21645"/>
                  </a:cubicBezTo>
                  <a:lnTo>
                    <a:pt x="21645" y="78163"/>
                  </a:lnTo>
                  <a:cubicBezTo>
                    <a:pt x="19189" y="80655"/>
                    <a:pt x="15952" y="81883"/>
                    <a:pt x="12678" y="81883"/>
                  </a:cubicBezTo>
                  <a:close/>
                </a:path>
              </a:pathLst>
            </a:custGeom>
            <a:grpFill/>
            <a:ln w="9525" cap="flat">
              <a:noFill/>
              <a:prstDash val="solid"/>
              <a:miter/>
            </a:ln>
          </p:spPr>
          <p:txBody>
            <a:bodyPr/>
            <a:lstStyle/>
            <a:p>
              <a:endParaRPr lang="fr-FR"/>
            </a:p>
          </p:txBody>
        </p:sp>
      </p:grpSp>
      <p:sp>
        <p:nvSpPr>
          <p:cNvPr id="63" name="Forme libre : forme 62">
            <a:extLst>
              <a:ext uri="{FF2B5EF4-FFF2-40B4-BE49-F238E27FC236}">
                <a16:creationId xmlns:a16="http://schemas.microsoft.com/office/drawing/2014/main" id="{0A4CFBFE-9750-6368-AC8A-775751FA921B}"/>
              </a:ext>
            </a:extLst>
          </p:cNvPr>
          <p:cNvSpPr>
            <a:spLocks noChangeAspect="1"/>
          </p:cNvSpPr>
          <p:nvPr/>
        </p:nvSpPr>
        <p:spPr>
          <a:xfrm>
            <a:off x="524668" y="1648712"/>
            <a:ext cx="432000" cy="488458"/>
          </a:xfrm>
          <a:custGeom>
            <a:avLst/>
            <a:gdLst>
              <a:gd name="csX0" fmla="*/ 352165 w 702616"/>
              <a:gd name="csY0" fmla="*/ 470521 h 794442"/>
              <a:gd name="csX1" fmla="*/ 557810 w 702616"/>
              <a:gd name="csY1" fmla="*/ 470521 h 794442"/>
              <a:gd name="csX2" fmla="*/ 648670 w 702616"/>
              <a:gd name="csY2" fmla="*/ 432718 h 794442"/>
              <a:gd name="csX3" fmla="*/ 686472 w 702616"/>
              <a:gd name="csY3" fmla="*/ 341858 h 794442"/>
              <a:gd name="csX4" fmla="*/ 648670 w 702616"/>
              <a:gd name="csY4" fmla="*/ 250998 h 794442"/>
              <a:gd name="csX5" fmla="*/ 557810 w 702616"/>
              <a:gd name="csY5" fmla="*/ 213196 h 794442"/>
              <a:gd name="csX6" fmla="*/ 356632 w 702616"/>
              <a:gd name="csY6" fmla="*/ 213233 h 794442"/>
              <a:gd name="csX7" fmla="*/ 335275 w 702616"/>
              <a:gd name="csY7" fmla="*/ 234404 h 794442"/>
              <a:gd name="csX8" fmla="*/ 285641 w 702616"/>
              <a:gd name="csY8" fmla="*/ 245380 h 794442"/>
              <a:gd name="csX9" fmla="*/ 236008 w 702616"/>
              <a:gd name="csY9" fmla="*/ 234404 h 794442"/>
              <a:gd name="csX10" fmla="*/ 212679 w 702616"/>
              <a:gd name="csY10" fmla="*/ 203075 h 794442"/>
              <a:gd name="csX11" fmla="*/ 226297 w 702616"/>
              <a:gd name="csY11" fmla="*/ 178035 h 794442"/>
              <a:gd name="csX12" fmla="*/ 246500 w 702616"/>
              <a:gd name="csY12" fmla="*/ 167171 h 794442"/>
              <a:gd name="csX13" fmla="*/ 216846 w 702616"/>
              <a:gd name="csY13" fmla="*/ 121257 h 794442"/>
              <a:gd name="csX14" fmla="*/ 205795 w 702616"/>
              <a:gd name="csY14" fmla="*/ 77762 h 794442"/>
              <a:gd name="csX15" fmla="*/ 216399 w 702616"/>
              <a:gd name="csY15" fmla="*/ 37617 h 794442"/>
              <a:gd name="csX16" fmla="*/ 246277 w 702616"/>
              <a:gd name="csY16" fmla="*/ 9153 h 794442"/>
              <a:gd name="csX17" fmla="*/ 285641 w 702616"/>
              <a:gd name="csY17" fmla="*/ 0 h 794442"/>
              <a:gd name="csX18" fmla="*/ 325267 w 702616"/>
              <a:gd name="csY18" fmla="*/ 9302 h 794442"/>
              <a:gd name="csX19" fmla="*/ 354959 w 702616"/>
              <a:gd name="csY19" fmla="*/ 37691 h 794442"/>
              <a:gd name="csX20" fmla="*/ 365489 w 702616"/>
              <a:gd name="csY20" fmla="*/ 77688 h 794442"/>
              <a:gd name="csX21" fmla="*/ 354215 w 702616"/>
              <a:gd name="csY21" fmla="*/ 121742 h 794442"/>
              <a:gd name="csX22" fmla="*/ 324822 w 702616"/>
              <a:gd name="csY22" fmla="*/ 167171 h 794442"/>
              <a:gd name="csX23" fmla="*/ 344988 w 702616"/>
              <a:gd name="csY23" fmla="*/ 178035 h 794442"/>
              <a:gd name="csX24" fmla="*/ 357899 w 702616"/>
              <a:gd name="csY24" fmla="*/ 197011 h 794442"/>
              <a:gd name="csX25" fmla="*/ 557772 w 702616"/>
              <a:gd name="csY25" fmla="*/ 197011 h 794442"/>
              <a:gd name="csX26" fmla="*/ 660089 w 702616"/>
              <a:gd name="csY26" fmla="*/ 239576 h 794442"/>
              <a:gd name="csX27" fmla="*/ 702616 w 702616"/>
              <a:gd name="csY27" fmla="*/ 341894 h 794442"/>
              <a:gd name="csX28" fmla="*/ 660089 w 702616"/>
              <a:gd name="csY28" fmla="*/ 444211 h 794442"/>
              <a:gd name="csX29" fmla="*/ 557772 w 702616"/>
              <a:gd name="csY29" fmla="*/ 486739 h 794442"/>
              <a:gd name="csX30" fmla="*/ 144844 w 702616"/>
              <a:gd name="csY30" fmla="*/ 486739 h 794442"/>
              <a:gd name="csX31" fmla="*/ 53984 w 702616"/>
              <a:gd name="csY31" fmla="*/ 524541 h 794442"/>
              <a:gd name="csX32" fmla="*/ 16181 w 702616"/>
              <a:gd name="csY32" fmla="*/ 615401 h 794442"/>
              <a:gd name="csX33" fmla="*/ 53984 w 702616"/>
              <a:gd name="csY33" fmla="*/ 706261 h 794442"/>
              <a:gd name="csX34" fmla="*/ 144844 w 702616"/>
              <a:gd name="csY34" fmla="*/ 744064 h 794442"/>
              <a:gd name="csX35" fmla="*/ 278756 w 702616"/>
              <a:gd name="csY35" fmla="*/ 744064 h 794442"/>
              <a:gd name="csX36" fmla="*/ 291146 w 702616"/>
              <a:gd name="csY36" fmla="*/ 727135 h 794442"/>
              <a:gd name="csX37" fmla="*/ 311349 w 702616"/>
              <a:gd name="csY37" fmla="*/ 716271 h 794442"/>
              <a:gd name="csX38" fmla="*/ 281695 w 702616"/>
              <a:gd name="csY38" fmla="*/ 670358 h 794442"/>
              <a:gd name="csX39" fmla="*/ 270644 w 702616"/>
              <a:gd name="csY39" fmla="*/ 626863 h 794442"/>
              <a:gd name="csX40" fmla="*/ 281249 w 702616"/>
              <a:gd name="csY40" fmla="*/ 586754 h 794442"/>
              <a:gd name="csX41" fmla="*/ 311126 w 702616"/>
              <a:gd name="csY41" fmla="*/ 558290 h 794442"/>
              <a:gd name="csX42" fmla="*/ 350528 w 702616"/>
              <a:gd name="csY42" fmla="*/ 549100 h 794442"/>
              <a:gd name="csX43" fmla="*/ 390154 w 702616"/>
              <a:gd name="csY43" fmla="*/ 558402 h 794442"/>
              <a:gd name="csX44" fmla="*/ 419845 w 702616"/>
              <a:gd name="csY44" fmla="*/ 586791 h 794442"/>
              <a:gd name="csX45" fmla="*/ 430375 w 702616"/>
              <a:gd name="csY45" fmla="*/ 626789 h 794442"/>
              <a:gd name="csX46" fmla="*/ 419101 w 702616"/>
              <a:gd name="csY46" fmla="*/ 670842 h 794442"/>
              <a:gd name="csX47" fmla="*/ 389708 w 702616"/>
              <a:gd name="csY47" fmla="*/ 716271 h 794442"/>
              <a:gd name="csX48" fmla="*/ 409874 w 702616"/>
              <a:gd name="csY48" fmla="*/ 727135 h 794442"/>
              <a:gd name="csX49" fmla="*/ 423492 w 702616"/>
              <a:gd name="csY49" fmla="*/ 752139 h 794442"/>
              <a:gd name="csX50" fmla="*/ 400163 w 702616"/>
              <a:gd name="csY50" fmla="*/ 783467 h 794442"/>
              <a:gd name="csX51" fmla="*/ 350530 w 702616"/>
              <a:gd name="csY51" fmla="*/ 794443 h 794442"/>
              <a:gd name="csX52" fmla="*/ 300896 w 702616"/>
              <a:gd name="csY52" fmla="*/ 783467 h 794442"/>
              <a:gd name="csX53" fmla="*/ 278795 w 702616"/>
              <a:gd name="csY53" fmla="*/ 760250 h 794442"/>
              <a:gd name="csX54" fmla="*/ 144883 w 702616"/>
              <a:gd name="csY54" fmla="*/ 760250 h 794442"/>
              <a:gd name="csX55" fmla="*/ 42565 w 702616"/>
              <a:gd name="csY55" fmla="*/ 717685 h 794442"/>
              <a:gd name="csX56" fmla="*/ 0 w 702616"/>
              <a:gd name="csY56" fmla="*/ 615367 h 794442"/>
              <a:gd name="csX57" fmla="*/ 42565 w 702616"/>
              <a:gd name="csY57" fmla="*/ 513050 h 794442"/>
              <a:gd name="csX58" fmla="*/ 144883 w 702616"/>
              <a:gd name="csY58" fmla="*/ 470522 h 794442"/>
              <a:gd name="csX59" fmla="*/ 285639 w 702616"/>
              <a:gd name="csY59" fmla="*/ 41153 h 794442"/>
              <a:gd name="csX60" fmla="*/ 257994 w 702616"/>
              <a:gd name="csY60" fmla="*/ 52613 h 794442"/>
              <a:gd name="csX61" fmla="*/ 246535 w 702616"/>
              <a:gd name="csY61" fmla="*/ 80257 h 794442"/>
              <a:gd name="csX62" fmla="*/ 257994 w 702616"/>
              <a:gd name="csY62" fmla="*/ 107901 h 794442"/>
              <a:gd name="csX63" fmla="*/ 285639 w 702616"/>
              <a:gd name="csY63" fmla="*/ 119361 h 794442"/>
              <a:gd name="csX64" fmla="*/ 313283 w 702616"/>
              <a:gd name="csY64" fmla="*/ 107901 h 794442"/>
              <a:gd name="csX65" fmla="*/ 324743 w 702616"/>
              <a:gd name="csY65" fmla="*/ 80257 h 794442"/>
              <a:gd name="csX66" fmla="*/ 313283 w 702616"/>
              <a:gd name="csY66" fmla="*/ 52613 h 794442"/>
              <a:gd name="csX67" fmla="*/ 285639 w 702616"/>
              <a:gd name="csY67" fmla="*/ 41153 h 794442"/>
              <a:gd name="csX68" fmla="*/ 301823 w 702616"/>
              <a:gd name="csY68" fmla="*/ 64072 h 794442"/>
              <a:gd name="csX69" fmla="*/ 285639 w 702616"/>
              <a:gd name="csY69" fmla="*/ 57375 h 794442"/>
              <a:gd name="csX70" fmla="*/ 269454 w 702616"/>
              <a:gd name="csY70" fmla="*/ 64072 h 794442"/>
              <a:gd name="csX71" fmla="*/ 262756 w 702616"/>
              <a:gd name="csY71" fmla="*/ 80257 h 794442"/>
              <a:gd name="csX72" fmla="*/ 269454 w 702616"/>
              <a:gd name="csY72" fmla="*/ 96442 h 794442"/>
              <a:gd name="csX73" fmla="*/ 285639 w 702616"/>
              <a:gd name="csY73" fmla="*/ 103139 h 794442"/>
              <a:gd name="csX74" fmla="*/ 301823 w 702616"/>
              <a:gd name="csY74" fmla="*/ 96442 h 794442"/>
              <a:gd name="csX75" fmla="*/ 308521 w 702616"/>
              <a:gd name="csY75" fmla="*/ 80257 h 794442"/>
              <a:gd name="csX76" fmla="*/ 301823 w 702616"/>
              <a:gd name="csY76" fmla="*/ 64072 h 794442"/>
              <a:gd name="csX77" fmla="*/ 265993 w 702616"/>
              <a:gd name="csY77" fmla="*/ 166504 h 794442"/>
              <a:gd name="csX78" fmla="*/ 266589 w 702616"/>
              <a:gd name="csY78" fmla="*/ 167285 h 794442"/>
              <a:gd name="csX79" fmla="*/ 285676 w 702616"/>
              <a:gd name="csY79" fmla="*/ 192177 h 794442"/>
              <a:gd name="csX80" fmla="*/ 304689 w 702616"/>
              <a:gd name="csY80" fmla="*/ 167360 h 794442"/>
              <a:gd name="csX81" fmla="*/ 305358 w 702616"/>
              <a:gd name="csY81" fmla="*/ 166429 h 794442"/>
              <a:gd name="csX82" fmla="*/ 339924 w 702616"/>
              <a:gd name="csY82" fmla="*/ 114265 h 794442"/>
              <a:gd name="csX83" fmla="*/ 349300 w 702616"/>
              <a:gd name="csY83" fmla="*/ 77691 h 794442"/>
              <a:gd name="csX84" fmla="*/ 341003 w 702616"/>
              <a:gd name="csY84" fmla="*/ 45767 h 794442"/>
              <a:gd name="csX85" fmla="*/ 317823 w 702616"/>
              <a:gd name="csY85" fmla="*/ 23592 h 794442"/>
              <a:gd name="csX86" fmla="*/ 285639 w 702616"/>
              <a:gd name="csY86" fmla="*/ 16225 h 794442"/>
              <a:gd name="csX87" fmla="*/ 253715 w 702616"/>
              <a:gd name="csY87" fmla="*/ 23554 h 794442"/>
              <a:gd name="csX88" fmla="*/ 230349 w 702616"/>
              <a:gd name="csY88" fmla="*/ 45730 h 794442"/>
              <a:gd name="csX89" fmla="*/ 221940 w 702616"/>
              <a:gd name="csY89" fmla="*/ 77765 h 794442"/>
              <a:gd name="csX90" fmla="*/ 231130 w 702616"/>
              <a:gd name="csY90" fmla="*/ 113819 h 794442"/>
              <a:gd name="csX91" fmla="*/ 265994 w 702616"/>
              <a:gd name="csY91" fmla="*/ 166504 h 794442"/>
              <a:gd name="csX92" fmla="*/ 256580 w 702616"/>
              <a:gd name="csY92" fmla="*/ 180866 h 794442"/>
              <a:gd name="csX93" fmla="*/ 236414 w 702616"/>
              <a:gd name="csY93" fmla="*/ 190614 h 794442"/>
              <a:gd name="csX94" fmla="*/ 228861 w 702616"/>
              <a:gd name="csY94" fmla="*/ 203041 h 794442"/>
              <a:gd name="csX95" fmla="*/ 243520 w 702616"/>
              <a:gd name="csY95" fmla="*/ 220045 h 794442"/>
              <a:gd name="csX96" fmla="*/ 285639 w 702616"/>
              <a:gd name="csY96" fmla="*/ 229123 h 794442"/>
              <a:gd name="csX97" fmla="*/ 327758 w 702616"/>
              <a:gd name="csY97" fmla="*/ 220045 h 794442"/>
              <a:gd name="csX98" fmla="*/ 342342 w 702616"/>
              <a:gd name="csY98" fmla="*/ 204232 h 794442"/>
              <a:gd name="csX99" fmla="*/ 342342 w 702616"/>
              <a:gd name="csY99" fmla="*/ 204157 h 794442"/>
              <a:gd name="csX100" fmla="*/ 342417 w 702616"/>
              <a:gd name="csY100" fmla="*/ 203041 h 794442"/>
              <a:gd name="csX101" fmla="*/ 334864 w 702616"/>
              <a:gd name="csY101" fmla="*/ 190614 h 794442"/>
              <a:gd name="csX102" fmla="*/ 314697 w 702616"/>
              <a:gd name="csY102" fmla="*/ 180866 h 794442"/>
              <a:gd name="csX103" fmla="*/ 291890 w 702616"/>
              <a:gd name="csY103" fmla="*/ 210185 h 794442"/>
              <a:gd name="csX104" fmla="*/ 280505 w 702616"/>
              <a:gd name="csY104" fmla="*/ 211375 h 794442"/>
              <a:gd name="csX105" fmla="*/ 279202 w 702616"/>
              <a:gd name="csY105" fmla="*/ 210073 h 794442"/>
              <a:gd name="csX106" fmla="*/ 256580 w 702616"/>
              <a:gd name="csY106" fmla="*/ 180866 h 794442"/>
              <a:gd name="csX107" fmla="*/ 350528 w 702616"/>
              <a:gd name="csY107" fmla="*/ 590222 h 794442"/>
              <a:gd name="csX108" fmla="*/ 322883 w 702616"/>
              <a:gd name="csY108" fmla="*/ 601681 h 794442"/>
              <a:gd name="csX109" fmla="*/ 311424 w 702616"/>
              <a:gd name="csY109" fmla="*/ 629326 h 794442"/>
              <a:gd name="csX110" fmla="*/ 322883 w 702616"/>
              <a:gd name="csY110" fmla="*/ 656970 h 794442"/>
              <a:gd name="csX111" fmla="*/ 350528 w 702616"/>
              <a:gd name="csY111" fmla="*/ 668430 h 794442"/>
              <a:gd name="csX112" fmla="*/ 378172 w 702616"/>
              <a:gd name="csY112" fmla="*/ 656970 h 794442"/>
              <a:gd name="csX113" fmla="*/ 389632 w 702616"/>
              <a:gd name="csY113" fmla="*/ 629326 h 794442"/>
              <a:gd name="csX114" fmla="*/ 378172 w 702616"/>
              <a:gd name="csY114" fmla="*/ 601681 h 794442"/>
              <a:gd name="csX115" fmla="*/ 350528 w 702616"/>
              <a:gd name="csY115" fmla="*/ 590222 h 794442"/>
              <a:gd name="csX116" fmla="*/ 366713 w 702616"/>
              <a:gd name="csY116" fmla="*/ 613141 h 794442"/>
              <a:gd name="csX117" fmla="*/ 350528 w 702616"/>
              <a:gd name="csY117" fmla="*/ 606444 h 794442"/>
              <a:gd name="csX118" fmla="*/ 334343 w 702616"/>
              <a:gd name="csY118" fmla="*/ 613141 h 794442"/>
              <a:gd name="csX119" fmla="*/ 327646 w 702616"/>
              <a:gd name="csY119" fmla="*/ 629326 h 794442"/>
              <a:gd name="csX120" fmla="*/ 334343 w 702616"/>
              <a:gd name="csY120" fmla="*/ 645511 h 794442"/>
              <a:gd name="csX121" fmla="*/ 350528 w 702616"/>
              <a:gd name="csY121" fmla="*/ 652208 h 794442"/>
              <a:gd name="csX122" fmla="*/ 366713 w 702616"/>
              <a:gd name="csY122" fmla="*/ 645511 h 794442"/>
              <a:gd name="csX123" fmla="*/ 373410 w 702616"/>
              <a:gd name="csY123" fmla="*/ 629326 h 794442"/>
              <a:gd name="csX124" fmla="*/ 366713 w 702616"/>
              <a:gd name="csY124" fmla="*/ 613141 h 794442"/>
              <a:gd name="csX125" fmla="*/ 330920 w 702616"/>
              <a:gd name="csY125" fmla="*/ 715573 h 794442"/>
              <a:gd name="csX126" fmla="*/ 331478 w 702616"/>
              <a:gd name="csY126" fmla="*/ 716354 h 794442"/>
              <a:gd name="csX127" fmla="*/ 350565 w 702616"/>
              <a:gd name="csY127" fmla="*/ 741246 h 794442"/>
              <a:gd name="csX128" fmla="*/ 369578 w 702616"/>
              <a:gd name="csY128" fmla="*/ 716428 h 794442"/>
              <a:gd name="csX129" fmla="*/ 370247 w 702616"/>
              <a:gd name="csY129" fmla="*/ 715498 h 794442"/>
              <a:gd name="csX130" fmla="*/ 404813 w 702616"/>
              <a:gd name="csY130" fmla="*/ 663333 h 794442"/>
              <a:gd name="csX131" fmla="*/ 414189 w 702616"/>
              <a:gd name="csY131" fmla="*/ 626721 h 794442"/>
              <a:gd name="csX132" fmla="*/ 405892 w 702616"/>
              <a:gd name="csY132" fmla="*/ 594834 h 794442"/>
              <a:gd name="csX133" fmla="*/ 382712 w 702616"/>
              <a:gd name="csY133" fmla="*/ 572659 h 794442"/>
              <a:gd name="csX134" fmla="*/ 350565 w 702616"/>
              <a:gd name="csY134" fmla="*/ 565255 h 794442"/>
              <a:gd name="csX135" fmla="*/ 318641 w 702616"/>
              <a:gd name="csY135" fmla="*/ 572585 h 794442"/>
              <a:gd name="csX136" fmla="*/ 295275 w 702616"/>
              <a:gd name="csY136" fmla="*/ 594760 h 794442"/>
              <a:gd name="csX137" fmla="*/ 286904 w 702616"/>
              <a:gd name="csY137" fmla="*/ 626795 h 794442"/>
              <a:gd name="csX138" fmla="*/ 296094 w 702616"/>
              <a:gd name="csY138" fmla="*/ 662850 h 794442"/>
              <a:gd name="csX139" fmla="*/ 330919 w 702616"/>
              <a:gd name="csY139" fmla="*/ 715572 h 794442"/>
              <a:gd name="csX140" fmla="*/ 321469 w 702616"/>
              <a:gd name="csY140" fmla="*/ 729972 h 794442"/>
              <a:gd name="csX141" fmla="*/ 301303 w 702616"/>
              <a:gd name="csY141" fmla="*/ 739719 h 794442"/>
              <a:gd name="csX142" fmla="*/ 293750 w 702616"/>
              <a:gd name="csY142" fmla="*/ 752147 h 794442"/>
              <a:gd name="csX143" fmla="*/ 308410 w 702616"/>
              <a:gd name="csY143" fmla="*/ 769151 h 794442"/>
              <a:gd name="csX144" fmla="*/ 350528 w 702616"/>
              <a:gd name="csY144" fmla="*/ 778229 h 794442"/>
              <a:gd name="csX145" fmla="*/ 392647 w 702616"/>
              <a:gd name="csY145" fmla="*/ 769151 h 794442"/>
              <a:gd name="csX146" fmla="*/ 407307 w 702616"/>
              <a:gd name="csY146" fmla="*/ 752147 h 794442"/>
              <a:gd name="csX147" fmla="*/ 399754 w 702616"/>
              <a:gd name="csY147" fmla="*/ 739719 h 794442"/>
              <a:gd name="csX148" fmla="*/ 379587 w 702616"/>
              <a:gd name="csY148" fmla="*/ 729972 h 794442"/>
              <a:gd name="csX149" fmla="*/ 356780 w 702616"/>
              <a:gd name="csY149" fmla="*/ 759291 h 794442"/>
              <a:gd name="csX150" fmla="*/ 345395 w 702616"/>
              <a:gd name="csY150" fmla="*/ 760481 h 794442"/>
              <a:gd name="csX151" fmla="*/ 344092 w 702616"/>
              <a:gd name="csY151" fmla="*/ 759179 h 794442"/>
              <a:gd name="csX152" fmla="*/ 321470 w 702616"/>
              <a:gd name="csY152" fmla="*/ 729971 h 7944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Lst>
            <a:rect l="l" t="t" r="r" b="b"/>
            <a:pathLst>
              <a:path w="702616" h="794442">
                <a:moveTo>
                  <a:pt x="352165" y="470521"/>
                </a:moveTo>
                <a:lnTo>
                  <a:pt x="557810" y="470521"/>
                </a:lnTo>
                <a:cubicBezTo>
                  <a:pt x="593193" y="470521"/>
                  <a:pt x="625340" y="456048"/>
                  <a:pt x="648670" y="432718"/>
                </a:cubicBezTo>
                <a:cubicBezTo>
                  <a:pt x="671998" y="409390"/>
                  <a:pt x="686472" y="377243"/>
                  <a:pt x="686472" y="341858"/>
                </a:cubicBezTo>
                <a:cubicBezTo>
                  <a:pt x="686472" y="306474"/>
                  <a:pt x="671999" y="274328"/>
                  <a:pt x="648670" y="250998"/>
                </a:cubicBezTo>
                <a:cubicBezTo>
                  <a:pt x="625341" y="227670"/>
                  <a:pt x="593194" y="213196"/>
                  <a:pt x="557810" y="213196"/>
                </a:cubicBezTo>
                <a:lnTo>
                  <a:pt x="356632" y="213233"/>
                </a:lnTo>
                <a:cubicBezTo>
                  <a:pt x="353246" y="221642"/>
                  <a:pt x="345694" y="228897"/>
                  <a:pt x="335275" y="234404"/>
                </a:cubicBezTo>
                <a:cubicBezTo>
                  <a:pt x="322401" y="241176"/>
                  <a:pt x="304840" y="245380"/>
                  <a:pt x="285641" y="245380"/>
                </a:cubicBezTo>
                <a:cubicBezTo>
                  <a:pt x="266406" y="245380"/>
                  <a:pt x="248844" y="241175"/>
                  <a:pt x="236008" y="234404"/>
                </a:cubicBezTo>
                <a:cubicBezTo>
                  <a:pt x="221572" y="226814"/>
                  <a:pt x="212679" y="215764"/>
                  <a:pt x="212679" y="203075"/>
                </a:cubicBezTo>
                <a:cubicBezTo>
                  <a:pt x="212679" y="193550"/>
                  <a:pt x="217702" y="184956"/>
                  <a:pt x="226297" y="178035"/>
                </a:cubicBezTo>
                <a:cubicBezTo>
                  <a:pt x="231692" y="173719"/>
                  <a:pt x="238538" y="169998"/>
                  <a:pt x="246500" y="167171"/>
                </a:cubicBezTo>
                <a:cubicBezTo>
                  <a:pt x="235227" y="151581"/>
                  <a:pt x="223767" y="134577"/>
                  <a:pt x="216846" y="121257"/>
                </a:cubicBezTo>
                <a:cubicBezTo>
                  <a:pt x="209330" y="106784"/>
                  <a:pt x="205795" y="91901"/>
                  <a:pt x="205795" y="77762"/>
                </a:cubicBezTo>
                <a:cubicBezTo>
                  <a:pt x="205795" y="63252"/>
                  <a:pt x="209516" y="49448"/>
                  <a:pt x="216399" y="37617"/>
                </a:cubicBezTo>
                <a:cubicBezTo>
                  <a:pt x="223357" y="25710"/>
                  <a:pt x="233478" y="15813"/>
                  <a:pt x="246277" y="9153"/>
                </a:cubicBezTo>
                <a:cubicBezTo>
                  <a:pt x="257513" y="3349"/>
                  <a:pt x="270759" y="0"/>
                  <a:pt x="285641" y="0"/>
                </a:cubicBezTo>
                <a:cubicBezTo>
                  <a:pt x="300636" y="0"/>
                  <a:pt x="313956" y="3386"/>
                  <a:pt x="325267" y="9302"/>
                </a:cubicBezTo>
                <a:cubicBezTo>
                  <a:pt x="338029" y="15962"/>
                  <a:pt x="348112" y="25822"/>
                  <a:pt x="354959" y="37691"/>
                </a:cubicBezTo>
                <a:cubicBezTo>
                  <a:pt x="361805" y="49486"/>
                  <a:pt x="365489" y="63215"/>
                  <a:pt x="365489" y="77688"/>
                </a:cubicBezTo>
                <a:cubicBezTo>
                  <a:pt x="365489" y="91976"/>
                  <a:pt x="361879" y="107044"/>
                  <a:pt x="354215" y="121742"/>
                </a:cubicBezTo>
                <a:cubicBezTo>
                  <a:pt x="347294" y="134987"/>
                  <a:pt x="335946" y="151767"/>
                  <a:pt x="324822" y="167171"/>
                </a:cubicBezTo>
                <a:cubicBezTo>
                  <a:pt x="332747" y="170036"/>
                  <a:pt x="339630" y="173719"/>
                  <a:pt x="344988" y="178035"/>
                </a:cubicBezTo>
                <a:cubicBezTo>
                  <a:pt x="351722" y="183467"/>
                  <a:pt x="356262" y="189904"/>
                  <a:pt x="357899" y="197011"/>
                </a:cubicBezTo>
                <a:lnTo>
                  <a:pt x="557772" y="197011"/>
                </a:lnTo>
                <a:cubicBezTo>
                  <a:pt x="597620" y="197011"/>
                  <a:pt x="633823" y="213307"/>
                  <a:pt x="660089" y="239576"/>
                </a:cubicBezTo>
                <a:cubicBezTo>
                  <a:pt x="686357" y="265844"/>
                  <a:pt x="702616" y="302047"/>
                  <a:pt x="702616" y="341894"/>
                </a:cubicBezTo>
                <a:cubicBezTo>
                  <a:pt x="702616" y="381741"/>
                  <a:pt x="686320" y="417945"/>
                  <a:pt x="660089" y="444211"/>
                </a:cubicBezTo>
                <a:cubicBezTo>
                  <a:pt x="633821" y="470479"/>
                  <a:pt x="597619" y="486739"/>
                  <a:pt x="557772" y="486739"/>
                </a:cubicBezTo>
                <a:lnTo>
                  <a:pt x="144844" y="486739"/>
                </a:lnTo>
                <a:cubicBezTo>
                  <a:pt x="109460" y="486739"/>
                  <a:pt x="77313" y="501212"/>
                  <a:pt x="53984" y="524541"/>
                </a:cubicBezTo>
                <a:cubicBezTo>
                  <a:pt x="30655" y="547870"/>
                  <a:pt x="16181" y="580017"/>
                  <a:pt x="16181" y="615401"/>
                </a:cubicBezTo>
                <a:cubicBezTo>
                  <a:pt x="16181" y="650786"/>
                  <a:pt x="30654" y="682932"/>
                  <a:pt x="53984" y="706261"/>
                </a:cubicBezTo>
                <a:cubicBezTo>
                  <a:pt x="77313" y="729590"/>
                  <a:pt x="109459" y="744064"/>
                  <a:pt x="144844" y="744064"/>
                </a:cubicBezTo>
                <a:lnTo>
                  <a:pt x="278756" y="744064"/>
                </a:lnTo>
                <a:cubicBezTo>
                  <a:pt x="280728" y="737776"/>
                  <a:pt x="285044" y="732046"/>
                  <a:pt x="291146" y="727135"/>
                </a:cubicBezTo>
                <a:cubicBezTo>
                  <a:pt x="296541" y="722819"/>
                  <a:pt x="303387" y="719099"/>
                  <a:pt x="311349" y="716271"/>
                </a:cubicBezTo>
                <a:cubicBezTo>
                  <a:pt x="300076" y="700682"/>
                  <a:pt x="288616" y="683677"/>
                  <a:pt x="281695" y="670358"/>
                </a:cubicBezTo>
                <a:cubicBezTo>
                  <a:pt x="274179" y="655884"/>
                  <a:pt x="270644" y="641002"/>
                  <a:pt x="270644" y="626863"/>
                </a:cubicBezTo>
                <a:cubicBezTo>
                  <a:pt x="270644" y="612352"/>
                  <a:pt x="274365" y="598548"/>
                  <a:pt x="281249" y="586754"/>
                </a:cubicBezTo>
                <a:cubicBezTo>
                  <a:pt x="288206" y="574848"/>
                  <a:pt x="298327" y="564950"/>
                  <a:pt x="311126" y="558290"/>
                </a:cubicBezTo>
                <a:cubicBezTo>
                  <a:pt x="322362" y="552449"/>
                  <a:pt x="335645" y="549100"/>
                  <a:pt x="350528" y="549100"/>
                </a:cubicBezTo>
                <a:cubicBezTo>
                  <a:pt x="365522" y="549100"/>
                  <a:pt x="378843" y="552486"/>
                  <a:pt x="390154" y="558402"/>
                </a:cubicBezTo>
                <a:cubicBezTo>
                  <a:pt x="402915" y="565062"/>
                  <a:pt x="412998" y="574922"/>
                  <a:pt x="419845" y="586791"/>
                </a:cubicBezTo>
                <a:cubicBezTo>
                  <a:pt x="426691" y="598586"/>
                  <a:pt x="430375" y="612315"/>
                  <a:pt x="430375" y="626789"/>
                </a:cubicBezTo>
                <a:cubicBezTo>
                  <a:pt x="430375" y="641076"/>
                  <a:pt x="426766" y="656145"/>
                  <a:pt x="419101" y="670842"/>
                </a:cubicBezTo>
                <a:cubicBezTo>
                  <a:pt x="412180" y="684087"/>
                  <a:pt x="400832" y="700867"/>
                  <a:pt x="389708" y="716271"/>
                </a:cubicBezTo>
                <a:cubicBezTo>
                  <a:pt x="397633" y="719136"/>
                  <a:pt x="404516" y="722820"/>
                  <a:pt x="409874" y="727135"/>
                </a:cubicBezTo>
                <a:cubicBezTo>
                  <a:pt x="418469" y="734056"/>
                  <a:pt x="423492" y="742651"/>
                  <a:pt x="423492" y="752139"/>
                </a:cubicBezTo>
                <a:cubicBezTo>
                  <a:pt x="423492" y="764826"/>
                  <a:pt x="414562" y="775877"/>
                  <a:pt x="400163" y="783467"/>
                </a:cubicBezTo>
                <a:cubicBezTo>
                  <a:pt x="387289" y="790239"/>
                  <a:pt x="369728" y="794443"/>
                  <a:pt x="350530" y="794443"/>
                </a:cubicBezTo>
                <a:cubicBezTo>
                  <a:pt x="331294" y="794443"/>
                  <a:pt x="313732" y="790239"/>
                  <a:pt x="300896" y="783467"/>
                </a:cubicBezTo>
                <a:cubicBezTo>
                  <a:pt x="289659" y="777551"/>
                  <a:pt x="281734" y="769515"/>
                  <a:pt x="278795" y="760250"/>
                </a:cubicBezTo>
                <a:lnTo>
                  <a:pt x="144883" y="760250"/>
                </a:lnTo>
                <a:cubicBezTo>
                  <a:pt x="105034" y="760250"/>
                  <a:pt x="68831" y="743954"/>
                  <a:pt x="42565" y="717685"/>
                </a:cubicBezTo>
                <a:cubicBezTo>
                  <a:pt x="16297" y="691454"/>
                  <a:pt x="0" y="655214"/>
                  <a:pt x="0" y="615367"/>
                </a:cubicBezTo>
                <a:cubicBezTo>
                  <a:pt x="0" y="575520"/>
                  <a:pt x="16296" y="539316"/>
                  <a:pt x="42565" y="513050"/>
                </a:cubicBezTo>
                <a:cubicBezTo>
                  <a:pt x="68833" y="486819"/>
                  <a:pt x="105036" y="470522"/>
                  <a:pt x="144883" y="470522"/>
                </a:cubicBezTo>
                <a:close/>
                <a:moveTo>
                  <a:pt x="285639" y="41153"/>
                </a:moveTo>
                <a:cubicBezTo>
                  <a:pt x="274849" y="41153"/>
                  <a:pt x="265063" y="45544"/>
                  <a:pt x="257994" y="52613"/>
                </a:cubicBezTo>
                <a:cubicBezTo>
                  <a:pt x="250925" y="59682"/>
                  <a:pt x="246535" y="69467"/>
                  <a:pt x="246535" y="80257"/>
                </a:cubicBezTo>
                <a:cubicBezTo>
                  <a:pt x="246535" y="91047"/>
                  <a:pt x="250925" y="100833"/>
                  <a:pt x="257994" y="107901"/>
                </a:cubicBezTo>
                <a:cubicBezTo>
                  <a:pt x="265064" y="114971"/>
                  <a:pt x="274849" y="119361"/>
                  <a:pt x="285639" y="119361"/>
                </a:cubicBezTo>
                <a:cubicBezTo>
                  <a:pt x="296429" y="119361"/>
                  <a:pt x="306214" y="114971"/>
                  <a:pt x="313283" y="107901"/>
                </a:cubicBezTo>
                <a:cubicBezTo>
                  <a:pt x="320352" y="100832"/>
                  <a:pt x="324743" y="91047"/>
                  <a:pt x="324743" y="80257"/>
                </a:cubicBezTo>
                <a:cubicBezTo>
                  <a:pt x="324743" y="69467"/>
                  <a:pt x="320352" y="59681"/>
                  <a:pt x="313283" y="52613"/>
                </a:cubicBezTo>
                <a:cubicBezTo>
                  <a:pt x="306214" y="45506"/>
                  <a:pt x="296429" y="41153"/>
                  <a:pt x="285639" y="41153"/>
                </a:cubicBezTo>
                <a:close/>
                <a:moveTo>
                  <a:pt x="301823" y="64072"/>
                </a:moveTo>
                <a:cubicBezTo>
                  <a:pt x="297694" y="59942"/>
                  <a:pt x="291963" y="57375"/>
                  <a:pt x="285639" y="57375"/>
                </a:cubicBezTo>
                <a:cubicBezTo>
                  <a:pt x="279313" y="57375"/>
                  <a:pt x="273584" y="59942"/>
                  <a:pt x="269454" y="64072"/>
                </a:cubicBezTo>
                <a:cubicBezTo>
                  <a:pt x="265324" y="68202"/>
                  <a:pt x="262756" y="73932"/>
                  <a:pt x="262756" y="80257"/>
                </a:cubicBezTo>
                <a:cubicBezTo>
                  <a:pt x="262756" y="86582"/>
                  <a:pt x="265324" y="92312"/>
                  <a:pt x="269454" y="96442"/>
                </a:cubicBezTo>
                <a:cubicBezTo>
                  <a:pt x="273584" y="100572"/>
                  <a:pt x="279314" y="103139"/>
                  <a:pt x="285639" y="103139"/>
                </a:cubicBezTo>
                <a:cubicBezTo>
                  <a:pt x="291964" y="103139"/>
                  <a:pt x="297693" y="100572"/>
                  <a:pt x="301823" y="96442"/>
                </a:cubicBezTo>
                <a:cubicBezTo>
                  <a:pt x="305953" y="92312"/>
                  <a:pt x="308521" y="86582"/>
                  <a:pt x="308521" y="80257"/>
                </a:cubicBezTo>
                <a:cubicBezTo>
                  <a:pt x="308521" y="73932"/>
                  <a:pt x="305953" y="68202"/>
                  <a:pt x="301823" y="64072"/>
                </a:cubicBezTo>
                <a:close/>
                <a:moveTo>
                  <a:pt x="265993" y="166504"/>
                </a:moveTo>
                <a:cubicBezTo>
                  <a:pt x="266217" y="166764"/>
                  <a:pt x="266403" y="167025"/>
                  <a:pt x="266589" y="167285"/>
                </a:cubicBezTo>
                <a:cubicBezTo>
                  <a:pt x="274067" y="177331"/>
                  <a:pt x="280950" y="186224"/>
                  <a:pt x="285676" y="192177"/>
                </a:cubicBezTo>
                <a:cubicBezTo>
                  <a:pt x="290364" y="186224"/>
                  <a:pt x="297247" y="177369"/>
                  <a:pt x="304689" y="167360"/>
                </a:cubicBezTo>
                <a:cubicBezTo>
                  <a:pt x="304912" y="167025"/>
                  <a:pt x="305135" y="166727"/>
                  <a:pt x="305358" y="166429"/>
                </a:cubicBezTo>
                <a:cubicBezTo>
                  <a:pt x="317971" y="149425"/>
                  <a:pt x="332036" y="129297"/>
                  <a:pt x="339924" y="114265"/>
                </a:cubicBezTo>
                <a:cubicBezTo>
                  <a:pt x="346323" y="102061"/>
                  <a:pt x="349300" y="89522"/>
                  <a:pt x="349300" y="77691"/>
                </a:cubicBezTo>
                <a:cubicBezTo>
                  <a:pt x="349300" y="66045"/>
                  <a:pt x="346398" y="55106"/>
                  <a:pt x="341003" y="45767"/>
                </a:cubicBezTo>
                <a:cubicBezTo>
                  <a:pt x="335608" y="36502"/>
                  <a:pt x="327757" y="28801"/>
                  <a:pt x="317823" y="23592"/>
                </a:cubicBezTo>
                <a:cubicBezTo>
                  <a:pt x="308819" y="18903"/>
                  <a:pt x="297992" y="16225"/>
                  <a:pt x="285639" y="16225"/>
                </a:cubicBezTo>
                <a:cubicBezTo>
                  <a:pt x="273435" y="16225"/>
                  <a:pt x="262720" y="18903"/>
                  <a:pt x="253715" y="23554"/>
                </a:cubicBezTo>
                <a:cubicBezTo>
                  <a:pt x="243669" y="28763"/>
                  <a:pt x="235744" y="36465"/>
                  <a:pt x="230349" y="45730"/>
                </a:cubicBezTo>
                <a:cubicBezTo>
                  <a:pt x="224879" y="55068"/>
                  <a:pt x="221940" y="66082"/>
                  <a:pt x="221940" y="77765"/>
                </a:cubicBezTo>
                <a:cubicBezTo>
                  <a:pt x="221940" y="89411"/>
                  <a:pt x="224879" y="101726"/>
                  <a:pt x="231130" y="113819"/>
                </a:cubicBezTo>
                <a:cubicBezTo>
                  <a:pt x="239055" y="129000"/>
                  <a:pt x="253305" y="149352"/>
                  <a:pt x="265994" y="166504"/>
                </a:cubicBezTo>
                <a:close/>
                <a:moveTo>
                  <a:pt x="256580" y="180866"/>
                </a:moveTo>
                <a:cubicBezTo>
                  <a:pt x="248320" y="183247"/>
                  <a:pt x="241399" y="186633"/>
                  <a:pt x="236414" y="190614"/>
                </a:cubicBezTo>
                <a:cubicBezTo>
                  <a:pt x="231651" y="194446"/>
                  <a:pt x="228861" y="198725"/>
                  <a:pt x="228861" y="203041"/>
                </a:cubicBezTo>
                <a:cubicBezTo>
                  <a:pt x="228861" y="209217"/>
                  <a:pt x="234479" y="215282"/>
                  <a:pt x="243520" y="220045"/>
                </a:cubicBezTo>
                <a:cubicBezTo>
                  <a:pt x="254162" y="225663"/>
                  <a:pt x="269045" y="229123"/>
                  <a:pt x="285639" y="229123"/>
                </a:cubicBezTo>
                <a:cubicBezTo>
                  <a:pt x="302233" y="229123"/>
                  <a:pt x="317116" y="225663"/>
                  <a:pt x="327758" y="220045"/>
                </a:cubicBezTo>
                <a:cubicBezTo>
                  <a:pt x="336241" y="215580"/>
                  <a:pt x="341673" y="209999"/>
                  <a:pt x="342342" y="204232"/>
                </a:cubicBezTo>
                <a:lnTo>
                  <a:pt x="342342" y="204157"/>
                </a:lnTo>
                <a:cubicBezTo>
                  <a:pt x="342380" y="203785"/>
                  <a:pt x="342417" y="203413"/>
                  <a:pt x="342417" y="203041"/>
                </a:cubicBezTo>
                <a:cubicBezTo>
                  <a:pt x="342417" y="198725"/>
                  <a:pt x="339626" y="194446"/>
                  <a:pt x="334864" y="190614"/>
                </a:cubicBezTo>
                <a:cubicBezTo>
                  <a:pt x="329878" y="186595"/>
                  <a:pt x="322957" y="183247"/>
                  <a:pt x="314697" y="180866"/>
                </a:cubicBezTo>
                <a:cubicBezTo>
                  <a:pt x="302159" y="197572"/>
                  <a:pt x="291964" y="210110"/>
                  <a:pt x="291890" y="210185"/>
                </a:cubicBezTo>
                <a:cubicBezTo>
                  <a:pt x="289062" y="213645"/>
                  <a:pt x="284002" y="214166"/>
                  <a:pt x="280505" y="211375"/>
                </a:cubicBezTo>
                <a:cubicBezTo>
                  <a:pt x="280021" y="210966"/>
                  <a:pt x="279574" y="210520"/>
                  <a:pt x="279202" y="210073"/>
                </a:cubicBezTo>
                <a:cubicBezTo>
                  <a:pt x="278160" y="208696"/>
                  <a:pt x="268412" y="196641"/>
                  <a:pt x="256580" y="180866"/>
                </a:cubicBezTo>
                <a:close/>
                <a:moveTo>
                  <a:pt x="350528" y="590222"/>
                </a:moveTo>
                <a:cubicBezTo>
                  <a:pt x="339738" y="590222"/>
                  <a:pt x="329952" y="594612"/>
                  <a:pt x="322883" y="601681"/>
                </a:cubicBezTo>
                <a:cubicBezTo>
                  <a:pt x="315814" y="608751"/>
                  <a:pt x="311424" y="618536"/>
                  <a:pt x="311424" y="629326"/>
                </a:cubicBezTo>
                <a:cubicBezTo>
                  <a:pt x="311424" y="640116"/>
                  <a:pt x="315814" y="649902"/>
                  <a:pt x="322883" y="656970"/>
                </a:cubicBezTo>
                <a:cubicBezTo>
                  <a:pt x="329953" y="664039"/>
                  <a:pt x="339738" y="668430"/>
                  <a:pt x="350528" y="668430"/>
                </a:cubicBezTo>
                <a:cubicBezTo>
                  <a:pt x="361318" y="668430"/>
                  <a:pt x="371104" y="664039"/>
                  <a:pt x="378172" y="656970"/>
                </a:cubicBezTo>
                <a:cubicBezTo>
                  <a:pt x="385242" y="649901"/>
                  <a:pt x="389632" y="640116"/>
                  <a:pt x="389632" y="629326"/>
                </a:cubicBezTo>
                <a:cubicBezTo>
                  <a:pt x="389632" y="618536"/>
                  <a:pt x="385241" y="608750"/>
                  <a:pt x="378172" y="601681"/>
                </a:cubicBezTo>
                <a:cubicBezTo>
                  <a:pt x="371103" y="594612"/>
                  <a:pt x="361355" y="590222"/>
                  <a:pt x="350528" y="590222"/>
                </a:cubicBezTo>
                <a:close/>
                <a:moveTo>
                  <a:pt x="366713" y="613141"/>
                </a:moveTo>
                <a:cubicBezTo>
                  <a:pt x="362583" y="609011"/>
                  <a:pt x="356852" y="606444"/>
                  <a:pt x="350528" y="606444"/>
                </a:cubicBezTo>
                <a:cubicBezTo>
                  <a:pt x="344203" y="606444"/>
                  <a:pt x="338473" y="609011"/>
                  <a:pt x="334343" y="613141"/>
                </a:cubicBezTo>
                <a:cubicBezTo>
                  <a:pt x="330213" y="617271"/>
                  <a:pt x="327646" y="623001"/>
                  <a:pt x="327646" y="629326"/>
                </a:cubicBezTo>
                <a:cubicBezTo>
                  <a:pt x="327646" y="635651"/>
                  <a:pt x="330213" y="641381"/>
                  <a:pt x="334343" y="645511"/>
                </a:cubicBezTo>
                <a:cubicBezTo>
                  <a:pt x="338473" y="649641"/>
                  <a:pt x="344203" y="652208"/>
                  <a:pt x="350528" y="652208"/>
                </a:cubicBezTo>
                <a:cubicBezTo>
                  <a:pt x="356853" y="652208"/>
                  <a:pt x="362583" y="649641"/>
                  <a:pt x="366713" y="645511"/>
                </a:cubicBezTo>
                <a:cubicBezTo>
                  <a:pt x="370843" y="641381"/>
                  <a:pt x="373410" y="635650"/>
                  <a:pt x="373410" y="629326"/>
                </a:cubicBezTo>
                <a:cubicBezTo>
                  <a:pt x="373447" y="623000"/>
                  <a:pt x="370880" y="617271"/>
                  <a:pt x="366713" y="613141"/>
                </a:cubicBezTo>
                <a:close/>
                <a:moveTo>
                  <a:pt x="330920" y="715573"/>
                </a:moveTo>
                <a:cubicBezTo>
                  <a:pt x="331143" y="715833"/>
                  <a:pt x="331329" y="716094"/>
                  <a:pt x="331478" y="716354"/>
                </a:cubicBezTo>
                <a:cubicBezTo>
                  <a:pt x="338956" y="726400"/>
                  <a:pt x="345840" y="735293"/>
                  <a:pt x="350565" y="741246"/>
                </a:cubicBezTo>
                <a:cubicBezTo>
                  <a:pt x="355253" y="735293"/>
                  <a:pt x="362136" y="726437"/>
                  <a:pt x="369578" y="716428"/>
                </a:cubicBezTo>
                <a:cubicBezTo>
                  <a:pt x="369801" y="716093"/>
                  <a:pt x="370024" y="715796"/>
                  <a:pt x="370247" y="715498"/>
                </a:cubicBezTo>
                <a:cubicBezTo>
                  <a:pt x="382860" y="698494"/>
                  <a:pt x="396925" y="678366"/>
                  <a:pt x="404813" y="663333"/>
                </a:cubicBezTo>
                <a:cubicBezTo>
                  <a:pt x="411212" y="651130"/>
                  <a:pt x="414189" y="638590"/>
                  <a:pt x="414189" y="626721"/>
                </a:cubicBezTo>
                <a:cubicBezTo>
                  <a:pt x="414189" y="615075"/>
                  <a:pt x="411287" y="604137"/>
                  <a:pt x="405892" y="594834"/>
                </a:cubicBezTo>
                <a:cubicBezTo>
                  <a:pt x="400534" y="585570"/>
                  <a:pt x="392646" y="577869"/>
                  <a:pt x="382712" y="572659"/>
                </a:cubicBezTo>
                <a:cubicBezTo>
                  <a:pt x="373708" y="567971"/>
                  <a:pt x="362918" y="565255"/>
                  <a:pt x="350565" y="565255"/>
                </a:cubicBezTo>
                <a:cubicBezTo>
                  <a:pt x="338361" y="565255"/>
                  <a:pt x="327646" y="567934"/>
                  <a:pt x="318641" y="572585"/>
                </a:cubicBezTo>
                <a:cubicBezTo>
                  <a:pt x="308595" y="577794"/>
                  <a:pt x="300670" y="585496"/>
                  <a:pt x="295275" y="594760"/>
                </a:cubicBezTo>
                <a:cubicBezTo>
                  <a:pt x="289806" y="604099"/>
                  <a:pt x="286904" y="615112"/>
                  <a:pt x="286904" y="626795"/>
                </a:cubicBezTo>
                <a:cubicBezTo>
                  <a:pt x="286904" y="638442"/>
                  <a:pt x="289843" y="650757"/>
                  <a:pt x="296094" y="662850"/>
                </a:cubicBezTo>
                <a:cubicBezTo>
                  <a:pt x="303981" y="678068"/>
                  <a:pt x="318195" y="698457"/>
                  <a:pt x="330919" y="715572"/>
                </a:cubicBezTo>
                <a:close/>
                <a:moveTo>
                  <a:pt x="321469" y="729972"/>
                </a:moveTo>
                <a:cubicBezTo>
                  <a:pt x="313209" y="732353"/>
                  <a:pt x="306288" y="735739"/>
                  <a:pt x="301303" y="739719"/>
                </a:cubicBezTo>
                <a:cubicBezTo>
                  <a:pt x="296540" y="743552"/>
                  <a:pt x="293750" y="747831"/>
                  <a:pt x="293750" y="752147"/>
                </a:cubicBezTo>
                <a:cubicBezTo>
                  <a:pt x="293750" y="758323"/>
                  <a:pt x="299368" y="764388"/>
                  <a:pt x="308410" y="769151"/>
                </a:cubicBezTo>
                <a:cubicBezTo>
                  <a:pt x="319051" y="774769"/>
                  <a:pt x="333934" y="778229"/>
                  <a:pt x="350528" y="778229"/>
                </a:cubicBezTo>
                <a:cubicBezTo>
                  <a:pt x="367123" y="778229"/>
                  <a:pt x="382005" y="774769"/>
                  <a:pt x="392647" y="769151"/>
                </a:cubicBezTo>
                <a:cubicBezTo>
                  <a:pt x="401725" y="764388"/>
                  <a:pt x="407307" y="758324"/>
                  <a:pt x="407307" y="752147"/>
                </a:cubicBezTo>
                <a:cubicBezTo>
                  <a:pt x="407307" y="747831"/>
                  <a:pt x="404516" y="743552"/>
                  <a:pt x="399754" y="739719"/>
                </a:cubicBezTo>
                <a:cubicBezTo>
                  <a:pt x="394768" y="735701"/>
                  <a:pt x="387847" y="732352"/>
                  <a:pt x="379587" y="729972"/>
                </a:cubicBezTo>
                <a:cubicBezTo>
                  <a:pt x="367049" y="746677"/>
                  <a:pt x="356854" y="759216"/>
                  <a:pt x="356780" y="759291"/>
                </a:cubicBezTo>
                <a:cubicBezTo>
                  <a:pt x="353952" y="762751"/>
                  <a:pt x="348892" y="763272"/>
                  <a:pt x="345395" y="760481"/>
                </a:cubicBezTo>
                <a:cubicBezTo>
                  <a:pt x="344911" y="760072"/>
                  <a:pt x="344464" y="759625"/>
                  <a:pt x="344092" y="759179"/>
                </a:cubicBezTo>
                <a:cubicBezTo>
                  <a:pt x="343050" y="757802"/>
                  <a:pt x="333302" y="745710"/>
                  <a:pt x="321470" y="729971"/>
                </a:cubicBezTo>
                <a:close/>
              </a:path>
            </a:pathLst>
          </a:custGeom>
          <a:solidFill>
            <a:srgbClr val="00B388"/>
          </a:solidFill>
          <a:ln w="9525" cap="flat">
            <a:noFill/>
            <a:prstDash val="solid"/>
            <a:miter/>
          </a:ln>
        </p:spPr>
        <p:txBody>
          <a:bodyPr/>
          <a:lstStyle/>
          <a:p>
            <a:endParaRPr lang="fr-FR"/>
          </a:p>
        </p:txBody>
      </p:sp>
      <p:sp>
        <p:nvSpPr>
          <p:cNvPr id="64" name="Forme libre : forme 63">
            <a:extLst>
              <a:ext uri="{FF2B5EF4-FFF2-40B4-BE49-F238E27FC236}">
                <a16:creationId xmlns:a16="http://schemas.microsoft.com/office/drawing/2014/main" id="{5CCEAEEB-2005-9826-FFC9-13EC26964015}"/>
              </a:ext>
            </a:extLst>
          </p:cNvPr>
          <p:cNvSpPr>
            <a:spLocks noChangeAspect="1"/>
          </p:cNvSpPr>
          <p:nvPr/>
        </p:nvSpPr>
        <p:spPr>
          <a:xfrm>
            <a:off x="524668" y="1017121"/>
            <a:ext cx="432000" cy="431982"/>
          </a:xfrm>
          <a:custGeom>
            <a:avLst/>
            <a:gdLst>
              <a:gd name="csX0" fmla="*/ 883779 w 941214"/>
              <a:gd name="csY0" fmla="*/ 129327 h 941174"/>
              <a:gd name="csX1" fmla="*/ 811783 w 941214"/>
              <a:gd name="csY1" fmla="*/ 129327 h 941174"/>
              <a:gd name="csX2" fmla="*/ 811783 w 941214"/>
              <a:gd name="csY2" fmla="*/ 57368 h 941174"/>
              <a:gd name="csX3" fmla="*/ 776511 w 941214"/>
              <a:gd name="csY3" fmla="*/ 4348 h 941174"/>
              <a:gd name="csX4" fmla="*/ 714078 w 941214"/>
              <a:gd name="csY4" fmla="*/ 16887 h 941174"/>
              <a:gd name="csX5" fmla="*/ 599073 w 941214"/>
              <a:gd name="csY5" fmla="*/ 131815 h 941174"/>
              <a:gd name="csX6" fmla="*/ 568452 w 941214"/>
              <a:gd name="csY6" fmla="*/ 176799 h 941174"/>
              <a:gd name="csX7" fmla="*/ 403365 w 941214"/>
              <a:gd name="csY7" fmla="*/ 139927 h 941174"/>
              <a:gd name="csX8" fmla="*/ 402955 w 941214"/>
              <a:gd name="csY8" fmla="*/ 139927 h 941174"/>
              <a:gd name="csX9" fmla="*/ 98937 w 941214"/>
              <a:gd name="csY9" fmla="*/ 276963 h 941174"/>
              <a:gd name="csX10" fmla="*/ 3947 w 941214"/>
              <a:gd name="csY10" fmla="*/ 596613 h 941174"/>
              <a:gd name="csX11" fmla="*/ 183769 w 941214"/>
              <a:gd name="csY11" fmla="*/ 877410 h 941174"/>
              <a:gd name="csX12" fmla="*/ 513829 w 941214"/>
              <a:gd name="csY12" fmla="*/ 924849 h 941174"/>
              <a:gd name="csX13" fmla="*/ 765461 w 941214"/>
              <a:gd name="csY13" fmla="*/ 706031 h 941174"/>
              <a:gd name="csX14" fmla="*/ 764345 w 941214"/>
              <a:gd name="csY14" fmla="*/ 372580 h 941174"/>
              <a:gd name="csX15" fmla="*/ 809403 w 941214"/>
              <a:gd name="csY15" fmla="*/ 341996 h 941174"/>
              <a:gd name="csX16" fmla="*/ 924265 w 941214"/>
              <a:gd name="csY16" fmla="*/ 227067 h 941174"/>
              <a:gd name="csX17" fmla="*/ 936878 w 941214"/>
              <a:gd name="csY17" fmla="*/ 164597 h 941174"/>
              <a:gd name="csX18" fmla="*/ 883783 w 941214"/>
              <a:gd name="csY18" fmla="*/ 129288 h 941174"/>
              <a:gd name="csX19" fmla="*/ 747753 w 941214"/>
              <a:gd name="csY19" fmla="*/ 50522 h 941174"/>
              <a:gd name="csX20" fmla="*/ 758283 w 941214"/>
              <a:gd name="csY20" fmla="*/ 48290 h 941174"/>
              <a:gd name="csX21" fmla="*/ 764161 w 941214"/>
              <a:gd name="csY21" fmla="*/ 57369 h 941174"/>
              <a:gd name="csX22" fmla="*/ 764161 w 941214"/>
              <a:gd name="csY22" fmla="*/ 143316 h 941174"/>
              <a:gd name="csX23" fmla="*/ 603170 w 941214"/>
              <a:gd name="csY23" fmla="*/ 304346 h 941174"/>
              <a:gd name="csX24" fmla="*/ 603170 w 941214"/>
              <a:gd name="csY24" fmla="*/ 237001 h 941174"/>
              <a:gd name="csX25" fmla="*/ 632712 w 941214"/>
              <a:gd name="csY25" fmla="*/ 165564 h 941174"/>
              <a:gd name="csX26" fmla="*/ 414378 w 941214"/>
              <a:gd name="csY26" fmla="*/ 493140 h 941174"/>
              <a:gd name="csX27" fmla="*/ 360799 w 941214"/>
              <a:gd name="csY27" fmla="*/ 515352 h 941174"/>
              <a:gd name="csX28" fmla="*/ 368352 w 941214"/>
              <a:gd name="csY28" fmla="*/ 572837 h 941174"/>
              <a:gd name="csX29" fmla="*/ 425838 w 941214"/>
              <a:gd name="csY29" fmla="*/ 580390 h 941174"/>
              <a:gd name="csX30" fmla="*/ 448013 w 941214"/>
              <a:gd name="csY30" fmla="*/ 526812 h 941174"/>
              <a:gd name="csX31" fmla="*/ 542332 w 941214"/>
              <a:gd name="csY31" fmla="*/ 432530 h 941174"/>
              <a:gd name="csX32" fmla="*/ 542370 w 941214"/>
              <a:gd name="csY32" fmla="*/ 432530 h 941174"/>
              <a:gd name="csX33" fmla="*/ 567410 w 941214"/>
              <a:gd name="csY33" fmla="*/ 599703 h 941174"/>
              <a:gd name="csX34" fmla="*/ 440013 w 941214"/>
              <a:gd name="csY34" fmla="*/ 710841 h 941174"/>
              <a:gd name="csX35" fmla="*/ 277755 w 941214"/>
              <a:gd name="csY35" fmla="*/ 663402 h 941174"/>
              <a:gd name="csX36" fmla="*/ 230352 w 941214"/>
              <a:gd name="csY36" fmla="*/ 501143 h 941174"/>
              <a:gd name="csX37" fmla="*/ 341490 w 941214"/>
              <a:gd name="csY37" fmla="*/ 373784 h 941174"/>
              <a:gd name="csX38" fmla="*/ 508663 w 941214"/>
              <a:gd name="csY38" fmla="*/ 398825 h 941174"/>
              <a:gd name="csX39" fmla="*/ 753487 w 941214"/>
              <a:gd name="csY39" fmla="*/ 538198 h 941174"/>
              <a:gd name="csX40" fmla="*/ 650836 w 941214"/>
              <a:gd name="csY40" fmla="*/ 786257 h 941174"/>
              <a:gd name="csX41" fmla="*/ 402852 w 941214"/>
              <a:gd name="csY41" fmla="*/ 889022 h 941174"/>
              <a:gd name="csX42" fmla="*/ 154869 w 941214"/>
              <a:gd name="csY42" fmla="*/ 786295 h 941174"/>
              <a:gd name="csX43" fmla="*/ 52142 w 941214"/>
              <a:gd name="csY43" fmla="*/ 538312 h 941174"/>
              <a:gd name="csX44" fmla="*/ 154907 w 941214"/>
              <a:gd name="csY44" fmla="*/ 290329 h 941174"/>
              <a:gd name="csX45" fmla="*/ 402967 w 941214"/>
              <a:gd name="csY45" fmla="*/ 187678 h 941174"/>
              <a:gd name="csX46" fmla="*/ 403487 w 941214"/>
              <a:gd name="csY46" fmla="*/ 187678 h 941174"/>
              <a:gd name="csX47" fmla="*/ 403450 w 941214"/>
              <a:gd name="csY47" fmla="*/ 187678 h 941174"/>
              <a:gd name="csX48" fmla="*/ 556822 w 941214"/>
              <a:gd name="csY48" fmla="*/ 223880 h 941174"/>
              <a:gd name="csX49" fmla="*/ 555557 w 941214"/>
              <a:gd name="csY49" fmla="*/ 236940 h 941174"/>
              <a:gd name="csX50" fmla="*/ 555557 w 941214"/>
              <a:gd name="csY50" fmla="*/ 351907 h 941174"/>
              <a:gd name="csX51" fmla="*/ 542646 w 941214"/>
              <a:gd name="csY51" fmla="*/ 364781 h 941174"/>
              <a:gd name="csX52" fmla="*/ 542608 w 941214"/>
              <a:gd name="csY52" fmla="*/ 364781 h 941174"/>
              <a:gd name="csX53" fmla="*/ 329268 w 941214"/>
              <a:gd name="csY53" fmla="*/ 327462 h 941174"/>
              <a:gd name="csX54" fmla="*/ 184383 w 941214"/>
              <a:gd name="csY54" fmla="*/ 488530 h 941174"/>
              <a:gd name="csX55" fmla="*/ 244063 w 941214"/>
              <a:gd name="csY55" fmla="*/ 696737 h 941174"/>
              <a:gd name="csX56" fmla="*/ 452270 w 941214"/>
              <a:gd name="csY56" fmla="*/ 756640 h 941174"/>
              <a:gd name="csX57" fmla="*/ 613452 w 941214"/>
              <a:gd name="csY57" fmla="*/ 611946 h 941174"/>
              <a:gd name="csX58" fmla="*/ 576319 w 941214"/>
              <a:gd name="csY58" fmla="*/ 398529 h 941174"/>
              <a:gd name="csX59" fmla="*/ 589193 w 941214"/>
              <a:gd name="csY59" fmla="*/ 385655 h 941174"/>
              <a:gd name="csX60" fmla="*/ 704160 w 941214"/>
              <a:gd name="csY60" fmla="*/ 385655 h 941174"/>
              <a:gd name="csX61" fmla="*/ 717257 w 941214"/>
              <a:gd name="csY61" fmla="*/ 384390 h 941174"/>
              <a:gd name="csX62" fmla="*/ 717257 w 941214"/>
              <a:gd name="csY62" fmla="*/ 384353 h 941174"/>
              <a:gd name="csX63" fmla="*/ 753497 w 941214"/>
              <a:gd name="csY63" fmla="*/ 538200 h 941174"/>
              <a:gd name="csX64" fmla="*/ 890628 w 941214"/>
              <a:gd name="csY64" fmla="*/ 193402 h 941174"/>
              <a:gd name="csX65" fmla="*/ 775585 w 941214"/>
              <a:gd name="csY65" fmla="*/ 308407 h 941174"/>
              <a:gd name="csX66" fmla="*/ 704147 w 941214"/>
              <a:gd name="csY66" fmla="*/ 338024 h 941174"/>
              <a:gd name="csX67" fmla="*/ 636802 w 941214"/>
              <a:gd name="csY67" fmla="*/ 338024 h 941174"/>
              <a:gd name="csX68" fmla="*/ 797832 w 941214"/>
              <a:gd name="csY68" fmla="*/ 176956 h 941174"/>
              <a:gd name="csX69" fmla="*/ 883780 w 941214"/>
              <a:gd name="csY69" fmla="*/ 176956 h 941174"/>
              <a:gd name="csX70" fmla="*/ 892896 w 941214"/>
              <a:gd name="csY70" fmla="*/ 182835 h 941174"/>
              <a:gd name="csX71" fmla="*/ 890626 w 941214"/>
              <a:gd name="csY71" fmla="*/ 193402 h 9411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941214" h="941174">
                <a:moveTo>
                  <a:pt x="883779" y="129327"/>
                </a:moveTo>
                <a:lnTo>
                  <a:pt x="811783" y="129327"/>
                </a:lnTo>
                <a:lnTo>
                  <a:pt x="811783" y="57368"/>
                </a:lnTo>
                <a:cubicBezTo>
                  <a:pt x="811858" y="34151"/>
                  <a:pt x="797943" y="13241"/>
                  <a:pt x="776511" y="4348"/>
                </a:cubicBezTo>
                <a:cubicBezTo>
                  <a:pt x="755080" y="-4507"/>
                  <a:pt x="730449" y="404"/>
                  <a:pt x="714078" y="16887"/>
                </a:cubicBezTo>
                <a:lnTo>
                  <a:pt x="599073" y="131815"/>
                </a:lnTo>
                <a:cubicBezTo>
                  <a:pt x="586162" y="144764"/>
                  <a:pt x="575782" y="160018"/>
                  <a:pt x="568452" y="176799"/>
                </a:cubicBezTo>
                <a:cubicBezTo>
                  <a:pt x="516697" y="152801"/>
                  <a:pt x="460400" y="140225"/>
                  <a:pt x="403365" y="139927"/>
                </a:cubicBezTo>
                <a:lnTo>
                  <a:pt x="402955" y="139927"/>
                </a:lnTo>
                <a:cubicBezTo>
                  <a:pt x="286493" y="139257"/>
                  <a:pt x="175546" y="189264"/>
                  <a:pt x="98937" y="276963"/>
                </a:cubicBezTo>
                <a:cubicBezTo>
                  <a:pt x="22327" y="364623"/>
                  <a:pt x="-12354" y="481303"/>
                  <a:pt x="3947" y="596613"/>
                </a:cubicBezTo>
                <a:cubicBezTo>
                  <a:pt x="20243" y="711884"/>
                  <a:pt x="85877" y="814383"/>
                  <a:pt x="183769" y="877410"/>
                </a:cubicBezTo>
                <a:cubicBezTo>
                  <a:pt x="281696" y="940438"/>
                  <a:pt x="402139" y="957740"/>
                  <a:pt x="513829" y="924849"/>
                </a:cubicBezTo>
                <a:cubicBezTo>
                  <a:pt x="625529" y="891958"/>
                  <a:pt x="717388" y="812073"/>
                  <a:pt x="765461" y="706031"/>
                </a:cubicBezTo>
                <a:cubicBezTo>
                  <a:pt x="813570" y="600027"/>
                  <a:pt x="813160" y="478288"/>
                  <a:pt x="764345" y="372580"/>
                </a:cubicBezTo>
                <a:cubicBezTo>
                  <a:pt x="781125" y="365250"/>
                  <a:pt x="796417" y="354869"/>
                  <a:pt x="809403" y="341996"/>
                </a:cubicBezTo>
                <a:lnTo>
                  <a:pt x="924265" y="227067"/>
                </a:lnTo>
                <a:cubicBezTo>
                  <a:pt x="940785" y="210734"/>
                  <a:pt x="945733" y="186028"/>
                  <a:pt x="936878" y="164597"/>
                </a:cubicBezTo>
                <a:cubicBezTo>
                  <a:pt x="927985" y="143128"/>
                  <a:pt x="907000" y="129175"/>
                  <a:pt x="883783" y="129288"/>
                </a:cubicBezTo>
                <a:close/>
                <a:moveTo>
                  <a:pt x="747753" y="50522"/>
                </a:moveTo>
                <a:cubicBezTo>
                  <a:pt x="750469" y="47695"/>
                  <a:pt x="754673" y="46802"/>
                  <a:pt x="758283" y="48290"/>
                </a:cubicBezTo>
                <a:cubicBezTo>
                  <a:pt x="761929" y="49816"/>
                  <a:pt x="764273" y="53425"/>
                  <a:pt x="764161" y="57369"/>
                </a:cubicBezTo>
                <a:lnTo>
                  <a:pt x="764161" y="143316"/>
                </a:lnTo>
                <a:lnTo>
                  <a:pt x="603170" y="304346"/>
                </a:lnTo>
                <a:lnTo>
                  <a:pt x="603170" y="237001"/>
                </a:lnTo>
                <a:cubicBezTo>
                  <a:pt x="603095" y="210175"/>
                  <a:pt x="613737" y="184465"/>
                  <a:pt x="632712" y="165564"/>
                </a:cubicBezTo>
                <a:close/>
                <a:moveTo>
                  <a:pt x="414378" y="493140"/>
                </a:moveTo>
                <a:cubicBezTo>
                  <a:pt x="393542" y="487559"/>
                  <a:pt x="371589" y="496674"/>
                  <a:pt x="360799" y="515352"/>
                </a:cubicBezTo>
                <a:cubicBezTo>
                  <a:pt x="350010" y="533992"/>
                  <a:pt x="353098" y="557582"/>
                  <a:pt x="368352" y="572837"/>
                </a:cubicBezTo>
                <a:cubicBezTo>
                  <a:pt x="383608" y="588092"/>
                  <a:pt x="407196" y="591180"/>
                  <a:pt x="425838" y="580390"/>
                </a:cubicBezTo>
                <a:cubicBezTo>
                  <a:pt x="444515" y="569600"/>
                  <a:pt x="453632" y="547648"/>
                  <a:pt x="448013" y="526812"/>
                </a:cubicBezTo>
                <a:lnTo>
                  <a:pt x="542332" y="432530"/>
                </a:lnTo>
                <a:lnTo>
                  <a:pt x="542370" y="432530"/>
                </a:lnTo>
                <a:cubicBezTo>
                  <a:pt x="578684" y="480341"/>
                  <a:pt x="588097" y="543334"/>
                  <a:pt x="567410" y="599703"/>
                </a:cubicBezTo>
                <a:cubicBezTo>
                  <a:pt x="546685" y="656035"/>
                  <a:pt x="498651" y="697963"/>
                  <a:pt x="440013" y="710841"/>
                </a:cubicBezTo>
                <a:cubicBezTo>
                  <a:pt x="381375" y="723752"/>
                  <a:pt x="320207" y="705855"/>
                  <a:pt x="277755" y="663402"/>
                </a:cubicBezTo>
                <a:cubicBezTo>
                  <a:pt x="235302" y="620949"/>
                  <a:pt x="217442" y="559779"/>
                  <a:pt x="230352" y="501143"/>
                </a:cubicBezTo>
                <a:cubicBezTo>
                  <a:pt x="243226" y="442543"/>
                  <a:pt x="285121" y="394511"/>
                  <a:pt x="341490" y="373784"/>
                </a:cubicBezTo>
                <a:cubicBezTo>
                  <a:pt x="397822" y="353060"/>
                  <a:pt x="460848" y="362511"/>
                  <a:pt x="508663" y="398825"/>
                </a:cubicBezTo>
                <a:close/>
                <a:moveTo>
                  <a:pt x="753487" y="538198"/>
                </a:moveTo>
                <a:cubicBezTo>
                  <a:pt x="753524" y="631215"/>
                  <a:pt x="716614" y="720440"/>
                  <a:pt x="650836" y="786257"/>
                </a:cubicBezTo>
                <a:cubicBezTo>
                  <a:pt x="585091" y="852039"/>
                  <a:pt x="495864" y="889022"/>
                  <a:pt x="402852" y="889022"/>
                </a:cubicBezTo>
                <a:cubicBezTo>
                  <a:pt x="309841" y="889022"/>
                  <a:pt x="220649" y="852076"/>
                  <a:pt x="154869" y="786295"/>
                </a:cubicBezTo>
                <a:cubicBezTo>
                  <a:pt x="89089" y="720515"/>
                  <a:pt x="52142" y="631324"/>
                  <a:pt x="52142" y="538312"/>
                </a:cubicBezTo>
                <a:cubicBezTo>
                  <a:pt x="52142" y="445300"/>
                  <a:pt x="89125" y="356070"/>
                  <a:pt x="154907" y="290329"/>
                </a:cubicBezTo>
                <a:cubicBezTo>
                  <a:pt x="220727" y="224547"/>
                  <a:pt x="309945" y="187640"/>
                  <a:pt x="402967" y="187678"/>
                </a:cubicBezTo>
                <a:lnTo>
                  <a:pt x="403487" y="187678"/>
                </a:lnTo>
                <a:lnTo>
                  <a:pt x="403450" y="187678"/>
                </a:lnTo>
                <a:cubicBezTo>
                  <a:pt x="456656" y="187901"/>
                  <a:pt x="509121" y="200291"/>
                  <a:pt x="556822" y="223880"/>
                </a:cubicBezTo>
                <a:cubicBezTo>
                  <a:pt x="556450" y="228233"/>
                  <a:pt x="555557" y="232512"/>
                  <a:pt x="555557" y="236940"/>
                </a:cubicBezTo>
                <a:lnTo>
                  <a:pt x="555557" y="351907"/>
                </a:lnTo>
                <a:lnTo>
                  <a:pt x="542646" y="364781"/>
                </a:lnTo>
                <a:lnTo>
                  <a:pt x="542608" y="364781"/>
                </a:lnTo>
                <a:cubicBezTo>
                  <a:pt x="482668" y="316412"/>
                  <a:pt x="402039" y="302310"/>
                  <a:pt x="329268" y="327462"/>
                </a:cubicBezTo>
                <a:cubicBezTo>
                  <a:pt x="256454" y="352614"/>
                  <a:pt x="201718" y="413447"/>
                  <a:pt x="184383" y="488530"/>
                </a:cubicBezTo>
                <a:cubicBezTo>
                  <a:pt x="167082" y="563576"/>
                  <a:pt x="189629" y="642273"/>
                  <a:pt x="244063" y="696737"/>
                </a:cubicBezTo>
                <a:cubicBezTo>
                  <a:pt x="298534" y="751245"/>
                  <a:pt x="377194" y="773867"/>
                  <a:pt x="452270" y="756640"/>
                </a:cubicBezTo>
                <a:cubicBezTo>
                  <a:pt x="527316" y="739376"/>
                  <a:pt x="588258" y="684719"/>
                  <a:pt x="613452" y="611946"/>
                </a:cubicBezTo>
                <a:cubicBezTo>
                  <a:pt x="638678" y="539132"/>
                  <a:pt x="624651" y="458508"/>
                  <a:pt x="576319" y="398529"/>
                </a:cubicBezTo>
                <a:lnTo>
                  <a:pt x="589193" y="385655"/>
                </a:lnTo>
                <a:lnTo>
                  <a:pt x="704160" y="385655"/>
                </a:lnTo>
                <a:cubicBezTo>
                  <a:pt x="708588" y="385655"/>
                  <a:pt x="712867" y="384762"/>
                  <a:pt x="717257" y="384390"/>
                </a:cubicBezTo>
                <a:lnTo>
                  <a:pt x="717257" y="384353"/>
                </a:lnTo>
                <a:cubicBezTo>
                  <a:pt x="740921" y="432200"/>
                  <a:pt x="753311" y="484851"/>
                  <a:pt x="753497" y="538200"/>
                </a:cubicBezTo>
                <a:close/>
                <a:moveTo>
                  <a:pt x="890628" y="193402"/>
                </a:moveTo>
                <a:lnTo>
                  <a:pt x="775585" y="308407"/>
                </a:lnTo>
                <a:cubicBezTo>
                  <a:pt x="756683" y="327420"/>
                  <a:pt x="730973" y="338098"/>
                  <a:pt x="704147" y="338024"/>
                </a:cubicBezTo>
                <a:lnTo>
                  <a:pt x="636802" y="338024"/>
                </a:lnTo>
                <a:lnTo>
                  <a:pt x="797832" y="176956"/>
                </a:lnTo>
                <a:lnTo>
                  <a:pt x="883780" y="176956"/>
                </a:lnTo>
                <a:cubicBezTo>
                  <a:pt x="887761" y="176845"/>
                  <a:pt x="891370" y="179189"/>
                  <a:pt x="892896" y="182835"/>
                </a:cubicBezTo>
                <a:cubicBezTo>
                  <a:pt x="894384" y="186481"/>
                  <a:pt x="893491" y="190686"/>
                  <a:pt x="890626" y="193402"/>
                </a:cubicBezTo>
                <a:close/>
              </a:path>
            </a:pathLst>
          </a:custGeom>
          <a:solidFill>
            <a:srgbClr val="00B388"/>
          </a:solidFill>
          <a:ln w="9525" cap="flat">
            <a:noFill/>
            <a:prstDash val="solid"/>
            <a:miter/>
          </a:ln>
        </p:spPr>
        <p:txBody>
          <a:bodyPr/>
          <a:lstStyle/>
          <a:p>
            <a:endParaRPr lang="fr-FR"/>
          </a:p>
        </p:txBody>
      </p:sp>
      <p:sp>
        <p:nvSpPr>
          <p:cNvPr id="3" name="Rectangle 2">
            <a:extLst>
              <a:ext uri="{FF2B5EF4-FFF2-40B4-BE49-F238E27FC236}">
                <a16:creationId xmlns:a16="http://schemas.microsoft.com/office/drawing/2014/main" id="{25FF78E6-ED76-A2BE-A23E-41990F1F5AE0}"/>
              </a:ext>
            </a:extLst>
          </p:cNvPr>
          <p:cNvSpPr/>
          <p:nvPr/>
        </p:nvSpPr>
        <p:spPr>
          <a:xfrm>
            <a:off x="909261" y="5696332"/>
            <a:ext cx="10577414" cy="605103"/>
          </a:xfrm>
          <a:prstGeom prst="rect">
            <a:avLst/>
          </a:prstGeom>
          <a:solidFill>
            <a:schemeClr val="bg1"/>
          </a:solidFill>
          <a:ln w="19050">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ctr">
              <a:spcBef>
                <a:spcPts val="600"/>
              </a:spcBef>
            </a:pPr>
            <a:r>
              <a:rPr lang="fr-FR" sz="1200" b="1">
                <a:solidFill>
                  <a:srgbClr val="00B388"/>
                </a:solidFill>
                <a:latin typeface="Avenir LT Std 65 Medium" panose="020B0803020203020204" pitchFamily="34" charset="0"/>
              </a:rPr>
              <a:t>PROCHAINE ÉTAPE</a:t>
            </a:r>
          </a:p>
          <a:p>
            <a:pPr algn="ctr">
              <a:spcBef>
                <a:spcPts val="600"/>
              </a:spcBef>
            </a:pPr>
            <a:r>
              <a:rPr lang="fr-FR" sz="1200" b="1">
                <a:solidFill>
                  <a:schemeClr val="tx1"/>
                </a:solidFill>
                <a:latin typeface="Avenir LT Std 65 Medium" panose="020B0803020203020204" pitchFamily="34" charset="0"/>
              </a:rPr>
              <a:t>Développer le kit </a:t>
            </a:r>
            <a:r>
              <a:rPr lang="fr-FR" sz="1200">
                <a:solidFill>
                  <a:schemeClr val="tx1"/>
                </a:solidFill>
                <a:latin typeface="Avenir LT Std 45 Book" panose="020B0502020203020204" pitchFamily="34" charset="0"/>
              </a:rPr>
              <a:t>actuellement au format PPT </a:t>
            </a:r>
            <a:r>
              <a:rPr lang="fr-FR" sz="1200" b="1">
                <a:solidFill>
                  <a:schemeClr val="tx1"/>
                </a:solidFill>
                <a:latin typeface="Avenir LT Std 65 Medium" panose="020B0803020203020204" pitchFamily="34" charset="0"/>
              </a:rPr>
              <a:t>sous un format accessible facilement, dynamique et « </a:t>
            </a:r>
            <a:r>
              <a:rPr lang="fr-FR" sz="1200" b="1" i="1">
                <a:solidFill>
                  <a:schemeClr val="tx1"/>
                </a:solidFill>
                <a:latin typeface="Avenir LT Std 65 Medium" panose="020B0803020203020204" pitchFamily="34" charset="0"/>
              </a:rPr>
              <a:t>user-</a:t>
            </a:r>
            <a:r>
              <a:rPr lang="fr-FR" sz="1200" b="1" i="1" err="1">
                <a:solidFill>
                  <a:schemeClr val="tx1"/>
                </a:solidFill>
                <a:latin typeface="Avenir LT Std 65 Medium" panose="020B0803020203020204" pitchFamily="34" charset="0"/>
              </a:rPr>
              <a:t>friendly</a:t>
            </a:r>
            <a:r>
              <a:rPr lang="fr-FR" sz="1200" b="1">
                <a:solidFill>
                  <a:schemeClr val="tx1"/>
                </a:solidFill>
                <a:latin typeface="Avenir LT Std 65 Medium" panose="020B0803020203020204" pitchFamily="34" charset="0"/>
              </a:rPr>
              <a:t> » : de type application</a:t>
            </a:r>
          </a:p>
        </p:txBody>
      </p:sp>
      <p:grpSp>
        <p:nvGrpSpPr>
          <p:cNvPr id="7" name="Groupe 6">
            <a:extLst>
              <a:ext uri="{FF2B5EF4-FFF2-40B4-BE49-F238E27FC236}">
                <a16:creationId xmlns:a16="http://schemas.microsoft.com/office/drawing/2014/main" id="{446F0CE9-2FD4-9578-E4CF-058BA052F0C1}"/>
              </a:ext>
            </a:extLst>
          </p:cNvPr>
          <p:cNvGrpSpPr/>
          <p:nvPr/>
        </p:nvGrpSpPr>
        <p:grpSpPr>
          <a:xfrm>
            <a:off x="705326" y="5825667"/>
            <a:ext cx="442978" cy="365682"/>
            <a:chOff x="123361" y="5524559"/>
            <a:chExt cx="442978" cy="365682"/>
          </a:xfrm>
        </p:grpSpPr>
        <p:sp>
          <p:nvSpPr>
            <p:cNvPr id="6" name="Rectangle 5">
              <a:extLst>
                <a:ext uri="{FF2B5EF4-FFF2-40B4-BE49-F238E27FC236}">
                  <a16:creationId xmlns:a16="http://schemas.microsoft.com/office/drawing/2014/main" id="{825F92C5-7128-A5D9-AC75-4DFD11BD131B}"/>
                </a:ext>
              </a:extLst>
            </p:cNvPr>
            <p:cNvSpPr/>
            <p:nvPr/>
          </p:nvSpPr>
          <p:spPr>
            <a:xfrm rot="7357085">
              <a:off x="164308" y="5488209"/>
              <a:ext cx="362432" cy="4416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b="1"/>
            </a:p>
          </p:txBody>
        </p:sp>
        <p:sp>
          <p:nvSpPr>
            <p:cNvPr id="5" name="Google Shape;5120;p20">
              <a:extLst>
                <a:ext uri="{FF2B5EF4-FFF2-40B4-BE49-F238E27FC236}">
                  <a16:creationId xmlns:a16="http://schemas.microsoft.com/office/drawing/2014/main" id="{0516CBC6-C7F7-BED9-2329-71A2CFE64D87}"/>
                </a:ext>
              </a:extLst>
            </p:cNvPr>
            <p:cNvSpPr/>
            <p:nvPr/>
          </p:nvSpPr>
          <p:spPr>
            <a:xfrm rot="7237020">
              <a:off x="162961" y="5484959"/>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grpSp>
    </p:spTree>
    <p:extLst>
      <p:ext uri="{BB962C8B-B14F-4D97-AF65-F5344CB8AC3E}">
        <p14:creationId xmlns:p14="http://schemas.microsoft.com/office/powerpoint/2010/main" val="1376382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A3C83-118C-7198-B4A9-97C549061CEC}"/>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A7C4A76C-AEC7-24A5-7934-41EC153C2EEC}"/>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Besoins FONCTIONNELS (1/2)</a:t>
            </a:r>
          </a:p>
        </p:txBody>
      </p:sp>
      <p:sp>
        <p:nvSpPr>
          <p:cNvPr id="2" name="Rectangle 1">
            <a:extLst>
              <a:ext uri="{FF2B5EF4-FFF2-40B4-BE49-F238E27FC236}">
                <a16:creationId xmlns:a16="http://schemas.microsoft.com/office/drawing/2014/main" id="{40ECA8A9-82B7-7EBD-ED99-FF5B5A3A9EE3}"/>
              </a:ext>
            </a:extLst>
          </p:cNvPr>
          <p:cNvSpPr/>
          <p:nvPr/>
        </p:nvSpPr>
        <p:spPr>
          <a:xfrm>
            <a:off x="519953" y="1104142"/>
            <a:ext cx="11337621" cy="4811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400" u="sng">
                <a:solidFill>
                  <a:schemeClr val="tx1"/>
                </a:solidFill>
                <a:latin typeface="Avenir LT Std 45 Book" panose="020B0502020203020204" pitchFamily="34" charset="0"/>
              </a:rPr>
              <a:t>Contenu des « pages » :</a:t>
            </a:r>
          </a:p>
          <a:p>
            <a:pPr marL="285750" indent="-285750">
              <a:buFont typeface="Arial" panose="020B0604020202020204" pitchFamily="34" charset="0"/>
              <a:buChar char="•"/>
            </a:pPr>
            <a:r>
              <a:rPr lang="fr-FR" sz="1200">
                <a:solidFill>
                  <a:schemeClr val="tx1"/>
                </a:solidFill>
                <a:latin typeface="Avenir LT Std 65 Medium" panose="020B0803020203020204" pitchFamily="34" charset="0"/>
              </a:rPr>
              <a:t>Cf contenu du kit en version PPT à date</a:t>
            </a:r>
            <a:r>
              <a:rPr lang="fr-FR" sz="1200">
                <a:solidFill>
                  <a:schemeClr val="tx1"/>
                </a:solidFill>
                <a:latin typeface="Avenir LT Std 45 Book" panose="020B0502020203020204" pitchFamily="34" charset="0"/>
              </a:rPr>
              <a:t>, avec à développer en complément : </a:t>
            </a:r>
          </a:p>
          <a:p>
            <a:pPr marL="742950" lvl="1" indent="-285750">
              <a:buFont typeface="Arial" panose="020B0604020202020204" pitchFamily="34" charset="0"/>
              <a:buChar char="•"/>
            </a:pPr>
            <a:r>
              <a:rPr lang="fr-FR" sz="1200">
                <a:solidFill>
                  <a:srgbClr val="DC582A"/>
                </a:solidFill>
                <a:latin typeface="Avenir LT Std 65 Medium" panose="020B0803020203020204" pitchFamily="34" charset="0"/>
              </a:rPr>
              <a:t>Cases à cocher </a:t>
            </a:r>
            <a:r>
              <a:rPr lang="fr-FR" sz="1200">
                <a:solidFill>
                  <a:srgbClr val="DC582A"/>
                </a:solidFill>
                <a:latin typeface="Avenir LT Std 45 Book" panose="020B0502020203020204" pitchFamily="34" charset="0"/>
              </a:rPr>
              <a:t>sur chaque item des checklists (</a:t>
            </a:r>
            <a:r>
              <a:rPr lang="fr-FR" sz="1200">
                <a:solidFill>
                  <a:srgbClr val="DC582A"/>
                </a:solidFill>
                <a:latin typeface="Avenir LT Std 35 Light" panose="020B0402020203020204" pitchFamily="34" charset="0"/>
                <a:sym typeface="Wingdings" panose="05000000000000000000" pitchFamily="2" charset="2"/>
              </a:rPr>
              <a:t>vide, en cours, fait)</a:t>
            </a:r>
            <a:endParaRPr lang="fr-FR" sz="1200">
              <a:solidFill>
                <a:srgbClr val="DC582A"/>
              </a:solidFill>
              <a:latin typeface="Avenir LT Std 35 Light" panose="020B0402020203020204" pitchFamily="34" charset="0"/>
            </a:endParaRPr>
          </a:p>
          <a:p>
            <a:pPr marL="742950" lvl="1" indent="-285750">
              <a:buFont typeface="Arial" panose="020B0604020202020204" pitchFamily="34" charset="0"/>
              <a:buChar char="•"/>
            </a:pPr>
            <a:r>
              <a:rPr lang="fr-FR" sz="1200">
                <a:solidFill>
                  <a:schemeClr val="tx1"/>
                </a:solidFill>
                <a:latin typeface="Avenir LT Std 35 Light" panose="020B0402020203020204" pitchFamily="34" charset="0"/>
                <a:sym typeface="Wingdings" panose="05000000000000000000" pitchFamily="2" charset="2"/>
              </a:rPr>
              <a:t>Avoir un </a:t>
            </a:r>
            <a:r>
              <a:rPr lang="fr-FR" sz="1200">
                <a:solidFill>
                  <a:schemeClr val="tx1"/>
                </a:solidFill>
                <a:latin typeface="Avenir LT Std 65 Medium" panose="020B0803020203020204" pitchFamily="34" charset="0"/>
                <a:sym typeface="Wingdings" panose="05000000000000000000" pitchFamily="2" charset="2"/>
              </a:rPr>
              <a:t>mécanisme de suivi de l’avancement des check-lists </a:t>
            </a:r>
            <a:r>
              <a:rPr lang="fr-FR" sz="1200">
                <a:solidFill>
                  <a:schemeClr val="tx1"/>
                </a:solidFill>
                <a:latin typeface="Avenir LT Std 35 Light" panose="020B0402020203020204" pitchFamily="34" charset="0"/>
                <a:sym typeface="Wingdings" panose="05000000000000000000" pitchFamily="2" charset="2"/>
              </a:rPr>
              <a:t>(date de révision, suivi des actions cochées)  </a:t>
            </a:r>
            <a:r>
              <a:rPr lang="fr-FR" sz="1200" i="1">
                <a:solidFill>
                  <a:schemeClr val="tx1"/>
                </a:solidFill>
                <a:latin typeface="Avenir LT Std 35 Light" panose="020B0402020203020204" pitchFamily="34" charset="0"/>
                <a:sym typeface="Wingdings" panose="05000000000000000000" pitchFamily="2" charset="2"/>
              </a:rPr>
              <a:t>solution technique à proposer par la DSI</a:t>
            </a:r>
            <a:endParaRPr lang="fr-FR" sz="1200" i="1">
              <a:solidFill>
                <a:schemeClr val="tx1"/>
              </a:solidFill>
              <a:latin typeface="Avenir LT Std 45 Book" panose="020B0502020203020204" pitchFamily="34" charset="0"/>
            </a:endParaRPr>
          </a:p>
          <a:p>
            <a:pPr marL="742950" lvl="1" indent="-285750">
              <a:buFont typeface="Arial" panose="020B0604020202020204" pitchFamily="34" charset="0"/>
              <a:buChar char="•"/>
            </a:pPr>
            <a:r>
              <a:rPr lang="fr-FR" sz="1200">
                <a:solidFill>
                  <a:srgbClr val="DC582A"/>
                </a:solidFill>
                <a:latin typeface="Avenir LT Std 65 Medium" panose="020B0803020203020204" pitchFamily="34" charset="0"/>
              </a:rPr>
              <a:t>Zone de texte libre </a:t>
            </a:r>
            <a:r>
              <a:rPr lang="fr-FR" sz="1200">
                <a:solidFill>
                  <a:srgbClr val="DC582A"/>
                </a:solidFill>
                <a:latin typeface="Avenir LT Std 45 Book" panose="020B0502020203020204" pitchFamily="34" charset="0"/>
              </a:rPr>
              <a:t>permettant à l'utilisateur de mettre des commentaires libres (texte simple avec possibilité d’un retour à la ligne) sur les pages de zoom et sur les pages de checklist. </a:t>
            </a:r>
          </a:p>
          <a:p>
            <a:pPr marL="742950" lvl="1" indent="-285750">
              <a:buFont typeface="Arial" panose="020B0604020202020204" pitchFamily="34" charset="0"/>
              <a:buChar char="•"/>
            </a:pPr>
            <a:r>
              <a:rPr lang="fr-FR" sz="1200">
                <a:solidFill>
                  <a:schemeClr val="tx1"/>
                </a:solidFill>
                <a:latin typeface="Avenir LT Std 65 Medium" panose="020B0803020203020204" pitchFamily="34" charset="0"/>
              </a:rPr>
              <a:t>Fonction "like" </a:t>
            </a:r>
            <a:r>
              <a:rPr lang="fr-FR" sz="1200">
                <a:solidFill>
                  <a:schemeClr val="tx1"/>
                </a:solidFill>
                <a:latin typeface="Avenir LT Std 45 Book" panose="020B0502020203020204" pitchFamily="34" charset="0"/>
              </a:rPr>
              <a:t>sur les ressources, permettant de suivre les contenus les plus likés</a:t>
            </a:r>
          </a:p>
          <a:p>
            <a:pPr marL="742950" lvl="1" indent="-285750">
              <a:buFont typeface="Arial" panose="020B0604020202020204" pitchFamily="34" charset="0"/>
              <a:buChar char="•"/>
            </a:pPr>
            <a:r>
              <a:rPr lang="fr-FR" sz="1200">
                <a:solidFill>
                  <a:schemeClr val="tx1"/>
                </a:solidFill>
                <a:latin typeface="Avenir LT Std 65 Medium" panose="020B0803020203020204" pitchFamily="34" charset="0"/>
                <a:sym typeface="Wingdings" panose="05000000000000000000" pitchFamily="2" charset="2"/>
              </a:rPr>
              <a:t>Les ressources </a:t>
            </a:r>
            <a:r>
              <a:rPr lang="fr-FR" sz="1200">
                <a:solidFill>
                  <a:schemeClr val="tx1"/>
                </a:solidFill>
                <a:latin typeface="Avenir LT Std 35 Light" panose="020B0402020203020204" pitchFamily="34" charset="0"/>
                <a:sym typeface="Wingdings" panose="05000000000000000000" pitchFamily="2" charset="2"/>
              </a:rPr>
              <a:t>non disponibles à date devront être grisées</a:t>
            </a:r>
          </a:p>
          <a:p>
            <a:pPr marL="742950" lvl="1" indent="-285750">
              <a:buFont typeface="Arial" panose="020B0604020202020204" pitchFamily="34" charset="0"/>
              <a:buChar char="•"/>
            </a:pPr>
            <a:r>
              <a:rPr lang="fr-FR" sz="1200">
                <a:solidFill>
                  <a:schemeClr val="tx1"/>
                </a:solidFill>
                <a:latin typeface="Avenir LT Std 35 Light" panose="020B0402020203020204" pitchFamily="34" charset="0"/>
                <a:sym typeface="Wingdings" panose="05000000000000000000" pitchFamily="2" charset="2"/>
              </a:rPr>
              <a:t>Avoir un </a:t>
            </a:r>
            <a:r>
              <a:rPr lang="fr-FR" sz="1200">
                <a:solidFill>
                  <a:schemeClr val="tx1"/>
                </a:solidFill>
                <a:latin typeface="Avenir LT Std 65 Medium" panose="020B0803020203020204" pitchFamily="34" charset="0"/>
                <a:sym typeface="Wingdings" panose="05000000000000000000" pitchFamily="2" charset="2"/>
              </a:rPr>
              <a:t>format plus aéré </a:t>
            </a:r>
            <a:r>
              <a:rPr lang="fr-FR" sz="1200">
                <a:solidFill>
                  <a:schemeClr val="tx1"/>
                </a:solidFill>
                <a:latin typeface="Avenir LT Std 35 Light" panose="020B0402020203020204" pitchFamily="34" charset="0"/>
                <a:sym typeface="Wingdings" panose="05000000000000000000" pitchFamily="2" charset="2"/>
              </a:rPr>
              <a:t>(images…)</a:t>
            </a:r>
          </a:p>
          <a:p>
            <a:pPr marL="742950" lvl="1" indent="-285750">
              <a:buFont typeface="Arial" panose="020B0604020202020204" pitchFamily="34" charset="0"/>
              <a:buChar char="•"/>
            </a:pPr>
            <a:r>
              <a:rPr lang="fr-FR" sz="1200">
                <a:solidFill>
                  <a:schemeClr val="tx1"/>
                </a:solidFill>
                <a:latin typeface="Avenir LT Std 45 Book" panose="020B0502020203020204" pitchFamily="34" charset="0"/>
              </a:rPr>
              <a:t>Respect de la </a:t>
            </a:r>
            <a:r>
              <a:rPr lang="fr-FR" sz="1200" b="1">
                <a:solidFill>
                  <a:schemeClr val="tx1"/>
                </a:solidFill>
                <a:latin typeface="Avenir LT Std 65 Medium" panose="020B0803020203020204" pitchFamily="34" charset="0"/>
              </a:rPr>
              <a:t>charte graphique </a:t>
            </a:r>
            <a:r>
              <a:rPr lang="fr-FR" sz="1200" b="1">
                <a:solidFill>
                  <a:schemeClr val="tx1"/>
                </a:solidFill>
                <a:latin typeface="Avenir LT Std 45 Book" panose="020B0502020203020204" pitchFamily="34" charset="0"/>
              </a:rPr>
              <a:t>G</a:t>
            </a:r>
            <a:r>
              <a:rPr lang="fr-FR" sz="1200">
                <a:solidFill>
                  <a:schemeClr val="tx1"/>
                </a:solidFill>
                <a:latin typeface="Avenir LT Std 45 Book" panose="020B0502020203020204" pitchFamily="34" charset="0"/>
              </a:rPr>
              <a:t>roupe</a:t>
            </a:r>
          </a:p>
          <a:p>
            <a:pPr marL="285750" indent="-285750">
              <a:buFont typeface="Arial" panose="020B0604020202020204" pitchFamily="34" charset="0"/>
              <a:buChar char="•"/>
            </a:pPr>
            <a:r>
              <a:rPr lang="fr-FR" sz="1200">
                <a:solidFill>
                  <a:schemeClr val="tx1"/>
                </a:solidFill>
                <a:latin typeface="Avenir LT Std 45 Book" panose="020B0502020203020204" pitchFamily="34" charset="0"/>
              </a:rPr>
              <a:t>La solution technique devra permettre la possibilité d’incorporer différents formats sur les pages : vidéo courte sur la page d’introduction, images sur les pages, audio (pour les bonnes questions à se poser)…</a:t>
            </a:r>
          </a:p>
          <a:p>
            <a:endParaRPr lang="fr-FR" sz="1200">
              <a:solidFill>
                <a:schemeClr val="tx1"/>
              </a:solidFill>
              <a:latin typeface="Avenir LT Std 45 Book" panose="020B0502020203020204" pitchFamily="34" charset="0"/>
            </a:endParaRPr>
          </a:p>
          <a:p>
            <a:endParaRPr lang="fr-FR" sz="1200">
              <a:solidFill>
                <a:schemeClr val="tx1"/>
              </a:solidFill>
              <a:latin typeface="Avenir LT Std 45 Book" panose="020B0502020203020204" pitchFamily="34" charset="0"/>
            </a:endParaRPr>
          </a:p>
          <a:p>
            <a:endParaRPr lang="fr-FR" sz="1200">
              <a:solidFill>
                <a:schemeClr val="tx1"/>
              </a:solidFill>
              <a:latin typeface="Avenir LT Std 45 Book" panose="020B0502020203020204" pitchFamily="34" charset="0"/>
            </a:endParaRPr>
          </a:p>
          <a:p>
            <a:r>
              <a:rPr lang="fr-FR" sz="1400" u="sng">
                <a:solidFill>
                  <a:schemeClr val="tx1"/>
                </a:solidFill>
                <a:latin typeface="Avenir LT Std 45 Book" panose="020B0502020203020204" pitchFamily="34" charset="0"/>
              </a:rPr>
              <a:t>Navigation :</a:t>
            </a:r>
          </a:p>
          <a:p>
            <a:pPr marL="171450" indent="-171450">
              <a:buFont typeface="Arial" panose="020B0604020202020204" pitchFamily="34" charset="0"/>
              <a:buChar char="•"/>
            </a:pPr>
            <a:r>
              <a:rPr lang="fr-FR" sz="1200">
                <a:solidFill>
                  <a:schemeClr val="tx1"/>
                </a:solidFill>
                <a:latin typeface="Avenir LT Std 65 Medium" panose="020B0803020203020204" pitchFamily="34" charset="0"/>
              </a:rPr>
              <a:t>Navigation fluide </a:t>
            </a:r>
            <a:r>
              <a:rPr lang="fr-FR" sz="1200">
                <a:solidFill>
                  <a:schemeClr val="tx1"/>
                </a:solidFill>
                <a:latin typeface="Avenir LT Std 45 Book" panose="020B0502020203020204" pitchFamily="34" charset="0"/>
              </a:rPr>
              <a:t>avec liens cliquables entre les cas d’usage, les questions de la checklist et les ressources associées. Icônes clic, boutons retours, loupes… Une proposition de navigation est proposée dans la version PPT mais pourrait être adaptée selon les solutions techniques possibles </a:t>
            </a:r>
            <a:r>
              <a:rPr lang="fr-FR" sz="1200">
                <a:solidFill>
                  <a:schemeClr val="tx1"/>
                </a:solidFill>
                <a:latin typeface="Avenir LT Std 45 Book" panose="020B0502020203020204" pitchFamily="34" charset="0"/>
                <a:sym typeface="Wingdings" panose="05000000000000000000" pitchFamily="2" charset="2"/>
              </a:rPr>
              <a:t> </a:t>
            </a:r>
            <a:r>
              <a:rPr lang="fr-FR" sz="1200" i="1">
                <a:solidFill>
                  <a:schemeClr val="tx1"/>
                </a:solidFill>
                <a:latin typeface="Avenir LT Std 45 Book" panose="020B0502020203020204" pitchFamily="34" charset="0"/>
                <a:sym typeface="Wingdings" panose="05000000000000000000" pitchFamily="2" charset="2"/>
              </a:rPr>
              <a:t>solution technique à proposer par la DSI </a:t>
            </a:r>
            <a:r>
              <a:rPr lang="fr-FR" sz="1200">
                <a:solidFill>
                  <a:schemeClr val="tx1"/>
                </a:solidFill>
                <a:latin typeface="Avenir LT Std 45 Book" panose="020B0502020203020204" pitchFamily="34" charset="0"/>
                <a:sym typeface="Wingdings" panose="05000000000000000000" pitchFamily="2" charset="2"/>
              </a:rPr>
              <a:t>(ex. fenêtre pop-up des bonnes questions à se poser…). </a:t>
            </a:r>
          </a:p>
          <a:p>
            <a:pPr marL="171450" indent="-171450">
              <a:buFont typeface="Arial" panose="020B0604020202020204" pitchFamily="34" charset="0"/>
              <a:buChar char="•"/>
            </a:pPr>
            <a:r>
              <a:rPr lang="fr-FR" sz="1200">
                <a:solidFill>
                  <a:srgbClr val="DC582A"/>
                </a:solidFill>
                <a:latin typeface="Avenir LT Std 45 Book" panose="020B0502020203020204" pitchFamily="34" charset="0"/>
                <a:sym typeface="Wingdings" panose="05000000000000000000" pitchFamily="2" charset="2"/>
              </a:rPr>
              <a:t>Avoir le </a:t>
            </a:r>
            <a:r>
              <a:rPr lang="fr-FR" sz="1200" b="1">
                <a:solidFill>
                  <a:srgbClr val="DC582A"/>
                </a:solidFill>
                <a:latin typeface="Avenir LT Std 65 Medium" panose="020B0803020203020204" pitchFamily="34" charset="0"/>
                <a:sym typeface="Wingdings" panose="05000000000000000000" pitchFamily="2" charset="2"/>
              </a:rPr>
              <a:t>moins de clic </a:t>
            </a:r>
            <a:r>
              <a:rPr lang="fr-FR" sz="1200">
                <a:solidFill>
                  <a:srgbClr val="DC582A"/>
                </a:solidFill>
                <a:latin typeface="Avenir LT Std 45 Book" panose="020B0502020203020204" pitchFamily="34" charset="0"/>
                <a:sym typeface="Wingdings" panose="05000000000000000000" pitchFamily="2" charset="2"/>
              </a:rPr>
              <a:t>possible dans un parcours navigateur optimal</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sym typeface="Wingdings" panose="05000000000000000000" pitchFamily="2" charset="2"/>
              </a:rPr>
              <a:t>La solution technique doit permettre à l’utilisateur de naviguer librement dans le kit selon son besoin et </a:t>
            </a:r>
            <a:r>
              <a:rPr lang="fr-FR" sz="1200">
                <a:solidFill>
                  <a:srgbClr val="DC582A"/>
                </a:solidFill>
                <a:latin typeface="Avenir LT Std 45 Book" panose="020B0502020203020204" pitchFamily="34" charset="0"/>
                <a:sym typeface="Wingdings" panose="05000000000000000000" pitchFamily="2" charset="2"/>
              </a:rPr>
              <a:t>d’avoir le moyen (réglette ?) sur toutes les pages de revenir en 1 clic à la page initiale</a:t>
            </a:r>
          </a:p>
          <a:p>
            <a:pPr marL="171450" indent="-171450">
              <a:buFont typeface="Arial" panose="020B0604020202020204" pitchFamily="34" charset="0"/>
              <a:buChar char="•"/>
            </a:pPr>
            <a:r>
              <a:rPr lang="fr-FR" sz="1200">
                <a:solidFill>
                  <a:schemeClr val="tx1"/>
                </a:solidFill>
                <a:latin typeface="Avenir LT Std 45 Book" panose="020B0502020203020204" pitchFamily="34" charset="0"/>
                <a:sym typeface="Wingdings" panose="05000000000000000000" pitchFamily="2" charset="2"/>
              </a:rPr>
              <a:t>La solution technique et le format visuel final doivent permettre à l’utilisateur de se repérer facilement de où il en est dans le kit. </a:t>
            </a:r>
            <a:endParaRPr lang="fr-FR" sz="1200">
              <a:solidFill>
                <a:schemeClr val="tx1"/>
              </a:solidFill>
              <a:latin typeface="Avenir LT Std 45 Book" panose="020B0502020203020204" pitchFamily="34" charset="0"/>
            </a:endParaRPr>
          </a:p>
        </p:txBody>
      </p:sp>
      <p:sp>
        <p:nvSpPr>
          <p:cNvPr id="4" name="ZoneTexte 3">
            <a:extLst>
              <a:ext uri="{FF2B5EF4-FFF2-40B4-BE49-F238E27FC236}">
                <a16:creationId xmlns:a16="http://schemas.microsoft.com/office/drawing/2014/main" id="{6D7C6C2B-8249-A4A2-E325-4CC9C260D595}"/>
              </a:ext>
            </a:extLst>
          </p:cNvPr>
          <p:cNvSpPr txBox="1"/>
          <p:nvPr/>
        </p:nvSpPr>
        <p:spPr>
          <a:xfrm>
            <a:off x="530368" y="6415415"/>
            <a:ext cx="6096000" cy="261610"/>
          </a:xfrm>
          <a:prstGeom prst="rect">
            <a:avLst/>
          </a:prstGeom>
          <a:noFill/>
        </p:spPr>
        <p:txBody>
          <a:bodyPr wrap="square">
            <a:spAutoFit/>
          </a:bodyPr>
          <a:lstStyle/>
          <a:p>
            <a:r>
              <a:rPr lang="fr-FR" sz="1100">
                <a:latin typeface="Avenir LT Std 45 Book" panose="020B0502020203020204" pitchFamily="34" charset="0"/>
              </a:rPr>
              <a:t>Légende : </a:t>
            </a:r>
            <a:r>
              <a:rPr lang="fr-FR" sz="1100">
                <a:solidFill>
                  <a:srgbClr val="DC582A"/>
                </a:solidFill>
                <a:latin typeface="Avenir LT Std 45 Book" panose="020B0502020203020204" pitchFamily="34" charset="0"/>
              </a:rPr>
              <a:t>XXX = développement indispensable</a:t>
            </a:r>
            <a:endParaRPr lang="fr-FR"/>
          </a:p>
        </p:txBody>
      </p:sp>
    </p:spTree>
    <p:extLst>
      <p:ext uri="{BB962C8B-B14F-4D97-AF65-F5344CB8AC3E}">
        <p14:creationId xmlns:p14="http://schemas.microsoft.com/office/powerpoint/2010/main" val="1548852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309B-DFBB-5108-7FB3-D1BC488EDD3E}"/>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5472BADB-6AFF-E36E-6061-CABF28FCD09F}"/>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Besoins FONCTIONNELS (2/2)</a:t>
            </a:r>
          </a:p>
        </p:txBody>
      </p:sp>
      <p:sp>
        <p:nvSpPr>
          <p:cNvPr id="2" name="Rectangle 1">
            <a:extLst>
              <a:ext uri="{FF2B5EF4-FFF2-40B4-BE49-F238E27FC236}">
                <a16:creationId xmlns:a16="http://schemas.microsoft.com/office/drawing/2014/main" id="{BD34BB8B-3A17-6522-747C-A0EE03F3934B}"/>
              </a:ext>
            </a:extLst>
          </p:cNvPr>
          <p:cNvSpPr/>
          <p:nvPr/>
        </p:nvSpPr>
        <p:spPr>
          <a:xfrm>
            <a:off x="403252" y="1128078"/>
            <a:ext cx="11788748" cy="33094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400" u="sng">
                <a:solidFill>
                  <a:schemeClr val="tx1"/>
                </a:solidFill>
                <a:latin typeface="Avenir LT Std 45 Book" panose="020B0502020203020204" pitchFamily="34" charset="0"/>
              </a:rPr>
              <a:t>Fonctionnalités :</a:t>
            </a:r>
          </a:p>
          <a:p>
            <a:pPr marL="285750" indent="-285750">
              <a:buFont typeface="Arial" panose="020B0604020202020204" pitchFamily="34" charset="0"/>
              <a:buChar char="•"/>
            </a:pPr>
            <a:r>
              <a:rPr lang="fr-FR" sz="1200">
                <a:solidFill>
                  <a:srgbClr val="DC582A"/>
                </a:solidFill>
                <a:latin typeface="Avenir LT Std 65 Medium" panose="020B0803020203020204" pitchFamily="34" charset="0"/>
              </a:rPr>
              <a:t>Export des données </a:t>
            </a:r>
            <a:r>
              <a:rPr lang="fr-FR" sz="1200">
                <a:solidFill>
                  <a:srgbClr val="DC582A"/>
                </a:solidFill>
                <a:latin typeface="Avenir LT Std 45 Book" panose="020B0502020203020204" pitchFamily="34" charset="0"/>
              </a:rPr>
              <a:t>: l’utilisateur doit pouvoir exporter le niveau d’avancement rempli dans les checklists et les zones de texte remplies</a:t>
            </a:r>
          </a:p>
          <a:p>
            <a:pPr marL="285750" indent="-285750">
              <a:buFont typeface="Arial" panose="020B0604020202020204" pitchFamily="34" charset="0"/>
              <a:buChar char="•"/>
            </a:pPr>
            <a:r>
              <a:rPr lang="fr-FR" sz="1200">
                <a:solidFill>
                  <a:srgbClr val="DC582A"/>
                </a:solidFill>
                <a:latin typeface="Avenir LT Std 65 Medium" panose="020B0803020203020204" pitchFamily="34" charset="0"/>
              </a:rPr>
              <a:t>Enregistrement </a:t>
            </a:r>
            <a:r>
              <a:rPr lang="fr-FR" sz="1200">
                <a:solidFill>
                  <a:srgbClr val="DC582A"/>
                </a:solidFill>
                <a:latin typeface="Avenir LT Std 45 Book" panose="020B0502020203020204" pitchFamily="34" charset="0"/>
              </a:rPr>
              <a:t>: L’utilisateur doit pouvoir retrouver ce qu’il a complété / coché / liké d’une connexion à l’autre sur l’appli avec l’enregistrement en ligne de ses modifications</a:t>
            </a:r>
          </a:p>
          <a:p>
            <a:pPr marL="285750" indent="-285750">
              <a:buFont typeface="Arial" panose="020B0604020202020204" pitchFamily="34" charset="0"/>
              <a:buChar char="•"/>
            </a:pPr>
            <a:r>
              <a:rPr lang="fr-FR" sz="1200">
                <a:solidFill>
                  <a:schemeClr val="tx1"/>
                </a:solidFill>
                <a:latin typeface="Avenir LT Std 65 Medium" panose="020B0803020203020204" pitchFamily="34" charset="0"/>
              </a:rPr>
              <a:t>Plusieurs « versions » en simultané </a:t>
            </a:r>
            <a:r>
              <a:rPr lang="fr-FR" sz="1200">
                <a:solidFill>
                  <a:schemeClr val="tx1"/>
                </a:solidFill>
                <a:latin typeface="Avenir LT Std 45 Book" panose="020B0502020203020204" pitchFamily="34" charset="0"/>
              </a:rPr>
              <a:t>: L’utilisateur doit pouvoir avoir accès à plusieurs versions du kit ouvertes sur l’appli (ex. un chef de projet a 2 projets en simultané et 2 situations RPS en cours, il doit avoir sur l’appli 4 versions du kit en cours : 1 pour chaque cas)</a:t>
            </a:r>
          </a:p>
          <a:p>
            <a:pPr marL="285750" indent="-285750">
              <a:buFont typeface="Arial" panose="020B0604020202020204" pitchFamily="34" charset="0"/>
              <a:buChar char="•"/>
            </a:pPr>
            <a:r>
              <a:rPr lang="fr-FR" sz="1200">
                <a:solidFill>
                  <a:schemeClr val="tx1"/>
                </a:solidFill>
                <a:latin typeface="Avenir LT Std 65 Medium" panose="020B0803020203020204" pitchFamily="34" charset="0"/>
              </a:rPr>
              <a:t>Avoir la main pour ouvrir / fermer une « version » : </a:t>
            </a:r>
            <a:r>
              <a:rPr lang="fr-FR" sz="1200">
                <a:solidFill>
                  <a:schemeClr val="tx1"/>
                </a:solidFill>
                <a:latin typeface="Avenir LT Std 45 Book" panose="020B0502020203020204" pitchFamily="34" charset="0"/>
              </a:rPr>
              <a:t>l’utilisateur doit pouvoir avoir un bouton ou autre solution pour générer une version vierge du kit </a:t>
            </a:r>
            <a:r>
              <a:rPr lang="fr-FR" sz="1200">
                <a:solidFill>
                  <a:schemeClr val="tx1"/>
                </a:solidFill>
                <a:latin typeface="Avenir LT Std 35 Light" panose="020B0402020203020204" pitchFamily="34" charset="0"/>
              </a:rPr>
              <a:t>(et de ses checklists) et doit pouvoir choisir de clôturer (archiver ou supprimer) une version ouverte du kit</a:t>
            </a:r>
            <a:endParaRPr lang="fr-FR" sz="1200">
              <a:solidFill>
                <a:schemeClr val="tx1"/>
              </a:solidFill>
              <a:latin typeface="Avenir LT Std 65 Medium" panose="020B0803020203020204" pitchFamily="34" charset="0"/>
            </a:endParaRPr>
          </a:p>
          <a:p>
            <a:pPr marL="285750" indent="-285750">
              <a:buFont typeface="Arial" panose="020B0604020202020204" pitchFamily="34" charset="0"/>
              <a:buChar char="•"/>
            </a:pPr>
            <a:r>
              <a:rPr lang="fr-FR" sz="1200">
                <a:solidFill>
                  <a:srgbClr val="DC582A"/>
                </a:solidFill>
                <a:latin typeface="Avenir LT Std 65 Medium" panose="020B0803020203020204" pitchFamily="34" charset="0"/>
              </a:rPr>
              <a:t>Travail collaboratif à plusieurs : </a:t>
            </a:r>
            <a:r>
              <a:rPr lang="fr-FR" sz="1200">
                <a:solidFill>
                  <a:srgbClr val="DC582A"/>
                </a:solidFill>
                <a:latin typeface="Avenir LT Std 45 Book" panose="020B0502020203020204" pitchFamily="34" charset="0"/>
              </a:rPr>
              <a:t>la solution technique doit permettre que plusieurs utilisateurs se connectent à une même version du kit (ex. équipe projet avec 3 chefs de projet qui remplissent ensemble les check-lists). Elle doit permettre de voir en ligne les modifications apportées par un autre membre de l’équipe (</a:t>
            </a:r>
            <a:r>
              <a:rPr lang="fr-FR" sz="1200" err="1">
                <a:solidFill>
                  <a:srgbClr val="DC582A"/>
                </a:solidFill>
                <a:latin typeface="Avenir LT Std 45 Book" panose="020B0502020203020204" pitchFamily="34" charset="0"/>
              </a:rPr>
              <a:t>cf</a:t>
            </a:r>
            <a:r>
              <a:rPr lang="fr-FR" sz="1200">
                <a:solidFill>
                  <a:srgbClr val="DC582A"/>
                </a:solidFill>
                <a:latin typeface="Avenir LT Std 45 Book" panose="020B0502020203020204" pitchFamily="34" charset="0"/>
              </a:rPr>
              <a:t> enregistrement automatique en ligne). </a:t>
            </a:r>
          </a:p>
          <a:p>
            <a:pPr marL="285750" indent="-285750">
              <a:buFont typeface="Arial" panose="020B0604020202020204" pitchFamily="34" charset="0"/>
              <a:buChar char="•"/>
            </a:pPr>
            <a:r>
              <a:rPr lang="fr-FR" sz="1200">
                <a:solidFill>
                  <a:schemeClr val="tx1"/>
                </a:solidFill>
                <a:latin typeface="Avenir LT Std 65 Medium" panose="020B0803020203020204" pitchFamily="34" charset="0"/>
                <a:sym typeface="Wingdings" panose="05000000000000000000" pitchFamily="2" charset="2"/>
              </a:rPr>
              <a:t>Transfert d’une « version » </a:t>
            </a:r>
            <a:r>
              <a:rPr lang="fr-FR" sz="1200">
                <a:solidFill>
                  <a:schemeClr val="tx1"/>
                </a:solidFill>
                <a:latin typeface="Avenir LT Std 45 Book" panose="020B0502020203020204" pitchFamily="34" charset="0"/>
                <a:sym typeface="Wingdings" panose="05000000000000000000" pitchFamily="2" charset="2"/>
              </a:rPr>
              <a:t>: la solution technique doit permettre de pouvoir </a:t>
            </a:r>
            <a:r>
              <a:rPr lang="fr-FR" sz="1200">
                <a:solidFill>
                  <a:schemeClr val="tx1"/>
                </a:solidFill>
                <a:latin typeface="Avenir LT Std 35 Light" panose="020B0402020203020204" pitchFamily="34" charset="0"/>
              </a:rPr>
              <a:t>transférer une checklist à un autre utilisateur (ex. reprise d’un projet par un autre chef de projet)</a:t>
            </a:r>
            <a:endParaRPr lang="fr-FR" sz="1200">
              <a:solidFill>
                <a:schemeClr val="tx1"/>
              </a:solidFill>
              <a:latin typeface="Avenir LT Std 45 Book" panose="020B0502020203020204" pitchFamily="34" charset="0"/>
            </a:endParaRPr>
          </a:p>
          <a:p>
            <a:pPr marL="285750" indent="-285750">
              <a:buFont typeface="Arial" panose="020B0604020202020204" pitchFamily="34" charset="0"/>
              <a:buChar char="•"/>
            </a:pPr>
            <a:r>
              <a:rPr lang="fr-FR" sz="1200">
                <a:solidFill>
                  <a:srgbClr val="DC582A"/>
                </a:solidFill>
                <a:latin typeface="Avenir LT Std 65 Medium" panose="020B0803020203020204" pitchFamily="34" charset="0"/>
              </a:rPr>
              <a:t>Ressources de type « Fiches recommandations* » consultables directement dans l'appli</a:t>
            </a:r>
            <a:r>
              <a:rPr lang="fr-FR" sz="1200">
                <a:solidFill>
                  <a:srgbClr val="DC582A"/>
                </a:solidFill>
                <a:latin typeface="Avenir LT Std 45 Book" panose="020B0502020203020204" pitchFamily="34" charset="0"/>
              </a:rPr>
              <a:t>, sans avoir à ouvrir un document externe. Les ressources de type « outil / lien vers la formation* » devront ouvrir un document hors appli dans une autre fenêtre.  </a:t>
            </a:r>
            <a:endParaRPr lang="fr-FR" sz="1200" i="1">
              <a:solidFill>
                <a:srgbClr val="DC582A"/>
              </a:solidFill>
              <a:latin typeface="Avenir LT Std 35 Light" panose="020B0402020203020204" pitchFamily="34" charset="0"/>
              <a:sym typeface="Wingdings" panose="05000000000000000000" pitchFamily="2" charset="2"/>
            </a:endParaRPr>
          </a:p>
          <a:p>
            <a:endParaRPr lang="fr-FR" sz="1200" i="1">
              <a:solidFill>
                <a:schemeClr val="tx1"/>
              </a:solidFill>
              <a:latin typeface="Avenir LT Std 35 Light" panose="020B0402020203020204" pitchFamily="34" charset="0"/>
              <a:sym typeface="Wingdings" panose="05000000000000000000" pitchFamily="2" charset="2"/>
            </a:endParaRPr>
          </a:p>
          <a:p>
            <a:endParaRPr lang="fr-FR" sz="1200" i="1">
              <a:solidFill>
                <a:schemeClr val="tx1"/>
              </a:solidFill>
              <a:latin typeface="Avenir LT Std 35 Light" panose="020B0402020203020204" pitchFamily="34" charset="0"/>
              <a:sym typeface="Wingdings" panose="05000000000000000000" pitchFamily="2" charset="2"/>
            </a:endParaRPr>
          </a:p>
          <a:p>
            <a:r>
              <a:rPr lang="fr-FR" sz="1200" i="1">
                <a:solidFill>
                  <a:schemeClr val="tx1"/>
                </a:solidFill>
                <a:latin typeface="Avenir LT Std 35 Light" panose="020B0402020203020204" pitchFamily="34" charset="0"/>
                <a:sym typeface="Wingdings" panose="05000000000000000000" pitchFamily="2" charset="2"/>
              </a:rPr>
              <a:t> Solutions techniques et évolution de la navigation à proposer par la DSI pour remplir les fonctionnalités ci-dessus. </a:t>
            </a:r>
          </a:p>
          <a:p>
            <a:endParaRPr lang="fr-FR" sz="1200" u="sng">
              <a:solidFill>
                <a:schemeClr val="tx1"/>
              </a:solidFill>
              <a:latin typeface="Avenir LT Std 45 Book" panose="020B0502020203020204" pitchFamily="34" charset="0"/>
            </a:endParaRPr>
          </a:p>
          <a:p>
            <a:endParaRPr lang="fr-FR" sz="1200" u="sng">
              <a:solidFill>
                <a:schemeClr val="tx1"/>
              </a:solidFill>
              <a:latin typeface="Avenir LT Std 45 Book" panose="020B0502020203020204" pitchFamily="34" charset="0"/>
            </a:endParaRPr>
          </a:p>
        </p:txBody>
      </p:sp>
      <p:grpSp>
        <p:nvGrpSpPr>
          <p:cNvPr id="21" name="Groupe 20">
            <a:extLst>
              <a:ext uri="{FF2B5EF4-FFF2-40B4-BE49-F238E27FC236}">
                <a16:creationId xmlns:a16="http://schemas.microsoft.com/office/drawing/2014/main" id="{FC9D3DF3-7D30-D4B9-9079-5B59AACF6F33}"/>
              </a:ext>
            </a:extLst>
          </p:cNvPr>
          <p:cNvGrpSpPr/>
          <p:nvPr/>
        </p:nvGrpSpPr>
        <p:grpSpPr>
          <a:xfrm>
            <a:off x="555811" y="5891408"/>
            <a:ext cx="6929717" cy="785617"/>
            <a:chOff x="1201594" y="5684345"/>
            <a:chExt cx="6929717" cy="785617"/>
          </a:xfrm>
        </p:grpSpPr>
        <p:pic>
          <p:nvPicPr>
            <p:cNvPr id="7" name="Graphique 6" descr="Livre fermé avec un remplissage uni">
              <a:extLst>
                <a:ext uri="{FF2B5EF4-FFF2-40B4-BE49-F238E27FC236}">
                  <a16:creationId xmlns:a16="http://schemas.microsoft.com/office/drawing/2014/main" id="{0774A359-EE36-D8C9-F93D-87A5ABA9E7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9719" y="6056312"/>
              <a:ext cx="394447" cy="394447"/>
            </a:xfrm>
            <a:prstGeom prst="rect">
              <a:avLst/>
            </a:prstGeom>
          </p:spPr>
        </p:pic>
        <p:pic>
          <p:nvPicPr>
            <p:cNvPr id="10" name="Graphique 9" descr="Outils avec un remplissage uni">
              <a:extLst>
                <a:ext uri="{FF2B5EF4-FFF2-40B4-BE49-F238E27FC236}">
                  <a16:creationId xmlns:a16="http://schemas.microsoft.com/office/drawing/2014/main" id="{F7C9C524-AFE1-22D7-3F59-719B1330A1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009139" y="6108123"/>
              <a:ext cx="290825" cy="290825"/>
            </a:xfrm>
            <a:prstGeom prst="rect">
              <a:avLst/>
            </a:prstGeom>
          </p:spPr>
        </p:pic>
        <p:pic>
          <p:nvPicPr>
            <p:cNvPr id="12" name="Image 11">
              <a:extLst>
                <a:ext uri="{FF2B5EF4-FFF2-40B4-BE49-F238E27FC236}">
                  <a16:creationId xmlns:a16="http://schemas.microsoft.com/office/drawing/2014/main" id="{0F0852FA-6471-9C8B-6588-2B014AAEAFA9}"/>
                </a:ext>
              </a:extLst>
            </p:cNvPr>
            <p:cNvPicPr>
              <a:picLocks noChangeAspect="1"/>
            </p:cNvPicPr>
            <p:nvPr/>
          </p:nvPicPr>
          <p:blipFill>
            <a:blip r:embed="rId5"/>
            <a:stretch>
              <a:fillRect/>
            </a:stretch>
          </p:blipFill>
          <p:spPr>
            <a:xfrm>
              <a:off x="1280310" y="6037108"/>
              <a:ext cx="335309" cy="432854"/>
            </a:xfrm>
            <a:prstGeom prst="rect">
              <a:avLst/>
            </a:prstGeom>
          </p:spPr>
        </p:pic>
        <p:sp>
          <p:nvSpPr>
            <p:cNvPr id="15" name="Rectangle 14">
              <a:extLst>
                <a:ext uri="{FF2B5EF4-FFF2-40B4-BE49-F238E27FC236}">
                  <a16:creationId xmlns:a16="http://schemas.microsoft.com/office/drawing/2014/main" id="{4C7C771A-B1AF-75B1-1FAC-BD2AE5824AAC}"/>
                </a:ext>
              </a:extLst>
            </p:cNvPr>
            <p:cNvSpPr/>
            <p:nvPr/>
          </p:nvSpPr>
          <p:spPr>
            <a:xfrm>
              <a:off x="1635107" y="6126274"/>
              <a:ext cx="1836000" cy="254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accent1"/>
                  </a:solidFill>
                  <a:latin typeface="Avenir LT Std 45 Book" panose="020B0502020203020204" pitchFamily="34" charset="0"/>
                </a:rPr>
                <a:t>Fiches recommandations</a:t>
              </a:r>
            </a:p>
          </p:txBody>
        </p:sp>
        <p:sp>
          <p:nvSpPr>
            <p:cNvPr id="17" name="Rectangle 16">
              <a:extLst>
                <a:ext uri="{FF2B5EF4-FFF2-40B4-BE49-F238E27FC236}">
                  <a16:creationId xmlns:a16="http://schemas.microsoft.com/office/drawing/2014/main" id="{61730352-2D8E-9203-45D7-62279F202FA4}"/>
                </a:ext>
              </a:extLst>
            </p:cNvPr>
            <p:cNvSpPr/>
            <p:nvPr/>
          </p:nvSpPr>
          <p:spPr>
            <a:xfrm>
              <a:off x="4203026" y="6126274"/>
              <a:ext cx="720000" cy="254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accent1"/>
                  </a:solidFill>
                  <a:latin typeface="Avenir LT Std 45 Book" panose="020B0502020203020204" pitchFamily="34" charset="0"/>
                </a:rPr>
                <a:t>Outils</a:t>
              </a:r>
            </a:p>
          </p:txBody>
        </p:sp>
        <p:sp>
          <p:nvSpPr>
            <p:cNvPr id="19" name="Rectangle 18">
              <a:extLst>
                <a:ext uri="{FF2B5EF4-FFF2-40B4-BE49-F238E27FC236}">
                  <a16:creationId xmlns:a16="http://schemas.microsoft.com/office/drawing/2014/main" id="{8C23A687-152E-115B-7E6A-AFDC66073B38}"/>
                </a:ext>
              </a:extLst>
            </p:cNvPr>
            <p:cNvSpPr/>
            <p:nvPr/>
          </p:nvSpPr>
          <p:spPr>
            <a:xfrm>
              <a:off x="5788489" y="6126274"/>
              <a:ext cx="864000" cy="254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accent1"/>
                  </a:solidFill>
                  <a:latin typeface="Avenir LT Std 45 Book" panose="020B0502020203020204" pitchFamily="34" charset="0"/>
                </a:rPr>
                <a:t>Formation</a:t>
              </a:r>
            </a:p>
          </p:txBody>
        </p:sp>
        <p:sp>
          <p:nvSpPr>
            <p:cNvPr id="20" name="Rectangle 19">
              <a:extLst>
                <a:ext uri="{FF2B5EF4-FFF2-40B4-BE49-F238E27FC236}">
                  <a16:creationId xmlns:a16="http://schemas.microsoft.com/office/drawing/2014/main" id="{EED292F8-F211-12E6-EE60-A28AF829534F}"/>
                </a:ext>
              </a:extLst>
            </p:cNvPr>
            <p:cNvSpPr/>
            <p:nvPr/>
          </p:nvSpPr>
          <p:spPr>
            <a:xfrm>
              <a:off x="1201594" y="5684345"/>
              <a:ext cx="6929717" cy="432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latin typeface="Avenir LT Std 45 Book" panose="020B0502020203020204" pitchFamily="34" charset="0"/>
                </a:rPr>
                <a:t>* Les types de ressources sont mentionnées dans la version PPT par les légendes suivantes :</a:t>
              </a:r>
            </a:p>
          </p:txBody>
        </p:sp>
      </p:grpSp>
      <p:sp>
        <p:nvSpPr>
          <p:cNvPr id="4" name="ZoneTexte 3">
            <a:extLst>
              <a:ext uri="{FF2B5EF4-FFF2-40B4-BE49-F238E27FC236}">
                <a16:creationId xmlns:a16="http://schemas.microsoft.com/office/drawing/2014/main" id="{82E22E71-95FA-4A3D-F872-8CBEE6A98932}"/>
              </a:ext>
            </a:extLst>
          </p:cNvPr>
          <p:cNvSpPr txBox="1"/>
          <p:nvPr/>
        </p:nvSpPr>
        <p:spPr>
          <a:xfrm>
            <a:off x="634527" y="5033663"/>
            <a:ext cx="6096000" cy="261610"/>
          </a:xfrm>
          <a:prstGeom prst="rect">
            <a:avLst/>
          </a:prstGeom>
          <a:noFill/>
        </p:spPr>
        <p:txBody>
          <a:bodyPr wrap="square">
            <a:spAutoFit/>
          </a:bodyPr>
          <a:lstStyle/>
          <a:p>
            <a:r>
              <a:rPr lang="fr-FR" sz="1100">
                <a:latin typeface="Avenir LT Std 45 Book" panose="020B0502020203020204" pitchFamily="34" charset="0"/>
              </a:rPr>
              <a:t>Légende : </a:t>
            </a:r>
            <a:r>
              <a:rPr lang="fr-FR" sz="1100">
                <a:solidFill>
                  <a:srgbClr val="DC582A"/>
                </a:solidFill>
                <a:latin typeface="Avenir LT Std 45 Book" panose="020B0502020203020204" pitchFamily="34" charset="0"/>
              </a:rPr>
              <a:t>XXX = développement indispensable</a:t>
            </a:r>
            <a:endParaRPr lang="fr-FR"/>
          </a:p>
        </p:txBody>
      </p:sp>
    </p:spTree>
    <p:extLst>
      <p:ext uri="{BB962C8B-B14F-4D97-AF65-F5344CB8AC3E}">
        <p14:creationId xmlns:p14="http://schemas.microsoft.com/office/powerpoint/2010/main" val="177619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86C30-6E80-228A-8589-A36C38F2FDE1}"/>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A22ED269-E3EA-FEF1-57AA-7C39B04240EB}"/>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Contraintes et exigences</a:t>
            </a:r>
          </a:p>
        </p:txBody>
      </p:sp>
      <p:sp>
        <p:nvSpPr>
          <p:cNvPr id="2" name="Rectangle 1">
            <a:extLst>
              <a:ext uri="{FF2B5EF4-FFF2-40B4-BE49-F238E27FC236}">
                <a16:creationId xmlns:a16="http://schemas.microsoft.com/office/drawing/2014/main" id="{7C1536B2-80F6-5660-CC64-BFECD1900F1F}"/>
              </a:ext>
            </a:extLst>
          </p:cNvPr>
          <p:cNvSpPr/>
          <p:nvPr/>
        </p:nvSpPr>
        <p:spPr>
          <a:xfrm>
            <a:off x="596851" y="1066799"/>
            <a:ext cx="11418170" cy="53485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400" b="1">
                <a:solidFill>
                  <a:srgbClr val="00B388"/>
                </a:solidFill>
                <a:latin typeface="Avenir LT Std 65 Medium" panose="020B0803020203020204" pitchFamily="34" charset="0"/>
              </a:rPr>
              <a:t>Sécurité :</a:t>
            </a:r>
          </a:p>
          <a:p>
            <a:pPr marL="285750" indent="-285750">
              <a:spcBef>
                <a:spcPts val="600"/>
              </a:spcBef>
              <a:buFont typeface="Arial" panose="020B0604020202020204" pitchFamily="34" charset="0"/>
              <a:buChar char="•"/>
            </a:pPr>
            <a:r>
              <a:rPr lang="fr-FR" sz="1200" b="1">
                <a:solidFill>
                  <a:schemeClr val="tx1"/>
                </a:solidFill>
                <a:latin typeface="Avenir LT Std 65 Medium" panose="020B0803020203020204" pitchFamily="34" charset="0"/>
              </a:rPr>
              <a:t>Ouverture et partage </a:t>
            </a:r>
            <a:r>
              <a:rPr lang="fr-FR" sz="1200">
                <a:solidFill>
                  <a:schemeClr val="tx1"/>
                </a:solidFill>
                <a:latin typeface="Avenir LT Std 45 Book" panose="020B0502020203020204" pitchFamily="34" charset="0"/>
              </a:rPr>
              <a:t>pour le travail collaboratif (qui peut contribuer à un même kit)</a:t>
            </a:r>
          </a:p>
          <a:p>
            <a:pPr marL="285750" indent="-285750">
              <a:spcBef>
                <a:spcPts val="600"/>
              </a:spcBef>
              <a:buFont typeface="Arial" panose="020B0604020202020204" pitchFamily="34" charset="0"/>
              <a:buChar char="•"/>
            </a:pPr>
            <a:r>
              <a:rPr lang="fr-FR" sz="1200">
                <a:solidFill>
                  <a:schemeClr val="tx1"/>
                </a:solidFill>
                <a:latin typeface="Avenir LT Std 45 Book" panose="020B0502020203020204" pitchFamily="34" charset="0"/>
              </a:rPr>
              <a:t>Sujet RGPD, données confidentielles RH - non concerné</a:t>
            </a:r>
          </a:p>
          <a:p>
            <a:pPr marL="285750" indent="-285750">
              <a:spcBef>
                <a:spcPts val="600"/>
              </a:spcBef>
              <a:buFont typeface="Arial" panose="020B0604020202020204" pitchFamily="34" charset="0"/>
              <a:buChar char="•"/>
            </a:pPr>
            <a:endParaRPr lang="fr-FR" sz="1200">
              <a:solidFill>
                <a:schemeClr val="tx1"/>
              </a:solidFill>
              <a:latin typeface="Avenir LT Std 45 Book" panose="020B0502020203020204" pitchFamily="34" charset="0"/>
            </a:endParaRPr>
          </a:p>
          <a:p>
            <a:pPr marL="285750" indent="-285750">
              <a:spcBef>
                <a:spcPts val="600"/>
              </a:spcBef>
              <a:buFont typeface="Arial" panose="020B0604020202020204" pitchFamily="34" charset="0"/>
              <a:buChar char="•"/>
            </a:pPr>
            <a:endParaRPr lang="fr-FR" sz="1200">
              <a:solidFill>
                <a:schemeClr val="tx1"/>
              </a:solidFill>
              <a:latin typeface="Avenir LT Std 45 Book" panose="020B0502020203020204" pitchFamily="34" charset="0"/>
            </a:endParaRPr>
          </a:p>
          <a:p>
            <a:pPr>
              <a:spcBef>
                <a:spcPts val="600"/>
              </a:spcBef>
            </a:pPr>
            <a:r>
              <a:rPr lang="fr-FR" sz="1400" b="1">
                <a:solidFill>
                  <a:srgbClr val="00B388"/>
                </a:solidFill>
                <a:latin typeface="Avenir LT Std 65 Medium" panose="020B0803020203020204" pitchFamily="34" charset="0"/>
              </a:rPr>
              <a:t>Technique : </a:t>
            </a:r>
          </a:p>
          <a:p>
            <a:pPr marL="285750" indent="-285750">
              <a:spcBef>
                <a:spcPts val="600"/>
              </a:spcBef>
              <a:buFont typeface="Arial" panose="020B0604020202020204" pitchFamily="34" charset="0"/>
              <a:buChar char="•"/>
            </a:pPr>
            <a:r>
              <a:rPr lang="fr-FR" sz="1200">
                <a:solidFill>
                  <a:schemeClr val="tx1"/>
                </a:solidFill>
                <a:latin typeface="Avenir LT Std 45 Book" panose="020B0502020203020204" pitchFamily="34" charset="0"/>
              </a:rPr>
              <a:t>Le kit doit être </a:t>
            </a:r>
            <a:r>
              <a:rPr lang="fr-FR" sz="1200" b="1">
                <a:solidFill>
                  <a:schemeClr val="tx1"/>
                </a:solidFill>
                <a:latin typeface="Avenir LT Std 65 Medium" panose="020B0803020203020204" pitchFamily="34" charset="0"/>
              </a:rPr>
              <a:t>accessible sur mobile si format appli retenu.</a:t>
            </a:r>
          </a:p>
          <a:p>
            <a:pPr marL="285750" indent="-285750">
              <a:spcBef>
                <a:spcPts val="600"/>
              </a:spcBef>
              <a:buFont typeface="Arial" panose="020B0604020202020204" pitchFamily="34" charset="0"/>
              <a:buChar char="•"/>
            </a:pPr>
            <a:r>
              <a:rPr lang="fr-FR" sz="1200">
                <a:solidFill>
                  <a:schemeClr val="tx1"/>
                </a:solidFill>
                <a:latin typeface="Avenir LT Std 45 Book" panose="020B0502020203020204" pitchFamily="34" charset="0"/>
              </a:rPr>
              <a:t>Le kit doit être accessible par les utilisateurs </a:t>
            </a:r>
            <a:r>
              <a:rPr lang="fr-FR" sz="1200" b="1">
                <a:solidFill>
                  <a:schemeClr val="tx1"/>
                </a:solidFill>
                <a:latin typeface="Avenir LT Std 65 Medium" panose="020B0803020203020204" pitchFamily="34" charset="0"/>
              </a:rPr>
              <a:t>sur le portail intranet Groupe dans les accès directs en 1 clic si format web retenu</a:t>
            </a:r>
            <a:r>
              <a:rPr lang="fr-FR" sz="1200">
                <a:solidFill>
                  <a:srgbClr val="3C3732"/>
                </a:solidFill>
                <a:latin typeface="Avenir LT Std 35 Light" panose="020B0402020203020204" pitchFamily="34" charset="0"/>
              </a:rPr>
              <a:t>.</a:t>
            </a:r>
            <a:endParaRPr lang="fr-FR" sz="1200">
              <a:solidFill>
                <a:schemeClr val="tx1"/>
              </a:solidFill>
              <a:latin typeface="Avenir LT Std 45 Book" panose="020B0502020203020204" pitchFamily="34" charset="0"/>
            </a:endParaRPr>
          </a:p>
          <a:p>
            <a:pPr marL="285750" indent="-285750">
              <a:spcBef>
                <a:spcPts val="600"/>
              </a:spcBef>
              <a:buFont typeface="Arial" panose="020B0604020202020204" pitchFamily="34" charset="0"/>
              <a:buChar char="•"/>
            </a:pPr>
            <a:r>
              <a:rPr kumimoji="0" lang="fr-FR" sz="1200" b="1" i="0" u="none" strike="noStrike" kern="1200" cap="none" spc="0" normalizeH="0" baseline="0" noProof="0">
                <a:ln>
                  <a:noFill/>
                </a:ln>
                <a:solidFill>
                  <a:srgbClr val="DC582A"/>
                </a:solidFill>
                <a:effectLst/>
                <a:uLnTx/>
                <a:uFillTx/>
                <a:latin typeface="Avenir LT Std 65 Medium" panose="020B0803020203020204" pitchFamily="34" charset="0"/>
                <a:ea typeface="+mn-ea"/>
                <a:cs typeface="+mn-cs"/>
              </a:rPr>
              <a:t>Stockage du kit et de son contenu au même endroit et sur un endroit sécurisé</a:t>
            </a:r>
            <a:r>
              <a:rPr kumimoji="0" lang="fr-FR" sz="1200" i="0" u="none" strike="noStrike" kern="1200" cap="none" spc="0" normalizeH="0" baseline="0" noProof="0">
                <a:ln>
                  <a:noFill/>
                </a:ln>
                <a:solidFill>
                  <a:srgbClr val="000000"/>
                </a:solidFill>
                <a:effectLst/>
                <a:uLnTx/>
                <a:uFillTx/>
                <a:latin typeface="Avenir LT Std 45 Book" panose="020B0502020203020204" pitchFamily="34" charset="0"/>
              </a:rPr>
              <a:t>, facilement accessible par la démarche pour des mises à jour</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Définir </a:t>
            </a:r>
            <a:r>
              <a:rPr kumimoji="0" lang="fr-FR" sz="120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qui maintient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l'outil dans la durée sur le plan SI</a:t>
            </a:r>
          </a:p>
          <a:p>
            <a:pPr marL="285750" indent="-285750">
              <a:spcBef>
                <a:spcPts val="600"/>
              </a:spcBef>
              <a:buFont typeface="Arial" panose="020B0604020202020204" pitchFamily="34" charset="0"/>
              <a:buChar char="•"/>
              <a:defRPr/>
            </a:pPr>
            <a:r>
              <a:rPr lang="fr-FR" sz="1200">
                <a:solidFill>
                  <a:srgbClr val="DC582A"/>
                </a:solidFill>
                <a:latin typeface="Avenir LT Std 45 Book" panose="020B0502020203020204" pitchFamily="34" charset="0"/>
              </a:rPr>
              <a:t>La solution technique doit être </a:t>
            </a:r>
            <a:r>
              <a:rPr lang="fr-FR" sz="1200">
                <a:solidFill>
                  <a:srgbClr val="DC582A"/>
                </a:solidFill>
                <a:latin typeface="Avenir LT Std 65 Medium" panose="020B0803020203020204" pitchFamily="34" charset="0"/>
              </a:rPr>
              <a:t>facilement modifiable au fil de l’eau par l’équipe projet de la démarche </a:t>
            </a:r>
            <a:r>
              <a:rPr lang="fr-FR" sz="1200">
                <a:solidFill>
                  <a:srgbClr val="DC582A"/>
                </a:solidFill>
                <a:latin typeface="Avenir LT Std 45 Book" panose="020B0502020203020204" pitchFamily="34" charset="0"/>
              </a:rPr>
              <a:t>(ajout/suppression de ressource, modification d'une checklist ou d'un contenu…), sans nécessité de développement.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a:spcBef>
                <a:spcPts val="600"/>
              </a:spcBef>
            </a:pPr>
            <a:r>
              <a:rPr lang="fr-FR" sz="1400" b="1">
                <a:solidFill>
                  <a:srgbClr val="00B388"/>
                </a:solidFill>
                <a:latin typeface="Avenir LT Std 65 Medium" panose="020B0803020203020204" pitchFamily="34" charset="0"/>
              </a:rPr>
              <a:t>Planning : </a:t>
            </a:r>
          </a:p>
          <a:p>
            <a:pPr marL="171450" indent="-171450">
              <a:spcBef>
                <a:spcPts val="600"/>
              </a:spcBef>
              <a:buFont typeface="Arial" panose="020B0604020202020204" pitchFamily="34" charset="0"/>
              <a:buChar char="•"/>
            </a:pPr>
            <a:r>
              <a:rPr lang="fr-FR" sz="1200">
                <a:solidFill>
                  <a:schemeClr val="tx1"/>
                </a:solidFill>
                <a:latin typeface="Avenir LT Std 45 Book" panose="020B0502020203020204" pitchFamily="34" charset="0"/>
              </a:rPr>
              <a:t>Fin Nov. 2026 : </a:t>
            </a:r>
            <a:r>
              <a:rPr lang="fr-FR" sz="1200" b="1">
                <a:solidFill>
                  <a:schemeClr val="tx1"/>
                </a:solidFill>
                <a:latin typeface="Avenir LT Std 65 Medium" panose="020B0803020203020204" pitchFamily="34" charset="0"/>
              </a:rPr>
              <a:t>mise en service souhaitée</a:t>
            </a:r>
            <a:endParaRPr lang="fr-FR" sz="1200">
              <a:solidFill>
                <a:schemeClr val="tx1"/>
              </a:solidFill>
              <a:latin typeface="Avenir LT Std 45 Book" panose="020B0502020203020204" pitchFamily="34" charset="0"/>
            </a:endParaRPr>
          </a:p>
        </p:txBody>
      </p:sp>
      <p:sp>
        <p:nvSpPr>
          <p:cNvPr id="7" name="ZoneTexte 6">
            <a:extLst>
              <a:ext uri="{FF2B5EF4-FFF2-40B4-BE49-F238E27FC236}">
                <a16:creationId xmlns:a16="http://schemas.microsoft.com/office/drawing/2014/main" id="{5CBD7719-A91D-C3F5-BF54-D959DB40EF41}"/>
              </a:ext>
            </a:extLst>
          </p:cNvPr>
          <p:cNvSpPr txBox="1"/>
          <p:nvPr/>
        </p:nvSpPr>
        <p:spPr>
          <a:xfrm>
            <a:off x="530368" y="6415415"/>
            <a:ext cx="6096000" cy="261610"/>
          </a:xfrm>
          <a:prstGeom prst="rect">
            <a:avLst/>
          </a:prstGeom>
          <a:noFill/>
        </p:spPr>
        <p:txBody>
          <a:bodyPr wrap="square">
            <a:spAutoFit/>
          </a:bodyPr>
          <a:lstStyle/>
          <a:p>
            <a:r>
              <a:rPr lang="fr-FR" sz="1100">
                <a:latin typeface="Avenir LT Std 45 Book" panose="020B0502020203020204" pitchFamily="34" charset="0"/>
              </a:rPr>
              <a:t>Légende : </a:t>
            </a:r>
            <a:r>
              <a:rPr lang="fr-FR" sz="1100">
                <a:solidFill>
                  <a:srgbClr val="DC582A"/>
                </a:solidFill>
                <a:latin typeface="Avenir LT Std 45 Book" panose="020B0502020203020204" pitchFamily="34" charset="0"/>
              </a:rPr>
              <a:t>XXX = développement indispensable</a:t>
            </a:r>
            <a:endParaRPr lang="fr-FR"/>
          </a:p>
        </p:txBody>
      </p:sp>
    </p:spTree>
    <p:extLst>
      <p:ext uri="{BB962C8B-B14F-4D97-AF65-F5344CB8AC3E}">
        <p14:creationId xmlns:p14="http://schemas.microsoft.com/office/powerpoint/2010/main" val="1715101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21C4-5995-CD2C-D7B1-1838CDFE02E9}"/>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5C06C3A4-B4B8-F648-3D47-C485171DEEAF}"/>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Exemple de Parcours </a:t>
            </a:r>
            <a:r>
              <a:rPr kumimoji="0" lang="fr-FR" sz="2400" b="1" i="0" u="none" strike="noStrike" kern="1200" cap="all" spc="0" normalizeH="0" baseline="0" noProof="0" err="1">
                <a:ln>
                  <a:noFill/>
                </a:ln>
                <a:solidFill>
                  <a:srgbClr val="009AA6"/>
                </a:solidFill>
                <a:effectLst/>
                <a:uLnTx/>
                <a:uFillTx/>
                <a:latin typeface="Avenir LT Std 65 Medium" panose="020B0803020203020204" pitchFamily="34" charset="0"/>
                <a:ea typeface="ＭＳ Ｐゴシック" charset="-128"/>
                <a:cs typeface="+mj-cs"/>
              </a:rPr>
              <a:t>utilis</a:t>
            </a:r>
            <a:r>
              <a:rPr lang="fr-FR" sz="2400" b="1" err="1">
                <a:solidFill>
                  <a:srgbClr val="009AA6"/>
                </a:solidFill>
                <a:latin typeface="Avenir LT Std 65 Medium" panose="020B0803020203020204" pitchFamily="34" charset="0"/>
              </a:rPr>
              <a:t>ateur</a:t>
            </a:r>
            <a:r>
              <a:rPr lang="fr-FR" sz="2400" b="1">
                <a:solidFill>
                  <a:srgbClr val="009AA6"/>
                </a:solidFill>
                <a:latin typeface="Avenir LT Std 65 Medium" panose="020B0803020203020204" pitchFamily="34" charset="0"/>
              </a:rPr>
              <a:t> 1</a:t>
            </a:r>
            <a:endPar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endParaRPr>
          </a:p>
        </p:txBody>
      </p:sp>
      <p:sp>
        <p:nvSpPr>
          <p:cNvPr id="12" name="Rectangle : coins arrondis 11">
            <a:extLst>
              <a:ext uri="{FF2B5EF4-FFF2-40B4-BE49-F238E27FC236}">
                <a16:creationId xmlns:a16="http://schemas.microsoft.com/office/drawing/2014/main" id="{7696548C-19AB-DA86-3669-DFCFF9F59329}"/>
              </a:ext>
            </a:extLst>
          </p:cNvPr>
          <p:cNvSpPr/>
          <p:nvPr/>
        </p:nvSpPr>
        <p:spPr>
          <a:xfrm>
            <a:off x="491678" y="611022"/>
            <a:ext cx="11208645" cy="429208"/>
          </a:xfrm>
          <a:prstGeom prst="roundRect">
            <a:avLst/>
          </a:prstGeom>
          <a:solidFill>
            <a:srgbClr val="A1D6CA">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tx1"/>
                </a:solidFill>
                <a:latin typeface="Avenir LT Std 45 Book" panose="020B0502020203020204" pitchFamily="34" charset="0"/>
              </a:rPr>
              <a:t>Cas d’usage : </a:t>
            </a:r>
            <a:r>
              <a:rPr lang="fr-FR" sz="1200" b="1" i="1">
                <a:solidFill>
                  <a:schemeClr val="tx1"/>
                </a:solidFill>
                <a:latin typeface="Avenir LT Std 45 Book" panose="020B0502020203020204" pitchFamily="34" charset="0"/>
              </a:rPr>
              <a:t>Je suis manager expérimenté et je dois préparer le lancement d’un projet à forts enjeux. Je veux m’assurer que j’ai balayé l’ensemble des impacts humains pour identifier l’accompagnement humain que je dois prévoir.</a:t>
            </a:r>
          </a:p>
        </p:txBody>
      </p:sp>
      <p:pic>
        <p:nvPicPr>
          <p:cNvPr id="18" name="Graphique 17" descr="Badge 6 avec un remplissage uni">
            <a:extLst>
              <a:ext uri="{FF2B5EF4-FFF2-40B4-BE49-F238E27FC236}">
                <a16:creationId xmlns:a16="http://schemas.microsoft.com/office/drawing/2014/main" id="{12A2E7C1-E4E1-E59E-065A-0EEBC553D5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6154" y="3939532"/>
            <a:ext cx="540000" cy="540000"/>
          </a:xfrm>
          <a:prstGeom prst="rect">
            <a:avLst/>
          </a:prstGeom>
        </p:spPr>
      </p:pic>
      <p:pic>
        <p:nvPicPr>
          <p:cNvPr id="20" name="Graphique 19" descr="Badge 5 avec un remplissage uni">
            <a:extLst>
              <a:ext uri="{FF2B5EF4-FFF2-40B4-BE49-F238E27FC236}">
                <a16:creationId xmlns:a16="http://schemas.microsoft.com/office/drawing/2014/main" id="{FD11E52A-24EC-03FE-CF60-D94DF79B98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9664" y="3939532"/>
            <a:ext cx="540000" cy="540000"/>
          </a:xfrm>
          <a:prstGeom prst="rect">
            <a:avLst/>
          </a:prstGeom>
        </p:spPr>
      </p:pic>
      <p:pic>
        <p:nvPicPr>
          <p:cNvPr id="22" name="Graphique 21" descr="Badge 4 avec un remplissage uni">
            <a:extLst>
              <a:ext uri="{FF2B5EF4-FFF2-40B4-BE49-F238E27FC236}">
                <a16:creationId xmlns:a16="http://schemas.microsoft.com/office/drawing/2014/main" id="{8B333DAA-9001-BBAA-E7E1-E7380315A4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13174" y="3939532"/>
            <a:ext cx="540000" cy="540000"/>
          </a:xfrm>
          <a:prstGeom prst="rect">
            <a:avLst/>
          </a:prstGeom>
        </p:spPr>
      </p:pic>
      <p:pic>
        <p:nvPicPr>
          <p:cNvPr id="24" name="Graphique 23" descr="Badge 3 avec un remplissage uni">
            <a:extLst>
              <a:ext uri="{FF2B5EF4-FFF2-40B4-BE49-F238E27FC236}">
                <a16:creationId xmlns:a16="http://schemas.microsoft.com/office/drawing/2014/main" id="{9636367B-6207-F56F-48D7-DCC500E02D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13174" y="1068439"/>
            <a:ext cx="540000" cy="540000"/>
          </a:xfrm>
          <a:prstGeom prst="rect">
            <a:avLst/>
          </a:prstGeom>
        </p:spPr>
      </p:pic>
      <p:pic>
        <p:nvPicPr>
          <p:cNvPr id="26" name="Graphique 25" descr="Badge avec un remplissage uni">
            <a:extLst>
              <a:ext uri="{FF2B5EF4-FFF2-40B4-BE49-F238E27FC236}">
                <a16:creationId xmlns:a16="http://schemas.microsoft.com/office/drawing/2014/main" id="{9FF4D094-E3A8-D781-1417-6AAA981C6E2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49664" y="1068439"/>
            <a:ext cx="540000" cy="540000"/>
          </a:xfrm>
          <a:prstGeom prst="rect">
            <a:avLst/>
          </a:prstGeom>
        </p:spPr>
      </p:pic>
      <p:pic>
        <p:nvPicPr>
          <p:cNvPr id="28" name="Graphique 27" descr="Badge 1 avec un remplissage uni">
            <a:extLst>
              <a:ext uri="{FF2B5EF4-FFF2-40B4-BE49-F238E27FC236}">
                <a16:creationId xmlns:a16="http://schemas.microsoft.com/office/drawing/2014/main" id="{2323BD48-CE92-720C-C7DA-228C165979C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6154" y="1068439"/>
            <a:ext cx="540000" cy="540000"/>
          </a:xfrm>
          <a:prstGeom prst="rect">
            <a:avLst/>
          </a:prstGeom>
        </p:spPr>
      </p:pic>
      <mc:AlternateContent xmlns:mc="http://schemas.openxmlformats.org/markup-compatibility/2006" xmlns:pslz="http://schemas.microsoft.com/office/powerpoint/2016/slidezoom">
        <mc:Choice Requires="pslz">
          <p:graphicFrame>
            <p:nvGraphicFramePr>
              <p:cNvPr id="30" name="Zoom de diapositive 29">
                <a:extLst>
                  <a:ext uri="{FF2B5EF4-FFF2-40B4-BE49-F238E27FC236}">
                    <a16:creationId xmlns:a16="http://schemas.microsoft.com/office/drawing/2014/main" id="{2884F296-8675-3140-6C7F-64033CC2529E}"/>
                  </a:ext>
                </a:extLst>
              </p:cNvPr>
              <p:cNvGraphicFramePr>
                <a:graphicFrameLocks noChangeAspect="1"/>
              </p:cNvGraphicFramePr>
              <p:nvPr>
                <p:extLst>
                  <p:ext uri="{D42A27DB-BD31-4B8C-83A1-F6EECF244321}">
                    <p14:modId xmlns:p14="http://schemas.microsoft.com/office/powerpoint/2010/main" val="893466541"/>
                  </p:ext>
                </p:extLst>
              </p:nvPr>
            </p:nvGraphicFramePr>
            <p:xfrm>
              <a:off x="486154" y="1708621"/>
              <a:ext cx="3048000" cy="1714500"/>
            </p:xfrm>
            <a:graphic>
              <a:graphicData uri="http://schemas.microsoft.com/office/powerpoint/2016/slidezoom">
                <pslz:sldZm>
                  <pslz:sldZmObj sldId="2147482456" cId="2317021927">
                    <pslz:zmPr id="{59F6240F-8D2A-4A5F-98A5-5F50E7B27A41}" returnToParent="0"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0" name="Zoom de diapositive 29">
                <a:hlinkClick r:id="rId10" action="ppaction://hlinksldjump"/>
                <a:extLst>
                  <a:ext uri="{FF2B5EF4-FFF2-40B4-BE49-F238E27FC236}">
                    <a16:creationId xmlns:a16="http://schemas.microsoft.com/office/drawing/2014/main" id="{2884F296-8675-3140-6C7F-64033CC2529E}"/>
                  </a:ext>
                </a:extLst>
              </p:cNvPr>
              <p:cNvPicPr>
                <a:picLocks noGrp="1" noRot="1" noChangeAspect="1" noMove="1" noResize="1" noEditPoints="1" noAdjustHandles="1" noChangeArrowheads="1" noChangeShapeType="1"/>
              </p:cNvPicPr>
              <p:nvPr/>
            </p:nvPicPr>
            <p:blipFill>
              <a:blip r:embed="rId11"/>
              <a:stretch>
                <a:fillRect/>
              </a:stretch>
            </p:blipFill>
            <p:spPr>
              <a:xfrm>
                <a:off x="48615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2" name="Zoom de diapositive 31">
                <a:extLst>
                  <a:ext uri="{FF2B5EF4-FFF2-40B4-BE49-F238E27FC236}">
                    <a16:creationId xmlns:a16="http://schemas.microsoft.com/office/drawing/2014/main" id="{1B01D251-2BFD-D192-80D7-0B3C8A6EB304}"/>
                  </a:ext>
                </a:extLst>
              </p:cNvPr>
              <p:cNvGraphicFramePr>
                <a:graphicFrameLocks noChangeAspect="1"/>
              </p:cNvGraphicFramePr>
              <p:nvPr>
                <p:extLst>
                  <p:ext uri="{D42A27DB-BD31-4B8C-83A1-F6EECF244321}">
                    <p14:modId xmlns:p14="http://schemas.microsoft.com/office/powerpoint/2010/main" val="4077592301"/>
                  </p:ext>
                </p:extLst>
              </p:nvPr>
            </p:nvGraphicFramePr>
            <p:xfrm>
              <a:off x="4549664" y="1708621"/>
              <a:ext cx="3048000" cy="1714500"/>
            </p:xfrm>
            <a:graphic>
              <a:graphicData uri="http://schemas.microsoft.com/office/powerpoint/2016/slidezoom">
                <pslz:sldZm>
                  <pslz:sldZmObj sldId="2147482454" cId="4062390300">
                    <pslz:zmPr id="{F8488968-A7B0-487A-BD19-1BED1A10C7D3}" returnToParent="0"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2" name="Zoom de diapositive 31">
                <a:hlinkClick r:id="rId13" action="ppaction://hlinksldjump"/>
                <a:extLst>
                  <a:ext uri="{FF2B5EF4-FFF2-40B4-BE49-F238E27FC236}">
                    <a16:creationId xmlns:a16="http://schemas.microsoft.com/office/drawing/2014/main" id="{1B01D251-2BFD-D192-80D7-0B3C8A6EB304}"/>
                  </a:ext>
                </a:extLst>
              </p:cNvPr>
              <p:cNvPicPr>
                <a:picLocks noGrp="1" noRot="1" noChangeAspect="1" noMove="1" noResize="1" noEditPoints="1" noAdjustHandles="1" noChangeArrowheads="1" noChangeShapeType="1"/>
              </p:cNvPicPr>
              <p:nvPr/>
            </p:nvPicPr>
            <p:blipFill>
              <a:blip r:embed="rId14"/>
              <a:stretch>
                <a:fillRect/>
              </a:stretch>
            </p:blipFill>
            <p:spPr>
              <a:xfrm>
                <a:off x="454966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4" name="Zoom de diapositive 33">
                <a:extLst>
                  <a:ext uri="{FF2B5EF4-FFF2-40B4-BE49-F238E27FC236}">
                    <a16:creationId xmlns:a16="http://schemas.microsoft.com/office/drawing/2014/main" id="{33F64035-AA1C-FF87-C3CB-CC041B81A97E}"/>
                  </a:ext>
                </a:extLst>
              </p:cNvPr>
              <p:cNvGraphicFramePr>
                <a:graphicFrameLocks noChangeAspect="1"/>
              </p:cNvGraphicFramePr>
              <p:nvPr>
                <p:extLst>
                  <p:ext uri="{D42A27DB-BD31-4B8C-83A1-F6EECF244321}">
                    <p14:modId xmlns:p14="http://schemas.microsoft.com/office/powerpoint/2010/main" val="235958129"/>
                  </p:ext>
                </p:extLst>
              </p:nvPr>
            </p:nvGraphicFramePr>
            <p:xfrm>
              <a:off x="8613174" y="1708621"/>
              <a:ext cx="3048000" cy="1714500"/>
            </p:xfrm>
            <a:graphic>
              <a:graphicData uri="http://schemas.microsoft.com/office/powerpoint/2016/slidezoom">
                <pslz:sldZm>
                  <pslz:sldZmObj sldId="2147482452" cId="1023684763">
                    <pslz:zmPr id="{E20F5A82-899C-4B94-AFC3-8BF809C00962}" returnToParent="0"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4" name="Zoom de diapositive 33">
                <a:hlinkClick r:id="rId16" action="ppaction://hlinksldjump"/>
                <a:extLst>
                  <a:ext uri="{FF2B5EF4-FFF2-40B4-BE49-F238E27FC236}">
                    <a16:creationId xmlns:a16="http://schemas.microsoft.com/office/drawing/2014/main" id="{33F64035-AA1C-FF87-C3CB-CC041B81A97E}"/>
                  </a:ext>
                </a:extLst>
              </p:cNvPr>
              <p:cNvPicPr>
                <a:picLocks noGrp="1" noRot="1" noChangeAspect="1" noMove="1" noResize="1" noEditPoints="1" noAdjustHandles="1" noChangeArrowheads="1" noChangeShapeType="1"/>
              </p:cNvPicPr>
              <p:nvPr/>
            </p:nvPicPr>
            <p:blipFill>
              <a:blip r:embed="rId17"/>
              <a:stretch>
                <a:fillRect/>
              </a:stretch>
            </p:blipFill>
            <p:spPr>
              <a:xfrm>
                <a:off x="861317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6" name="Zoom de diapositive 35">
                <a:extLst>
                  <a:ext uri="{FF2B5EF4-FFF2-40B4-BE49-F238E27FC236}">
                    <a16:creationId xmlns:a16="http://schemas.microsoft.com/office/drawing/2014/main" id="{E7139F8C-3EAC-46F4-06B9-FA35A4618E32}"/>
                  </a:ext>
                </a:extLst>
              </p:cNvPr>
              <p:cNvGraphicFramePr>
                <a:graphicFrameLocks noChangeAspect="1"/>
              </p:cNvGraphicFramePr>
              <p:nvPr>
                <p:extLst>
                  <p:ext uri="{D42A27DB-BD31-4B8C-83A1-F6EECF244321}">
                    <p14:modId xmlns:p14="http://schemas.microsoft.com/office/powerpoint/2010/main" val="1525637063"/>
                  </p:ext>
                </p:extLst>
              </p:nvPr>
            </p:nvGraphicFramePr>
            <p:xfrm>
              <a:off x="8613174" y="4565055"/>
              <a:ext cx="3048000" cy="1714500"/>
            </p:xfrm>
            <a:graphic>
              <a:graphicData uri="http://schemas.microsoft.com/office/powerpoint/2016/slidezoom">
                <pslz:sldZm>
                  <pslz:sldZmObj sldId="2147482379" cId="2622766764">
                    <pslz:zmPr id="{8B2EB31D-52E6-406F-8A50-10361745B74A}" returnToParent="0" transitionDur="1000">
                      <p166:blipFill xmlns:p166="http://schemas.microsoft.com/office/powerpoint/2016/6/main">
                        <a:blip r:embed="rId18"/>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6" name="Zoom de diapositive 35">
                <a:hlinkClick r:id="rId19" action="ppaction://hlinksldjump"/>
                <a:extLst>
                  <a:ext uri="{FF2B5EF4-FFF2-40B4-BE49-F238E27FC236}">
                    <a16:creationId xmlns:a16="http://schemas.microsoft.com/office/drawing/2014/main" id="{E7139F8C-3EAC-46F4-06B9-FA35A4618E32}"/>
                  </a:ext>
                </a:extLst>
              </p:cNvPr>
              <p:cNvPicPr>
                <a:picLocks noGrp="1" noRot="1" noChangeAspect="1" noMove="1" noResize="1" noEditPoints="1" noAdjustHandles="1" noChangeArrowheads="1" noChangeShapeType="1"/>
              </p:cNvPicPr>
              <p:nvPr/>
            </p:nvPicPr>
            <p:blipFill>
              <a:blip r:embed="rId20"/>
              <a:stretch>
                <a:fillRect/>
              </a:stretch>
            </p:blipFill>
            <p:spPr>
              <a:xfrm>
                <a:off x="8613174" y="4565055"/>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8" name="Zoom de diapositive 37">
                <a:extLst>
                  <a:ext uri="{FF2B5EF4-FFF2-40B4-BE49-F238E27FC236}">
                    <a16:creationId xmlns:a16="http://schemas.microsoft.com/office/drawing/2014/main" id="{30FD16CE-3698-FB8D-7169-C84C49C5186B}"/>
                  </a:ext>
                </a:extLst>
              </p:cNvPr>
              <p:cNvGraphicFramePr>
                <a:graphicFrameLocks noChangeAspect="1"/>
              </p:cNvGraphicFramePr>
              <p:nvPr>
                <p:extLst>
                  <p:ext uri="{D42A27DB-BD31-4B8C-83A1-F6EECF244321}">
                    <p14:modId xmlns:p14="http://schemas.microsoft.com/office/powerpoint/2010/main" val="2524230032"/>
                  </p:ext>
                </p:extLst>
              </p:nvPr>
            </p:nvGraphicFramePr>
            <p:xfrm>
              <a:off x="4549664" y="4565055"/>
              <a:ext cx="3048000" cy="1714500"/>
            </p:xfrm>
            <a:graphic>
              <a:graphicData uri="http://schemas.microsoft.com/office/powerpoint/2016/slidezoom">
                <pslz:sldZm>
                  <pslz:sldZmObj sldId="2147482360" cId="4024138260">
                    <pslz:zmPr id="{CE245E9D-7A49-4506-BB00-1E329F084310}" returnToParent="0" transitionDur="1000">
                      <p166:blipFill xmlns:p166="http://schemas.microsoft.com/office/powerpoint/2016/6/main">
                        <a:blip r:embed="rId21"/>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8" name="Zoom de diapositive 37">
                <a:hlinkClick r:id="rId22" action="ppaction://hlinksldjump"/>
                <a:extLst>
                  <a:ext uri="{FF2B5EF4-FFF2-40B4-BE49-F238E27FC236}">
                    <a16:creationId xmlns:a16="http://schemas.microsoft.com/office/drawing/2014/main" id="{30FD16CE-3698-FB8D-7169-C84C49C5186B}"/>
                  </a:ext>
                </a:extLst>
              </p:cNvPr>
              <p:cNvPicPr>
                <a:picLocks noGrp="1" noRot="1" noChangeAspect="1" noMove="1" noResize="1" noEditPoints="1" noAdjustHandles="1" noChangeArrowheads="1" noChangeShapeType="1"/>
              </p:cNvPicPr>
              <p:nvPr/>
            </p:nvPicPr>
            <p:blipFill>
              <a:blip r:embed="rId23"/>
              <a:stretch>
                <a:fillRect/>
              </a:stretch>
            </p:blipFill>
            <p:spPr>
              <a:xfrm>
                <a:off x="4549664" y="4565055"/>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40" name="Zoom de diapositive 39">
                <a:extLst>
                  <a:ext uri="{FF2B5EF4-FFF2-40B4-BE49-F238E27FC236}">
                    <a16:creationId xmlns:a16="http://schemas.microsoft.com/office/drawing/2014/main" id="{957D60E1-A426-F034-155A-3AA486A7E2F5}"/>
                  </a:ext>
                </a:extLst>
              </p:cNvPr>
              <p:cNvGraphicFramePr>
                <a:graphicFrameLocks noChangeAspect="1"/>
              </p:cNvGraphicFramePr>
              <p:nvPr>
                <p:extLst>
                  <p:ext uri="{D42A27DB-BD31-4B8C-83A1-F6EECF244321}">
                    <p14:modId xmlns:p14="http://schemas.microsoft.com/office/powerpoint/2010/main" val="2684321212"/>
                  </p:ext>
                </p:extLst>
              </p:nvPr>
            </p:nvGraphicFramePr>
            <p:xfrm>
              <a:off x="486154" y="4565055"/>
              <a:ext cx="3048000" cy="1714500"/>
            </p:xfrm>
            <a:graphic>
              <a:graphicData uri="http://schemas.microsoft.com/office/powerpoint/2016/slidezoom">
                <pslz:sldZm>
                  <pslz:sldZmObj sldId="2147480513" cId="255071319">
                    <pslz:zmPr id="{E08BC328-2CB5-43A3-8717-0AB7DFBFB95E}" returnToParent="0" transitionDur="1000">
                      <p166:blipFill xmlns:p166="http://schemas.microsoft.com/office/powerpoint/2016/6/main">
                        <a:blip r:embed="rId24"/>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40" name="Zoom de diapositive 39">
                <a:hlinkClick r:id="rId25" action="ppaction://hlinksldjump"/>
                <a:extLst>
                  <a:ext uri="{FF2B5EF4-FFF2-40B4-BE49-F238E27FC236}">
                    <a16:creationId xmlns:a16="http://schemas.microsoft.com/office/drawing/2014/main" id="{957D60E1-A426-F034-155A-3AA486A7E2F5}"/>
                  </a:ext>
                </a:extLst>
              </p:cNvPr>
              <p:cNvPicPr>
                <a:picLocks noGrp="1" noRot="1" noChangeAspect="1" noMove="1" noResize="1" noEditPoints="1" noAdjustHandles="1" noChangeArrowheads="1" noChangeShapeType="1"/>
              </p:cNvPicPr>
              <p:nvPr/>
            </p:nvPicPr>
            <p:blipFill>
              <a:blip r:embed="rId26"/>
              <a:stretch>
                <a:fillRect/>
              </a:stretch>
            </p:blipFill>
            <p:spPr>
              <a:xfrm>
                <a:off x="486154" y="4565055"/>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p:sp>
        <p:nvSpPr>
          <p:cNvPr id="42" name="Google Shape;5120;p20">
            <a:extLst>
              <a:ext uri="{FF2B5EF4-FFF2-40B4-BE49-F238E27FC236}">
                <a16:creationId xmlns:a16="http://schemas.microsoft.com/office/drawing/2014/main" id="{40044521-3DCD-6A87-E69D-BF3F1456E568}"/>
              </a:ext>
            </a:extLst>
          </p:cNvPr>
          <p:cNvSpPr/>
          <p:nvPr/>
        </p:nvSpPr>
        <p:spPr>
          <a:xfrm rot="7237020">
            <a:off x="3860694" y="2345056"/>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4" name="Google Shape;5120;p20">
            <a:extLst>
              <a:ext uri="{FF2B5EF4-FFF2-40B4-BE49-F238E27FC236}">
                <a16:creationId xmlns:a16="http://schemas.microsoft.com/office/drawing/2014/main" id="{F72A8AB7-39DB-3624-1E9F-89336082058F}"/>
              </a:ext>
            </a:extLst>
          </p:cNvPr>
          <p:cNvSpPr/>
          <p:nvPr/>
        </p:nvSpPr>
        <p:spPr>
          <a:xfrm rot="7237020">
            <a:off x="7924203" y="2345056"/>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6" name="Google Shape;5120;p20">
            <a:extLst>
              <a:ext uri="{FF2B5EF4-FFF2-40B4-BE49-F238E27FC236}">
                <a16:creationId xmlns:a16="http://schemas.microsoft.com/office/drawing/2014/main" id="{802339AF-A652-EB9A-1BF6-C10874044AA2}"/>
              </a:ext>
            </a:extLst>
          </p:cNvPr>
          <p:cNvSpPr/>
          <p:nvPr/>
        </p:nvSpPr>
        <p:spPr>
          <a:xfrm rot="12671923">
            <a:off x="8697428" y="3500215"/>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8" name="Google Shape;5120;p20">
            <a:extLst>
              <a:ext uri="{FF2B5EF4-FFF2-40B4-BE49-F238E27FC236}">
                <a16:creationId xmlns:a16="http://schemas.microsoft.com/office/drawing/2014/main" id="{CFCBA84E-01D1-B5BC-101D-F2398018A69A}"/>
              </a:ext>
            </a:extLst>
          </p:cNvPr>
          <p:cNvSpPr/>
          <p:nvPr/>
        </p:nvSpPr>
        <p:spPr>
          <a:xfrm rot="18077402">
            <a:off x="7924203" y="5201490"/>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0" name="Google Shape;5120;p20">
            <a:extLst>
              <a:ext uri="{FF2B5EF4-FFF2-40B4-BE49-F238E27FC236}">
                <a16:creationId xmlns:a16="http://schemas.microsoft.com/office/drawing/2014/main" id="{78B1DB98-2141-87DE-60EF-32DB3CB7C321}"/>
              </a:ext>
            </a:extLst>
          </p:cNvPr>
          <p:cNvSpPr/>
          <p:nvPr/>
        </p:nvSpPr>
        <p:spPr>
          <a:xfrm rot="18077402">
            <a:off x="3860693" y="5201490"/>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59B7A1"/>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Rectangle 52">
            <a:extLst>
              <a:ext uri="{FF2B5EF4-FFF2-40B4-BE49-F238E27FC236}">
                <a16:creationId xmlns:a16="http://schemas.microsoft.com/office/drawing/2014/main" id="{F7855620-6979-BDD8-9EFD-AFCFECE9515B}"/>
              </a:ext>
            </a:extLst>
          </p:cNvPr>
          <p:cNvSpPr/>
          <p:nvPr/>
        </p:nvSpPr>
        <p:spPr>
          <a:xfrm>
            <a:off x="899537"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arrive sur la page de garde et choisit son besoin</a:t>
            </a:r>
            <a:br>
              <a:rPr lang="fr-FR" sz="1100" b="1">
                <a:solidFill>
                  <a:schemeClr val="tx1"/>
                </a:solidFill>
                <a:latin typeface="Avenir LT Std 45 Book" panose="020B0502020203020204" pitchFamily="34" charset="0"/>
              </a:rPr>
            </a:br>
            <a:r>
              <a:rPr lang="fr-FR" sz="1100" i="1">
                <a:solidFill>
                  <a:schemeClr val="tx1"/>
                </a:solidFill>
                <a:latin typeface="Avenir LT Std 45 Book" panose="020B0502020203020204" pitchFamily="34" charset="0"/>
              </a:rPr>
              <a:t>Dans ce cas : la partie de gauche</a:t>
            </a:r>
            <a:endParaRPr lang="fr-FR" sz="1100" b="1">
              <a:solidFill>
                <a:schemeClr val="tx1"/>
              </a:solidFill>
              <a:latin typeface="Avenir LT Std 45 Book" panose="020B0502020203020204" pitchFamily="34" charset="0"/>
            </a:endParaRPr>
          </a:p>
        </p:txBody>
      </p:sp>
      <p:sp>
        <p:nvSpPr>
          <p:cNvPr id="55" name="Rectangle 54">
            <a:extLst>
              <a:ext uri="{FF2B5EF4-FFF2-40B4-BE49-F238E27FC236}">
                <a16:creationId xmlns:a16="http://schemas.microsoft.com/office/drawing/2014/main" id="{343DA8D1-A612-3338-FE84-B66EFD3EE6B6}"/>
              </a:ext>
            </a:extLst>
          </p:cNvPr>
          <p:cNvSpPr/>
          <p:nvPr/>
        </p:nvSpPr>
        <p:spPr>
          <a:xfrm>
            <a:off x="4953213"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sélectionne son cas d’usage</a:t>
            </a:r>
            <a:br>
              <a:rPr lang="fr-FR" sz="1100" b="1">
                <a:solidFill>
                  <a:schemeClr val="tx1"/>
                </a:solidFill>
                <a:latin typeface="Avenir LT Std 45 Book" panose="020B0502020203020204" pitchFamily="34" charset="0"/>
              </a:rPr>
            </a:br>
            <a:r>
              <a:rPr lang="fr-FR" sz="1100" i="1">
                <a:solidFill>
                  <a:schemeClr val="tx1"/>
                </a:solidFill>
                <a:latin typeface="Avenir LT Std 45 Book" panose="020B0502020203020204" pitchFamily="34" charset="0"/>
              </a:rPr>
              <a:t>Dans ce cas : « J’ai un projet conséquent »</a:t>
            </a:r>
          </a:p>
        </p:txBody>
      </p:sp>
      <p:sp>
        <p:nvSpPr>
          <p:cNvPr id="57" name="Rectangle 56">
            <a:extLst>
              <a:ext uri="{FF2B5EF4-FFF2-40B4-BE49-F238E27FC236}">
                <a16:creationId xmlns:a16="http://schemas.microsoft.com/office/drawing/2014/main" id="{BC7EDD8B-80AB-E6B4-FA30-FAD5EE2F0927}"/>
              </a:ext>
            </a:extLst>
          </p:cNvPr>
          <p:cNvSpPr/>
          <p:nvPr/>
        </p:nvSpPr>
        <p:spPr>
          <a:xfrm>
            <a:off x="9005690"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clique ensuite sur l'icône correspondant à ce qu'il recherche</a:t>
            </a:r>
            <a:endParaRPr lang="fr-FR" sz="1100" b="1" i="1">
              <a:solidFill>
                <a:schemeClr val="tx1"/>
              </a:solidFill>
              <a:latin typeface="Avenir LT Std 45 Book" panose="020B0502020203020204" pitchFamily="34" charset="0"/>
            </a:endParaRPr>
          </a:p>
        </p:txBody>
      </p:sp>
      <p:sp>
        <p:nvSpPr>
          <p:cNvPr id="59" name="Rectangle 58">
            <a:extLst>
              <a:ext uri="{FF2B5EF4-FFF2-40B4-BE49-F238E27FC236}">
                <a16:creationId xmlns:a16="http://schemas.microsoft.com/office/drawing/2014/main" id="{27833397-1805-1AE8-C795-921EF0470887}"/>
              </a:ext>
            </a:extLst>
          </p:cNvPr>
          <p:cNvSpPr/>
          <p:nvPr/>
        </p:nvSpPr>
        <p:spPr>
          <a:xfrm>
            <a:off x="9005690" y="4011634"/>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réalise la checklist associée et clique sur les loupes s’il veut des ressources complémentaires</a:t>
            </a:r>
            <a:endParaRPr lang="fr-FR" sz="1100" b="1" i="1">
              <a:solidFill>
                <a:schemeClr val="tx1"/>
              </a:solidFill>
              <a:latin typeface="Avenir LT Std 45 Book" panose="020B0502020203020204" pitchFamily="34" charset="0"/>
            </a:endParaRPr>
          </a:p>
        </p:txBody>
      </p:sp>
      <p:sp>
        <p:nvSpPr>
          <p:cNvPr id="61" name="Rectangle 60">
            <a:extLst>
              <a:ext uri="{FF2B5EF4-FFF2-40B4-BE49-F238E27FC236}">
                <a16:creationId xmlns:a16="http://schemas.microsoft.com/office/drawing/2014/main" id="{1FA07929-2FBB-C0AA-C58B-0C3409C492B1}"/>
              </a:ext>
            </a:extLst>
          </p:cNvPr>
          <p:cNvSpPr/>
          <p:nvPr/>
        </p:nvSpPr>
        <p:spPr>
          <a:xfrm>
            <a:off x="4953213" y="4011634"/>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accède aux ressources complémentaires et peut pour s’aider accéder à des fiches pratiques</a:t>
            </a:r>
            <a:endParaRPr lang="fr-FR" sz="1100" b="1" i="1">
              <a:solidFill>
                <a:schemeClr val="tx1"/>
              </a:solidFill>
              <a:latin typeface="Avenir LT Std 45 Book" panose="020B0502020203020204" pitchFamily="34" charset="0"/>
            </a:endParaRPr>
          </a:p>
        </p:txBody>
      </p:sp>
      <p:sp>
        <p:nvSpPr>
          <p:cNvPr id="63" name="Rectangle 62">
            <a:extLst>
              <a:ext uri="{FF2B5EF4-FFF2-40B4-BE49-F238E27FC236}">
                <a16:creationId xmlns:a16="http://schemas.microsoft.com/office/drawing/2014/main" id="{1F41BA17-B326-DC17-4158-8571A88E7668}"/>
              </a:ext>
            </a:extLst>
          </p:cNvPr>
          <p:cNvSpPr/>
          <p:nvPr/>
        </p:nvSpPr>
        <p:spPr>
          <a:xfrm>
            <a:off x="899537" y="4011634"/>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atteint la fiche pratique - </a:t>
            </a:r>
            <a:r>
              <a:rPr lang="fr-FR" sz="1100" i="1">
                <a:solidFill>
                  <a:schemeClr val="tx1"/>
                </a:solidFill>
                <a:latin typeface="Avenir LT Std 45 Book" panose="020B0502020203020204" pitchFamily="34" charset="0"/>
              </a:rPr>
              <a:t>Le niveau le plus fin de l’arborescence </a:t>
            </a:r>
          </a:p>
        </p:txBody>
      </p:sp>
      <p:sp>
        <p:nvSpPr>
          <p:cNvPr id="65" name="Rectangle : coins arrondis 64">
            <a:extLst>
              <a:ext uri="{FF2B5EF4-FFF2-40B4-BE49-F238E27FC236}">
                <a16:creationId xmlns:a16="http://schemas.microsoft.com/office/drawing/2014/main" id="{D718F5A1-F51A-541F-4B27-E19F272D37F4}"/>
              </a:ext>
            </a:extLst>
          </p:cNvPr>
          <p:cNvSpPr/>
          <p:nvPr/>
        </p:nvSpPr>
        <p:spPr>
          <a:xfrm>
            <a:off x="542938" y="6402065"/>
            <a:ext cx="11106125" cy="3290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tout moment dans sa navigation, l’utilisateur peut revenir sur la page précédente en utilisant les boutons retour en bas à droite des diapositives</a:t>
            </a:r>
            <a:endPar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pic>
        <p:nvPicPr>
          <p:cNvPr id="69" name="Graphique 68" descr="Informations avec un remplissage uni">
            <a:extLst>
              <a:ext uri="{FF2B5EF4-FFF2-40B4-BE49-F238E27FC236}">
                <a16:creationId xmlns:a16="http://schemas.microsoft.com/office/drawing/2014/main" id="{DEBA8F82-0B3D-1024-285E-027856B063BD}"/>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48929" y="6422576"/>
            <a:ext cx="288000" cy="288000"/>
          </a:xfrm>
          <a:prstGeom prst="rect">
            <a:avLst/>
          </a:prstGeom>
        </p:spPr>
      </p:pic>
    </p:spTree>
    <p:extLst>
      <p:ext uri="{BB962C8B-B14F-4D97-AF65-F5344CB8AC3E}">
        <p14:creationId xmlns:p14="http://schemas.microsoft.com/office/powerpoint/2010/main" val="979525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A482-C83B-0B0B-8662-6A6CD7527F83}"/>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ADD34E83-8EF6-95E1-43F5-216557D90984}"/>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Exemple de Parcours </a:t>
            </a:r>
            <a:r>
              <a:rPr kumimoji="0" lang="fr-FR" sz="2400" b="1" i="0" u="none" strike="noStrike" kern="1200" cap="all" spc="0" normalizeH="0" baseline="0" noProof="0" err="1">
                <a:ln>
                  <a:noFill/>
                </a:ln>
                <a:solidFill>
                  <a:srgbClr val="009AA6"/>
                </a:solidFill>
                <a:effectLst/>
                <a:uLnTx/>
                <a:uFillTx/>
                <a:latin typeface="Avenir LT Std 65 Medium" panose="020B0803020203020204" pitchFamily="34" charset="0"/>
                <a:ea typeface="ＭＳ Ｐゴシック" charset="-128"/>
                <a:cs typeface="+mj-cs"/>
              </a:rPr>
              <a:t>utilis</a:t>
            </a:r>
            <a:r>
              <a:rPr lang="fr-FR" sz="2400" b="1" err="1">
                <a:solidFill>
                  <a:srgbClr val="009AA6"/>
                </a:solidFill>
                <a:latin typeface="Avenir LT Std 65 Medium" panose="020B0803020203020204" pitchFamily="34" charset="0"/>
              </a:rPr>
              <a:t>ateur</a:t>
            </a:r>
            <a:r>
              <a:rPr lang="fr-FR" sz="2400" b="1">
                <a:solidFill>
                  <a:srgbClr val="009AA6"/>
                </a:solidFill>
                <a:latin typeface="Avenir LT Std 65 Medium" panose="020B0803020203020204" pitchFamily="34" charset="0"/>
              </a:rPr>
              <a:t> 2</a:t>
            </a:r>
            <a:endPar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endParaRPr>
          </a:p>
        </p:txBody>
      </p:sp>
      <p:sp>
        <p:nvSpPr>
          <p:cNvPr id="12" name="Rectangle : coins arrondis 11">
            <a:extLst>
              <a:ext uri="{FF2B5EF4-FFF2-40B4-BE49-F238E27FC236}">
                <a16:creationId xmlns:a16="http://schemas.microsoft.com/office/drawing/2014/main" id="{B007F483-9E17-C42C-8A42-F827F8509A8A}"/>
              </a:ext>
            </a:extLst>
          </p:cNvPr>
          <p:cNvSpPr/>
          <p:nvPr/>
        </p:nvSpPr>
        <p:spPr>
          <a:xfrm>
            <a:off x="491678" y="611022"/>
            <a:ext cx="11208645" cy="429208"/>
          </a:xfrm>
          <a:prstGeom prst="roundRect">
            <a:avLst/>
          </a:prstGeom>
          <a:solidFill>
            <a:schemeClr val="accent2">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tx1"/>
                </a:solidFill>
                <a:latin typeface="Avenir LT Std 45 Book" panose="020B0502020203020204" pitchFamily="34" charset="0"/>
              </a:rPr>
              <a:t>Cas d’usage : </a:t>
            </a:r>
            <a:r>
              <a:rPr lang="fr-FR" sz="1200" b="1" i="1">
                <a:solidFill>
                  <a:schemeClr val="tx1"/>
                </a:solidFill>
                <a:latin typeface="Avenir LT Std 45 Book" panose="020B0502020203020204" pitchFamily="34" charset="0"/>
              </a:rPr>
              <a:t>Je suis manager, je pense que mon collaborateur est dans une situation difficile car il a remonté une surcharge de travail. J’aimerais objectiver la situation et savoir comment agir pour l’accompagner</a:t>
            </a:r>
          </a:p>
        </p:txBody>
      </p:sp>
      <p:pic>
        <p:nvPicPr>
          <p:cNvPr id="20" name="Graphique 19" descr="Badge 5 avec un remplissage uni">
            <a:extLst>
              <a:ext uri="{FF2B5EF4-FFF2-40B4-BE49-F238E27FC236}">
                <a16:creationId xmlns:a16="http://schemas.microsoft.com/office/drawing/2014/main" id="{056C139F-AE10-4836-85E1-913B49682B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2034" y="3939532"/>
            <a:ext cx="540000" cy="540000"/>
          </a:xfrm>
          <a:prstGeom prst="rect">
            <a:avLst/>
          </a:prstGeom>
        </p:spPr>
      </p:pic>
      <p:pic>
        <p:nvPicPr>
          <p:cNvPr id="22" name="Graphique 21" descr="Badge 4 avec un remplissage uni">
            <a:extLst>
              <a:ext uri="{FF2B5EF4-FFF2-40B4-BE49-F238E27FC236}">
                <a16:creationId xmlns:a16="http://schemas.microsoft.com/office/drawing/2014/main" id="{FC23E7CB-5452-BF28-831A-AA3E42A08C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15544" y="3939532"/>
            <a:ext cx="540000" cy="540000"/>
          </a:xfrm>
          <a:prstGeom prst="rect">
            <a:avLst/>
          </a:prstGeom>
        </p:spPr>
      </p:pic>
      <p:pic>
        <p:nvPicPr>
          <p:cNvPr id="24" name="Graphique 23" descr="Badge 3 avec un remplissage uni">
            <a:extLst>
              <a:ext uri="{FF2B5EF4-FFF2-40B4-BE49-F238E27FC236}">
                <a16:creationId xmlns:a16="http://schemas.microsoft.com/office/drawing/2014/main" id="{C7E214FF-A58F-2979-B5F9-774AEA5EF5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13174" y="1068439"/>
            <a:ext cx="540000" cy="540000"/>
          </a:xfrm>
          <a:prstGeom prst="rect">
            <a:avLst/>
          </a:prstGeom>
        </p:spPr>
      </p:pic>
      <p:pic>
        <p:nvPicPr>
          <p:cNvPr id="26" name="Graphique 25" descr="Badge avec un remplissage uni">
            <a:extLst>
              <a:ext uri="{FF2B5EF4-FFF2-40B4-BE49-F238E27FC236}">
                <a16:creationId xmlns:a16="http://schemas.microsoft.com/office/drawing/2014/main" id="{CBBD1CE3-8393-C910-9066-D90D7E5E74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49664" y="1068439"/>
            <a:ext cx="540000" cy="540000"/>
          </a:xfrm>
          <a:prstGeom prst="rect">
            <a:avLst/>
          </a:prstGeom>
        </p:spPr>
      </p:pic>
      <p:pic>
        <p:nvPicPr>
          <p:cNvPr id="28" name="Graphique 27" descr="Badge 1 avec un remplissage uni">
            <a:extLst>
              <a:ext uri="{FF2B5EF4-FFF2-40B4-BE49-F238E27FC236}">
                <a16:creationId xmlns:a16="http://schemas.microsoft.com/office/drawing/2014/main" id="{1BC62697-4445-B2AC-4488-055841F857B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154" y="1068439"/>
            <a:ext cx="540000" cy="540000"/>
          </a:xfrm>
          <a:prstGeom prst="rect">
            <a:avLst/>
          </a:prstGeom>
        </p:spPr>
      </p:pic>
      <mc:AlternateContent xmlns:mc="http://schemas.openxmlformats.org/markup-compatibility/2006" xmlns:pslz="http://schemas.microsoft.com/office/powerpoint/2016/slidezoom">
        <mc:Choice Requires="pslz">
          <p:graphicFrame>
            <p:nvGraphicFramePr>
              <p:cNvPr id="30" name="Zoom de diapositive 29">
                <a:extLst>
                  <a:ext uri="{FF2B5EF4-FFF2-40B4-BE49-F238E27FC236}">
                    <a16:creationId xmlns:a16="http://schemas.microsoft.com/office/drawing/2014/main" id="{670B6A41-931A-A526-A071-0455F66B18B3}"/>
                  </a:ext>
                </a:extLst>
              </p:cNvPr>
              <p:cNvGraphicFramePr>
                <a:graphicFrameLocks noChangeAspect="1"/>
              </p:cNvGraphicFramePr>
              <p:nvPr/>
            </p:nvGraphicFramePr>
            <p:xfrm>
              <a:off x="486154" y="1708621"/>
              <a:ext cx="3048000" cy="1714500"/>
            </p:xfrm>
            <a:graphic>
              <a:graphicData uri="http://schemas.microsoft.com/office/powerpoint/2016/slidezoom">
                <pslz:sldZm>
                  <pslz:sldZmObj sldId="2147482456" cId="2317021927">
                    <pslz:zmPr id="{59F6240F-8D2A-4A5F-98A5-5F50E7B27A41}" returnToParent="0"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0" name="Zoom de diapositive 29">
                <a:hlinkClick r:id="rId9" action="ppaction://hlinksldjump"/>
                <a:extLst>
                  <a:ext uri="{FF2B5EF4-FFF2-40B4-BE49-F238E27FC236}">
                    <a16:creationId xmlns:a16="http://schemas.microsoft.com/office/drawing/2014/main" id="{670B6A41-931A-A526-A071-0455F66B18B3}"/>
                  </a:ext>
                </a:extLst>
              </p:cNvPr>
              <p:cNvPicPr>
                <a:picLocks noGrp="1" noRot="1" noChangeAspect="1" noMove="1" noResize="1" noEditPoints="1" noAdjustHandles="1" noChangeArrowheads="1" noChangeShapeType="1"/>
              </p:cNvPicPr>
              <p:nvPr/>
            </p:nvPicPr>
            <p:blipFill>
              <a:blip r:embed="rId10"/>
              <a:stretch>
                <a:fillRect/>
              </a:stretch>
            </p:blipFill>
            <p:spPr>
              <a:xfrm>
                <a:off x="48615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 name="Zoom de diapositive 2">
                <a:extLst>
                  <a:ext uri="{FF2B5EF4-FFF2-40B4-BE49-F238E27FC236}">
                    <a16:creationId xmlns:a16="http://schemas.microsoft.com/office/drawing/2014/main" id="{BF33B0C9-15B4-D6A2-063A-6A81FD7400B3}"/>
                  </a:ext>
                </a:extLst>
              </p:cNvPr>
              <p:cNvGraphicFramePr>
                <a:graphicFrameLocks noChangeAspect="1"/>
              </p:cNvGraphicFramePr>
              <p:nvPr>
                <p:extLst>
                  <p:ext uri="{D42A27DB-BD31-4B8C-83A1-F6EECF244321}">
                    <p14:modId xmlns:p14="http://schemas.microsoft.com/office/powerpoint/2010/main" val="725329758"/>
                  </p:ext>
                </p:extLst>
              </p:nvPr>
            </p:nvGraphicFramePr>
            <p:xfrm>
              <a:off x="4549664" y="1708621"/>
              <a:ext cx="3048000" cy="1714500"/>
            </p:xfrm>
            <a:graphic>
              <a:graphicData uri="http://schemas.microsoft.com/office/powerpoint/2016/slidezoom">
                <pslz:sldZm>
                  <pslz:sldZmObj sldId="2147482449" cId="211271113">
                    <pslz:zmPr id="{516914EB-C875-4630-A260-1A49B3703C78}" returnToParent="0"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 name="Zoom de diapositive 2">
                <a:hlinkClick r:id="rId12" action="ppaction://hlinksldjump"/>
                <a:extLst>
                  <a:ext uri="{FF2B5EF4-FFF2-40B4-BE49-F238E27FC236}">
                    <a16:creationId xmlns:a16="http://schemas.microsoft.com/office/drawing/2014/main" id="{BF33B0C9-15B4-D6A2-063A-6A81FD7400B3}"/>
                  </a:ext>
                </a:extLst>
              </p:cNvPr>
              <p:cNvPicPr>
                <a:picLocks noGrp="1" noRot="1" noChangeAspect="1" noMove="1" noResize="1" noEditPoints="1" noAdjustHandles="1" noChangeArrowheads="1" noChangeShapeType="1"/>
              </p:cNvPicPr>
              <p:nvPr/>
            </p:nvPicPr>
            <p:blipFill>
              <a:blip r:embed="rId13"/>
              <a:stretch>
                <a:fillRect/>
              </a:stretch>
            </p:blipFill>
            <p:spPr>
              <a:xfrm>
                <a:off x="454966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5" name="Zoom de diapositive 4">
                <a:extLst>
                  <a:ext uri="{FF2B5EF4-FFF2-40B4-BE49-F238E27FC236}">
                    <a16:creationId xmlns:a16="http://schemas.microsoft.com/office/drawing/2014/main" id="{D3C77745-FFAC-FC7D-BA45-420508EA5AE3}"/>
                  </a:ext>
                </a:extLst>
              </p:cNvPr>
              <p:cNvGraphicFramePr>
                <a:graphicFrameLocks noChangeAspect="1"/>
              </p:cNvGraphicFramePr>
              <p:nvPr>
                <p:extLst>
                  <p:ext uri="{D42A27DB-BD31-4B8C-83A1-F6EECF244321}">
                    <p14:modId xmlns:p14="http://schemas.microsoft.com/office/powerpoint/2010/main" val="1357819681"/>
                  </p:ext>
                </p:extLst>
              </p:nvPr>
            </p:nvGraphicFramePr>
            <p:xfrm>
              <a:off x="8613174" y="1708621"/>
              <a:ext cx="3048000" cy="1714500"/>
            </p:xfrm>
            <a:graphic>
              <a:graphicData uri="http://schemas.microsoft.com/office/powerpoint/2016/slidezoom">
                <pslz:sldZm>
                  <pslz:sldZmObj sldId="2147482400" cId="1165257048">
                    <pslz:zmPr id="{393EBCDA-D2A0-4144-8068-B3F0D4CED824}" returnToParent="0" transitionDur="1000">
                      <p166:blipFill xmlns:p166="http://schemas.microsoft.com/office/powerpoint/2016/6/main">
                        <a:blip r:embed="rId14"/>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5" name="Zoom de diapositive 4">
                <a:hlinkClick r:id="rId15" action="ppaction://hlinksldjump"/>
                <a:extLst>
                  <a:ext uri="{FF2B5EF4-FFF2-40B4-BE49-F238E27FC236}">
                    <a16:creationId xmlns:a16="http://schemas.microsoft.com/office/drawing/2014/main" id="{D3C77745-FFAC-FC7D-BA45-420508EA5AE3}"/>
                  </a:ext>
                </a:extLst>
              </p:cNvPr>
              <p:cNvPicPr>
                <a:picLocks noGrp="1" noRot="1" noChangeAspect="1" noMove="1" noResize="1" noEditPoints="1" noAdjustHandles="1" noChangeArrowheads="1" noChangeShapeType="1"/>
              </p:cNvPicPr>
              <p:nvPr/>
            </p:nvPicPr>
            <p:blipFill>
              <a:blip r:embed="rId16"/>
              <a:stretch>
                <a:fillRect/>
              </a:stretch>
            </p:blipFill>
            <p:spPr>
              <a:xfrm>
                <a:off x="8613174" y="1708621"/>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7" name="Zoom de diapositive 6">
                <a:extLst>
                  <a:ext uri="{FF2B5EF4-FFF2-40B4-BE49-F238E27FC236}">
                    <a16:creationId xmlns:a16="http://schemas.microsoft.com/office/drawing/2014/main" id="{A421CAE9-F8C6-D83A-A54D-D4A05453393B}"/>
                  </a:ext>
                </a:extLst>
              </p:cNvPr>
              <p:cNvGraphicFramePr>
                <a:graphicFrameLocks noChangeAspect="1"/>
              </p:cNvGraphicFramePr>
              <p:nvPr>
                <p:extLst>
                  <p:ext uri="{D42A27DB-BD31-4B8C-83A1-F6EECF244321}">
                    <p14:modId xmlns:p14="http://schemas.microsoft.com/office/powerpoint/2010/main" val="1988491742"/>
                  </p:ext>
                </p:extLst>
              </p:nvPr>
            </p:nvGraphicFramePr>
            <p:xfrm>
              <a:off x="6715544" y="4565055"/>
              <a:ext cx="3048000" cy="1714500"/>
            </p:xfrm>
            <a:graphic>
              <a:graphicData uri="http://schemas.microsoft.com/office/powerpoint/2016/slidezoom">
                <pslz:sldZm>
                  <pslz:sldZmObj sldId="2147482445" cId="2447700132">
                    <pslz:zmPr id="{5AE94252-8079-4F45-939A-7949A910BD31}" returnToParent="0" transitionDur="1000">
                      <p166:blipFill xmlns:p166="http://schemas.microsoft.com/office/powerpoint/2016/6/main">
                        <a:blip r:embed="rId17"/>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7" name="Zoom de diapositive 6">
                <a:hlinkClick r:id="rId18" action="ppaction://hlinksldjump"/>
                <a:extLst>
                  <a:ext uri="{FF2B5EF4-FFF2-40B4-BE49-F238E27FC236}">
                    <a16:creationId xmlns:a16="http://schemas.microsoft.com/office/drawing/2014/main" id="{A421CAE9-F8C6-D83A-A54D-D4A05453393B}"/>
                  </a:ext>
                </a:extLst>
              </p:cNvPr>
              <p:cNvPicPr>
                <a:picLocks noGrp="1" noRot="1" noChangeAspect="1" noMove="1" noResize="1" noEditPoints="1" noAdjustHandles="1" noChangeArrowheads="1" noChangeShapeType="1"/>
              </p:cNvPicPr>
              <p:nvPr/>
            </p:nvPicPr>
            <p:blipFill>
              <a:blip r:embed="rId19"/>
              <a:stretch>
                <a:fillRect/>
              </a:stretch>
            </p:blipFill>
            <p:spPr>
              <a:xfrm>
                <a:off x="6715544" y="4565055"/>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10" name="Zoom de diapositive 9">
                <a:extLst>
                  <a:ext uri="{FF2B5EF4-FFF2-40B4-BE49-F238E27FC236}">
                    <a16:creationId xmlns:a16="http://schemas.microsoft.com/office/drawing/2014/main" id="{C12AA2FD-B34C-9834-7FAF-EC9D26F64C90}"/>
                  </a:ext>
                </a:extLst>
              </p:cNvPr>
              <p:cNvGraphicFramePr>
                <a:graphicFrameLocks noChangeAspect="1"/>
              </p:cNvGraphicFramePr>
              <p:nvPr>
                <p:extLst>
                  <p:ext uri="{D42A27DB-BD31-4B8C-83A1-F6EECF244321}">
                    <p14:modId xmlns:p14="http://schemas.microsoft.com/office/powerpoint/2010/main" val="1909296074"/>
                  </p:ext>
                </p:extLst>
              </p:nvPr>
            </p:nvGraphicFramePr>
            <p:xfrm>
              <a:off x="2652034" y="4565055"/>
              <a:ext cx="3048000" cy="1714500"/>
            </p:xfrm>
            <a:graphic>
              <a:graphicData uri="http://schemas.microsoft.com/office/powerpoint/2016/slidezoom">
                <pslz:sldZm>
                  <pslz:sldZmObj sldId="2147482448" cId="274707823">
                    <pslz:zmPr id="{6F846A3E-13AC-42EF-97FC-79EFA42830C0}" returnToParent="0" transitionDur="1000">
                      <p166:blipFill xmlns:p166="http://schemas.microsoft.com/office/powerpoint/2016/6/main">
                        <a:blip r:embed="rId20"/>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10" name="Zoom de diapositive 9">
                <a:hlinkClick r:id="rId21" action="ppaction://hlinksldjump"/>
                <a:extLst>
                  <a:ext uri="{FF2B5EF4-FFF2-40B4-BE49-F238E27FC236}">
                    <a16:creationId xmlns:a16="http://schemas.microsoft.com/office/drawing/2014/main" id="{C12AA2FD-B34C-9834-7FAF-EC9D26F64C90}"/>
                  </a:ext>
                </a:extLst>
              </p:cNvPr>
              <p:cNvPicPr>
                <a:picLocks noGrp="1" noRot="1" noChangeAspect="1" noMove="1" noResize="1" noEditPoints="1" noAdjustHandles="1" noChangeArrowheads="1" noChangeShapeType="1"/>
              </p:cNvPicPr>
              <p:nvPr/>
            </p:nvPicPr>
            <p:blipFill>
              <a:blip r:embed="rId22"/>
              <a:stretch>
                <a:fillRect/>
              </a:stretch>
            </p:blipFill>
            <p:spPr>
              <a:xfrm>
                <a:off x="2652034" y="4565055"/>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p:sp>
        <p:nvSpPr>
          <p:cNvPr id="42" name="Google Shape;5120;p20">
            <a:extLst>
              <a:ext uri="{FF2B5EF4-FFF2-40B4-BE49-F238E27FC236}">
                <a16:creationId xmlns:a16="http://schemas.microsoft.com/office/drawing/2014/main" id="{7649E3B0-B760-88DC-9DDF-0F0D0E52B23D}"/>
              </a:ext>
            </a:extLst>
          </p:cNvPr>
          <p:cNvSpPr/>
          <p:nvPr/>
        </p:nvSpPr>
        <p:spPr>
          <a:xfrm rot="7237020">
            <a:off x="3860694" y="2345056"/>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4" name="Google Shape;5120;p20">
            <a:extLst>
              <a:ext uri="{FF2B5EF4-FFF2-40B4-BE49-F238E27FC236}">
                <a16:creationId xmlns:a16="http://schemas.microsoft.com/office/drawing/2014/main" id="{1AC8FE3C-F570-7E19-2BEF-C70A96D8200A}"/>
              </a:ext>
            </a:extLst>
          </p:cNvPr>
          <p:cNvSpPr/>
          <p:nvPr/>
        </p:nvSpPr>
        <p:spPr>
          <a:xfrm rot="7237020">
            <a:off x="7924203" y="2345056"/>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6" name="Google Shape;5120;p20">
            <a:extLst>
              <a:ext uri="{FF2B5EF4-FFF2-40B4-BE49-F238E27FC236}">
                <a16:creationId xmlns:a16="http://schemas.microsoft.com/office/drawing/2014/main" id="{827AFA85-BBF5-F8CF-01D9-C211A60FB459}"/>
              </a:ext>
            </a:extLst>
          </p:cNvPr>
          <p:cNvSpPr/>
          <p:nvPr/>
        </p:nvSpPr>
        <p:spPr>
          <a:xfrm rot="15783012">
            <a:off x="8105091" y="3429213"/>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8" name="Google Shape;5120;p20">
            <a:extLst>
              <a:ext uri="{FF2B5EF4-FFF2-40B4-BE49-F238E27FC236}">
                <a16:creationId xmlns:a16="http://schemas.microsoft.com/office/drawing/2014/main" id="{7D2657C0-B7D1-D9DB-0114-6AAE5D7C861D}"/>
              </a:ext>
            </a:extLst>
          </p:cNvPr>
          <p:cNvSpPr/>
          <p:nvPr/>
        </p:nvSpPr>
        <p:spPr>
          <a:xfrm rot="18077402">
            <a:off x="6026573" y="5201490"/>
            <a:ext cx="362432" cy="441631"/>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Rectangle 52">
            <a:extLst>
              <a:ext uri="{FF2B5EF4-FFF2-40B4-BE49-F238E27FC236}">
                <a16:creationId xmlns:a16="http://schemas.microsoft.com/office/drawing/2014/main" id="{824F0277-E1A3-0809-CAFA-BCF69C7687A9}"/>
              </a:ext>
            </a:extLst>
          </p:cNvPr>
          <p:cNvSpPr/>
          <p:nvPr/>
        </p:nvSpPr>
        <p:spPr>
          <a:xfrm>
            <a:off x="899537"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arrive sur la page de garde et choisit son besoin</a:t>
            </a:r>
          </a:p>
          <a:p>
            <a:pPr algn="ctr"/>
            <a:r>
              <a:rPr lang="fr-FR" sz="1100" i="1">
                <a:solidFill>
                  <a:schemeClr val="tx1"/>
                </a:solidFill>
                <a:latin typeface="Avenir LT Std 45 Book" panose="020B0502020203020204" pitchFamily="34" charset="0"/>
              </a:rPr>
              <a:t>Dans ce cas : la partie de droite</a:t>
            </a:r>
            <a:endParaRPr lang="fr-FR" sz="1100" b="1">
              <a:solidFill>
                <a:schemeClr val="tx1"/>
              </a:solidFill>
              <a:latin typeface="Avenir LT Std 45 Book" panose="020B0502020203020204" pitchFamily="34" charset="0"/>
            </a:endParaRPr>
          </a:p>
        </p:txBody>
      </p:sp>
      <p:sp>
        <p:nvSpPr>
          <p:cNvPr id="55" name="Rectangle 54">
            <a:extLst>
              <a:ext uri="{FF2B5EF4-FFF2-40B4-BE49-F238E27FC236}">
                <a16:creationId xmlns:a16="http://schemas.microsoft.com/office/drawing/2014/main" id="{37D2290D-64E2-177B-EBFE-6CB4B26FA477}"/>
              </a:ext>
            </a:extLst>
          </p:cNvPr>
          <p:cNvSpPr/>
          <p:nvPr/>
        </p:nvSpPr>
        <p:spPr>
          <a:xfrm>
            <a:off x="4953213"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clique ensuite sur l'icône correspondant à ce qu'il recherche</a:t>
            </a:r>
            <a:endParaRPr lang="fr-FR" sz="1100" b="1" i="1">
              <a:solidFill>
                <a:schemeClr val="tx1"/>
              </a:solidFill>
              <a:latin typeface="Avenir LT Std 45 Book" panose="020B0502020203020204" pitchFamily="34" charset="0"/>
            </a:endParaRPr>
          </a:p>
        </p:txBody>
      </p:sp>
      <p:sp>
        <p:nvSpPr>
          <p:cNvPr id="57" name="Rectangle 56">
            <a:extLst>
              <a:ext uri="{FF2B5EF4-FFF2-40B4-BE49-F238E27FC236}">
                <a16:creationId xmlns:a16="http://schemas.microsoft.com/office/drawing/2014/main" id="{55BC59A7-105F-A625-E02E-AE38D635C80D}"/>
              </a:ext>
            </a:extLst>
          </p:cNvPr>
          <p:cNvSpPr/>
          <p:nvPr/>
        </p:nvSpPr>
        <p:spPr>
          <a:xfrm>
            <a:off x="9005690" y="1140541"/>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réalise la checklist associée et clique sur la loupe s’il veut des ressources complémentaires</a:t>
            </a:r>
            <a:endParaRPr lang="fr-FR" sz="1100" b="1" i="1">
              <a:solidFill>
                <a:schemeClr val="tx1"/>
              </a:solidFill>
              <a:latin typeface="Avenir LT Std 45 Book" panose="020B0502020203020204" pitchFamily="34" charset="0"/>
            </a:endParaRPr>
          </a:p>
        </p:txBody>
      </p:sp>
      <p:sp>
        <p:nvSpPr>
          <p:cNvPr id="59" name="Rectangle 58">
            <a:extLst>
              <a:ext uri="{FF2B5EF4-FFF2-40B4-BE49-F238E27FC236}">
                <a16:creationId xmlns:a16="http://schemas.microsoft.com/office/drawing/2014/main" id="{6697E374-A3D1-E2B4-9A34-0CA2A438D5CC}"/>
              </a:ext>
            </a:extLst>
          </p:cNvPr>
          <p:cNvSpPr/>
          <p:nvPr/>
        </p:nvSpPr>
        <p:spPr>
          <a:xfrm>
            <a:off x="7108060" y="4011634"/>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accède à la liste des ressources complémentaires et peut pour s’aider accéder à des fiches pratiques</a:t>
            </a:r>
            <a:endParaRPr lang="fr-FR" sz="1100" b="1" i="1">
              <a:solidFill>
                <a:schemeClr val="tx1"/>
              </a:solidFill>
              <a:latin typeface="Avenir LT Std 45 Book" panose="020B0502020203020204" pitchFamily="34" charset="0"/>
            </a:endParaRPr>
          </a:p>
        </p:txBody>
      </p:sp>
      <p:sp>
        <p:nvSpPr>
          <p:cNvPr id="61" name="Rectangle 60">
            <a:extLst>
              <a:ext uri="{FF2B5EF4-FFF2-40B4-BE49-F238E27FC236}">
                <a16:creationId xmlns:a16="http://schemas.microsoft.com/office/drawing/2014/main" id="{D4AB139C-8F43-FEAC-2F90-2E5BC8EC0A15}"/>
              </a:ext>
            </a:extLst>
          </p:cNvPr>
          <p:cNvSpPr/>
          <p:nvPr/>
        </p:nvSpPr>
        <p:spPr>
          <a:xfrm>
            <a:off x="3055583" y="4011634"/>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atteint la fiche pratique - </a:t>
            </a:r>
            <a:r>
              <a:rPr lang="fr-FR" sz="1100" i="1">
                <a:solidFill>
                  <a:schemeClr val="tx1"/>
                </a:solidFill>
                <a:latin typeface="Avenir LT Std 45 Book" panose="020B0502020203020204" pitchFamily="34" charset="0"/>
              </a:rPr>
              <a:t>Le niveau le plus fin de l’arborescence </a:t>
            </a:r>
          </a:p>
        </p:txBody>
      </p:sp>
      <p:sp>
        <p:nvSpPr>
          <p:cNvPr id="65" name="Rectangle : coins arrondis 64">
            <a:extLst>
              <a:ext uri="{FF2B5EF4-FFF2-40B4-BE49-F238E27FC236}">
                <a16:creationId xmlns:a16="http://schemas.microsoft.com/office/drawing/2014/main" id="{FA45CD9B-B04F-AD02-7D26-BE78E5FF2C4C}"/>
              </a:ext>
            </a:extLst>
          </p:cNvPr>
          <p:cNvSpPr/>
          <p:nvPr/>
        </p:nvSpPr>
        <p:spPr>
          <a:xfrm>
            <a:off x="542938" y="6402065"/>
            <a:ext cx="11106125" cy="3290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tout moment dans sa navigation, l’utilisateur peut revenir sur la page précédente en utilisant les boutons retour en bas à droite des diapositives</a:t>
            </a:r>
            <a:endPar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pic>
        <p:nvPicPr>
          <p:cNvPr id="69" name="Graphique 68" descr="Informations avec un remplissage uni">
            <a:extLst>
              <a:ext uri="{FF2B5EF4-FFF2-40B4-BE49-F238E27FC236}">
                <a16:creationId xmlns:a16="http://schemas.microsoft.com/office/drawing/2014/main" id="{0F6D9B47-E7E3-3AD4-2C1C-793139CC0250}"/>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48929" y="6422576"/>
            <a:ext cx="288000" cy="288000"/>
          </a:xfrm>
          <a:prstGeom prst="rect">
            <a:avLst/>
          </a:prstGeom>
        </p:spPr>
      </p:pic>
    </p:spTree>
    <p:extLst>
      <p:ext uri="{BB962C8B-B14F-4D97-AF65-F5344CB8AC3E}">
        <p14:creationId xmlns:p14="http://schemas.microsoft.com/office/powerpoint/2010/main" val="3839278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B5051-F761-873A-0E14-9D05F86EA539}"/>
            </a:ext>
          </a:extLst>
        </p:cNvPr>
        <p:cNvGrpSpPr/>
        <p:nvPr/>
      </p:nvGrpSpPr>
      <p:grpSpPr>
        <a:xfrm>
          <a:off x="0" y="0"/>
          <a:ext cx="0" cy="0"/>
          <a:chOff x="0" y="0"/>
          <a:chExt cx="0" cy="0"/>
        </a:xfrm>
      </p:grpSpPr>
      <p:sp>
        <p:nvSpPr>
          <p:cNvPr id="9" name="Titre 1">
            <a:extLst>
              <a:ext uri="{FF2B5EF4-FFF2-40B4-BE49-F238E27FC236}">
                <a16:creationId xmlns:a16="http://schemas.microsoft.com/office/drawing/2014/main" id="{A0457A8A-CCFF-14C6-DCBA-99E96D35B892}"/>
              </a:ext>
            </a:extLst>
          </p:cNvPr>
          <p:cNvSpPr txBox="1">
            <a:spLocks/>
          </p:cNvSpPr>
          <p:nvPr/>
        </p:nvSpPr>
        <p:spPr bwMode="gray">
          <a:xfrm>
            <a:off x="439404" y="180975"/>
            <a:ext cx="11418170"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Exemple de Parcours </a:t>
            </a:r>
            <a:r>
              <a:rPr kumimoji="0" lang="fr-FR" sz="2400" b="1" i="0" u="none" strike="noStrike" kern="1200" cap="all" spc="0" normalizeH="0" baseline="0" noProof="0" err="1">
                <a:ln>
                  <a:noFill/>
                </a:ln>
                <a:solidFill>
                  <a:srgbClr val="009AA6"/>
                </a:solidFill>
                <a:effectLst/>
                <a:uLnTx/>
                <a:uFillTx/>
                <a:latin typeface="Avenir LT Std 65 Medium" panose="020B0803020203020204" pitchFamily="34" charset="0"/>
                <a:ea typeface="ＭＳ Ｐゴシック" charset="-128"/>
                <a:cs typeface="+mj-cs"/>
              </a:rPr>
              <a:t>utilis</a:t>
            </a:r>
            <a:r>
              <a:rPr lang="fr-FR" sz="2400" b="1" err="1">
                <a:solidFill>
                  <a:srgbClr val="009AA6"/>
                </a:solidFill>
                <a:latin typeface="Avenir LT Std 65 Medium" panose="020B0803020203020204" pitchFamily="34" charset="0"/>
              </a:rPr>
              <a:t>ateur</a:t>
            </a:r>
            <a:r>
              <a:rPr lang="fr-FR" sz="2400" b="1">
                <a:solidFill>
                  <a:srgbClr val="009AA6"/>
                </a:solidFill>
                <a:latin typeface="Avenir LT Std 65 Medium" panose="020B0803020203020204" pitchFamily="34" charset="0"/>
              </a:rPr>
              <a:t> 3</a:t>
            </a:r>
            <a:endPar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endParaRPr>
          </a:p>
        </p:txBody>
      </p:sp>
      <p:sp>
        <p:nvSpPr>
          <p:cNvPr id="12" name="Rectangle : coins arrondis 11">
            <a:extLst>
              <a:ext uri="{FF2B5EF4-FFF2-40B4-BE49-F238E27FC236}">
                <a16:creationId xmlns:a16="http://schemas.microsoft.com/office/drawing/2014/main" id="{0FDF3700-8A54-EA59-7A45-D9CDDD7DD402}"/>
              </a:ext>
            </a:extLst>
          </p:cNvPr>
          <p:cNvSpPr/>
          <p:nvPr/>
        </p:nvSpPr>
        <p:spPr>
          <a:xfrm>
            <a:off x="491678" y="611022"/>
            <a:ext cx="11208645" cy="429208"/>
          </a:xfrm>
          <a:prstGeom prst="roundRect">
            <a:avLst/>
          </a:prstGeom>
          <a:solidFill>
            <a:srgbClr val="A1D6CA">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a:solidFill>
                  <a:schemeClr val="tx1"/>
                </a:solidFill>
                <a:latin typeface="Avenir LT Std 45 Book" panose="020B0502020203020204" pitchFamily="34" charset="0"/>
              </a:rPr>
              <a:t>Cas d'usage </a:t>
            </a:r>
            <a:r>
              <a:rPr lang="fr-FR" sz="1200" b="1" i="1">
                <a:solidFill>
                  <a:schemeClr val="tx1"/>
                </a:solidFill>
                <a:latin typeface="Avenir LT Std 45 Book" panose="020B0502020203020204" pitchFamily="34" charset="0"/>
              </a:rPr>
              <a:t>: Je fais partie d’une équipe projet sur un gros projet. Je me connecte au kit et je veux voir en temps réel où en sont les autres chefs de projet dans l’avancement des checklists et s'ils ont laissé des commentaires dans les zones de texte libre</a:t>
            </a:r>
          </a:p>
        </p:txBody>
      </p:sp>
      <p:sp>
        <p:nvSpPr>
          <p:cNvPr id="65" name="Rectangle : coins arrondis 64">
            <a:extLst>
              <a:ext uri="{FF2B5EF4-FFF2-40B4-BE49-F238E27FC236}">
                <a16:creationId xmlns:a16="http://schemas.microsoft.com/office/drawing/2014/main" id="{00ABC2EC-755D-4F80-74AD-6BC42E84875F}"/>
              </a:ext>
            </a:extLst>
          </p:cNvPr>
          <p:cNvSpPr/>
          <p:nvPr/>
        </p:nvSpPr>
        <p:spPr>
          <a:xfrm>
            <a:off x="542938" y="6402065"/>
            <a:ext cx="11106125" cy="3290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tout moment dans sa navigation, l’utilisateur peut revenir sur la page précédente en utilisant les boutons retour en bas à droite des diapositives</a:t>
            </a:r>
            <a:endPar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pic>
        <p:nvPicPr>
          <p:cNvPr id="69" name="Graphique 68" descr="Informations avec un remplissage uni">
            <a:extLst>
              <a:ext uri="{FF2B5EF4-FFF2-40B4-BE49-F238E27FC236}">
                <a16:creationId xmlns:a16="http://schemas.microsoft.com/office/drawing/2014/main" id="{E4026675-A22F-C7E5-1786-54E10963CE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8929" y="6422576"/>
            <a:ext cx="288000" cy="288000"/>
          </a:xfrm>
          <a:prstGeom prst="rect">
            <a:avLst/>
          </a:prstGeom>
        </p:spPr>
      </p:pic>
      <p:pic>
        <p:nvPicPr>
          <p:cNvPr id="4" name="Graphique 3" descr="Badge avec un remplissage uni">
            <a:extLst>
              <a:ext uri="{FF2B5EF4-FFF2-40B4-BE49-F238E27FC236}">
                <a16:creationId xmlns:a16="http://schemas.microsoft.com/office/drawing/2014/main" id="{82A1A3E4-EA6C-606C-9429-857A578657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17944" y="2169654"/>
            <a:ext cx="540000" cy="540000"/>
          </a:xfrm>
          <a:prstGeom prst="rect">
            <a:avLst/>
          </a:prstGeom>
        </p:spPr>
      </p:pic>
      <p:pic>
        <p:nvPicPr>
          <p:cNvPr id="8" name="Graphique 7" descr="Badge 1 avec un remplissage uni">
            <a:extLst>
              <a:ext uri="{FF2B5EF4-FFF2-40B4-BE49-F238E27FC236}">
                <a16:creationId xmlns:a16="http://schemas.microsoft.com/office/drawing/2014/main" id="{9E3E7280-0ED0-995E-F7D3-38D9DF22C4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22508" y="2169654"/>
            <a:ext cx="540000" cy="540000"/>
          </a:xfrm>
          <a:prstGeom prst="rect">
            <a:avLst/>
          </a:prstGeom>
        </p:spPr>
      </p:pic>
      <mc:AlternateContent xmlns:mc="http://schemas.openxmlformats.org/markup-compatibility/2006" xmlns:pslz="http://schemas.microsoft.com/office/powerpoint/2016/slidezoom">
        <mc:Choice Requires="pslz">
          <p:graphicFrame>
            <p:nvGraphicFramePr>
              <p:cNvPr id="32" name="Zoom de diapositive 31">
                <a:extLst>
                  <a:ext uri="{FF2B5EF4-FFF2-40B4-BE49-F238E27FC236}">
                    <a16:creationId xmlns:a16="http://schemas.microsoft.com/office/drawing/2014/main" id="{EC509A8D-DEA5-4956-B0CA-D306F1F63AC7}"/>
                  </a:ext>
                </a:extLst>
              </p:cNvPr>
              <p:cNvGraphicFramePr>
                <a:graphicFrameLocks noChangeAspect="1"/>
              </p:cNvGraphicFramePr>
              <p:nvPr>
                <p:extLst>
                  <p:ext uri="{D42A27DB-BD31-4B8C-83A1-F6EECF244321}">
                    <p14:modId xmlns:p14="http://schemas.microsoft.com/office/powerpoint/2010/main" val="3367427795"/>
                  </p:ext>
                </p:extLst>
              </p:nvPr>
            </p:nvGraphicFramePr>
            <p:xfrm>
              <a:off x="1222508" y="2898327"/>
              <a:ext cx="3048000" cy="1714500"/>
            </p:xfrm>
            <a:graphic>
              <a:graphicData uri="http://schemas.microsoft.com/office/powerpoint/2016/slidezoom">
                <pslz:sldZm>
                  <pslz:sldZmObj sldId="2147482379" cId="2622766764">
                    <pslz:zmPr id="{B7F91DE5-2EE5-4D07-86E2-A3D43D08CF20}" returnToParent="0" transitionDur="1000">
                      <p166:blipFill xmlns:p166="http://schemas.microsoft.com/office/powerpoint/2016/6/main">
                        <a:blip r:embed="rId6"/>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2" name="Zoom de diapositive 31">
                <a:hlinkClick r:id="rId7" action="ppaction://hlinksldjump"/>
                <a:extLst>
                  <a:ext uri="{FF2B5EF4-FFF2-40B4-BE49-F238E27FC236}">
                    <a16:creationId xmlns:a16="http://schemas.microsoft.com/office/drawing/2014/main" id="{EC509A8D-DEA5-4956-B0CA-D306F1F63AC7}"/>
                  </a:ext>
                </a:extLst>
              </p:cNvPr>
              <p:cNvPicPr>
                <a:picLocks noGrp="1" noRot="1" noChangeAspect="1" noMove="1" noResize="1" noEditPoints="1" noAdjustHandles="1" noChangeArrowheads="1" noChangeShapeType="1"/>
              </p:cNvPicPr>
              <p:nvPr/>
            </p:nvPicPr>
            <p:blipFill>
              <a:blip r:embed="rId8"/>
              <a:stretch>
                <a:fillRect/>
              </a:stretch>
            </p:blipFill>
            <p:spPr>
              <a:xfrm>
                <a:off x="1222508" y="2898327"/>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4" name="Zoom de diapositive 33">
                <a:extLst>
                  <a:ext uri="{FF2B5EF4-FFF2-40B4-BE49-F238E27FC236}">
                    <a16:creationId xmlns:a16="http://schemas.microsoft.com/office/drawing/2014/main" id="{30B129A4-008D-B8ED-6587-A163A2A26D3D}"/>
                  </a:ext>
                </a:extLst>
              </p:cNvPr>
              <p:cNvGraphicFramePr>
                <a:graphicFrameLocks noChangeAspect="1"/>
              </p:cNvGraphicFramePr>
              <p:nvPr>
                <p:extLst>
                  <p:ext uri="{D42A27DB-BD31-4B8C-83A1-F6EECF244321}">
                    <p14:modId xmlns:p14="http://schemas.microsoft.com/office/powerpoint/2010/main" val="1290096658"/>
                  </p:ext>
                </p:extLst>
              </p:nvPr>
            </p:nvGraphicFramePr>
            <p:xfrm>
              <a:off x="7517944" y="2898327"/>
              <a:ext cx="3048000" cy="1714500"/>
            </p:xfrm>
            <a:graphic>
              <a:graphicData uri="http://schemas.microsoft.com/office/powerpoint/2016/slidezoom">
                <pslz:sldZm>
                  <pslz:sldZmObj sldId="2147482360" cId="4024138260">
                    <pslz:zmPr id="{BBCB61B3-80AB-4F86-A403-127198175D1C}" returnToParent="0"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4" name="Zoom de diapositive 33">
                <a:hlinkClick r:id="rId10" action="ppaction://hlinksldjump"/>
                <a:extLst>
                  <a:ext uri="{FF2B5EF4-FFF2-40B4-BE49-F238E27FC236}">
                    <a16:creationId xmlns:a16="http://schemas.microsoft.com/office/drawing/2014/main" id="{30B129A4-008D-B8ED-6587-A163A2A26D3D}"/>
                  </a:ext>
                </a:extLst>
              </p:cNvPr>
              <p:cNvPicPr>
                <a:picLocks noGrp="1" noRot="1" noChangeAspect="1" noMove="1" noResize="1" noEditPoints="1" noAdjustHandles="1" noChangeArrowheads="1" noChangeShapeType="1"/>
              </p:cNvPicPr>
              <p:nvPr/>
            </p:nvPicPr>
            <p:blipFill>
              <a:blip r:embed="rId11"/>
              <a:stretch>
                <a:fillRect/>
              </a:stretch>
            </p:blipFill>
            <p:spPr>
              <a:xfrm>
                <a:off x="7517944" y="2898327"/>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p:sp>
        <p:nvSpPr>
          <p:cNvPr id="19" name="Rectangle 18">
            <a:extLst>
              <a:ext uri="{FF2B5EF4-FFF2-40B4-BE49-F238E27FC236}">
                <a16:creationId xmlns:a16="http://schemas.microsoft.com/office/drawing/2014/main" id="{D2B8348D-2931-6F26-B835-35AE05211F27}"/>
              </a:ext>
            </a:extLst>
          </p:cNvPr>
          <p:cNvSpPr/>
          <p:nvPr/>
        </p:nvSpPr>
        <p:spPr>
          <a:xfrm>
            <a:off x="1635891" y="2241756"/>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vérifie, sur chaque checklist, l'avancement de chacun des contributeurs et dans les zones de texte des checklists </a:t>
            </a:r>
            <a:r>
              <a:rPr lang="fr-FR" sz="1100">
                <a:solidFill>
                  <a:schemeClr val="tx1"/>
                </a:solidFill>
                <a:latin typeface="Avenir LT Std 45 Book" panose="020B0502020203020204" pitchFamily="34" charset="0"/>
              </a:rPr>
              <a:t>(à prévoir sur le format appli)</a:t>
            </a:r>
            <a:endParaRPr lang="fr-FR" sz="1100" i="1">
              <a:solidFill>
                <a:schemeClr val="tx1"/>
              </a:solidFill>
              <a:latin typeface="Avenir LT Std 45 Book" panose="020B0502020203020204" pitchFamily="34" charset="0"/>
            </a:endParaRPr>
          </a:p>
        </p:txBody>
      </p:sp>
      <p:sp>
        <p:nvSpPr>
          <p:cNvPr id="23" name="Rectangle 22">
            <a:extLst>
              <a:ext uri="{FF2B5EF4-FFF2-40B4-BE49-F238E27FC236}">
                <a16:creationId xmlns:a16="http://schemas.microsoft.com/office/drawing/2014/main" id="{101BAE3F-A89D-074F-3F89-DFF6407FA9E2}"/>
              </a:ext>
            </a:extLst>
          </p:cNvPr>
          <p:cNvSpPr/>
          <p:nvPr/>
        </p:nvSpPr>
        <p:spPr>
          <a:xfrm>
            <a:off x="7921493" y="2241756"/>
            <a:ext cx="3048000" cy="467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chemeClr val="tx1"/>
                </a:solidFill>
                <a:latin typeface="Avenir LT Std 45 Book" panose="020B0502020203020204" pitchFamily="34" charset="0"/>
              </a:rPr>
              <a:t>L’utilisateur consulte les ressources qui l'intéressent pour voir si d'autres contributeurs y ont laissé des commentaires</a:t>
            </a:r>
            <a:endParaRPr lang="fr-FR" sz="1100" i="1">
              <a:solidFill>
                <a:schemeClr val="tx1"/>
              </a:solidFill>
              <a:latin typeface="Avenir LT Std 45 Book" panose="020B0502020203020204" pitchFamily="34" charset="0"/>
            </a:endParaRPr>
          </a:p>
        </p:txBody>
      </p:sp>
      <p:sp>
        <p:nvSpPr>
          <p:cNvPr id="27" name="Rectangle 26">
            <a:extLst>
              <a:ext uri="{FF2B5EF4-FFF2-40B4-BE49-F238E27FC236}">
                <a16:creationId xmlns:a16="http://schemas.microsoft.com/office/drawing/2014/main" id="{D6F0BD55-4407-B8E5-FE1A-F3829D097B18}"/>
              </a:ext>
            </a:extLst>
          </p:cNvPr>
          <p:cNvSpPr/>
          <p:nvPr/>
        </p:nvSpPr>
        <p:spPr>
          <a:xfrm>
            <a:off x="4684859" y="3485577"/>
            <a:ext cx="2418735" cy="5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a:solidFill>
                  <a:srgbClr val="00B388"/>
                </a:solidFill>
                <a:latin typeface="Avenir LT Std 65 Medium" panose="020B0803020203020204" pitchFamily="34" charset="0"/>
              </a:rPr>
              <a:t>OU/ET</a:t>
            </a:r>
          </a:p>
        </p:txBody>
      </p:sp>
      <mc:AlternateContent xmlns:mc="http://schemas.openxmlformats.org/markup-compatibility/2006" xmlns:pslz="http://schemas.microsoft.com/office/powerpoint/2016/slidezoom">
        <mc:Choice Requires="pslz">
          <p:graphicFrame>
            <p:nvGraphicFramePr>
              <p:cNvPr id="36" name="Zoom de diapositive 35">
                <a:extLst>
                  <a:ext uri="{FF2B5EF4-FFF2-40B4-BE49-F238E27FC236}">
                    <a16:creationId xmlns:a16="http://schemas.microsoft.com/office/drawing/2014/main" id="{BD57C3A3-9DC1-0DE3-2695-1661BF11A92D}"/>
                  </a:ext>
                </a:extLst>
              </p:cNvPr>
              <p:cNvGraphicFramePr>
                <a:graphicFrameLocks noChangeAspect="1"/>
              </p:cNvGraphicFramePr>
              <p:nvPr>
                <p:extLst>
                  <p:ext uri="{D42A27DB-BD31-4B8C-83A1-F6EECF244321}">
                    <p14:modId xmlns:p14="http://schemas.microsoft.com/office/powerpoint/2010/main" val="2363847251"/>
                  </p:ext>
                </p:extLst>
              </p:nvPr>
            </p:nvGraphicFramePr>
            <p:xfrm>
              <a:off x="1378974" y="3045440"/>
              <a:ext cx="3048000" cy="1714500"/>
            </p:xfrm>
            <a:graphic>
              <a:graphicData uri="http://schemas.microsoft.com/office/powerpoint/2016/slidezoom">
                <pslz:sldZm>
                  <pslz:sldZmObj sldId="2147482415" cId="3903314083">
                    <pslz:zmPr id="{3634391B-9DD1-4684-A398-CA0E5409153B}" returnToParent="0" transitionDur="1000">
                      <p166:blipFill xmlns:p166="http://schemas.microsoft.com/office/powerpoint/2016/6/main">
                        <a:blip r:embed="rId12"/>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6" name="Zoom de diapositive 35">
                <a:hlinkClick r:id="rId13" action="ppaction://hlinksldjump"/>
                <a:extLst>
                  <a:ext uri="{FF2B5EF4-FFF2-40B4-BE49-F238E27FC236}">
                    <a16:creationId xmlns:a16="http://schemas.microsoft.com/office/drawing/2014/main" id="{BD57C3A3-9DC1-0DE3-2695-1661BF11A92D}"/>
                  </a:ext>
                </a:extLst>
              </p:cNvPr>
              <p:cNvPicPr>
                <a:picLocks noGrp="1" noRot="1" noChangeAspect="1" noMove="1" noResize="1" noEditPoints="1" noAdjustHandles="1" noChangeArrowheads="1" noChangeShapeType="1"/>
              </p:cNvPicPr>
              <p:nvPr/>
            </p:nvPicPr>
            <p:blipFill>
              <a:blip r:embed="rId14"/>
              <a:stretch>
                <a:fillRect/>
              </a:stretch>
            </p:blipFill>
            <p:spPr>
              <a:xfrm>
                <a:off x="1378974" y="3045440"/>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38" name="Zoom de diapositive 37">
                <a:extLst>
                  <a:ext uri="{FF2B5EF4-FFF2-40B4-BE49-F238E27FC236}">
                    <a16:creationId xmlns:a16="http://schemas.microsoft.com/office/drawing/2014/main" id="{24F148C4-CD67-9789-5C1A-AB2940500B56}"/>
                  </a:ext>
                </a:extLst>
              </p:cNvPr>
              <p:cNvGraphicFramePr>
                <a:graphicFrameLocks noChangeAspect="1"/>
              </p:cNvGraphicFramePr>
              <p:nvPr>
                <p:extLst>
                  <p:ext uri="{D42A27DB-BD31-4B8C-83A1-F6EECF244321}">
                    <p14:modId xmlns:p14="http://schemas.microsoft.com/office/powerpoint/2010/main" val="4007965662"/>
                  </p:ext>
                </p:extLst>
              </p:nvPr>
            </p:nvGraphicFramePr>
            <p:xfrm>
              <a:off x="1531374" y="3197840"/>
              <a:ext cx="3048000" cy="1714500"/>
            </p:xfrm>
            <a:graphic>
              <a:graphicData uri="http://schemas.microsoft.com/office/powerpoint/2016/slidezoom">
                <pslz:sldZm>
                  <pslz:sldZmObj sldId="2147482399" cId="1286837799">
                    <pslz:zmPr id="{C3FDB920-E9EE-471B-B09F-E02836B52537}" returnToParent="0"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38" name="Zoom de diapositive 37">
                <a:hlinkClick r:id="rId16" action="ppaction://hlinksldjump"/>
                <a:extLst>
                  <a:ext uri="{FF2B5EF4-FFF2-40B4-BE49-F238E27FC236}">
                    <a16:creationId xmlns:a16="http://schemas.microsoft.com/office/drawing/2014/main" id="{24F148C4-CD67-9789-5C1A-AB2940500B56}"/>
                  </a:ext>
                </a:extLst>
              </p:cNvPr>
              <p:cNvPicPr>
                <a:picLocks noGrp="1" noRot="1" noChangeAspect="1" noMove="1" noResize="1" noEditPoints="1" noAdjustHandles="1" noChangeArrowheads="1" noChangeShapeType="1"/>
              </p:cNvPicPr>
              <p:nvPr/>
            </p:nvPicPr>
            <p:blipFill>
              <a:blip r:embed="rId17"/>
              <a:stretch>
                <a:fillRect/>
              </a:stretch>
            </p:blipFill>
            <p:spPr>
              <a:xfrm>
                <a:off x="1531374" y="3197840"/>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40" name="Zoom de diapositive 39">
                <a:extLst>
                  <a:ext uri="{FF2B5EF4-FFF2-40B4-BE49-F238E27FC236}">
                    <a16:creationId xmlns:a16="http://schemas.microsoft.com/office/drawing/2014/main" id="{ACBE9A5B-1784-0A3E-BDFA-E115796D7764}"/>
                  </a:ext>
                </a:extLst>
              </p:cNvPr>
              <p:cNvGraphicFramePr>
                <a:graphicFrameLocks noChangeAspect="1"/>
              </p:cNvGraphicFramePr>
              <p:nvPr>
                <p:extLst>
                  <p:ext uri="{D42A27DB-BD31-4B8C-83A1-F6EECF244321}">
                    <p14:modId xmlns:p14="http://schemas.microsoft.com/office/powerpoint/2010/main" val="3193940801"/>
                  </p:ext>
                </p:extLst>
              </p:nvPr>
            </p:nvGraphicFramePr>
            <p:xfrm>
              <a:off x="7670344" y="3037329"/>
              <a:ext cx="3048000" cy="1714500"/>
            </p:xfrm>
            <a:graphic>
              <a:graphicData uri="http://schemas.microsoft.com/office/powerpoint/2016/slidezoom">
                <pslz:sldZm>
                  <pslz:sldZmObj sldId="2147482407" cId="3261776789">
                    <pslz:zmPr id="{009E1086-D6D1-40EF-8ED5-CC4C8BF5802E}" returnToParent="0" transitionDur="1000">
                      <p166:blipFill xmlns:p166="http://schemas.microsoft.com/office/powerpoint/2016/6/main">
                        <a:blip r:embed="rId18"/>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40" name="Zoom de diapositive 39">
                <a:hlinkClick r:id="rId19" action="ppaction://hlinksldjump"/>
                <a:extLst>
                  <a:ext uri="{FF2B5EF4-FFF2-40B4-BE49-F238E27FC236}">
                    <a16:creationId xmlns:a16="http://schemas.microsoft.com/office/drawing/2014/main" id="{ACBE9A5B-1784-0A3E-BDFA-E115796D7764}"/>
                  </a:ext>
                </a:extLst>
              </p:cNvPr>
              <p:cNvPicPr>
                <a:picLocks noGrp="1" noRot="1" noChangeAspect="1" noMove="1" noResize="1" noEditPoints="1" noAdjustHandles="1" noChangeArrowheads="1" noChangeShapeType="1"/>
              </p:cNvPicPr>
              <p:nvPr/>
            </p:nvPicPr>
            <p:blipFill>
              <a:blip r:embed="rId20"/>
              <a:stretch>
                <a:fillRect/>
              </a:stretch>
            </p:blipFill>
            <p:spPr>
              <a:xfrm>
                <a:off x="7670344" y="3037329"/>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43" name="Zoom de diapositive 42">
                <a:extLst>
                  <a:ext uri="{FF2B5EF4-FFF2-40B4-BE49-F238E27FC236}">
                    <a16:creationId xmlns:a16="http://schemas.microsoft.com/office/drawing/2014/main" id="{E478C775-9FE5-CBE9-8563-0BFA25757AAE}"/>
                  </a:ext>
                </a:extLst>
              </p:cNvPr>
              <p:cNvGraphicFramePr>
                <a:graphicFrameLocks noChangeAspect="1"/>
              </p:cNvGraphicFramePr>
              <p:nvPr>
                <p:extLst>
                  <p:ext uri="{D42A27DB-BD31-4B8C-83A1-F6EECF244321}">
                    <p14:modId xmlns:p14="http://schemas.microsoft.com/office/powerpoint/2010/main" val="2545026857"/>
                  </p:ext>
                </p:extLst>
              </p:nvPr>
            </p:nvGraphicFramePr>
            <p:xfrm>
              <a:off x="7822744" y="3189729"/>
              <a:ext cx="3048000" cy="1714500"/>
            </p:xfrm>
            <a:graphic>
              <a:graphicData uri="http://schemas.microsoft.com/office/powerpoint/2016/slidezoom">
                <pslz:sldZm>
                  <pslz:sldZmObj sldId="2147482408" cId="3708780383">
                    <pslz:zmPr id="{91B1DED3-DDDC-4BA5-B889-B27E97906E40}" returnToParent="0" transitionDur="1000">
                      <p166:blipFill xmlns:p166="http://schemas.microsoft.com/office/powerpoint/2016/6/main">
                        <a:blip r:embed="rId21"/>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43" name="Zoom de diapositive 42">
                <a:hlinkClick r:id="rId22" action="ppaction://hlinksldjump"/>
                <a:extLst>
                  <a:ext uri="{FF2B5EF4-FFF2-40B4-BE49-F238E27FC236}">
                    <a16:creationId xmlns:a16="http://schemas.microsoft.com/office/drawing/2014/main" id="{E478C775-9FE5-CBE9-8563-0BFA25757AAE}"/>
                  </a:ext>
                </a:extLst>
              </p:cNvPr>
              <p:cNvPicPr>
                <a:picLocks noGrp="1" noRot="1" noChangeAspect="1" noMove="1" noResize="1" noEditPoints="1" noAdjustHandles="1" noChangeArrowheads="1" noChangeShapeType="1"/>
              </p:cNvPicPr>
              <p:nvPr/>
            </p:nvPicPr>
            <p:blipFill>
              <a:blip r:embed="rId23"/>
              <a:stretch>
                <a:fillRect/>
              </a:stretch>
            </p:blipFill>
            <p:spPr>
              <a:xfrm>
                <a:off x="7822744" y="3189729"/>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47" name="Zoom de diapositive 46">
                <a:extLst>
                  <a:ext uri="{FF2B5EF4-FFF2-40B4-BE49-F238E27FC236}">
                    <a16:creationId xmlns:a16="http://schemas.microsoft.com/office/drawing/2014/main" id="{3D32155E-FE8A-4BBF-997C-5510116E9782}"/>
                  </a:ext>
                </a:extLst>
              </p:cNvPr>
              <p:cNvGraphicFramePr>
                <a:graphicFrameLocks noChangeAspect="1"/>
              </p:cNvGraphicFramePr>
              <p:nvPr>
                <p:extLst>
                  <p:ext uri="{D42A27DB-BD31-4B8C-83A1-F6EECF244321}">
                    <p14:modId xmlns:p14="http://schemas.microsoft.com/office/powerpoint/2010/main" val="3132806194"/>
                  </p:ext>
                </p:extLst>
              </p:nvPr>
            </p:nvGraphicFramePr>
            <p:xfrm>
              <a:off x="7975144" y="3342129"/>
              <a:ext cx="3048000" cy="1714500"/>
            </p:xfrm>
            <a:graphic>
              <a:graphicData uri="http://schemas.microsoft.com/office/powerpoint/2016/slidezoom">
                <pslz:sldZm>
                  <pslz:sldZmObj sldId="2147482410" cId="2483287007">
                    <pslz:zmPr id="{7D6EA443-24F9-4A55-A010-BCE9D641E75C}" returnToParent="0" transitionDur="1000">
                      <p166:blipFill xmlns:p166="http://schemas.microsoft.com/office/powerpoint/2016/6/main">
                        <a:blip r:embed="rId24"/>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47" name="Zoom de diapositive 46">
                <a:hlinkClick r:id="rId25" action="ppaction://hlinksldjump"/>
                <a:extLst>
                  <a:ext uri="{FF2B5EF4-FFF2-40B4-BE49-F238E27FC236}">
                    <a16:creationId xmlns:a16="http://schemas.microsoft.com/office/drawing/2014/main" id="{3D32155E-FE8A-4BBF-997C-5510116E9782}"/>
                  </a:ext>
                </a:extLst>
              </p:cNvPr>
              <p:cNvPicPr>
                <a:picLocks noGrp="1" noRot="1" noChangeAspect="1" noMove="1" noResize="1" noEditPoints="1" noAdjustHandles="1" noChangeArrowheads="1" noChangeShapeType="1"/>
              </p:cNvPicPr>
              <p:nvPr/>
            </p:nvPicPr>
            <p:blipFill>
              <a:blip r:embed="rId26"/>
              <a:stretch>
                <a:fillRect/>
              </a:stretch>
            </p:blipFill>
            <p:spPr>
              <a:xfrm>
                <a:off x="7975144" y="3342129"/>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mc:AlternateContent xmlns:mc="http://schemas.openxmlformats.org/markup-compatibility/2006" xmlns:pslz="http://schemas.microsoft.com/office/powerpoint/2016/slidezoom">
        <mc:Choice Requires="pslz">
          <p:graphicFrame>
            <p:nvGraphicFramePr>
              <p:cNvPr id="50" name="Zoom de diapositive 49">
                <a:extLst>
                  <a:ext uri="{FF2B5EF4-FFF2-40B4-BE49-F238E27FC236}">
                    <a16:creationId xmlns:a16="http://schemas.microsoft.com/office/drawing/2014/main" id="{0FA83E47-A0A9-44E1-A66D-D968939CDB47}"/>
                  </a:ext>
                </a:extLst>
              </p:cNvPr>
              <p:cNvGraphicFramePr>
                <a:graphicFrameLocks noChangeAspect="1"/>
              </p:cNvGraphicFramePr>
              <p:nvPr>
                <p:extLst>
                  <p:ext uri="{D42A27DB-BD31-4B8C-83A1-F6EECF244321}">
                    <p14:modId xmlns:p14="http://schemas.microsoft.com/office/powerpoint/2010/main" val="1056593331"/>
                  </p:ext>
                </p:extLst>
              </p:nvPr>
            </p:nvGraphicFramePr>
            <p:xfrm>
              <a:off x="8127544" y="3494529"/>
              <a:ext cx="3048000" cy="1714500"/>
            </p:xfrm>
            <a:graphic>
              <a:graphicData uri="http://schemas.microsoft.com/office/powerpoint/2016/slidezoom">
                <pslz:sldZm>
                  <pslz:sldZmObj sldId="2147482412" cId="433734430">
                    <pslz:zmPr id="{07095DCF-946B-4EE1-A485-B8C49CD65948}" returnToParent="0" transitionDur="1000">
                      <p166:blipFill xmlns:p166="http://schemas.microsoft.com/office/powerpoint/2016/6/main">
                        <a:blip r:embed="rId27"/>
                        <a:stretch>
                          <a:fillRect/>
                        </a:stretch>
                      </p166:blipFill>
                      <p166:spPr xmlns:p166="http://schemas.microsoft.com/office/powerpoint/2016/6/main">
                        <a:xfrm>
                          <a:off x="0" y="0"/>
                          <a:ext cx="3048000" cy="1714500"/>
                        </a:xfrm>
                        <a:prstGeom prst="rect">
                          <a:avLst/>
                        </a:prstGeom>
                        <a:ln w="3175">
                          <a:solidFill>
                            <a:schemeClr val="tx1"/>
                          </a:solidFill>
                        </a:ln>
                        <a:effectLst>
                          <a:outerShdw blurRad="50800" dist="38100" dir="2700000" algn="ctr" rotWithShape="0">
                            <a:srgbClr val="000000">
                              <a:alpha val="70000"/>
                            </a:srgbClr>
                          </a:outerShdw>
                        </a:effectLst>
                      </p166:spPr>
                    </pslz:zmPr>
                  </pslz:sldZmObj>
                </pslz:sldZm>
              </a:graphicData>
            </a:graphic>
          </p:graphicFrame>
        </mc:Choice>
        <mc:Fallback xmlns="">
          <p:pic>
            <p:nvPicPr>
              <p:cNvPr id="50" name="Zoom de diapositive 49">
                <a:hlinkClick r:id="rId28" action="ppaction://hlinksldjump"/>
                <a:extLst>
                  <a:ext uri="{FF2B5EF4-FFF2-40B4-BE49-F238E27FC236}">
                    <a16:creationId xmlns:a16="http://schemas.microsoft.com/office/drawing/2014/main" id="{0FA83E47-A0A9-44E1-A66D-D968939CDB47}"/>
                  </a:ext>
                </a:extLst>
              </p:cNvPr>
              <p:cNvPicPr>
                <a:picLocks noGrp="1" noRot="1" noChangeAspect="1" noMove="1" noResize="1" noEditPoints="1" noAdjustHandles="1" noChangeArrowheads="1" noChangeShapeType="1"/>
              </p:cNvPicPr>
              <p:nvPr/>
            </p:nvPicPr>
            <p:blipFill>
              <a:blip r:embed="rId29"/>
              <a:stretch>
                <a:fillRect/>
              </a:stretch>
            </p:blipFill>
            <p:spPr>
              <a:xfrm>
                <a:off x="8127544" y="3494529"/>
                <a:ext cx="3048000" cy="1714500"/>
              </a:xfrm>
              <a:prstGeom prst="rect">
                <a:avLst/>
              </a:prstGeom>
              <a:ln w="3175">
                <a:solidFill>
                  <a:schemeClr val="tx1"/>
                </a:solidFill>
              </a:ln>
              <a:effectLst>
                <a:outerShdw blurRad="50800" dist="38100" dir="2700000" algn="ctr" rotWithShape="0">
                  <a:srgbClr val="000000">
                    <a:alpha val="70000"/>
                  </a:srgbClr>
                </a:outerShdw>
              </a:effectLst>
            </p:spPr>
          </p:pic>
        </mc:Fallback>
      </mc:AlternateContent>
    </p:spTree>
    <p:extLst>
      <p:ext uri="{BB962C8B-B14F-4D97-AF65-F5344CB8AC3E}">
        <p14:creationId xmlns:p14="http://schemas.microsoft.com/office/powerpoint/2010/main" val="1740652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DAF4-36E0-B3F9-8040-3C348459D2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2913F6-4167-1684-8495-70B23DE0A68E}"/>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a:latin typeface="Avenir LT Std 65 Medium" panose="020B0803020203020204" pitchFamily="34" charset="0"/>
              </a:rPr>
              <a:t>Diapositives présentées dans les parcours utilisateur</a:t>
            </a:r>
          </a:p>
        </p:txBody>
      </p:sp>
    </p:spTree>
    <p:extLst>
      <p:ext uri="{BB962C8B-B14F-4D97-AF65-F5344CB8AC3E}">
        <p14:creationId xmlns:p14="http://schemas.microsoft.com/office/powerpoint/2010/main" val="207136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B2A0-C196-1CB1-A904-595A97948157}"/>
            </a:ext>
          </a:extLst>
        </p:cNvPr>
        <p:cNvGrpSpPr/>
        <p:nvPr/>
      </p:nvGrpSpPr>
      <p:grpSpPr>
        <a:xfrm>
          <a:off x="0" y="0"/>
          <a:ext cx="0" cy="0"/>
          <a:chOff x="0" y="0"/>
          <a:chExt cx="0" cy="0"/>
        </a:xfrm>
      </p:grpSpPr>
      <p:sp>
        <p:nvSpPr>
          <p:cNvPr id="51" name="Rectangle 50">
            <a:hlinkClick r:id="rId3" action="ppaction://hlinksldjump"/>
            <a:extLst>
              <a:ext uri="{FF2B5EF4-FFF2-40B4-BE49-F238E27FC236}">
                <a16:creationId xmlns:a16="http://schemas.microsoft.com/office/drawing/2014/main" id="{CAFD9FC0-E65E-170D-004C-802152C396FF}"/>
              </a:ext>
            </a:extLst>
          </p:cNvPr>
          <p:cNvSpPr/>
          <p:nvPr/>
        </p:nvSpPr>
        <p:spPr>
          <a:xfrm>
            <a:off x="6450267" y="1395096"/>
            <a:ext cx="4768645" cy="4320000"/>
          </a:xfrm>
          <a:prstGeom prst="rect">
            <a:avLst/>
          </a:prstGeom>
          <a:noFill/>
          <a:ln w="28575">
            <a:solidFill>
              <a:srgbClr val="326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Rectangle 53">
            <a:hlinkClick r:id="rId4" action="ppaction://hlinksldjump"/>
            <a:extLst>
              <a:ext uri="{FF2B5EF4-FFF2-40B4-BE49-F238E27FC236}">
                <a16:creationId xmlns:a16="http://schemas.microsoft.com/office/drawing/2014/main" id="{38D7BF8E-BC4E-1CB9-B91C-9F447A7CFEEB}"/>
              </a:ext>
            </a:extLst>
          </p:cNvPr>
          <p:cNvSpPr/>
          <p:nvPr/>
        </p:nvSpPr>
        <p:spPr>
          <a:xfrm>
            <a:off x="905066" y="1395096"/>
            <a:ext cx="4768645"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itre 1">
            <a:extLst>
              <a:ext uri="{FF2B5EF4-FFF2-40B4-BE49-F238E27FC236}">
                <a16:creationId xmlns:a16="http://schemas.microsoft.com/office/drawing/2014/main" id="{BCE957AE-0310-CFB5-3C2A-F6EAB5B81132}"/>
              </a:ext>
            </a:extLst>
          </p:cNvPr>
          <p:cNvSpPr txBox="1">
            <a:spLocks/>
          </p:cNvSpPr>
          <p:nvPr/>
        </p:nvSpPr>
        <p:spPr bwMode="gray">
          <a:xfrm>
            <a:off x="905066" y="400122"/>
            <a:ext cx="9538816"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Bienvenue, quel est votre Besoin ?</a:t>
            </a:r>
          </a:p>
        </p:txBody>
      </p:sp>
      <p:grpSp>
        <p:nvGrpSpPr>
          <p:cNvPr id="17" name="Groupe 16">
            <a:extLst>
              <a:ext uri="{FF2B5EF4-FFF2-40B4-BE49-F238E27FC236}">
                <a16:creationId xmlns:a16="http://schemas.microsoft.com/office/drawing/2014/main" id="{A1F74A6E-8279-9EB4-B2A5-B3FDD1E76B51}"/>
              </a:ext>
            </a:extLst>
          </p:cNvPr>
          <p:cNvGrpSpPr/>
          <p:nvPr/>
        </p:nvGrpSpPr>
        <p:grpSpPr>
          <a:xfrm>
            <a:off x="7803749" y="1607371"/>
            <a:ext cx="2160000" cy="3071505"/>
            <a:chOff x="6964028" y="5761065"/>
            <a:chExt cx="755346" cy="1074096"/>
          </a:xfrm>
        </p:grpSpPr>
        <p:sp>
          <p:nvSpPr>
            <p:cNvPr id="18" name="Forme libre : forme 17">
              <a:extLst>
                <a:ext uri="{FF2B5EF4-FFF2-40B4-BE49-F238E27FC236}">
                  <a16:creationId xmlns:a16="http://schemas.microsoft.com/office/drawing/2014/main" id="{EA7C23BF-0780-09BB-959C-3366EA220F52}"/>
                </a:ext>
              </a:extLst>
            </p:cNvPr>
            <p:cNvSpPr/>
            <p:nvPr/>
          </p:nvSpPr>
          <p:spPr>
            <a:xfrm>
              <a:off x="6979414" y="6722405"/>
              <a:ext cx="35048" cy="57572"/>
            </a:xfrm>
            <a:custGeom>
              <a:avLst/>
              <a:gdLst>
                <a:gd name="csX0" fmla="*/ 631 w 35048"/>
                <a:gd name="csY0" fmla="*/ 57548 h 57572"/>
                <a:gd name="csX1" fmla="*/ -216 w 35048"/>
                <a:gd name="csY1" fmla="*/ 57301 h 57572"/>
                <a:gd name="csX2" fmla="*/ 34241 w 35048"/>
                <a:gd name="csY2" fmla="*/ -25 h 57572"/>
                <a:gd name="csX3" fmla="*/ 34833 w 35048"/>
                <a:gd name="csY3" fmla="*/ 629 h 57572"/>
                <a:gd name="csX4" fmla="*/ 631 w 35048"/>
                <a:gd name="csY4" fmla="*/ 57548 h 57572"/>
              </a:gdLst>
              <a:ahLst/>
              <a:cxnLst>
                <a:cxn ang="0">
                  <a:pos x="csX0" y="csY0"/>
                </a:cxn>
                <a:cxn ang="0">
                  <a:pos x="csX1" y="csY1"/>
                </a:cxn>
                <a:cxn ang="0">
                  <a:pos x="csX2" y="csY2"/>
                </a:cxn>
                <a:cxn ang="0">
                  <a:pos x="csX3" y="csY3"/>
                </a:cxn>
                <a:cxn ang="0">
                  <a:pos x="csX4" y="csY4"/>
                </a:cxn>
              </a:cxnLst>
              <a:rect l="l" t="t" r="r" b="b"/>
              <a:pathLst>
                <a:path w="35048" h="57572">
                  <a:moveTo>
                    <a:pt x="631" y="57548"/>
                  </a:moveTo>
                  <a:lnTo>
                    <a:pt x="-216" y="57301"/>
                  </a:lnTo>
                  <a:cubicBezTo>
                    <a:pt x="6352" y="35637"/>
                    <a:pt x="18191" y="15940"/>
                    <a:pt x="34241" y="-25"/>
                  </a:cubicBezTo>
                  <a:lnTo>
                    <a:pt x="34833" y="629"/>
                  </a:lnTo>
                  <a:cubicBezTo>
                    <a:pt x="18902" y="16483"/>
                    <a:pt x="7151" y="36039"/>
                    <a:pt x="631" y="57548"/>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aphique 2">
              <a:extLst>
                <a:ext uri="{FF2B5EF4-FFF2-40B4-BE49-F238E27FC236}">
                  <a16:creationId xmlns:a16="http://schemas.microsoft.com/office/drawing/2014/main" id="{952B830F-34BE-13EB-AB07-8A4D6C5DC9A0}"/>
                </a:ext>
              </a:extLst>
            </p:cNvPr>
            <p:cNvGrpSpPr/>
            <p:nvPr/>
          </p:nvGrpSpPr>
          <p:grpSpPr>
            <a:xfrm>
              <a:off x="7427517" y="6083736"/>
              <a:ext cx="291857" cy="297460"/>
              <a:chOff x="7427517" y="6083736"/>
              <a:chExt cx="291857" cy="297460"/>
            </a:xfrm>
          </p:grpSpPr>
          <p:sp>
            <p:nvSpPr>
              <p:cNvPr id="41" name="Forme libre : forme 40">
                <a:extLst>
                  <a:ext uri="{FF2B5EF4-FFF2-40B4-BE49-F238E27FC236}">
                    <a16:creationId xmlns:a16="http://schemas.microsoft.com/office/drawing/2014/main" id="{3C566EE8-ECA5-DDDA-7F97-FD36AD940C09}"/>
                  </a:ext>
                </a:extLst>
              </p:cNvPr>
              <p:cNvSpPr/>
              <p:nvPr/>
            </p:nvSpPr>
            <p:spPr>
              <a:xfrm>
                <a:off x="7427517" y="6083736"/>
                <a:ext cx="291857" cy="297460"/>
              </a:xfrm>
              <a:custGeom>
                <a:avLst/>
                <a:gdLst>
                  <a:gd name="csX0" fmla="*/ 132764 w 291857"/>
                  <a:gd name="csY0" fmla="*/ 296116 h 297460"/>
                  <a:gd name="csX1" fmla="*/ 288789 w 291857"/>
                  <a:gd name="csY1" fmla="*/ 186765 h 297460"/>
                  <a:gd name="csX2" fmla="*/ 290426 w 291857"/>
                  <a:gd name="csY2" fmla="*/ 177444 h 297460"/>
                  <a:gd name="csX3" fmla="*/ 167965 w 291857"/>
                  <a:gd name="csY3" fmla="*/ 2712 h 297460"/>
                  <a:gd name="csX4" fmla="*/ 158644 w 291857"/>
                  <a:gd name="csY4" fmla="*/ 1074 h 297460"/>
                  <a:gd name="csX5" fmla="*/ 2626 w 291857"/>
                  <a:gd name="csY5" fmla="*/ 110432 h 297460"/>
                  <a:gd name="csX6" fmla="*/ 988 w 291857"/>
                  <a:gd name="csY6" fmla="*/ 119753 h 297460"/>
                  <a:gd name="csX7" fmla="*/ 123447 w 291857"/>
                  <a:gd name="csY7" fmla="*/ 294485 h 297460"/>
                  <a:gd name="csX8" fmla="*/ 132764 w 291857"/>
                  <a:gd name="csY8" fmla="*/ 296115 h 297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1857" h="297460">
                    <a:moveTo>
                      <a:pt x="132764" y="296116"/>
                    </a:moveTo>
                    <a:lnTo>
                      <a:pt x="288789" y="186765"/>
                    </a:lnTo>
                    <a:cubicBezTo>
                      <a:pt x="291810" y="184641"/>
                      <a:pt x="292543" y="180471"/>
                      <a:pt x="290426" y="177444"/>
                    </a:cubicBezTo>
                    <a:lnTo>
                      <a:pt x="167965" y="2712"/>
                    </a:lnTo>
                    <a:cubicBezTo>
                      <a:pt x="165840" y="-310"/>
                      <a:pt x="161671" y="-1042"/>
                      <a:pt x="158644" y="1074"/>
                    </a:cubicBezTo>
                    <a:lnTo>
                      <a:pt x="2626" y="110432"/>
                    </a:lnTo>
                    <a:cubicBezTo>
                      <a:pt x="-396" y="112556"/>
                      <a:pt x="-1128" y="116726"/>
                      <a:pt x="988" y="119753"/>
                    </a:cubicBezTo>
                    <a:lnTo>
                      <a:pt x="123447" y="294485"/>
                    </a:lnTo>
                    <a:cubicBezTo>
                      <a:pt x="125574" y="297502"/>
                      <a:pt x="129739" y="298230"/>
                      <a:pt x="132764" y="296115"/>
                    </a:cubicBezTo>
                    <a:close/>
                  </a:path>
                </a:pathLst>
              </a:custGeom>
              <a:solidFill>
                <a:srgbClr val="C3E9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orme libre : forme 41">
                <a:extLst>
                  <a:ext uri="{FF2B5EF4-FFF2-40B4-BE49-F238E27FC236}">
                    <a16:creationId xmlns:a16="http://schemas.microsoft.com/office/drawing/2014/main" id="{721DA89C-C0ED-2A7F-6954-D38A43913830}"/>
                  </a:ext>
                </a:extLst>
              </p:cNvPr>
              <p:cNvSpPr/>
              <p:nvPr/>
            </p:nvSpPr>
            <p:spPr>
              <a:xfrm>
                <a:off x="7509917" y="6179258"/>
                <a:ext cx="111246" cy="83859"/>
              </a:xfrm>
              <a:custGeom>
                <a:avLst/>
                <a:gdLst>
                  <a:gd name="csX0" fmla="*/ 15279 w 111246"/>
                  <a:gd name="csY0" fmla="*/ 81954 h 83859"/>
                  <a:gd name="csX1" fmla="*/ 106832 w 111246"/>
                  <a:gd name="csY1" fmla="*/ 17788 h 83859"/>
                  <a:gd name="csX2" fmla="*/ 109245 w 111246"/>
                  <a:gd name="csY2" fmla="*/ 4074 h 83859"/>
                  <a:gd name="csX3" fmla="*/ 95531 w 111246"/>
                  <a:gd name="csY3" fmla="*/ 1661 h 83859"/>
                  <a:gd name="csX4" fmla="*/ 3978 w 111246"/>
                  <a:gd name="csY4" fmla="*/ 65827 h 83859"/>
                  <a:gd name="csX5" fmla="*/ 1565 w 111246"/>
                  <a:gd name="csY5" fmla="*/ 79541 h 83859"/>
                  <a:gd name="csX6" fmla="*/ 15279 w 111246"/>
                  <a:gd name="csY6" fmla="*/ 81954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279" y="81954"/>
                    </a:moveTo>
                    <a:lnTo>
                      <a:pt x="106832" y="17788"/>
                    </a:lnTo>
                    <a:cubicBezTo>
                      <a:pt x="111285" y="14667"/>
                      <a:pt x="112365" y="8528"/>
                      <a:pt x="109245" y="4074"/>
                    </a:cubicBezTo>
                    <a:cubicBezTo>
                      <a:pt x="106124" y="-379"/>
                      <a:pt x="99984" y="-1459"/>
                      <a:pt x="95531" y="1661"/>
                    </a:cubicBezTo>
                    <a:lnTo>
                      <a:pt x="3978" y="65827"/>
                    </a:lnTo>
                    <a:cubicBezTo>
                      <a:pt x="-475" y="68947"/>
                      <a:pt x="-1556" y="75087"/>
                      <a:pt x="1565" y="79541"/>
                    </a:cubicBezTo>
                    <a:cubicBezTo>
                      <a:pt x="4686" y="83994"/>
                      <a:pt x="10825" y="85074"/>
                      <a:pt x="15279" y="81954"/>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orme libre : forme 42">
                <a:extLst>
                  <a:ext uri="{FF2B5EF4-FFF2-40B4-BE49-F238E27FC236}">
                    <a16:creationId xmlns:a16="http://schemas.microsoft.com/office/drawing/2014/main" id="{BF43115D-E5FB-1F76-0468-4C49C31944E1}"/>
                  </a:ext>
                </a:extLst>
              </p:cNvPr>
              <p:cNvSpPr/>
              <p:nvPr/>
            </p:nvSpPr>
            <p:spPr>
              <a:xfrm>
                <a:off x="7530929" y="6209238"/>
                <a:ext cx="111246" cy="83859"/>
              </a:xfrm>
              <a:custGeom>
                <a:avLst/>
                <a:gdLst>
                  <a:gd name="csX0" fmla="*/ 15304 w 111246"/>
                  <a:gd name="csY0" fmla="*/ 81958 h 83859"/>
                  <a:gd name="csX1" fmla="*/ 106857 w 111246"/>
                  <a:gd name="csY1" fmla="*/ 17792 h 83859"/>
                  <a:gd name="csX2" fmla="*/ 109270 w 111246"/>
                  <a:gd name="csY2" fmla="*/ 4078 h 83859"/>
                  <a:gd name="csX3" fmla="*/ 95557 w 111246"/>
                  <a:gd name="csY3" fmla="*/ 1665 h 83859"/>
                  <a:gd name="csX4" fmla="*/ 4004 w 111246"/>
                  <a:gd name="csY4" fmla="*/ 65831 h 83859"/>
                  <a:gd name="csX5" fmla="*/ 1590 w 111246"/>
                  <a:gd name="csY5" fmla="*/ 79545 h 83859"/>
                  <a:gd name="csX6" fmla="*/ 15304 w 111246"/>
                  <a:gd name="csY6" fmla="*/ 81958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304" y="81958"/>
                    </a:moveTo>
                    <a:lnTo>
                      <a:pt x="106857" y="17792"/>
                    </a:lnTo>
                    <a:cubicBezTo>
                      <a:pt x="111311" y="14672"/>
                      <a:pt x="112391" y="8532"/>
                      <a:pt x="109270" y="4078"/>
                    </a:cubicBezTo>
                    <a:cubicBezTo>
                      <a:pt x="106150" y="-375"/>
                      <a:pt x="100010" y="-1455"/>
                      <a:pt x="95557" y="1665"/>
                    </a:cubicBezTo>
                    <a:lnTo>
                      <a:pt x="4004" y="65831"/>
                    </a:lnTo>
                    <a:cubicBezTo>
                      <a:pt x="-450" y="68951"/>
                      <a:pt x="-1530" y="75091"/>
                      <a:pt x="1590" y="79545"/>
                    </a:cubicBezTo>
                    <a:cubicBezTo>
                      <a:pt x="4711" y="83998"/>
                      <a:pt x="10851" y="85078"/>
                      <a:pt x="15304" y="81958"/>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orme libre : forme 44">
                <a:extLst>
                  <a:ext uri="{FF2B5EF4-FFF2-40B4-BE49-F238E27FC236}">
                    <a16:creationId xmlns:a16="http://schemas.microsoft.com/office/drawing/2014/main" id="{E4C56C36-2EB6-416E-0B1E-45B40CDCA1BA}"/>
                  </a:ext>
                </a:extLst>
              </p:cNvPr>
              <p:cNvSpPr/>
              <p:nvPr/>
            </p:nvSpPr>
            <p:spPr>
              <a:xfrm>
                <a:off x="7552162" y="6239540"/>
                <a:ext cx="111251" cy="83862"/>
              </a:xfrm>
              <a:custGeom>
                <a:avLst/>
                <a:gdLst>
                  <a:gd name="csX0" fmla="*/ 15334 w 111251"/>
                  <a:gd name="csY0" fmla="*/ 81962 h 83862"/>
                  <a:gd name="csX1" fmla="*/ 106887 w 111251"/>
                  <a:gd name="csY1" fmla="*/ 17796 h 83862"/>
                  <a:gd name="csX2" fmla="*/ 109300 w 111251"/>
                  <a:gd name="csY2" fmla="*/ 4083 h 83862"/>
                  <a:gd name="csX3" fmla="*/ 95587 w 111251"/>
                  <a:gd name="csY3" fmla="*/ 1669 h 83862"/>
                  <a:gd name="csX4" fmla="*/ 4029 w 111251"/>
                  <a:gd name="csY4" fmla="*/ 65838 h 83862"/>
                  <a:gd name="csX5" fmla="*/ 1616 w 111251"/>
                  <a:gd name="csY5" fmla="*/ 79552 h 83862"/>
                  <a:gd name="csX6" fmla="*/ 15330 w 111251"/>
                  <a:gd name="csY6" fmla="*/ 81965 h 838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51" h="83862">
                    <a:moveTo>
                      <a:pt x="15334" y="81962"/>
                    </a:moveTo>
                    <a:lnTo>
                      <a:pt x="106887" y="17796"/>
                    </a:lnTo>
                    <a:cubicBezTo>
                      <a:pt x="111341" y="14676"/>
                      <a:pt x="112421" y="8536"/>
                      <a:pt x="109300" y="4083"/>
                    </a:cubicBezTo>
                    <a:cubicBezTo>
                      <a:pt x="106180" y="-371"/>
                      <a:pt x="100040" y="-1451"/>
                      <a:pt x="95587" y="1669"/>
                    </a:cubicBezTo>
                    <a:lnTo>
                      <a:pt x="4029" y="65838"/>
                    </a:lnTo>
                    <a:cubicBezTo>
                      <a:pt x="-424" y="68959"/>
                      <a:pt x="-1504" y="75098"/>
                      <a:pt x="1616" y="79552"/>
                    </a:cubicBezTo>
                    <a:cubicBezTo>
                      <a:pt x="4737" y="84005"/>
                      <a:pt x="10877" y="85086"/>
                      <a:pt x="15330" y="81965"/>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orme libre : forme 46">
                <a:extLst>
                  <a:ext uri="{FF2B5EF4-FFF2-40B4-BE49-F238E27FC236}">
                    <a16:creationId xmlns:a16="http://schemas.microsoft.com/office/drawing/2014/main" id="{A2AB3552-8108-AEEF-A7B3-C8329E721121}"/>
                  </a:ext>
                </a:extLst>
              </p:cNvPr>
              <p:cNvSpPr/>
              <p:nvPr/>
            </p:nvSpPr>
            <p:spPr>
              <a:xfrm>
                <a:off x="7510174" y="6159260"/>
                <a:ext cx="55154" cy="44549"/>
              </a:xfrm>
              <a:custGeom>
                <a:avLst/>
                <a:gdLst>
                  <a:gd name="csX0" fmla="*/ 15249 w 55154"/>
                  <a:gd name="csY0" fmla="*/ 42641 h 44549"/>
                  <a:gd name="csX1" fmla="*/ 50710 w 55154"/>
                  <a:gd name="csY1" fmla="*/ 17785 h 44549"/>
                  <a:gd name="csX2" fmla="*/ 53123 w 55154"/>
                  <a:gd name="csY2" fmla="*/ 4072 h 44549"/>
                  <a:gd name="csX3" fmla="*/ 39409 w 55154"/>
                  <a:gd name="csY3" fmla="*/ 1658 h 44549"/>
                  <a:gd name="csX4" fmla="*/ 3948 w 55154"/>
                  <a:gd name="csY4" fmla="*/ 26515 h 44549"/>
                  <a:gd name="csX5" fmla="*/ 1535 w 55154"/>
                  <a:gd name="csY5" fmla="*/ 40228 h 44549"/>
                  <a:gd name="csX6" fmla="*/ 15249 w 55154"/>
                  <a:gd name="csY6" fmla="*/ 42641 h 445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154" h="44549">
                    <a:moveTo>
                      <a:pt x="15249" y="42641"/>
                    </a:moveTo>
                    <a:lnTo>
                      <a:pt x="50710" y="17785"/>
                    </a:lnTo>
                    <a:cubicBezTo>
                      <a:pt x="55163" y="14665"/>
                      <a:pt x="56244" y="8525"/>
                      <a:pt x="53123" y="4072"/>
                    </a:cubicBezTo>
                    <a:cubicBezTo>
                      <a:pt x="50002" y="-382"/>
                      <a:pt x="43863" y="-1462"/>
                      <a:pt x="39409" y="1658"/>
                    </a:cubicBezTo>
                    <a:lnTo>
                      <a:pt x="3948" y="26515"/>
                    </a:lnTo>
                    <a:cubicBezTo>
                      <a:pt x="-505" y="29635"/>
                      <a:pt x="-1586" y="35775"/>
                      <a:pt x="1535" y="40228"/>
                    </a:cubicBezTo>
                    <a:cubicBezTo>
                      <a:pt x="4656" y="44682"/>
                      <a:pt x="10795" y="45762"/>
                      <a:pt x="15249" y="42641"/>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0" name="Graphique 2">
              <a:extLst>
                <a:ext uri="{FF2B5EF4-FFF2-40B4-BE49-F238E27FC236}">
                  <a16:creationId xmlns:a16="http://schemas.microsoft.com/office/drawing/2014/main" id="{B87ED455-ADD8-466C-A60A-07900C5E33D4}"/>
                </a:ext>
              </a:extLst>
            </p:cNvPr>
            <p:cNvGrpSpPr/>
            <p:nvPr/>
          </p:nvGrpSpPr>
          <p:grpSpPr>
            <a:xfrm>
              <a:off x="6964028" y="5761065"/>
              <a:ext cx="519007" cy="1074096"/>
              <a:chOff x="6964028" y="5761065"/>
              <a:chExt cx="519007" cy="1074096"/>
            </a:xfrm>
          </p:grpSpPr>
          <p:sp>
            <p:nvSpPr>
              <p:cNvPr id="22" name="Forme libre : forme 21">
                <a:extLst>
                  <a:ext uri="{FF2B5EF4-FFF2-40B4-BE49-F238E27FC236}">
                    <a16:creationId xmlns:a16="http://schemas.microsoft.com/office/drawing/2014/main" id="{2DE8622B-8BC7-7B07-893D-332F1B552DE7}"/>
                  </a:ext>
                </a:extLst>
              </p:cNvPr>
              <p:cNvSpPr/>
              <p:nvPr/>
            </p:nvSpPr>
            <p:spPr>
              <a:xfrm>
                <a:off x="7192852" y="5785469"/>
                <a:ext cx="113185" cy="139560"/>
              </a:xfrm>
              <a:custGeom>
                <a:avLst/>
                <a:gdLst>
                  <a:gd name="csX0" fmla="*/ 10532 w 113185"/>
                  <a:gd name="csY0" fmla="*/ 131370 h 139560"/>
                  <a:gd name="csX1" fmla="*/ 24934 w 113185"/>
                  <a:gd name="csY1" fmla="*/ 103349 h 139560"/>
                  <a:gd name="csX2" fmla="*/ 10093 w 113185"/>
                  <a:gd name="csY2" fmla="*/ 24710 h 139560"/>
                  <a:gd name="csX3" fmla="*/ 88732 w 113185"/>
                  <a:gd name="csY3" fmla="*/ 9870 h 139560"/>
                  <a:gd name="csX4" fmla="*/ 103572 w 113185"/>
                  <a:gd name="csY4" fmla="*/ 88509 h 139560"/>
                  <a:gd name="csX5" fmla="*/ 67926 w 113185"/>
                  <a:gd name="csY5" fmla="*/ 112099 h 139560"/>
                  <a:gd name="csX6" fmla="*/ 60314 w 113185"/>
                  <a:gd name="csY6" fmla="*/ 139577 h 1395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185" h="139560">
                    <a:moveTo>
                      <a:pt x="10532" y="131370"/>
                    </a:moveTo>
                    <a:lnTo>
                      <a:pt x="24934" y="103349"/>
                    </a:lnTo>
                    <a:cubicBezTo>
                      <a:pt x="-880" y="85732"/>
                      <a:pt x="-7524" y="50524"/>
                      <a:pt x="10093" y="24710"/>
                    </a:cubicBezTo>
                    <a:cubicBezTo>
                      <a:pt x="27711" y="-1103"/>
                      <a:pt x="62918" y="-7748"/>
                      <a:pt x="88732" y="9870"/>
                    </a:cubicBezTo>
                    <a:cubicBezTo>
                      <a:pt x="114546" y="27487"/>
                      <a:pt x="121190" y="62695"/>
                      <a:pt x="103572" y="88509"/>
                    </a:cubicBezTo>
                    <a:cubicBezTo>
                      <a:pt x="95231" y="100730"/>
                      <a:pt x="82435" y="109198"/>
                      <a:pt x="67926" y="112099"/>
                    </a:cubicBezTo>
                    <a:lnTo>
                      <a:pt x="60314" y="139577"/>
                    </a:lnTo>
                    <a:close/>
                  </a:path>
                </a:pathLst>
              </a:cu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BC72C96D-D81B-55B2-70D0-4F3253253B6F}"/>
                  </a:ext>
                </a:extLst>
              </p:cNvPr>
              <p:cNvSpPr/>
              <p:nvPr/>
            </p:nvSpPr>
            <p:spPr>
              <a:xfrm rot="2219754">
                <a:off x="6996784" y="6718510"/>
                <a:ext cx="35610" cy="37373"/>
              </a:xfrm>
              <a:prstGeom prst="rect">
                <a:avLst/>
              </a:prstGeom>
              <a:solidFill>
                <a:srgbClr val="ED9DA0"/>
              </a:solidFill>
              <a:ln w="1479"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D24E1396-3706-FD5C-D278-E35B1C9AB346}"/>
                  </a:ext>
                </a:extLst>
              </p:cNvPr>
              <p:cNvSpPr/>
              <p:nvPr/>
            </p:nvSpPr>
            <p:spPr>
              <a:xfrm>
                <a:off x="7246398" y="6760555"/>
                <a:ext cx="37223" cy="39066"/>
              </a:xfrm>
              <a:prstGeom prst="rect">
                <a:avLst/>
              </a:pr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0" name="Forme libre : forme 29">
                <a:extLst>
                  <a:ext uri="{FF2B5EF4-FFF2-40B4-BE49-F238E27FC236}">
                    <a16:creationId xmlns:a16="http://schemas.microsoft.com/office/drawing/2014/main" id="{024F19CD-9BDD-4440-F08C-A9558A3513AE}"/>
                  </a:ext>
                </a:extLst>
              </p:cNvPr>
              <p:cNvSpPr/>
              <p:nvPr/>
            </p:nvSpPr>
            <p:spPr>
              <a:xfrm>
                <a:off x="7233111" y="6768809"/>
                <a:ext cx="144162" cy="66352"/>
              </a:xfrm>
              <a:custGeom>
                <a:avLst/>
                <a:gdLst>
                  <a:gd name="csX0" fmla="*/ 19822 w 144162"/>
                  <a:gd name="csY0" fmla="*/ 66454 h 66352"/>
                  <a:gd name="csX1" fmla="*/ 102869 w 144162"/>
                  <a:gd name="csY1" fmla="*/ 66454 h 66352"/>
                  <a:gd name="csX2" fmla="*/ 123504 w 144162"/>
                  <a:gd name="csY2" fmla="*/ 61753 h 66352"/>
                  <a:gd name="csX3" fmla="*/ 138814 w 144162"/>
                  <a:gd name="csY3" fmla="*/ 54395 h 66352"/>
                  <a:gd name="csX4" fmla="*/ 143119 w 144162"/>
                  <a:gd name="csY4" fmla="*/ 42127 h 66352"/>
                  <a:gd name="csX5" fmla="*/ 137283 w 144162"/>
                  <a:gd name="csY5" fmla="*/ 37248 h 66352"/>
                  <a:gd name="csX6" fmla="*/ 105700 w 144162"/>
                  <a:gd name="csY6" fmla="*/ 28508 h 66352"/>
                  <a:gd name="csX7" fmla="*/ 51658 w 144162"/>
                  <a:gd name="csY7" fmla="*/ 101 h 66352"/>
                  <a:gd name="csX8" fmla="*/ 51617 w 144162"/>
                  <a:gd name="csY8" fmla="*/ 305 h 66352"/>
                  <a:gd name="csX9" fmla="*/ 48846 w 144162"/>
                  <a:gd name="csY9" fmla="*/ 13621 h 66352"/>
                  <a:gd name="csX10" fmla="*/ 31927 w 144162"/>
                  <a:gd name="csY10" fmla="*/ 22316 h 66352"/>
                  <a:gd name="csX11" fmla="*/ 15357 w 144162"/>
                  <a:gd name="csY11" fmla="*/ 9740 h 66352"/>
                  <a:gd name="csX12" fmla="*/ 15308 w 144162"/>
                  <a:gd name="csY12" fmla="*/ 9652 h 66352"/>
                  <a:gd name="csX13" fmla="*/ 15206 w 144162"/>
                  <a:gd name="csY13" fmla="*/ 9663 h 66352"/>
                  <a:gd name="csX14" fmla="*/ 10101 w 144162"/>
                  <a:gd name="csY14" fmla="*/ 12448 h 66352"/>
                  <a:gd name="csX15" fmla="*/ 9446 w 144162"/>
                  <a:gd name="csY15" fmla="*/ 21905 h 66352"/>
                  <a:gd name="csX16" fmla="*/ 5428 w 144162"/>
                  <a:gd name="csY16" fmla="*/ 40559 h 66352"/>
                  <a:gd name="csX17" fmla="*/ -115 w 144162"/>
                  <a:gd name="csY17" fmla="*/ 52423 h 66352"/>
                  <a:gd name="csX18" fmla="*/ 5243 w 144162"/>
                  <a:gd name="csY18" fmla="*/ 61401 h 66352"/>
                  <a:gd name="csX19" fmla="*/ 19818 w 144162"/>
                  <a:gd name="csY19" fmla="*/ 66448 h 66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44162" h="66352">
                    <a:moveTo>
                      <a:pt x="19822" y="66454"/>
                    </a:moveTo>
                    <a:lnTo>
                      <a:pt x="102869" y="66454"/>
                    </a:lnTo>
                    <a:cubicBezTo>
                      <a:pt x="110012" y="66445"/>
                      <a:pt x="117062" y="64839"/>
                      <a:pt x="123504" y="61753"/>
                    </a:cubicBezTo>
                    <a:lnTo>
                      <a:pt x="138814" y="54395"/>
                    </a:lnTo>
                    <a:cubicBezTo>
                      <a:pt x="143391" y="52196"/>
                      <a:pt x="145318" y="46703"/>
                      <a:pt x="143119" y="42127"/>
                    </a:cubicBezTo>
                    <a:cubicBezTo>
                      <a:pt x="141969" y="39734"/>
                      <a:pt x="139841" y="37955"/>
                      <a:pt x="137283" y="37248"/>
                    </a:cubicBezTo>
                    <a:lnTo>
                      <a:pt x="105700" y="28508"/>
                    </a:lnTo>
                    <a:lnTo>
                      <a:pt x="51658" y="101"/>
                    </a:lnTo>
                    <a:lnTo>
                      <a:pt x="51617" y="305"/>
                    </a:lnTo>
                    <a:cubicBezTo>
                      <a:pt x="50606" y="5423"/>
                      <a:pt x="49041" y="13154"/>
                      <a:pt x="48846" y="13621"/>
                    </a:cubicBezTo>
                    <a:cubicBezTo>
                      <a:pt x="43304" y="19970"/>
                      <a:pt x="37612" y="22895"/>
                      <a:pt x="31927" y="22316"/>
                    </a:cubicBezTo>
                    <a:cubicBezTo>
                      <a:pt x="22015" y="21310"/>
                      <a:pt x="15419" y="9860"/>
                      <a:pt x="15357" y="9740"/>
                    </a:cubicBezTo>
                    <a:lnTo>
                      <a:pt x="15308" y="9652"/>
                    </a:lnTo>
                    <a:lnTo>
                      <a:pt x="15206" y="9663"/>
                    </a:lnTo>
                    <a:cubicBezTo>
                      <a:pt x="13164" y="9748"/>
                      <a:pt x="11278" y="10777"/>
                      <a:pt x="10101" y="12448"/>
                    </a:cubicBezTo>
                    <a:cubicBezTo>
                      <a:pt x="7838" y="15860"/>
                      <a:pt x="9214" y="21112"/>
                      <a:pt x="9446" y="21905"/>
                    </a:cubicBezTo>
                    <a:cubicBezTo>
                      <a:pt x="6736" y="24555"/>
                      <a:pt x="5516" y="39363"/>
                      <a:pt x="5428" y="40559"/>
                    </a:cubicBezTo>
                    <a:cubicBezTo>
                      <a:pt x="1510" y="44710"/>
                      <a:pt x="-351" y="48696"/>
                      <a:pt x="-115" y="52423"/>
                    </a:cubicBezTo>
                    <a:cubicBezTo>
                      <a:pt x="308" y="56043"/>
                      <a:pt x="2258" y="59310"/>
                      <a:pt x="5243" y="61401"/>
                    </a:cubicBezTo>
                    <a:cubicBezTo>
                      <a:pt x="9383" y="64697"/>
                      <a:pt x="14526" y="66477"/>
                      <a:pt x="19818" y="66448"/>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orme libre : forme 31">
                <a:extLst>
                  <a:ext uri="{FF2B5EF4-FFF2-40B4-BE49-F238E27FC236}">
                    <a16:creationId xmlns:a16="http://schemas.microsoft.com/office/drawing/2014/main" id="{97C231A7-E246-F1F7-DF27-B41FCFF9FD53}"/>
                  </a:ext>
                </a:extLst>
              </p:cNvPr>
              <p:cNvSpPr/>
              <p:nvPr/>
            </p:nvSpPr>
            <p:spPr>
              <a:xfrm>
                <a:off x="7110616" y="6020093"/>
                <a:ext cx="46507" cy="221522"/>
              </a:xfrm>
              <a:custGeom>
                <a:avLst/>
                <a:gdLst>
                  <a:gd name="csX0" fmla="*/ 19041 w 46507"/>
                  <a:gd name="csY0" fmla="*/ 2464 h 221522"/>
                  <a:gd name="csX1" fmla="*/ 2368 w 46507"/>
                  <a:gd name="csY1" fmla="*/ 20890 h 221522"/>
                  <a:gd name="csX2" fmla="*/ -264 w 46507"/>
                  <a:gd name="csY2" fmla="*/ 123996 h 221522"/>
                  <a:gd name="csX3" fmla="*/ 29131 w 46507"/>
                  <a:gd name="csY3" fmla="*/ 221397 h 221522"/>
                  <a:gd name="csX4" fmla="*/ 46244 w 46507"/>
                  <a:gd name="csY4" fmla="*/ 189808 h 221522"/>
                  <a:gd name="csX5" fmla="*/ 39223 w 46507"/>
                  <a:gd name="csY5" fmla="*/ 121364 h 221522"/>
                </a:gdLst>
                <a:ahLst/>
                <a:cxnLst>
                  <a:cxn ang="0">
                    <a:pos x="csX0" y="csY0"/>
                  </a:cxn>
                  <a:cxn ang="0">
                    <a:pos x="csX1" y="csY1"/>
                  </a:cxn>
                  <a:cxn ang="0">
                    <a:pos x="csX2" y="csY2"/>
                  </a:cxn>
                  <a:cxn ang="0">
                    <a:pos x="csX3" y="csY3"/>
                  </a:cxn>
                  <a:cxn ang="0">
                    <a:pos x="csX4" y="csY4"/>
                  </a:cxn>
                  <a:cxn ang="0">
                    <a:pos x="csX5" y="csY5"/>
                  </a:cxn>
                </a:cxnLst>
                <a:rect l="l" t="t" r="r" b="b"/>
                <a:pathLst>
                  <a:path w="46507" h="221522">
                    <a:moveTo>
                      <a:pt x="19041" y="2464"/>
                    </a:moveTo>
                    <a:cubicBezTo>
                      <a:pt x="19041" y="2464"/>
                      <a:pt x="2368" y="-10310"/>
                      <a:pt x="2368" y="20890"/>
                    </a:cubicBezTo>
                    <a:lnTo>
                      <a:pt x="-264" y="123996"/>
                    </a:lnTo>
                    <a:lnTo>
                      <a:pt x="29131" y="221397"/>
                    </a:lnTo>
                    <a:lnTo>
                      <a:pt x="46244" y="189808"/>
                    </a:lnTo>
                    <a:lnTo>
                      <a:pt x="39223" y="121364"/>
                    </a:lnTo>
                    <a:close/>
                  </a:path>
                </a:pathLst>
              </a:custGeom>
              <a:solidFill>
                <a:srgbClr val="D6D6E3"/>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orme libre : forme 32">
                <a:extLst>
                  <a:ext uri="{FF2B5EF4-FFF2-40B4-BE49-F238E27FC236}">
                    <a16:creationId xmlns:a16="http://schemas.microsoft.com/office/drawing/2014/main" id="{5A6E1E0D-C137-0D81-7B9F-572DAA86E30E}"/>
                  </a:ext>
                </a:extLst>
              </p:cNvPr>
              <p:cNvSpPr/>
              <p:nvPr/>
            </p:nvSpPr>
            <p:spPr>
              <a:xfrm>
                <a:off x="7003445" y="6268950"/>
                <a:ext cx="312067" cy="500384"/>
              </a:xfrm>
              <a:custGeom>
                <a:avLst/>
                <a:gdLst>
                  <a:gd name="csX0" fmla="*/ 304540 w 312067"/>
                  <a:gd name="csY0" fmla="*/ 35651 h 500384"/>
                  <a:gd name="csX1" fmla="*/ 299388 w 312067"/>
                  <a:gd name="csY1" fmla="*/ 207073 h 500384"/>
                  <a:gd name="csX2" fmla="*/ 286183 w 312067"/>
                  <a:gd name="csY2" fmla="*/ 494701 h 500384"/>
                  <a:gd name="csX3" fmla="*/ 236236 w 312067"/>
                  <a:gd name="csY3" fmla="*/ 500293 h 500384"/>
                  <a:gd name="csX4" fmla="*/ 218832 w 312067"/>
                  <a:gd name="csY4" fmla="*/ 279894 h 500384"/>
                  <a:gd name="csX5" fmla="*/ 202077 w 312067"/>
                  <a:gd name="csY5" fmla="*/ 170337 h 500384"/>
                  <a:gd name="csX6" fmla="*/ 167277 w 312067"/>
                  <a:gd name="csY6" fmla="*/ 270233 h 500384"/>
                  <a:gd name="csX7" fmla="*/ 52566 w 312067"/>
                  <a:gd name="csY7" fmla="*/ 481604 h 500384"/>
                  <a:gd name="csX8" fmla="*/ -278 w 312067"/>
                  <a:gd name="csY8" fmla="*/ 440361 h 500384"/>
                  <a:gd name="csX9" fmla="*/ 101543 w 312067"/>
                  <a:gd name="csY9" fmla="*/ 247028 h 500384"/>
                  <a:gd name="csX10" fmla="*/ 123240 w 312067"/>
                  <a:gd name="csY10" fmla="*/ -92 h 500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12067" h="500384">
                    <a:moveTo>
                      <a:pt x="304540" y="35651"/>
                    </a:moveTo>
                    <a:cubicBezTo>
                      <a:pt x="304540" y="35651"/>
                      <a:pt x="323877" y="129798"/>
                      <a:pt x="299388" y="207073"/>
                    </a:cubicBezTo>
                    <a:lnTo>
                      <a:pt x="286183" y="494701"/>
                    </a:lnTo>
                    <a:lnTo>
                      <a:pt x="236236" y="500293"/>
                    </a:lnTo>
                    <a:lnTo>
                      <a:pt x="218832" y="279894"/>
                    </a:lnTo>
                    <a:lnTo>
                      <a:pt x="202077" y="170337"/>
                    </a:lnTo>
                    <a:lnTo>
                      <a:pt x="167277" y="270233"/>
                    </a:lnTo>
                    <a:lnTo>
                      <a:pt x="52566" y="481604"/>
                    </a:lnTo>
                    <a:lnTo>
                      <a:pt x="-278" y="440361"/>
                    </a:lnTo>
                    <a:cubicBezTo>
                      <a:pt x="-278" y="440361"/>
                      <a:pt x="58282" y="280572"/>
                      <a:pt x="101543" y="247028"/>
                    </a:cubicBezTo>
                    <a:lnTo>
                      <a:pt x="123240" y="-92"/>
                    </a:ln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orme libre : forme 33">
                <a:extLst>
                  <a:ext uri="{FF2B5EF4-FFF2-40B4-BE49-F238E27FC236}">
                    <a16:creationId xmlns:a16="http://schemas.microsoft.com/office/drawing/2014/main" id="{18A4013F-C733-AEC6-21F6-7CF534D9B17C}"/>
                  </a:ext>
                </a:extLst>
              </p:cNvPr>
              <p:cNvSpPr/>
              <p:nvPr/>
            </p:nvSpPr>
            <p:spPr>
              <a:xfrm>
                <a:off x="7189096" y="5761065"/>
                <a:ext cx="126021" cy="133881"/>
              </a:xfrm>
              <a:custGeom>
                <a:avLst/>
                <a:gdLst>
                  <a:gd name="csX0" fmla="*/ 56094 w 126021"/>
                  <a:gd name="csY0" fmla="*/ 92842 h 133881"/>
                  <a:gd name="csX1" fmla="*/ 70366 w 126021"/>
                  <a:gd name="csY1" fmla="*/ 80369 h 133881"/>
                  <a:gd name="csX2" fmla="*/ 80444 w 126021"/>
                  <a:gd name="csY2" fmla="*/ 63022 h 133881"/>
                  <a:gd name="csX3" fmla="*/ 108023 w 126021"/>
                  <a:gd name="csY3" fmla="*/ 62420 h 133881"/>
                  <a:gd name="csX4" fmla="*/ 125722 w 126021"/>
                  <a:gd name="csY4" fmla="*/ 39091 h 133881"/>
                  <a:gd name="csX5" fmla="*/ 117943 w 126021"/>
                  <a:gd name="csY5" fmla="*/ 8698 h 133881"/>
                  <a:gd name="csX6" fmla="*/ 116506 w 126021"/>
                  <a:gd name="csY6" fmla="*/ 20774 h 133881"/>
                  <a:gd name="csX7" fmla="*/ 106041 w 126021"/>
                  <a:gd name="csY7" fmla="*/ -158 h 133881"/>
                  <a:gd name="csX8" fmla="*/ 107894 w 126021"/>
                  <a:gd name="csY8" fmla="*/ 17562 h 133881"/>
                  <a:gd name="csX9" fmla="*/ 86328 w 126021"/>
                  <a:gd name="csY9" fmla="*/ 1993 h 133881"/>
                  <a:gd name="csX10" fmla="*/ 86257 w 126021"/>
                  <a:gd name="csY10" fmla="*/ 2005 h 133881"/>
                  <a:gd name="csX11" fmla="*/ 86553 w 126021"/>
                  <a:gd name="csY11" fmla="*/ 12563 h 133881"/>
                  <a:gd name="csX12" fmla="*/ 50361 w 126021"/>
                  <a:gd name="csY12" fmla="*/ 10787 h 133881"/>
                  <a:gd name="csX13" fmla="*/ 17038 w 126021"/>
                  <a:gd name="csY13" fmla="*/ 23626 h 133881"/>
                  <a:gd name="csX14" fmla="*/ 59 w 126021"/>
                  <a:gd name="csY14" fmla="*/ 73083 h 133881"/>
                  <a:gd name="csX15" fmla="*/ 16925 w 126021"/>
                  <a:gd name="csY15" fmla="*/ 124396 h 133881"/>
                  <a:gd name="csX16" fmla="*/ 26098 w 126021"/>
                  <a:gd name="csY16" fmla="*/ 133680 h 133881"/>
                  <a:gd name="csX17" fmla="*/ 35146 w 126021"/>
                  <a:gd name="csY17" fmla="*/ 126860 h 133881"/>
                  <a:gd name="csX18" fmla="*/ 35036 w 126021"/>
                  <a:gd name="csY18" fmla="*/ 114718 h 133881"/>
                  <a:gd name="csX19" fmla="*/ 33525 w 126021"/>
                  <a:gd name="csY19" fmla="*/ 96345 h 133881"/>
                  <a:gd name="csX20" fmla="*/ 45116 w 126021"/>
                  <a:gd name="csY20" fmla="*/ 83494 h 133881"/>
                  <a:gd name="csX21" fmla="*/ 54585 w 126021"/>
                  <a:gd name="csY21" fmla="*/ 95196 h 133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6021" h="133881">
                    <a:moveTo>
                      <a:pt x="56094" y="92842"/>
                    </a:moveTo>
                    <a:cubicBezTo>
                      <a:pt x="62878" y="93729"/>
                      <a:pt x="67992" y="86776"/>
                      <a:pt x="70366" y="80369"/>
                    </a:cubicBezTo>
                    <a:cubicBezTo>
                      <a:pt x="72739" y="73963"/>
                      <a:pt x="74547" y="66487"/>
                      <a:pt x="80444" y="63022"/>
                    </a:cubicBezTo>
                    <a:cubicBezTo>
                      <a:pt x="88502" y="58287"/>
                      <a:pt x="98808" y="63982"/>
                      <a:pt x="108023" y="62420"/>
                    </a:cubicBezTo>
                    <a:cubicBezTo>
                      <a:pt x="118427" y="60656"/>
                      <a:pt x="125185" y="49629"/>
                      <a:pt x="125722" y="39091"/>
                    </a:cubicBezTo>
                    <a:cubicBezTo>
                      <a:pt x="126259" y="28552"/>
                      <a:pt x="122059" y="18414"/>
                      <a:pt x="117943" y="8698"/>
                    </a:cubicBezTo>
                    <a:lnTo>
                      <a:pt x="116506" y="20774"/>
                    </a:lnTo>
                    <a:cubicBezTo>
                      <a:pt x="116897" y="12451"/>
                      <a:pt x="112933" y="4524"/>
                      <a:pt x="106041" y="-158"/>
                    </a:cubicBezTo>
                    <a:lnTo>
                      <a:pt x="107894" y="17562"/>
                    </a:lnTo>
                    <a:cubicBezTo>
                      <a:pt x="106238" y="7308"/>
                      <a:pt x="96583" y="337"/>
                      <a:pt x="86328" y="1993"/>
                    </a:cubicBezTo>
                    <a:cubicBezTo>
                      <a:pt x="86305" y="1997"/>
                      <a:pt x="86281" y="2001"/>
                      <a:pt x="86257" y="2005"/>
                    </a:cubicBezTo>
                    <a:lnTo>
                      <a:pt x="86553" y="12563"/>
                    </a:lnTo>
                    <a:cubicBezTo>
                      <a:pt x="74536" y="11133"/>
                      <a:pt x="62415" y="9703"/>
                      <a:pt x="50361" y="10787"/>
                    </a:cubicBezTo>
                    <a:cubicBezTo>
                      <a:pt x="38307" y="11872"/>
                      <a:pt x="26172" y="15689"/>
                      <a:pt x="17038" y="23626"/>
                    </a:cubicBezTo>
                    <a:cubicBezTo>
                      <a:pt x="3373" y="35500"/>
                      <a:pt x="-1616" y="55052"/>
                      <a:pt x="59" y="73083"/>
                    </a:cubicBezTo>
                    <a:cubicBezTo>
                      <a:pt x="1733" y="91114"/>
                      <a:pt x="9174" y="108039"/>
                      <a:pt x="16925" y="124396"/>
                    </a:cubicBezTo>
                    <a:cubicBezTo>
                      <a:pt x="18875" y="128512"/>
                      <a:pt x="21574" y="133156"/>
                      <a:pt x="26098" y="133680"/>
                    </a:cubicBezTo>
                    <a:cubicBezTo>
                      <a:pt x="30162" y="134152"/>
                      <a:pt x="33883" y="130753"/>
                      <a:pt x="35146" y="126860"/>
                    </a:cubicBezTo>
                    <a:cubicBezTo>
                      <a:pt x="36120" y="122867"/>
                      <a:pt x="36082" y="118693"/>
                      <a:pt x="35036" y="114718"/>
                    </a:cubicBezTo>
                    <a:cubicBezTo>
                      <a:pt x="33889" y="108643"/>
                      <a:pt x="32451" y="102438"/>
                      <a:pt x="33525" y="96345"/>
                    </a:cubicBezTo>
                    <a:cubicBezTo>
                      <a:pt x="34600" y="90253"/>
                      <a:pt x="38980" y="84241"/>
                      <a:pt x="45116" y="83494"/>
                    </a:cubicBezTo>
                    <a:cubicBezTo>
                      <a:pt x="51252" y="82747"/>
                      <a:pt x="57532" y="89763"/>
                      <a:pt x="54585" y="95196"/>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orme libre : forme 34">
                <a:extLst>
                  <a:ext uri="{FF2B5EF4-FFF2-40B4-BE49-F238E27FC236}">
                    <a16:creationId xmlns:a16="http://schemas.microsoft.com/office/drawing/2014/main" id="{7E214BD3-2B3F-70BE-7D34-DEFC74EE4123}"/>
                  </a:ext>
                </a:extLst>
              </p:cNvPr>
              <p:cNvSpPr/>
              <p:nvPr/>
            </p:nvSpPr>
            <p:spPr>
              <a:xfrm>
                <a:off x="7122903" y="6258791"/>
                <a:ext cx="188864" cy="71077"/>
              </a:xfrm>
              <a:custGeom>
                <a:avLst/>
                <a:gdLst>
                  <a:gd name="csX0" fmla="*/ 188730 w 188864"/>
                  <a:gd name="csY0" fmla="*/ 71143 h 71077"/>
                  <a:gd name="csX1" fmla="*/ -135 w 188864"/>
                  <a:gd name="csY1" fmla="*/ 58958 h 71077"/>
                  <a:gd name="csX2" fmla="*/ 14082 w 188864"/>
                  <a:gd name="csY2" fmla="*/ 65 h 71077"/>
                  <a:gd name="csX3" fmla="*/ 186698 w 188864"/>
                  <a:gd name="csY3" fmla="*/ 38652 h 71077"/>
                </a:gdLst>
                <a:ahLst/>
                <a:cxnLst>
                  <a:cxn ang="0">
                    <a:pos x="csX0" y="csY0"/>
                  </a:cxn>
                  <a:cxn ang="0">
                    <a:pos x="csX1" y="csY1"/>
                  </a:cxn>
                  <a:cxn ang="0">
                    <a:pos x="csX2" y="csY2"/>
                  </a:cxn>
                  <a:cxn ang="0">
                    <a:pos x="csX3" y="csY3"/>
                  </a:cxn>
                </a:cxnLst>
                <a:rect l="l" t="t" r="r" b="b"/>
                <a:pathLst>
                  <a:path w="188864" h="71077">
                    <a:moveTo>
                      <a:pt x="188730" y="71143"/>
                    </a:moveTo>
                    <a:lnTo>
                      <a:pt x="-135" y="58958"/>
                    </a:lnTo>
                    <a:lnTo>
                      <a:pt x="14082" y="65"/>
                    </a:lnTo>
                    <a:lnTo>
                      <a:pt x="186698" y="38652"/>
                    </a:lnTo>
                    <a:close/>
                  </a:path>
                </a:pathLst>
              </a:custGeom>
              <a:solidFill>
                <a:srgbClr val="E6E6E6"/>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orme libre : forme 35">
                <a:extLst>
                  <a:ext uri="{FF2B5EF4-FFF2-40B4-BE49-F238E27FC236}">
                    <a16:creationId xmlns:a16="http://schemas.microsoft.com/office/drawing/2014/main" id="{F4DD7C6F-BEF9-06D1-7FAF-35D5AC736064}"/>
                  </a:ext>
                </a:extLst>
              </p:cNvPr>
              <p:cNvSpPr/>
              <p:nvPr/>
            </p:nvSpPr>
            <p:spPr>
              <a:xfrm>
                <a:off x="7095270" y="5900934"/>
                <a:ext cx="267792" cy="416149"/>
              </a:xfrm>
              <a:custGeom>
                <a:avLst/>
                <a:gdLst>
                  <a:gd name="csX0" fmla="*/ 112923 w 267792"/>
                  <a:gd name="csY0" fmla="*/ 411403 h 416149"/>
                  <a:gd name="csX1" fmla="*/ 82462 w 267792"/>
                  <a:gd name="csY1" fmla="*/ 410748 h 416149"/>
                  <a:gd name="csX2" fmla="*/ 72493 w 267792"/>
                  <a:gd name="csY2" fmla="*/ 388398 h 416149"/>
                  <a:gd name="csX3" fmla="*/ 60198 w 267792"/>
                  <a:gd name="csY3" fmla="*/ 410277 h 416149"/>
                  <a:gd name="csX4" fmla="*/ 30445 w 267792"/>
                  <a:gd name="csY4" fmla="*/ 409644 h 416149"/>
                  <a:gd name="csX5" fmla="*/ 174 w 267792"/>
                  <a:gd name="csY5" fmla="*/ 392091 h 416149"/>
                  <a:gd name="csX6" fmla="*/ 30004 w 267792"/>
                  <a:gd name="csY6" fmla="*/ 300834 h 416149"/>
                  <a:gd name="csX7" fmla="*/ 39660 w 267792"/>
                  <a:gd name="csY7" fmla="*/ 217478 h 416149"/>
                  <a:gd name="csX8" fmla="*/ 24734 w 267792"/>
                  <a:gd name="csY8" fmla="*/ 138954 h 416149"/>
                  <a:gd name="csX9" fmla="*/ 78263 w 267792"/>
                  <a:gd name="csY9" fmla="*/ 27950 h 416149"/>
                  <a:gd name="csX10" fmla="*/ 100200 w 267792"/>
                  <a:gd name="csY10" fmla="*/ 16541 h 416149"/>
                  <a:gd name="csX11" fmla="*/ 112044 w 267792"/>
                  <a:gd name="csY11" fmla="*/ 95 h 416149"/>
                  <a:gd name="csX12" fmla="*/ 160743 w 267792"/>
                  <a:gd name="csY12" fmla="*/ 22246 h 416149"/>
                  <a:gd name="csX13" fmla="*/ 163258 w 267792"/>
                  <a:gd name="csY13" fmla="*/ 37657 h 416149"/>
                  <a:gd name="csX14" fmla="*/ 174758 w 267792"/>
                  <a:gd name="csY14" fmla="*/ 108412 h 416149"/>
                  <a:gd name="csX15" fmla="*/ 229160 w 267792"/>
                  <a:gd name="csY15" fmla="*/ 194640 h 416149"/>
                  <a:gd name="csX16" fmla="*/ 262842 w 267792"/>
                  <a:gd name="csY16" fmla="*/ 220040 h 416149"/>
                  <a:gd name="csX17" fmla="*/ 267668 w 267792"/>
                  <a:gd name="csY17" fmla="*/ 232108 h 416149"/>
                  <a:gd name="csX18" fmla="*/ 262737 w 267792"/>
                  <a:gd name="csY18" fmla="*/ 253009 h 416149"/>
                  <a:gd name="csX19" fmla="*/ 259297 w 267792"/>
                  <a:gd name="csY19" fmla="*/ 258818 h 416149"/>
                  <a:gd name="csX20" fmla="*/ 257138 w 267792"/>
                  <a:gd name="csY20" fmla="*/ 260346 h 416149"/>
                  <a:gd name="csX21" fmla="*/ 257138 w 267792"/>
                  <a:gd name="csY21" fmla="*/ 260346 h 416149"/>
                  <a:gd name="csX22" fmla="*/ 247943 w 267792"/>
                  <a:gd name="csY22" fmla="*/ 261076 h 416149"/>
                  <a:gd name="csX23" fmla="*/ 204257 w 267792"/>
                  <a:gd name="csY23" fmla="*/ 252388 h 416149"/>
                  <a:gd name="csX24" fmla="*/ 197757 w 267792"/>
                  <a:gd name="csY24" fmla="*/ 249862 h 416149"/>
                  <a:gd name="csX25" fmla="*/ 224809 w 267792"/>
                  <a:gd name="csY25" fmla="*/ 416244 h 416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67792" h="416149">
                    <a:moveTo>
                      <a:pt x="112923" y="411403"/>
                    </a:moveTo>
                    <a:lnTo>
                      <a:pt x="82462" y="410748"/>
                    </a:lnTo>
                    <a:lnTo>
                      <a:pt x="72493" y="388398"/>
                    </a:lnTo>
                    <a:lnTo>
                      <a:pt x="60198" y="410277"/>
                    </a:lnTo>
                    <a:lnTo>
                      <a:pt x="30445" y="409644"/>
                    </a:lnTo>
                    <a:lnTo>
                      <a:pt x="174" y="392091"/>
                    </a:lnTo>
                    <a:lnTo>
                      <a:pt x="30004" y="300834"/>
                    </a:lnTo>
                    <a:lnTo>
                      <a:pt x="39660" y="217478"/>
                    </a:lnTo>
                    <a:lnTo>
                      <a:pt x="24734" y="138954"/>
                    </a:lnTo>
                    <a:cubicBezTo>
                      <a:pt x="24734" y="138954"/>
                      <a:pt x="5965" y="66836"/>
                      <a:pt x="78263" y="27950"/>
                    </a:cubicBezTo>
                    <a:lnTo>
                      <a:pt x="100200" y="16541"/>
                    </a:lnTo>
                    <a:lnTo>
                      <a:pt x="112044" y="95"/>
                    </a:lnTo>
                    <a:cubicBezTo>
                      <a:pt x="112044" y="95"/>
                      <a:pt x="125287" y="4595"/>
                      <a:pt x="160743" y="22246"/>
                    </a:cubicBezTo>
                    <a:lnTo>
                      <a:pt x="163258" y="37657"/>
                    </a:lnTo>
                    <a:lnTo>
                      <a:pt x="174758" y="108412"/>
                    </a:lnTo>
                    <a:lnTo>
                      <a:pt x="229160" y="194640"/>
                    </a:lnTo>
                    <a:lnTo>
                      <a:pt x="262842" y="220040"/>
                    </a:lnTo>
                    <a:cubicBezTo>
                      <a:pt x="266825" y="222650"/>
                      <a:pt x="268753" y="227471"/>
                      <a:pt x="267668" y="232108"/>
                    </a:cubicBezTo>
                    <a:lnTo>
                      <a:pt x="262737" y="253009"/>
                    </a:lnTo>
                    <a:cubicBezTo>
                      <a:pt x="262206" y="255250"/>
                      <a:pt x="261006" y="257276"/>
                      <a:pt x="259297" y="258818"/>
                    </a:cubicBezTo>
                    <a:cubicBezTo>
                      <a:pt x="258641" y="259411"/>
                      <a:pt x="257916" y="259924"/>
                      <a:pt x="257138" y="260346"/>
                    </a:cubicBezTo>
                    <a:lnTo>
                      <a:pt x="257138" y="260346"/>
                    </a:lnTo>
                    <a:cubicBezTo>
                      <a:pt x="254316" y="261885"/>
                      <a:pt x="250972" y="262151"/>
                      <a:pt x="247943" y="261076"/>
                    </a:cubicBezTo>
                    <a:lnTo>
                      <a:pt x="204257" y="252388"/>
                    </a:lnTo>
                    <a:cubicBezTo>
                      <a:pt x="202060" y="251609"/>
                      <a:pt x="199894" y="250767"/>
                      <a:pt x="197757" y="249862"/>
                    </a:cubicBezTo>
                    <a:lnTo>
                      <a:pt x="224809" y="416244"/>
                    </a:lnTo>
                    <a:close/>
                  </a:path>
                </a:pathLst>
              </a:custGeom>
              <a:solidFill>
                <a:srgbClr val="D6D6E3"/>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orme libre : forme 38">
                <a:extLst>
                  <a:ext uri="{FF2B5EF4-FFF2-40B4-BE49-F238E27FC236}">
                    <a16:creationId xmlns:a16="http://schemas.microsoft.com/office/drawing/2014/main" id="{7AF7E1DC-9015-ED93-4ED6-8AE75A369CE4}"/>
                  </a:ext>
                </a:extLst>
              </p:cNvPr>
              <p:cNvSpPr/>
              <p:nvPr/>
            </p:nvSpPr>
            <p:spPr>
              <a:xfrm>
                <a:off x="7343369" y="6123907"/>
                <a:ext cx="139666" cy="76950"/>
              </a:xfrm>
              <a:custGeom>
                <a:avLst/>
                <a:gdLst>
                  <a:gd name="csX0" fmla="*/ 124657 w 139666"/>
                  <a:gd name="csY0" fmla="*/ 76239 h 76950"/>
                  <a:gd name="csX1" fmla="*/ 101154 w 139666"/>
                  <a:gd name="csY1" fmla="*/ 62258 h 76950"/>
                  <a:gd name="csX2" fmla="*/ 100609 w 139666"/>
                  <a:gd name="csY2" fmla="*/ 58890 h 76950"/>
                  <a:gd name="csX3" fmla="*/ 760 w 139666"/>
                  <a:gd name="csY3" fmla="*/ 34123 h 76950"/>
                  <a:gd name="csX4" fmla="*/ 17021 w 139666"/>
                  <a:gd name="csY4" fmla="*/ -112 h 76950"/>
                  <a:gd name="csX5" fmla="*/ 119872 w 139666"/>
                  <a:gd name="csY5" fmla="*/ 37912 h 76950"/>
                  <a:gd name="csX6" fmla="*/ 139447 w 139666"/>
                  <a:gd name="csY6" fmla="*/ 57221 h 76950"/>
                  <a:gd name="csX7" fmla="*/ 124657 w 139666"/>
                  <a:gd name="csY7" fmla="*/ 76232 h 76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9666" h="76950">
                    <a:moveTo>
                      <a:pt x="124657" y="76239"/>
                    </a:moveTo>
                    <a:cubicBezTo>
                      <a:pt x="114306" y="78869"/>
                      <a:pt x="103783" y="72609"/>
                      <a:pt x="101154" y="62258"/>
                    </a:cubicBezTo>
                    <a:cubicBezTo>
                      <a:pt x="100873" y="61154"/>
                      <a:pt x="100691" y="60027"/>
                      <a:pt x="100609" y="58890"/>
                    </a:cubicBezTo>
                    <a:cubicBezTo>
                      <a:pt x="100609" y="58890"/>
                      <a:pt x="6586" y="50071"/>
                      <a:pt x="760" y="34123"/>
                    </a:cubicBezTo>
                    <a:cubicBezTo>
                      <a:pt x="-5066" y="18175"/>
                      <a:pt x="17021" y="-112"/>
                      <a:pt x="17021" y="-112"/>
                    </a:cubicBezTo>
                    <a:lnTo>
                      <a:pt x="119872" y="37912"/>
                    </a:lnTo>
                    <a:cubicBezTo>
                      <a:pt x="130610" y="37839"/>
                      <a:pt x="139374" y="46484"/>
                      <a:pt x="139447" y="57221"/>
                    </a:cubicBezTo>
                    <a:cubicBezTo>
                      <a:pt x="139508" y="66217"/>
                      <a:pt x="133391" y="74080"/>
                      <a:pt x="124657" y="76232"/>
                    </a:cubicBezTo>
                    <a:close/>
                  </a:path>
                </a:pathLst>
              </a:cu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orme libre : forme 39">
                <a:extLst>
                  <a:ext uri="{FF2B5EF4-FFF2-40B4-BE49-F238E27FC236}">
                    <a16:creationId xmlns:a16="http://schemas.microsoft.com/office/drawing/2014/main" id="{BD94A924-CD3C-C12E-AA78-83664BC05D0B}"/>
                  </a:ext>
                </a:extLst>
              </p:cNvPr>
              <p:cNvSpPr/>
              <p:nvPr/>
            </p:nvSpPr>
            <p:spPr>
              <a:xfrm>
                <a:off x="6964028" y="6726147"/>
                <a:ext cx="117210" cy="106608"/>
              </a:xfrm>
              <a:custGeom>
                <a:avLst/>
                <a:gdLst>
                  <a:gd name="csX0" fmla="*/ 8923 w 117210"/>
                  <a:gd name="csY0" fmla="*/ 47800 h 106608"/>
                  <a:gd name="csX1" fmla="*/ 72372 w 117210"/>
                  <a:gd name="csY1" fmla="*/ 95608 h 106608"/>
                  <a:gd name="csX2" fmla="*/ 90835 w 117210"/>
                  <a:gd name="csY2" fmla="*/ 103893 h 106608"/>
                  <a:gd name="csX3" fmla="*/ 106771 w 117210"/>
                  <a:gd name="csY3" fmla="*/ 107080 h 106608"/>
                  <a:gd name="csX4" fmla="*/ 117122 w 117210"/>
                  <a:gd name="csY4" fmla="*/ 100177 h 106608"/>
                  <a:gd name="csX5" fmla="*/ 115474 w 117210"/>
                  <a:gd name="csY5" fmla="*/ 93097 h 106608"/>
                  <a:gd name="csX6" fmla="*/ 96379 w 117210"/>
                  <a:gd name="csY6" fmla="*/ 68241 h 106608"/>
                  <a:gd name="csX7" fmla="*/ 71439 w 117210"/>
                  <a:gd name="csY7" fmla="*/ 15432 h 106608"/>
                  <a:gd name="csX8" fmla="*/ 71291 w 117210"/>
                  <a:gd name="csY8" fmla="*/ 15565 h 106608"/>
                  <a:gd name="csX9" fmla="*/ 61504 w 117210"/>
                  <a:gd name="csY9" fmla="*/ 24147 h 106608"/>
                  <a:gd name="csX10" fmla="*/ 43572 w 117210"/>
                  <a:gd name="csY10" fmla="*/ 21050 h 106608"/>
                  <a:gd name="csX11" fmla="*/ 38145 w 117210"/>
                  <a:gd name="csY11" fmla="*/ 1905 h 106608"/>
                  <a:gd name="csX12" fmla="*/ 38160 w 117210"/>
                  <a:gd name="csY12" fmla="*/ 1810 h 106608"/>
                  <a:gd name="csX13" fmla="*/ 38080 w 117210"/>
                  <a:gd name="csY13" fmla="*/ 1760 h 106608"/>
                  <a:gd name="csX14" fmla="*/ 32574 w 117210"/>
                  <a:gd name="csY14" fmla="*/ 946 h 106608"/>
                  <a:gd name="csX15" fmla="*/ 26628 w 117210"/>
                  <a:gd name="csY15" fmla="*/ 7795 h 106608"/>
                  <a:gd name="csX16" fmla="*/ 12823 w 117210"/>
                  <a:gd name="csY16" fmla="*/ 19729 h 106608"/>
                  <a:gd name="csX17" fmla="*/ 1756 w 117210"/>
                  <a:gd name="csY17" fmla="*/ 25610 h 106608"/>
                  <a:gd name="csX18" fmla="*/ 679 w 117210"/>
                  <a:gd name="csY18" fmla="*/ 35557 h 106608"/>
                  <a:gd name="csX19" fmla="*/ 8902 w 117210"/>
                  <a:gd name="csY19" fmla="*/ 47801 h 106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7210" h="106608">
                    <a:moveTo>
                      <a:pt x="8923" y="47800"/>
                    </a:moveTo>
                    <a:lnTo>
                      <a:pt x="72372" y="95608"/>
                    </a:lnTo>
                    <a:cubicBezTo>
                      <a:pt x="77833" y="99710"/>
                      <a:pt x="84141" y="102540"/>
                      <a:pt x="90835" y="103893"/>
                    </a:cubicBezTo>
                    <a:lnTo>
                      <a:pt x="106771" y="107080"/>
                    </a:lnTo>
                    <a:cubicBezTo>
                      <a:pt x="111536" y="108032"/>
                      <a:pt x="116170" y="104942"/>
                      <a:pt x="117122" y="100177"/>
                    </a:cubicBezTo>
                    <a:cubicBezTo>
                      <a:pt x="117619" y="97690"/>
                      <a:pt x="117018" y="95109"/>
                      <a:pt x="115474" y="93097"/>
                    </a:cubicBezTo>
                    <a:lnTo>
                      <a:pt x="96379" y="68241"/>
                    </a:lnTo>
                    <a:lnTo>
                      <a:pt x="71439" y="15432"/>
                    </a:lnTo>
                    <a:lnTo>
                      <a:pt x="71291" y="15565"/>
                    </a:lnTo>
                    <a:cubicBezTo>
                      <a:pt x="67573" y="18894"/>
                      <a:pt x="61931" y="23900"/>
                      <a:pt x="61504" y="24147"/>
                    </a:cubicBezTo>
                    <a:cubicBezTo>
                      <a:pt x="53618" y="25807"/>
                      <a:pt x="47584" y="24765"/>
                      <a:pt x="43572" y="21050"/>
                    </a:cubicBezTo>
                    <a:cubicBezTo>
                      <a:pt x="36582" y="14580"/>
                      <a:pt x="38130" y="2032"/>
                      <a:pt x="38145" y="1905"/>
                    </a:cubicBezTo>
                    <a:lnTo>
                      <a:pt x="38160" y="1810"/>
                    </a:lnTo>
                    <a:lnTo>
                      <a:pt x="38080" y="1760"/>
                    </a:lnTo>
                    <a:cubicBezTo>
                      <a:pt x="36471" y="649"/>
                      <a:pt x="34436" y="348"/>
                      <a:pt x="32574" y="946"/>
                    </a:cubicBezTo>
                    <a:cubicBezTo>
                      <a:pt x="28876" y="2250"/>
                      <a:pt x="26914" y="7057"/>
                      <a:pt x="26628" y="7795"/>
                    </a:cubicBezTo>
                    <a:cubicBezTo>
                      <a:pt x="23030" y="8260"/>
                      <a:pt x="13579" y="18869"/>
                      <a:pt x="12823" y="19729"/>
                    </a:cubicBezTo>
                    <a:cubicBezTo>
                      <a:pt x="7436" y="20651"/>
                      <a:pt x="3716" y="22630"/>
                      <a:pt x="1756" y="25610"/>
                    </a:cubicBezTo>
                    <a:cubicBezTo>
                      <a:pt x="-6" y="28620"/>
                      <a:pt x="-398" y="32239"/>
                      <a:pt x="679" y="35557"/>
                    </a:cubicBezTo>
                    <a:cubicBezTo>
                      <a:pt x="1944" y="40456"/>
                      <a:pt x="4845" y="44777"/>
                      <a:pt x="8902" y="47801"/>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49" name="Rectangle 48">
            <a:extLst>
              <a:ext uri="{FF2B5EF4-FFF2-40B4-BE49-F238E27FC236}">
                <a16:creationId xmlns:a16="http://schemas.microsoft.com/office/drawing/2014/main" id="{BDC0C0A9-7F59-CBA5-9968-ED5F0706E2DB}"/>
              </a:ext>
            </a:extLst>
          </p:cNvPr>
          <p:cNvSpPr/>
          <p:nvPr/>
        </p:nvSpPr>
        <p:spPr>
          <a:xfrm>
            <a:off x="6499427" y="4882109"/>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J’ai besoin de prévenir et d’accompagner les situations de RPS pour mon collectif</a:t>
            </a:r>
          </a:p>
        </p:txBody>
      </p:sp>
      <p:grpSp>
        <p:nvGrpSpPr>
          <p:cNvPr id="53" name="Groupe 52">
            <a:extLst>
              <a:ext uri="{FF2B5EF4-FFF2-40B4-BE49-F238E27FC236}">
                <a16:creationId xmlns:a16="http://schemas.microsoft.com/office/drawing/2014/main" id="{2B703F5E-9684-D983-DEDC-6DEAAD24ECF7}"/>
              </a:ext>
            </a:extLst>
          </p:cNvPr>
          <p:cNvGrpSpPr/>
          <p:nvPr/>
        </p:nvGrpSpPr>
        <p:grpSpPr>
          <a:xfrm>
            <a:off x="905066" y="1614273"/>
            <a:ext cx="4768645" cy="3881647"/>
            <a:chOff x="1121376" y="1635044"/>
            <a:chExt cx="4768645" cy="3881647"/>
          </a:xfrm>
        </p:grpSpPr>
        <p:pic>
          <p:nvPicPr>
            <p:cNvPr id="55" name="Graphique 54">
              <a:extLst>
                <a:ext uri="{FF2B5EF4-FFF2-40B4-BE49-F238E27FC236}">
                  <a16:creationId xmlns:a16="http://schemas.microsoft.com/office/drawing/2014/main" id="{879D07AC-5BD3-824E-56A4-0C546CBA37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5698" y="1635044"/>
              <a:ext cx="3060000" cy="2983739"/>
            </a:xfrm>
            <a:prstGeom prst="rect">
              <a:avLst/>
            </a:prstGeom>
          </p:spPr>
        </p:pic>
        <p:sp>
          <p:nvSpPr>
            <p:cNvPr id="56" name="Rectangle 55">
              <a:extLst>
                <a:ext uri="{FF2B5EF4-FFF2-40B4-BE49-F238E27FC236}">
                  <a16:creationId xmlns:a16="http://schemas.microsoft.com/office/drawing/2014/main" id="{71223C55-D518-E038-51A4-4BDFE02187B7}"/>
                </a:ext>
              </a:extLst>
            </p:cNvPr>
            <p:cNvSpPr/>
            <p:nvPr/>
          </p:nvSpPr>
          <p:spPr>
            <a:xfrm>
              <a:off x="1121376" y="4895978"/>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besoin d’intégrer les facteurs humains en amont et pendant mon projet</a:t>
              </a:r>
            </a:p>
          </p:txBody>
        </p:sp>
      </p:grpSp>
      <p:grpSp>
        <p:nvGrpSpPr>
          <p:cNvPr id="57" name="Groupe 56">
            <a:extLst>
              <a:ext uri="{FF2B5EF4-FFF2-40B4-BE49-F238E27FC236}">
                <a16:creationId xmlns:a16="http://schemas.microsoft.com/office/drawing/2014/main" id="{DE6503DE-76F9-C1EB-E5A7-DF9926574106}"/>
              </a:ext>
            </a:extLst>
          </p:cNvPr>
          <p:cNvGrpSpPr/>
          <p:nvPr/>
        </p:nvGrpSpPr>
        <p:grpSpPr>
          <a:xfrm>
            <a:off x="5375960" y="5557115"/>
            <a:ext cx="644662" cy="432000"/>
            <a:chOff x="4881260" y="5996412"/>
            <a:chExt cx="644662" cy="432000"/>
          </a:xfrm>
        </p:grpSpPr>
        <p:sp>
          <p:nvSpPr>
            <p:cNvPr id="58" name="Rectangle 57">
              <a:extLst>
                <a:ext uri="{FF2B5EF4-FFF2-40B4-BE49-F238E27FC236}">
                  <a16:creationId xmlns:a16="http://schemas.microsoft.com/office/drawing/2014/main" id="{0F521D7D-8C89-5485-5F47-4B82491A1A7E}"/>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59" name="Forme libre : forme 58">
              <a:hlinkClick r:id="rId4" action="ppaction://hlinksldjump"/>
              <a:extLst>
                <a:ext uri="{FF2B5EF4-FFF2-40B4-BE49-F238E27FC236}">
                  <a16:creationId xmlns:a16="http://schemas.microsoft.com/office/drawing/2014/main" id="{448C6698-838B-3787-1D38-FF99A199BDB7}"/>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0" name="Groupe 59">
            <a:extLst>
              <a:ext uri="{FF2B5EF4-FFF2-40B4-BE49-F238E27FC236}">
                <a16:creationId xmlns:a16="http://schemas.microsoft.com/office/drawing/2014/main" id="{ED07FBD2-1B98-BDB7-92CA-5336948ED5EF}"/>
              </a:ext>
            </a:extLst>
          </p:cNvPr>
          <p:cNvGrpSpPr/>
          <p:nvPr/>
        </p:nvGrpSpPr>
        <p:grpSpPr>
          <a:xfrm>
            <a:off x="10964603" y="5557115"/>
            <a:ext cx="644662" cy="432000"/>
            <a:chOff x="4881260" y="5996412"/>
            <a:chExt cx="644662" cy="432000"/>
          </a:xfrm>
        </p:grpSpPr>
        <p:sp>
          <p:nvSpPr>
            <p:cNvPr id="61" name="Rectangle 60">
              <a:extLst>
                <a:ext uri="{FF2B5EF4-FFF2-40B4-BE49-F238E27FC236}">
                  <a16:creationId xmlns:a16="http://schemas.microsoft.com/office/drawing/2014/main" id="{FE58F227-4135-A34A-D601-845EF1A3772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62" name="Forme libre : forme 61">
              <a:hlinkClick r:id="rId3" action="ppaction://hlinksldjump"/>
              <a:extLst>
                <a:ext uri="{FF2B5EF4-FFF2-40B4-BE49-F238E27FC236}">
                  <a16:creationId xmlns:a16="http://schemas.microsoft.com/office/drawing/2014/main" id="{AA4D9258-3CE5-685E-AB24-7B5C1A80053C}"/>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306A92"/>
            </a:solidFill>
            <a:ln w="9525" cap="flat">
              <a:solidFill>
                <a:srgbClr val="306A9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5" name="Rectangle : coins arrondis 64">
            <a:extLst>
              <a:ext uri="{FF2B5EF4-FFF2-40B4-BE49-F238E27FC236}">
                <a16:creationId xmlns:a16="http://schemas.microsoft.com/office/drawing/2014/main" id="{3D7B1B9D-8920-E9B4-2B59-F0C56A46E9E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Tree>
    <p:extLst>
      <p:ext uri="{BB962C8B-B14F-4D97-AF65-F5344CB8AC3E}">
        <p14:creationId xmlns:p14="http://schemas.microsoft.com/office/powerpoint/2010/main" val="2317021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9C77-96DF-A517-EECF-55CA17288A49}"/>
            </a:ext>
          </a:extLst>
        </p:cNvPr>
        <p:cNvGrpSpPr/>
        <p:nvPr/>
      </p:nvGrpSpPr>
      <p:grpSpPr>
        <a:xfrm>
          <a:off x="0" y="0"/>
          <a:ext cx="0" cy="0"/>
          <a:chOff x="0" y="0"/>
          <a:chExt cx="0" cy="0"/>
        </a:xfrm>
      </p:grpSpPr>
      <p:grpSp>
        <p:nvGrpSpPr>
          <p:cNvPr id="2" name="Groupe 1">
            <a:extLst>
              <a:ext uri="{FF2B5EF4-FFF2-40B4-BE49-F238E27FC236}">
                <a16:creationId xmlns:a16="http://schemas.microsoft.com/office/drawing/2014/main" id="{32023236-A907-23C0-F0C3-33EB490B4655}"/>
              </a:ext>
            </a:extLst>
          </p:cNvPr>
          <p:cNvGrpSpPr>
            <a:grpSpLocks noChangeAspect="1"/>
          </p:cNvGrpSpPr>
          <p:nvPr/>
        </p:nvGrpSpPr>
        <p:grpSpPr>
          <a:xfrm>
            <a:off x="11001871" y="6336764"/>
            <a:ext cx="1082632" cy="444130"/>
            <a:chOff x="5810" y="1578917"/>
            <a:chExt cx="559801" cy="229645"/>
          </a:xfrm>
        </p:grpSpPr>
        <p:sp>
          <p:nvSpPr>
            <p:cNvPr id="5" name="Rectangle : coins arrondis 4">
              <a:hlinkClick r:id="rId3" action="ppaction://hlinksldjump"/>
              <a:extLst>
                <a:ext uri="{FF2B5EF4-FFF2-40B4-BE49-F238E27FC236}">
                  <a16:creationId xmlns:a16="http://schemas.microsoft.com/office/drawing/2014/main" id="{AA0F333C-FAEF-432B-5171-F6FF631FA7E2}"/>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3"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8" name="Graphique 7" descr="Retour avec un remplissage uni">
              <a:hlinkClick r:id="rId3" action="ppaction://hlinksldjump"/>
              <a:extLst>
                <a:ext uri="{FF2B5EF4-FFF2-40B4-BE49-F238E27FC236}">
                  <a16:creationId xmlns:a16="http://schemas.microsoft.com/office/drawing/2014/main" id="{E6565A00-6C57-B8A6-4483-A4466E57E6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60" y="1578917"/>
              <a:ext cx="229645" cy="229645"/>
            </a:xfrm>
            <a:prstGeom prst="rect">
              <a:avLst/>
            </a:prstGeom>
          </p:spPr>
        </p:pic>
      </p:grpSp>
      <p:pic>
        <p:nvPicPr>
          <p:cNvPr id="35" name="Graphique 34">
            <a:extLst>
              <a:ext uri="{FF2B5EF4-FFF2-40B4-BE49-F238E27FC236}">
                <a16:creationId xmlns:a16="http://schemas.microsoft.com/office/drawing/2014/main" id="{CD7FC203-CAB0-1318-4DBA-D8A64330FF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8700940" y="1333859"/>
            <a:ext cx="2664000" cy="2416329"/>
          </a:xfrm>
          <a:prstGeom prst="rect">
            <a:avLst/>
          </a:prstGeom>
        </p:spPr>
      </p:pic>
      <p:grpSp>
        <p:nvGrpSpPr>
          <p:cNvPr id="157" name="Groupe 156">
            <a:extLst>
              <a:ext uri="{FF2B5EF4-FFF2-40B4-BE49-F238E27FC236}">
                <a16:creationId xmlns:a16="http://schemas.microsoft.com/office/drawing/2014/main" id="{F2D1C194-7C4D-7A21-5419-F4C9F18E4BD9}"/>
              </a:ext>
            </a:extLst>
          </p:cNvPr>
          <p:cNvGrpSpPr>
            <a:grpSpLocks noChangeAspect="1"/>
          </p:cNvGrpSpPr>
          <p:nvPr/>
        </p:nvGrpSpPr>
        <p:grpSpPr>
          <a:xfrm>
            <a:off x="5100277" y="1300426"/>
            <a:ext cx="1764000" cy="2437738"/>
            <a:chOff x="3841123" y="2548418"/>
            <a:chExt cx="1265821" cy="1749283"/>
          </a:xfrm>
        </p:grpSpPr>
        <p:sp>
          <p:nvSpPr>
            <p:cNvPr id="108" name="Forme libre : forme 107">
              <a:extLst>
                <a:ext uri="{FF2B5EF4-FFF2-40B4-BE49-F238E27FC236}">
                  <a16:creationId xmlns:a16="http://schemas.microsoft.com/office/drawing/2014/main" id="{EF909E28-4B53-991A-8098-AB595A31A60A}"/>
                </a:ext>
              </a:extLst>
            </p:cNvPr>
            <p:cNvSpPr/>
            <p:nvPr/>
          </p:nvSpPr>
          <p:spPr>
            <a:xfrm>
              <a:off x="3841123" y="2548418"/>
              <a:ext cx="1265821" cy="1749283"/>
            </a:xfrm>
            <a:custGeom>
              <a:avLst/>
              <a:gdLst>
                <a:gd name="csX0" fmla="*/ 1169567 w 1265821"/>
                <a:gd name="csY0" fmla="*/ 1749136 h 1749283"/>
                <a:gd name="csX1" fmla="*/ 95743 w 1265821"/>
                <a:gd name="csY1" fmla="*/ 1749136 h 1749283"/>
                <a:gd name="csX2" fmla="*/ -256 w 1265821"/>
                <a:gd name="csY2" fmla="*/ 1653137 h 1749283"/>
                <a:gd name="csX3" fmla="*/ -256 w 1265821"/>
                <a:gd name="csY3" fmla="*/ 95851 h 1749283"/>
                <a:gd name="csX4" fmla="*/ 95743 w 1265821"/>
                <a:gd name="csY4" fmla="*/ -148 h 1749283"/>
                <a:gd name="csX5" fmla="*/ 1169567 w 1265821"/>
                <a:gd name="csY5" fmla="*/ -148 h 1749283"/>
                <a:gd name="csX6" fmla="*/ 1265566 w 1265821"/>
                <a:gd name="csY6" fmla="*/ 95851 h 1749283"/>
                <a:gd name="csX7" fmla="*/ 1265566 w 1265821"/>
                <a:gd name="csY7" fmla="*/ 1653137 h 1749283"/>
                <a:gd name="csX8" fmla="*/ 1169567 w 1265821"/>
                <a:gd name="csY8" fmla="*/ 1749136 h 17492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65821" h="1749283">
                  <a:moveTo>
                    <a:pt x="1169567" y="1749136"/>
                  </a:moveTo>
                  <a:lnTo>
                    <a:pt x="95743" y="1749136"/>
                  </a:lnTo>
                  <a:cubicBezTo>
                    <a:pt x="42749" y="1749076"/>
                    <a:pt x="-196" y="1706131"/>
                    <a:pt x="-256" y="1653137"/>
                  </a:cubicBezTo>
                  <a:lnTo>
                    <a:pt x="-256" y="95851"/>
                  </a:lnTo>
                  <a:cubicBezTo>
                    <a:pt x="-196" y="42857"/>
                    <a:pt x="42749" y="-88"/>
                    <a:pt x="95743" y="-148"/>
                  </a:cubicBezTo>
                  <a:lnTo>
                    <a:pt x="1169567" y="-148"/>
                  </a:lnTo>
                  <a:cubicBezTo>
                    <a:pt x="1222561" y="-88"/>
                    <a:pt x="1265506" y="42857"/>
                    <a:pt x="1265566" y="95851"/>
                  </a:cubicBezTo>
                  <a:lnTo>
                    <a:pt x="1265566" y="1653137"/>
                  </a:lnTo>
                  <a:cubicBezTo>
                    <a:pt x="1265506" y="1706131"/>
                    <a:pt x="1222561" y="1749076"/>
                    <a:pt x="1169567" y="1749136"/>
                  </a:cubicBezTo>
                  <a:close/>
                </a:path>
              </a:pathLst>
            </a:cu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orme libre : forme 108">
              <a:extLst>
                <a:ext uri="{FF2B5EF4-FFF2-40B4-BE49-F238E27FC236}">
                  <a16:creationId xmlns:a16="http://schemas.microsoft.com/office/drawing/2014/main" id="{ABC92EBD-A99D-2488-32FC-A02338BAA248}"/>
                </a:ext>
              </a:extLst>
            </p:cNvPr>
            <p:cNvSpPr/>
            <p:nvPr/>
          </p:nvSpPr>
          <p:spPr>
            <a:xfrm>
              <a:off x="3905639" y="2609667"/>
              <a:ext cx="1136789" cy="1626784"/>
            </a:xfrm>
            <a:custGeom>
              <a:avLst/>
              <a:gdLst>
                <a:gd name="csX0" fmla="*/ 1106941 w 1136789"/>
                <a:gd name="csY0" fmla="*/ 1626637 h 1626784"/>
                <a:gd name="csX1" fmla="*/ 29337 w 1136789"/>
                <a:gd name="csY1" fmla="*/ 1626637 h 1626784"/>
                <a:gd name="csX2" fmla="*/ -256 w 1136789"/>
                <a:gd name="csY2" fmla="*/ 1597044 h 1626784"/>
                <a:gd name="csX3" fmla="*/ -256 w 1136789"/>
                <a:gd name="csY3" fmla="*/ 29445 h 1626784"/>
                <a:gd name="csX4" fmla="*/ 29337 w 1136789"/>
                <a:gd name="csY4" fmla="*/ -148 h 1626784"/>
                <a:gd name="csX5" fmla="*/ 1106941 w 1136789"/>
                <a:gd name="csY5" fmla="*/ -148 h 1626784"/>
                <a:gd name="csX6" fmla="*/ 1136534 w 1136789"/>
                <a:gd name="csY6" fmla="*/ 29445 h 1626784"/>
                <a:gd name="csX7" fmla="*/ 1136534 w 1136789"/>
                <a:gd name="csY7" fmla="*/ 1597044 h 1626784"/>
                <a:gd name="csX8" fmla="*/ 1106941 w 1136789"/>
                <a:gd name="csY8" fmla="*/ 1626637 h 1626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36789" h="1626784">
                  <a:moveTo>
                    <a:pt x="1106941" y="1626637"/>
                  </a:moveTo>
                  <a:lnTo>
                    <a:pt x="29337" y="1626637"/>
                  </a:lnTo>
                  <a:cubicBezTo>
                    <a:pt x="13001" y="1626618"/>
                    <a:pt x="-237" y="1613380"/>
                    <a:pt x="-256" y="1597044"/>
                  </a:cubicBezTo>
                  <a:lnTo>
                    <a:pt x="-256" y="29445"/>
                  </a:lnTo>
                  <a:cubicBezTo>
                    <a:pt x="-237" y="13109"/>
                    <a:pt x="13001" y="-129"/>
                    <a:pt x="29337" y="-148"/>
                  </a:cubicBezTo>
                  <a:lnTo>
                    <a:pt x="1106941" y="-148"/>
                  </a:lnTo>
                  <a:cubicBezTo>
                    <a:pt x="1123277" y="-129"/>
                    <a:pt x="1136515" y="13109"/>
                    <a:pt x="1136534" y="29445"/>
                  </a:cubicBezTo>
                  <a:lnTo>
                    <a:pt x="1136534" y="1597044"/>
                  </a:lnTo>
                  <a:cubicBezTo>
                    <a:pt x="1136515" y="1613380"/>
                    <a:pt x="1123277" y="1626618"/>
                    <a:pt x="1106941" y="1626637"/>
                  </a:cubicBezTo>
                  <a:close/>
                </a:path>
              </a:pathLst>
            </a:custGeom>
            <a:solidFill>
              <a:srgbClr val="FFFFFF"/>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Ellipse 109">
              <a:extLst>
                <a:ext uri="{FF2B5EF4-FFF2-40B4-BE49-F238E27FC236}">
                  <a16:creationId xmlns:a16="http://schemas.microsoft.com/office/drawing/2014/main" id="{2FC77C45-AC29-3CF8-B6D5-3F0B42BF7321}"/>
                </a:ext>
              </a:extLst>
            </p:cNvPr>
            <p:cNvSpPr/>
            <p:nvPr/>
          </p:nvSpPr>
          <p:spPr>
            <a:xfrm>
              <a:off x="4461783" y="2569651"/>
              <a:ext cx="16333" cy="16333"/>
            </a:xfrm>
            <a:prstGeom prst="ellipse">
              <a:avLst/>
            </a:prstGeom>
            <a:solidFill>
              <a:srgbClr val="FFFFFF"/>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Rectangle 110">
              <a:extLst>
                <a:ext uri="{FF2B5EF4-FFF2-40B4-BE49-F238E27FC236}">
                  <a16:creationId xmlns:a16="http://schemas.microsoft.com/office/drawing/2014/main" id="{A441FE96-32F7-AD0D-E752-E37A37F5D088}"/>
                </a:ext>
              </a:extLst>
            </p:cNvPr>
            <p:cNvSpPr/>
            <p:nvPr/>
          </p:nvSpPr>
          <p:spPr>
            <a:xfrm>
              <a:off x="4230986" y="3438905"/>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Rectangle 111">
              <a:extLst>
                <a:ext uri="{FF2B5EF4-FFF2-40B4-BE49-F238E27FC236}">
                  <a16:creationId xmlns:a16="http://schemas.microsoft.com/office/drawing/2014/main" id="{7D272051-5291-902C-22FB-2580C3096626}"/>
                </a:ext>
              </a:extLst>
            </p:cNvPr>
            <p:cNvSpPr/>
            <p:nvPr/>
          </p:nvSpPr>
          <p:spPr>
            <a:xfrm>
              <a:off x="4230986" y="3522662"/>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Rectangle 112">
              <a:extLst>
                <a:ext uri="{FF2B5EF4-FFF2-40B4-BE49-F238E27FC236}">
                  <a16:creationId xmlns:a16="http://schemas.microsoft.com/office/drawing/2014/main" id="{2449C593-A722-0518-7107-921C15DAB332}"/>
                </a:ext>
              </a:extLst>
            </p:cNvPr>
            <p:cNvSpPr/>
            <p:nvPr/>
          </p:nvSpPr>
          <p:spPr>
            <a:xfrm>
              <a:off x="4230986" y="3606420"/>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Rectangle 113">
              <a:extLst>
                <a:ext uri="{FF2B5EF4-FFF2-40B4-BE49-F238E27FC236}">
                  <a16:creationId xmlns:a16="http://schemas.microsoft.com/office/drawing/2014/main" id="{74B94763-E747-9043-8EC2-AFC1960066CD}"/>
                </a:ext>
              </a:extLst>
            </p:cNvPr>
            <p:cNvSpPr/>
            <p:nvPr/>
          </p:nvSpPr>
          <p:spPr>
            <a:xfrm>
              <a:off x="4005263" y="3455251"/>
              <a:ext cx="161272" cy="161272"/>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Rectangle 114">
              <a:extLst>
                <a:ext uri="{FF2B5EF4-FFF2-40B4-BE49-F238E27FC236}">
                  <a16:creationId xmlns:a16="http://schemas.microsoft.com/office/drawing/2014/main" id="{B5B8C177-B09A-D24E-4394-2E7EC1D7BBAA}"/>
                </a:ext>
              </a:extLst>
            </p:cNvPr>
            <p:cNvSpPr/>
            <p:nvPr/>
          </p:nvSpPr>
          <p:spPr>
            <a:xfrm>
              <a:off x="4230986" y="3789939"/>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DDB7812C-FEB7-DEA3-EE0C-F00445DF48F9}"/>
                </a:ext>
              </a:extLst>
            </p:cNvPr>
            <p:cNvSpPr/>
            <p:nvPr/>
          </p:nvSpPr>
          <p:spPr>
            <a:xfrm>
              <a:off x="4230986" y="3873697"/>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Rectangle 116">
              <a:extLst>
                <a:ext uri="{FF2B5EF4-FFF2-40B4-BE49-F238E27FC236}">
                  <a16:creationId xmlns:a16="http://schemas.microsoft.com/office/drawing/2014/main" id="{48A6D44A-0FB6-EF24-48BF-45C4C84F1F60}"/>
                </a:ext>
              </a:extLst>
            </p:cNvPr>
            <p:cNvSpPr/>
            <p:nvPr/>
          </p:nvSpPr>
          <p:spPr>
            <a:xfrm>
              <a:off x="4230986" y="3957455"/>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Rectangle 117">
              <a:extLst>
                <a:ext uri="{FF2B5EF4-FFF2-40B4-BE49-F238E27FC236}">
                  <a16:creationId xmlns:a16="http://schemas.microsoft.com/office/drawing/2014/main" id="{CA4D4503-AB6C-DF67-BB1D-F5E6F83848D6}"/>
                </a:ext>
              </a:extLst>
            </p:cNvPr>
            <p:cNvSpPr/>
            <p:nvPr/>
          </p:nvSpPr>
          <p:spPr>
            <a:xfrm>
              <a:off x="4005263" y="3806286"/>
              <a:ext cx="161272" cy="161272"/>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Rectangle 118">
              <a:extLst>
                <a:ext uri="{FF2B5EF4-FFF2-40B4-BE49-F238E27FC236}">
                  <a16:creationId xmlns:a16="http://schemas.microsoft.com/office/drawing/2014/main" id="{CF5D3C19-25EC-46FF-7FC1-7B47A80FA5C3}"/>
                </a:ext>
              </a:extLst>
            </p:cNvPr>
            <p:cNvSpPr/>
            <p:nvPr/>
          </p:nvSpPr>
          <p:spPr>
            <a:xfrm rot="20331349">
              <a:off x="4359822" y="2877372"/>
              <a:ext cx="298965" cy="288613"/>
            </a:xfrm>
            <a:prstGeom prst="rect">
              <a:avLst/>
            </a:prstGeom>
            <a:solidFill>
              <a:srgbClr val="59B7A1"/>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orme libre : forme 119">
              <a:extLst>
                <a:ext uri="{FF2B5EF4-FFF2-40B4-BE49-F238E27FC236}">
                  <a16:creationId xmlns:a16="http://schemas.microsoft.com/office/drawing/2014/main" id="{57E7A74B-48C1-9263-4DA7-138F7863356D}"/>
                </a:ext>
              </a:extLst>
            </p:cNvPr>
            <p:cNvSpPr/>
            <p:nvPr/>
          </p:nvSpPr>
          <p:spPr>
            <a:xfrm>
              <a:off x="4241557" y="2792038"/>
              <a:ext cx="414565" cy="408333"/>
            </a:xfrm>
            <a:custGeom>
              <a:avLst/>
              <a:gdLst>
                <a:gd name="csX0" fmla="*/ 112529 w 414565"/>
                <a:gd name="csY0" fmla="*/ 408186 h 408333"/>
                <a:gd name="csX1" fmla="*/ -256 w 414565"/>
                <a:gd name="csY1" fmla="*/ 116569 h 408333"/>
                <a:gd name="csX2" fmla="*/ 301526 w 414565"/>
                <a:gd name="csY2" fmla="*/ -148 h 408333"/>
                <a:gd name="csX3" fmla="*/ 414310 w 414565"/>
                <a:gd name="csY3" fmla="*/ 291469 h 408333"/>
                <a:gd name="csX4" fmla="*/ 11209 w 414565"/>
                <a:gd name="csY4" fmla="*/ 121638 h 408333"/>
                <a:gd name="csX5" fmla="*/ 117599 w 414565"/>
                <a:gd name="csY5" fmla="*/ 396720 h 408333"/>
                <a:gd name="csX6" fmla="*/ 402844 w 414565"/>
                <a:gd name="csY6" fmla="*/ 286400 h 408333"/>
                <a:gd name="csX7" fmla="*/ 296456 w 414565"/>
                <a:gd name="csY7" fmla="*/ 11318 h 4083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14565" h="408333">
                  <a:moveTo>
                    <a:pt x="112529" y="408186"/>
                  </a:moveTo>
                  <a:lnTo>
                    <a:pt x="-256" y="116569"/>
                  </a:lnTo>
                  <a:lnTo>
                    <a:pt x="301526" y="-148"/>
                  </a:lnTo>
                  <a:lnTo>
                    <a:pt x="414310" y="291469"/>
                  </a:lnTo>
                  <a:close/>
                  <a:moveTo>
                    <a:pt x="11209" y="121638"/>
                  </a:moveTo>
                  <a:lnTo>
                    <a:pt x="117599" y="396720"/>
                  </a:lnTo>
                  <a:lnTo>
                    <a:pt x="402844" y="286400"/>
                  </a:lnTo>
                  <a:lnTo>
                    <a:pt x="296456" y="11318"/>
                  </a:lnTo>
                  <a:close/>
                </a:path>
              </a:pathLst>
            </a:custGeom>
            <a:solidFill>
              <a:srgbClr val="3F3D56"/>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1" name="Groupe 100">
            <a:extLst>
              <a:ext uri="{FF2B5EF4-FFF2-40B4-BE49-F238E27FC236}">
                <a16:creationId xmlns:a16="http://schemas.microsoft.com/office/drawing/2014/main" id="{ABACC557-7E7A-00D1-1482-0B2D894AA405}"/>
              </a:ext>
            </a:extLst>
          </p:cNvPr>
          <p:cNvGrpSpPr>
            <a:grpSpLocks noChangeAspect="1"/>
          </p:cNvGrpSpPr>
          <p:nvPr/>
        </p:nvGrpSpPr>
        <p:grpSpPr>
          <a:xfrm>
            <a:off x="221613" y="1536359"/>
            <a:ext cx="3419998" cy="1673720"/>
            <a:chOff x="197546" y="3705834"/>
            <a:chExt cx="2012315" cy="984823"/>
          </a:xfrm>
        </p:grpSpPr>
        <p:sp>
          <p:nvSpPr>
            <p:cNvPr id="62" name="Rectangle 61">
              <a:extLst>
                <a:ext uri="{FF2B5EF4-FFF2-40B4-BE49-F238E27FC236}">
                  <a16:creationId xmlns:a16="http://schemas.microsoft.com/office/drawing/2014/main" id="{5E978E07-6AB7-61D2-A10B-0B7B97054F9C}"/>
                </a:ext>
              </a:extLst>
            </p:cNvPr>
            <p:cNvSpPr/>
            <p:nvPr/>
          </p:nvSpPr>
          <p:spPr>
            <a:xfrm rot="10800000">
              <a:off x="1420651" y="4302019"/>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Rectangle 62">
              <a:extLst>
                <a:ext uri="{FF2B5EF4-FFF2-40B4-BE49-F238E27FC236}">
                  <a16:creationId xmlns:a16="http://schemas.microsoft.com/office/drawing/2014/main" id="{F12986B9-8621-D5C0-BE0D-56BC51387915}"/>
                </a:ext>
              </a:extLst>
            </p:cNvPr>
            <p:cNvSpPr/>
            <p:nvPr/>
          </p:nvSpPr>
          <p:spPr>
            <a:xfrm rot="10800000">
              <a:off x="1384502" y="4271897"/>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Rectangle 63">
              <a:extLst>
                <a:ext uri="{FF2B5EF4-FFF2-40B4-BE49-F238E27FC236}">
                  <a16:creationId xmlns:a16="http://schemas.microsoft.com/office/drawing/2014/main" id="{3C0B140C-8ACD-F6F3-0A17-EFC23A640776}"/>
                </a:ext>
              </a:extLst>
            </p:cNvPr>
            <p:cNvSpPr/>
            <p:nvPr/>
          </p:nvSpPr>
          <p:spPr>
            <a:xfrm rot="10800000">
              <a:off x="1426674" y="4241773"/>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Rectangle 64">
              <a:extLst>
                <a:ext uri="{FF2B5EF4-FFF2-40B4-BE49-F238E27FC236}">
                  <a16:creationId xmlns:a16="http://schemas.microsoft.com/office/drawing/2014/main" id="{0016A96A-B1DA-B778-5D52-A3FD5C13EC4B}"/>
                </a:ext>
              </a:extLst>
            </p:cNvPr>
            <p:cNvSpPr/>
            <p:nvPr/>
          </p:nvSpPr>
          <p:spPr>
            <a:xfrm rot="10800000">
              <a:off x="1498967" y="4211651"/>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Rectangle 65">
              <a:extLst>
                <a:ext uri="{FF2B5EF4-FFF2-40B4-BE49-F238E27FC236}">
                  <a16:creationId xmlns:a16="http://schemas.microsoft.com/office/drawing/2014/main" id="{0C019407-A1F3-FBE2-1850-53462B2245F0}"/>
                </a:ext>
              </a:extLst>
            </p:cNvPr>
            <p:cNvSpPr/>
            <p:nvPr/>
          </p:nvSpPr>
          <p:spPr>
            <a:xfrm rot="10800000">
              <a:off x="894105" y="4078536"/>
              <a:ext cx="24681" cy="17524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54111288-D511-9ED2-C8A2-25E8E0D60B74}"/>
                </a:ext>
              </a:extLst>
            </p:cNvPr>
            <p:cNvSpPr/>
            <p:nvPr/>
          </p:nvSpPr>
          <p:spPr>
            <a:xfrm rot="14874480">
              <a:off x="1343015" y="3409516"/>
              <a:ext cx="24681" cy="985740"/>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Rectangle 67">
              <a:extLst>
                <a:ext uri="{FF2B5EF4-FFF2-40B4-BE49-F238E27FC236}">
                  <a16:creationId xmlns:a16="http://schemas.microsoft.com/office/drawing/2014/main" id="{C42247E4-197D-1FEC-6326-F549F3F11CBE}"/>
                </a:ext>
              </a:extLst>
            </p:cNvPr>
            <p:cNvSpPr/>
            <p:nvPr/>
          </p:nvSpPr>
          <p:spPr>
            <a:xfrm rot="10800000">
              <a:off x="437479" y="4431492"/>
              <a:ext cx="214737" cy="83920"/>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Rectangle 68">
              <a:extLst>
                <a:ext uri="{FF2B5EF4-FFF2-40B4-BE49-F238E27FC236}">
                  <a16:creationId xmlns:a16="http://schemas.microsoft.com/office/drawing/2014/main" id="{B29FA753-9948-F31E-D994-10F0714708F0}"/>
                </a:ext>
              </a:extLst>
            </p:cNvPr>
            <p:cNvSpPr/>
            <p:nvPr/>
          </p:nvSpPr>
          <p:spPr>
            <a:xfrm rot="10800000">
              <a:off x="457225" y="4505541"/>
              <a:ext cx="1058869" cy="9379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orme libre : forme 69">
              <a:extLst>
                <a:ext uri="{FF2B5EF4-FFF2-40B4-BE49-F238E27FC236}">
                  <a16:creationId xmlns:a16="http://schemas.microsoft.com/office/drawing/2014/main" id="{46B66476-7EE5-1434-7108-D305BF8EC9DC}"/>
                </a:ext>
              </a:extLst>
            </p:cNvPr>
            <p:cNvSpPr/>
            <p:nvPr/>
          </p:nvSpPr>
          <p:spPr>
            <a:xfrm>
              <a:off x="631234" y="4232798"/>
              <a:ext cx="254222" cy="319636"/>
            </a:xfrm>
            <a:custGeom>
              <a:avLst/>
              <a:gdLst>
                <a:gd name="csX0" fmla="*/ -20 w 254222"/>
                <a:gd name="csY0" fmla="*/ 319402 h 319636"/>
                <a:gd name="csX1" fmla="*/ 254202 w 254222"/>
                <a:gd name="csY1" fmla="*/ 319402 h 319636"/>
                <a:gd name="csX2" fmla="*/ 254202 w 254222"/>
                <a:gd name="csY2" fmla="*/ -234 h 319636"/>
                <a:gd name="csX3" fmla="*/ 64146 w 254222"/>
                <a:gd name="csY3" fmla="*/ -234 h 319636"/>
                <a:gd name="csX4" fmla="*/ -20 w 254222"/>
                <a:gd name="csY4" fmla="*/ 160975 h 319636"/>
              </a:gdLst>
              <a:ahLst/>
              <a:cxnLst>
                <a:cxn ang="0">
                  <a:pos x="csX0" y="csY0"/>
                </a:cxn>
                <a:cxn ang="0">
                  <a:pos x="csX1" y="csY1"/>
                </a:cxn>
                <a:cxn ang="0">
                  <a:pos x="csX2" y="csY2"/>
                </a:cxn>
                <a:cxn ang="0">
                  <a:pos x="csX3" y="csY3"/>
                </a:cxn>
                <a:cxn ang="0">
                  <a:pos x="csX4" y="csY4"/>
                </a:cxn>
              </a:cxnLst>
              <a:rect l="l" t="t" r="r" b="b"/>
              <a:pathLst>
                <a:path w="254222" h="319636">
                  <a:moveTo>
                    <a:pt x="-20" y="319402"/>
                  </a:moveTo>
                  <a:lnTo>
                    <a:pt x="254202" y="319402"/>
                  </a:lnTo>
                  <a:lnTo>
                    <a:pt x="254202" y="-234"/>
                  </a:lnTo>
                  <a:lnTo>
                    <a:pt x="64146" y="-234"/>
                  </a:lnTo>
                  <a:lnTo>
                    <a:pt x="-20" y="160975"/>
                  </a:lnTo>
                  <a:close/>
                </a:path>
              </a:pathLst>
            </a:cu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Rectangle 70">
              <a:extLst>
                <a:ext uri="{FF2B5EF4-FFF2-40B4-BE49-F238E27FC236}">
                  <a16:creationId xmlns:a16="http://schemas.microsoft.com/office/drawing/2014/main" id="{A9A97541-5CFA-52EB-49A7-0BE99F4890B7}"/>
                </a:ext>
              </a:extLst>
            </p:cNvPr>
            <p:cNvSpPr/>
            <p:nvPr/>
          </p:nvSpPr>
          <p:spPr>
            <a:xfrm rot="10800000">
              <a:off x="737373" y="4252548"/>
              <a:ext cx="108601" cy="108601"/>
            </a:xfrm>
            <a:prstGeom prst="rect">
              <a:avLst/>
            </a:prstGeom>
            <a:solidFill>
              <a:srgbClr val="FFFFFF"/>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orme libre : forme 71">
              <a:extLst>
                <a:ext uri="{FF2B5EF4-FFF2-40B4-BE49-F238E27FC236}">
                  <a16:creationId xmlns:a16="http://schemas.microsoft.com/office/drawing/2014/main" id="{5D5F9755-9880-A27A-F598-2B197C98014F}"/>
                </a:ext>
              </a:extLst>
            </p:cNvPr>
            <p:cNvSpPr/>
            <p:nvPr/>
          </p:nvSpPr>
          <p:spPr>
            <a:xfrm>
              <a:off x="655915" y="4253781"/>
              <a:ext cx="69113" cy="108597"/>
            </a:xfrm>
            <a:custGeom>
              <a:avLst/>
              <a:gdLst>
                <a:gd name="csX0" fmla="*/ -18 w 69113"/>
                <a:gd name="csY0" fmla="*/ 108366 h 108597"/>
                <a:gd name="csX1" fmla="*/ 69096 w 69113"/>
                <a:gd name="csY1" fmla="*/ 108366 h 108597"/>
                <a:gd name="csX2" fmla="*/ 69096 w 69113"/>
                <a:gd name="csY2" fmla="*/ -232 h 108597"/>
                <a:gd name="csX3" fmla="*/ 39475 w 69113"/>
                <a:gd name="csY3" fmla="*/ -232 h 108597"/>
              </a:gdLst>
              <a:ahLst/>
              <a:cxnLst>
                <a:cxn ang="0">
                  <a:pos x="csX0" y="csY0"/>
                </a:cxn>
                <a:cxn ang="0">
                  <a:pos x="csX1" y="csY1"/>
                </a:cxn>
                <a:cxn ang="0">
                  <a:pos x="csX2" y="csY2"/>
                </a:cxn>
                <a:cxn ang="0">
                  <a:pos x="csX3" y="csY3"/>
                </a:cxn>
              </a:cxnLst>
              <a:rect l="l" t="t" r="r" b="b"/>
              <a:pathLst>
                <a:path w="69113" h="108597">
                  <a:moveTo>
                    <a:pt x="-18" y="108366"/>
                  </a:moveTo>
                  <a:lnTo>
                    <a:pt x="69096" y="108366"/>
                  </a:lnTo>
                  <a:lnTo>
                    <a:pt x="69096" y="-232"/>
                  </a:lnTo>
                  <a:lnTo>
                    <a:pt x="39475" y="-232"/>
                  </a:lnTo>
                  <a:close/>
                </a:path>
              </a:pathLst>
            </a:custGeom>
            <a:solidFill>
              <a:srgbClr val="FFFFFF"/>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A4478089-AB30-1D6C-00E1-43E164BCE84E}"/>
                </a:ext>
              </a:extLst>
            </p:cNvPr>
            <p:cNvSpPr/>
            <p:nvPr/>
          </p:nvSpPr>
          <p:spPr>
            <a:xfrm rot="10800000">
              <a:off x="816354" y="4422854"/>
              <a:ext cx="24681" cy="46897"/>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orme libre : forme 74">
              <a:extLst>
                <a:ext uri="{FF2B5EF4-FFF2-40B4-BE49-F238E27FC236}">
                  <a16:creationId xmlns:a16="http://schemas.microsoft.com/office/drawing/2014/main" id="{07D5663C-8D53-A329-3EC6-9A83518EDF9E}"/>
                </a:ext>
              </a:extLst>
            </p:cNvPr>
            <p:cNvSpPr/>
            <p:nvPr/>
          </p:nvSpPr>
          <p:spPr>
            <a:xfrm rot="10800000">
              <a:off x="679364" y="4322891"/>
              <a:ext cx="24681" cy="46897"/>
            </a:xfrm>
            <a:custGeom>
              <a:avLst/>
              <a:gdLst>
                <a:gd name="csX0" fmla="*/ 126 w 24681"/>
                <a:gd name="csY0" fmla="*/ 173 h 46897"/>
                <a:gd name="csX1" fmla="*/ 1359 w 24681"/>
                <a:gd name="csY1" fmla="*/ 173 h 46897"/>
                <a:gd name="csX2" fmla="*/ 24808 w 24681"/>
                <a:gd name="csY2" fmla="*/ 23622 h 46897"/>
                <a:gd name="csX3" fmla="*/ 24808 w 24681"/>
                <a:gd name="csY3" fmla="*/ 23622 h 46897"/>
                <a:gd name="csX4" fmla="*/ 1359 w 24681"/>
                <a:gd name="csY4" fmla="*/ 47071 h 46897"/>
                <a:gd name="csX5" fmla="*/ 126 w 24681"/>
                <a:gd name="csY5" fmla="*/ 47071 h 46897"/>
                <a:gd name="csX6" fmla="*/ 126 w 24681"/>
                <a:gd name="csY6" fmla="*/ 173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126" y="173"/>
                  </a:moveTo>
                  <a:lnTo>
                    <a:pt x="1359" y="173"/>
                  </a:lnTo>
                  <a:cubicBezTo>
                    <a:pt x="14310" y="173"/>
                    <a:pt x="24808" y="10672"/>
                    <a:pt x="24808" y="23622"/>
                  </a:cubicBezTo>
                  <a:lnTo>
                    <a:pt x="24808" y="23622"/>
                  </a:lnTo>
                  <a:cubicBezTo>
                    <a:pt x="24808" y="36572"/>
                    <a:pt x="14310" y="47071"/>
                    <a:pt x="1359" y="47071"/>
                  </a:cubicBezTo>
                  <a:lnTo>
                    <a:pt x="126" y="47071"/>
                  </a:lnTo>
                  <a:lnTo>
                    <a:pt x="126" y="173"/>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orme libre : forme 75">
              <a:extLst>
                <a:ext uri="{FF2B5EF4-FFF2-40B4-BE49-F238E27FC236}">
                  <a16:creationId xmlns:a16="http://schemas.microsoft.com/office/drawing/2014/main" id="{EDCFECC9-8C80-6352-B2D5-B66332836900}"/>
                </a:ext>
              </a:extLst>
            </p:cNvPr>
            <p:cNvSpPr/>
            <p:nvPr/>
          </p:nvSpPr>
          <p:spPr>
            <a:xfrm rot="10800000">
              <a:off x="1597545" y="4505537"/>
              <a:ext cx="24681" cy="46897"/>
            </a:xfrm>
            <a:custGeom>
              <a:avLst/>
              <a:gdLst>
                <a:gd name="csX0" fmla="*/ 367 w 24681"/>
                <a:gd name="csY0" fmla="*/ 221 h 46897"/>
                <a:gd name="csX1" fmla="*/ 1600 w 24681"/>
                <a:gd name="csY1" fmla="*/ 221 h 46897"/>
                <a:gd name="csX2" fmla="*/ 25048 w 24681"/>
                <a:gd name="csY2" fmla="*/ 23670 h 46897"/>
                <a:gd name="csX3" fmla="*/ 25048 w 24681"/>
                <a:gd name="csY3" fmla="*/ 23670 h 46897"/>
                <a:gd name="csX4" fmla="*/ 1600 w 24681"/>
                <a:gd name="csY4" fmla="*/ 47119 h 46897"/>
                <a:gd name="csX5" fmla="*/ 367 w 24681"/>
                <a:gd name="csY5" fmla="*/ 47119 h 46897"/>
                <a:gd name="csX6" fmla="*/ 367 w 24681"/>
                <a:gd name="csY6" fmla="*/ 221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367" y="221"/>
                  </a:moveTo>
                  <a:lnTo>
                    <a:pt x="1600" y="221"/>
                  </a:lnTo>
                  <a:cubicBezTo>
                    <a:pt x="14550" y="221"/>
                    <a:pt x="25048" y="10719"/>
                    <a:pt x="25048" y="23670"/>
                  </a:cubicBezTo>
                  <a:lnTo>
                    <a:pt x="25048" y="23670"/>
                  </a:lnTo>
                  <a:cubicBezTo>
                    <a:pt x="25048" y="36620"/>
                    <a:pt x="14550" y="47119"/>
                    <a:pt x="1600" y="47119"/>
                  </a:cubicBezTo>
                  <a:lnTo>
                    <a:pt x="367" y="47119"/>
                  </a:lnTo>
                  <a:lnTo>
                    <a:pt x="367" y="221"/>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orme libre : forme 76">
              <a:extLst>
                <a:ext uri="{FF2B5EF4-FFF2-40B4-BE49-F238E27FC236}">
                  <a16:creationId xmlns:a16="http://schemas.microsoft.com/office/drawing/2014/main" id="{03687B63-A33A-2721-F482-AB7457BF6C1F}"/>
                </a:ext>
              </a:extLst>
            </p:cNvPr>
            <p:cNvSpPr/>
            <p:nvPr/>
          </p:nvSpPr>
          <p:spPr>
            <a:xfrm>
              <a:off x="389349" y="4378739"/>
              <a:ext cx="265333" cy="173714"/>
            </a:xfrm>
            <a:custGeom>
              <a:avLst/>
              <a:gdLst>
                <a:gd name="csX0" fmla="*/ 142959 w 265333"/>
                <a:gd name="csY0" fmla="*/ 126026 h 173714"/>
                <a:gd name="csX1" fmla="*/ 48038 w 265333"/>
                <a:gd name="csY1" fmla="*/ 173275 h 173714"/>
                <a:gd name="csX2" fmla="*/ -199 w 265333"/>
                <a:gd name="csY2" fmla="*/ 173275 h 173714"/>
                <a:gd name="csX3" fmla="*/ 46698 w 265333"/>
                <a:gd name="csY3" fmla="*/ 42640 h 173714"/>
                <a:gd name="csX4" fmla="*/ 265135 w 265333"/>
                <a:gd name="csY4" fmla="*/ -440 h 173714"/>
                <a:gd name="csX5" fmla="*/ 258962 w 265333"/>
                <a:gd name="csY5" fmla="*/ 173275 h 173714"/>
                <a:gd name="csX6" fmla="*/ 237876 w 265333"/>
                <a:gd name="csY6" fmla="*/ 173275 h 173714"/>
                <a:gd name="csX7" fmla="*/ 142959 w 265333"/>
                <a:gd name="csY7" fmla="*/ 126026 h 173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333" h="173714">
                  <a:moveTo>
                    <a:pt x="142959" y="126026"/>
                  </a:moveTo>
                  <a:cubicBezTo>
                    <a:pt x="105775" y="126502"/>
                    <a:pt x="70834" y="143894"/>
                    <a:pt x="48038" y="173275"/>
                  </a:cubicBezTo>
                  <a:lnTo>
                    <a:pt x="-199" y="173275"/>
                  </a:lnTo>
                  <a:lnTo>
                    <a:pt x="46698" y="42640"/>
                  </a:lnTo>
                  <a:lnTo>
                    <a:pt x="265135" y="-440"/>
                  </a:lnTo>
                  <a:lnTo>
                    <a:pt x="258962" y="173275"/>
                  </a:lnTo>
                  <a:lnTo>
                    <a:pt x="237876" y="173275"/>
                  </a:lnTo>
                  <a:cubicBezTo>
                    <a:pt x="215081" y="143895"/>
                    <a:pt x="180142" y="126503"/>
                    <a:pt x="142959" y="126026"/>
                  </a:cubicBezTo>
                  <a:close/>
                </a:path>
              </a:pathLst>
            </a:cu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Ellipse 77">
              <a:extLst>
                <a:ext uri="{FF2B5EF4-FFF2-40B4-BE49-F238E27FC236}">
                  <a16:creationId xmlns:a16="http://schemas.microsoft.com/office/drawing/2014/main" id="{A0F202B6-B923-3877-8167-8B94E2E2A202}"/>
                </a:ext>
              </a:extLst>
            </p:cNvPr>
            <p:cNvSpPr/>
            <p:nvPr/>
          </p:nvSpPr>
          <p:spPr>
            <a:xfrm>
              <a:off x="422668" y="4475920"/>
              <a:ext cx="214737" cy="214737"/>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Ellipse 78">
              <a:extLst>
                <a:ext uri="{FF2B5EF4-FFF2-40B4-BE49-F238E27FC236}">
                  <a16:creationId xmlns:a16="http://schemas.microsoft.com/office/drawing/2014/main" id="{FEBF4687-1D39-CDC7-835F-2EC356D23B64}"/>
                </a:ext>
              </a:extLst>
            </p:cNvPr>
            <p:cNvSpPr/>
            <p:nvPr/>
          </p:nvSpPr>
          <p:spPr>
            <a:xfrm>
              <a:off x="473528" y="4526780"/>
              <a:ext cx="113018" cy="113018"/>
            </a:xfrm>
            <a:prstGeom prst="ellipse">
              <a:avLst/>
            </a:pr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Ellipse 79">
              <a:extLst>
                <a:ext uri="{FF2B5EF4-FFF2-40B4-BE49-F238E27FC236}">
                  <a16:creationId xmlns:a16="http://schemas.microsoft.com/office/drawing/2014/main" id="{1DBBB490-FEB9-D1E6-58F7-A5B18E4E5216}"/>
                </a:ext>
              </a:extLst>
            </p:cNvPr>
            <p:cNvSpPr/>
            <p:nvPr/>
          </p:nvSpPr>
          <p:spPr>
            <a:xfrm>
              <a:off x="1406260" y="4501839"/>
              <a:ext cx="187582" cy="187582"/>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Ellipse 80">
              <a:extLst>
                <a:ext uri="{FF2B5EF4-FFF2-40B4-BE49-F238E27FC236}">
                  <a16:creationId xmlns:a16="http://schemas.microsoft.com/office/drawing/2014/main" id="{1F5009F4-E2C7-C294-4171-2C6035257D19}"/>
                </a:ext>
              </a:extLst>
            </p:cNvPr>
            <p:cNvSpPr/>
            <p:nvPr/>
          </p:nvSpPr>
          <p:spPr>
            <a:xfrm>
              <a:off x="1450684" y="4546266"/>
              <a:ext cx="98726" cy="98726"/>
            </a:xfrm>
            <a:prstGeom prst="ellipse">
              <a:avLst/>
            </a:pr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Rectangle 81">
              <a:extLst>
                <a:ext uri="{FF2B5EF4-FFF2-40B4-BE49-F238E27FC236}">
                  <a16:creationId xmlns:a16="http://schemas.microsoft.com/office/drawing/2014/main" id="{AC6E83B4-37FE-3BDF-060E-9A6A174BAD99}"/>
                </a:ext>
              </a:extLst>
            </p:cNvPr>
            <p:cNvSpPr/>
            <p:nvPr/>
          </p:nvSpPr>
          <p:spPr>
            <a:xfrm rot="10800000">
              <a:off x="878058" y="4188374"/>
              <a:ext cx="51833" cy="37393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Rectangle 82">
              <a:extLst>
                <a:ext uri="{FF2B5EF4-FFF2-40B4-BE49-F238E27FC236}">
                  <a16:creationId xmlns:a16="http://schemas.microsoft.com/office/drawing/2014/main" id="{2FD1FF03-BC14-46A7-6883-7C2E70B7A767}"/>
                </a:ext>
              </a:extLst>
            </p:cNvPr>
            <p:cNvSpPr/>
            <p:nvPr/>
          </p:nvSpPr>
          <p:spPr>
            <a:xfrm rot="10800000">
              <a:off x="878058" y="4494433"/>
              <a:ext cx="745405" cy="2221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Rectangle 83">
              <a:extLst>
                <a:ext uri="{FF2B5EF4-FFF2-40B4-BE49-F238E27FC236}">
                  <a16:creationId xmlns:a16="http://schemas.microsoft.com/office/drawing/2014/main" id="{8A02950A-6D5C-FE95-EC65-63EC4337B0BB}"/>
                </a:ext>
              </a:extLst>
            </p:cNvPr>
            <p:cNvSpPr/>
            <p:nvPr/>
          </p:nvSpPr>
          <p:spPr>
            <a:xfrm rot="10800000">
              <a:off x="689243" y="4367319"/>
              <a:ext cx="24681" cy="987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orme libre : forme 84">
              <a:extLst>
                <a:ext uri="{FF2B5EF4-FFF2-40B4-BE49-F238E27FC236}">
                  <a16:creationId xmlns:a16="http://schemas.microsoft.com/office/drawing/2014/main" id="{4888DBDC-5831-B2CC-0621-16ED4132F20F}"/>
                </a:ext>
              </a:extLst>
            </p:cNvPr>
            <p:cNvSpPr/>
            <p:nvPr/>
          </p:nvSpPr>
          <p:spPr>
            <a:xfrm>
              <a:off x="1779557" y="4005945"/>
              <a:ext cx="75780" cy="326839"/>
            </a:xfrm>
            <a:custGeom>
              <a:avLst/>
              <a:gdLst>
                <a:gd name="csX0" fmla="*/ 573 w 75780"/>
                <a:gd name="csY0" fmla="*/ 325547 h 326839"/>
                <a:gd name="csX1" fmla="*/ -53 w 75780"/>
                <a:gd name="csY1" fmla="*/ 323638 h 326839"/>
                <a:gd name="csX2" fmla="*/ 33988 w 75780"/>
                <a:gd name="csY2" fmla="*/ 1734 h 326839"/>
                <a:gd name="csX3" fmla="*/ 36431 w 75780"/>
                <a:gd name="csY3" fmla="*/ -476 h 326839"/>
                <a:gd name="csX4" fmla="*/ 36431 w 75780"/>
                <a:gd name="csY4" fmla="*/ -476 h 326839"/>
                <a:gd name="csX5" fmla="*/ 38882 w 75780"/>
                <a:gd name="csY5" fmla="*/ 1712 h 326839"/>
                <a:gd name="csX6" fmla="*/ 75698 w 75780"/>
                <a:gd name="csY6" fmla="*/ 322948 h 326839"/>
                <a:gd name="csX7" fmla="*/ 73523 w 75780"/>
                <a:gd name="csY7" fmla="*/ 325680 h 326839"/>
                <a:gd name="csX8" fmla="*/ 73267 w 75780"/>
                <a:gd name="csY8" fmla="*/ 325696 h 326839"/>
                <a:gd name="csX9" fmla="*/ 2409 w 75780"/>
                <a:gd name="csY9" fmla="*/ 326364 h 326839"/>
                <a:gd name="csX10" fmla="*/ 2386 w 75780"/>
                <a:gd name="csY10" fmla="*/ 326364 h 326839"/>
                <a:gd name="csX11" fmla="*/ 573 w 75780"/>
                <a:gd name="csY11" fmla="*/ 325547 h 326839"/>
                <a:gd name="csX12" fmla="*/ 36538 w 75780"/>
                <a:gd name="csY12" fmla="*/ 24523 h 326839"/>
                <a:gd name="csX13" fmla="*/ 5146 w 75780"/>
                <a:gd name="csY13" fmla="*/ 321394 h 326839"/>
                <a:gd name="csX14" fmla="*/ 70492 w 75780"/>
                <a:gd name="csY14" fmla="*/ 320779 h 3268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5780" h="326839">
                  <a:moveTo>
                    <a:pt x="573" y="325547"/>
                  </a:moveTo>
                  <a:cubicBezTo>
                    <a:pt x="103" y="325028"/>
                    <a:pt x="-124" y="324334"/>
                    <a:pt x="-53" y="323638"/>
                  </a:cubicBezTo>
                  <a:lnTo>
                    <a:pt x="33988" y="1734"/>
                  </a:lnTo>
                  <a:cubicBezTo>
                    <a:pt x="34121" y="483"/>
                    <a:pt x="35173" y="-469"/>
                    <a:pt x="36431" y="-476"/>
                  </a:cubicBezTo>
                  <a:lnTo>
                    <a:pt x="36431" y="-476"/>
                  </a:lnTo>
                  <a:cubicBezTo>
                    <a:pt x="37685" y="-474"/>
                    <a:pt x="38739" y="466"/>
                    <a:pt x="38882" y="1712"/>
                  </a:cubicBezTo>
                  <a:lnTo>
                    <a:pt x="75698" y="322948"/>
                  </a:lnTo>
                  <a:cubicBezTo>
                    <a:pt x="75852" y="324303"/>
                    <a:pt x="74878" y="325526"/>
                    <a:pt x="73523" y="325680"/>
                  </a:cubicBezTo>
                  <a:cubicBezTo>
                    <a:pt x="73438" y="325690"/>
                    <a:pt x="73353" y="325695"/>
                    <a:pt x="73267" y="325696"/>
                  </a:cubicBezTo>
                  <a:lnTo>
                    <a:pt x="2409" y="326364"/>
                  </a:lnTo>
                  <a:lnTo>
                    <a:pt x="2386" y="326364"/>
                  </a:lnTo>
                  <a:cubicBezTo>
                    <a:pt x="1694" y="326358"/>
                    <a:pt x="1036" y="326062"/>
                    <a:pt x="573" y="325547"/>
                  </a:cubicBezTo>
                  <a:close/>
                  <a:moveTo>
                    <a:pt x="36538" y="24523"/>
                  </a:moveTo>
                  <a:lnTo>
                    <a:pt x="5146" y="321394"/>
                  </a:lnTo>
                  <a:lnTo>
                    <a:pt x="70492" y="320779"/>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orme libre : forme 85">
              <a:extLst>
                <a:ext uri="{FF2B5EF4-FFF2-40B4-BE49-F238E27FC236}">
                  <a16:creationId xmlns:a16="http://schemas.microsoft.com/office/drawing/2014/main" id="{7F71C885-D0E6-44DA-1756-8148B5753D6A}"/>
                </a:ext>
              </a:extLst>
            </p:cNvPr>
            <p:cNvSpPr/>
            <p:nvPr/>
          </p:nvSpPr>
          <p:spPr>
            <a:xfrm rot="1244229">
              <a:off x="427600" y="4426571"/>
              <a:ext cx="24676" cy="46886"/>
            </a:xfrm>
            <a:custGeom>
              <a:avLst/>
              <a:gdLst>
                <a:gd name="csX0" fmla="*/ 60 w 24676"/>
                <a:gd name="csY0" fmla="*/ 200 h 46886"/>
                <a:gd name="csX1" fmla="*/ 1293 w 24676"/>
                <a:gd name="csY1" fmla="*/ 200 h 46886"/>
                <a:gd name="csX2" fmla="*/ 24736 w 24676"/>
                <a:gd name="csY2" fmla="*/ 23644 h 46886"/>
                <a:gd name="csX3" fmla="*/ 24736 w 24676"/>
                <a:gd name="csY3" fmla="*/ 23644 h 46886"/>
                <a:gd name="csX4" fmla="*/ 1293 w 24676"/>
                <a:gd name="csY4" fmla="*/ 47087 h 46886"/>
                <a:gd name="csX5" fmla="*/ 60 w 24676"/>
                <a:gd name="csY5" fmla="*/ 47087 h 46886"/>
                <a:gd name="csX6" fmla="*/ 60 w 24676"/>
                <a:gd name="csY6" fmla="*/ 200 h 468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76" h="46886">
                  <a:moveTo>
                    <a:pt x="60" y="200"/>
                  </a:moveTo>
                  <a:lnTo>
                    <a:pt x="1293" y="200"/>
                  </a:lnTo>
                  <a:cubicBezTo>
                    <a:pt x="14240" y="200"/>
                    <a:pt x="24736" y="10696"/>
                    <a:pt x="24736" y="23644"/>
                  </a:cubicBezTo>
                  <a:lnTo>
                    <a:pt x="24736" y="23644"/>
                  </a:lnTo>
                  <a:cubicBezTo>
                    <a:pt x="24736" y="36591"/>
                    <a:pt x="14240" y="47087"/>
                    <a:pt x="1293" y="47087"/>
                  </a:cubicBezTo>
                  <a:lnTo>
                    <a:pt x="60" y="47087"/>
                  </a:lnTo>
                  <a:lnTo>
                    <a:pt x="60" y="200"/>
                  </a:lnTo>
                  <a:close/>
                </a:path>
              </a:pathLst>
            </a:custGeom>
            <a:solidFill>
              <a:srgbClr val="3F3D56"/>
            </a:solidFill>
            <a:ln w="3809"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C442CD05-6D99-26BF-DE30-8085A1342279}"/>
                </a:ext>
              </a:extLst>
            </p:cNvPr>
            <p:cNvSpPr/>
            <p:nvPr/>
          </p:nvSpPr>
          <p:spPr>
            <a:xfrm rot="10800000">
              <a:off x="1804877" y="3705834"/>
              <a:ext cx="24681" cy="36036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Ellipse 87">
              <a:extLst>
                <a:ext uri="{FF2B5EF4-FFF2-40B4-BE49-F238E27FC236}">
                  <a16:creationId xmlns:a16="http://schemas.microsoft.com/office/drawing/2014/main" id="{73A593B0-BD25-A8A2-F444-00606AEEFEE8}"/>
                </a:ext>
              </a:extLst>
            </p:cNvPr>
            <p:cNvSpPr/>
            <p:nvPr/>
          </p:nvSpPr>
          <p:spPr>
            <a:xfrm>
              <a:off x="871890" y="4048919"/>
              <a:ext cx="69113" cy="69113"/>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Rectangle 88">
              <a:extLst>
                <a:ext uri="{FF2B5EF4-FFF2-40B4-BE49-F238E27FC236}">
                  <a16:creationId xmlns:a16="http://schemas.microsoft.com/office/drawing/2014/main" id="{67CD02C7-CF02-785C-1110-10685D5CD8AE}"/>
                </a:ext>
              </a:extLst>
            </p:cNvPr>
            <p:cNvSpPr/>
            <p:nvPr/>
          </p:nvSpPr>
          <p:spPr>
            <a:xfrm rot="10800000">
              <a:off x="956760" y="4464683"/>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Rectangle 89">
              <a:extLst>
                <a:ext uri="{FF2B5EF4-FFF2-40B4-BE49-F238E27FC236}">
                  <a16:creationId xmlns:a16="http://schemas.microsoft.com/office/drawing/2014/main" id="{F4499B7C-7A58-C184-CCD5-C59E00EA8CD2}"/>
                </a:ext>
              </a:extLst>
            </p:cNvPr>
            <p:cNvSpPr/>
            <p:nvPr/>
          </p:nvSpPr>
          <p:spPr>
            <a:xfrm rot="10800000">
              <a:off x="998932" y="4434558"/>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Rectangle 90">
              <a:extLst>
                <a:ext uri="{FF2B5EF4-FFF2-40B4-BE49-F238E27FC236}">
                  <a16:creationId xmlns:a16="http://schemas.microsoft.com/office/drawing/2014/main" id="{26980169-7B3E-9DE3-13AF-8182D916872B}"/>
                </a:ext>
              </a:extLst>
            </p:cNvPr>
            <p:cNvSpPr/>
            <p:nvPr/>
          </p:nvSpPr>
          <p:spPr>
            <a:xfrm rot="10800000">
              <a:off x="968807" y="4410460"/>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Rectangle 91">
              <a:extLst>
                <a:ext uri="{FF2B5EF4-FFF2-40B4-BE49-F238E27FC236}">
                  <a16:creationId xmlns:a16="http://schemas.microsoft.com/office/drawing/2014/main" id="{7D545F95-BFAD-78E7-D179-E8D3FAEE4F40}"/>
                </a:ext>
              </a:extLst>
            </p:cNvPr>
            <p:cNvSpPr/>
            <p:nvPr/>
          </p:nvSpPr>
          <p:spPr>
            <a:xfrm rot="10800000">
              <a:off x="1010983" y="4380339"/>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93" name="Graphique 44">
              <a:extLst>
                <a:ext uri="{FF2B5EF4-FFF2-40B4-BE49-F238E27FC236}">
                  <a16:creationId xmlns:a16="http://schemas.microsoft.com/office/drawing/2014/main" id="{CBF188D4-02EE-4168-8960-C147EC8F68F2}"/>
                </a:ext>
              </a:extLst>
            </p:cNvPr>
            <p:cNvGrpSpPr/>
            <p:nvPr/>
          </p:nvGrpSpPr>
          <p:grpSpPr>
            <a:xfrm>
              <a:off x="197546" y="4552430"/>
              <a:ext cx="126030" cy="136964"/>
              <a:chOff x="197546" y="4552430"/>
              <a:chExt cx="126030" cy="136964"/>
            </a:xfrm>
          </p:grpSpPr>
          <p:sp>
            <p:nvSpPr>
              <p:cNvPr id="94" name="Forme libre : forme 93">
                <a:extLst>
                  <a:ext uri="{FF2B5EF4-FFF2-40B4-BE49-F238E27FC236}">
                    <a16:creationId xmlns:a16="http://schemas.microsoft.com/office/drawing/2014/main" id="{85CD3C4D-D89E-CA40-CE56-CF8B6740DDE6}"/>
                  </a:ext>
                </a:extLst>
              </p:cNvPr>
              <p:cNvSpPr/>
              <p:nvPr/>
            </p:nvSpPr>
            <p:spPr>
              <a:xfrm>
                <a:off x="197546" y="4552430"/>
                <a:ext cx="126030" cy="136964"/>
              </a:xfrm>
              <a:custGeom>
                <a:avLst/>
                <a:gdLst>
                  <a:gd name="csX0" fmla="*/ 117564 w 126030"/>
                  <a:gd name="csY0" fmla="*/ 120135 h 136964"/>
                  <a:gd name="csX1" fmla="*/ 114319 w 126030"/>
                  <a:gd name="csY1" fmla="*/ 120135 h 136964"/>
                  <a:gd name="csX2" fmla="*/ 100196 w 126030"/>
                  <a:gd name="csY2" fmla="*/ 82547 h 136964"/>
                  <a:gd name="csX3" fmla="*/ 91538 w 126030"/>
                  <a:gd name="csY3" fmla="*/ 61450 h 136964"/>
                  <a:gd name="csX4" fmla="*/ 85729 w 126030"/>
                  <a:gd name="csY4" fmla="*/ 47327 h 136964"/>
                  <a:gd name="csX5" fmla="*/ 77071 w 126030"/>
                  <a:gd name="csY5" fmla="*/ 26229 h 136964"/>
                  <a:gd name="csX6" fmla="*/ 67647 w 126030"/>
                  <a:gd name="csY6" fmla="*/ 3380 h 136964"/>
                  <a:gd name="csX7" fmla="*/ 61656 w 126030"/>
                  <a:gd name="csY7" fmla="*/ -276 h 136964"/>
                  <a:gd name="csX8" fmla="*/ 58001 w 126030"/>
                  <a:gd name="csY8" fmla="*/ 3380 h 136964"/>
                  <a:gd name="csX9" fmla="*/ 48576 w 126030"/>
                  <a:gd name="csY9" fmla="*/ 26229 h 136964"/>
                  <a:gd name="csX10" fmla="*/ 39919 w 126030"/>
                  <a:gd name="csY10" fmla="*/ 47300 h 136964"/>
                  <a:gd name="csX11" fmla="*/ 34056 w 126030"/>
                  <a:gd name="csY11" fmla="*/ 61423 h 136964"/>
                  <a:gd name="csX12" fmla="*/ 25399 w 126030"/>
                  <a:gd name="csY12" fmla="*/ 82521 h 136964"/>
                  <a:gd name="csX13" fmla="*/ 11329 w 126030"/>
                  <a:gd name="csY13" fmla="*/ 120108 h 136964"/>
                  <a:gd name="csX14" fmla="*/ 7973 w 126030"/>
                  <a:gd name="csY14" fmla="*/ 120108 h 136964"/>
                  <a:gd name="csX15" fmla="*/ -247 w 126030"/>
                  <a:gd name="csY15" fmla="*/ 128328 h 136964"/>
                  <a:gd name="csX16" fmla="*/ 7973 w 126030"/>
                  <a:gd name="csY16" fmla="*/ 136548 h 136964"/>
                  <a:gd name="csX17" fmla="*/ 117564 w 126030"/>
                  <a:gd name="csY17" fmla="*/ 136548 h 136964"/>
                  <a:gd name="csX18" fmla="*/ 125784 w 126030"/>
                  <a:gd name="csY18" fmla="*/ 128328 h 136964"/>
                  <a:gd name="csX19" fmla="*/ 117564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564" y="120135"/>
                    </a:moveTo>
                    <a:lnTo>
                      <a:pt x="114319" y="120135"/>
                    </a:lnTo>
                    <a:cubicBezTo>
                      <a:pt x="114617" y="119432"/>
                      <a:pt x="100196" y="82547"/>
                      <a:pt x="100196" y="82547"/>
                    </a:cubicBezTo>
                    <a:lnTo>
                      <a:pt x="91538" y="61450"/>
                    </a:lnTo>
                    <a:lnTo>
                      <a:pt x="85729" y="47327"/>
                    </a:lnTo>
                    <a:lnTo>
                      <a:pt x="77071" y="26229"/>
                    </a:lnTo>
                    <a:lnTo>
                      <a:pt x="67647" y="3380"/>
                    </a:lnTo>
                    <a:cubicBezTo>
                      <a:pt x="67002" y="716"/>
                      <a:pt x="64320" y="-920"/>
                      <a:pt x="61656" y="-276"/>
                    </a:cubicBezTo>
                    <a:cubicBezTo>
                      <a:pt x="59849" y="162"/>
                      <a:pt x="58438" y="1573"/>
                      <a:pt x="58001" y="3380"/>
                    </a:cubicBezTo>
                    <a:lnTo>
                      <a:pt x="48576" y="26229"/>
                    </a:lnTo>
                    <a:lnTo>
                      <a:pt x="39919" y="47300"/>
                    </a:lnTo>
                    <a:lnTo>
                      <a:pt x="34056" y="61423"/>
                    </a:lnTo>
                    <a:lnTo>
                      <a:pt x="25399" y="82521"/>
                    </a:lnTo>
                    <a:cubicBezTo>
                      <a:pt x="25399" y="82521"/>
                      <a:pt x="11031" y="119410"/>
                      <a:pt x="11329" y="120108"/>
                    </a:cubicBezTo>
                    <a:lnTo>
                      <a:pt x="7973" y="120108"/>
                    </a:lnTo>
                    <a:cubicBezTo>
                      <a:pt x="3433" y="120108"/>
                      <a:pt x="-247" y="123788"/>
                      <a:pt x="-247" y="128328"/>
                    </a:cubicBezTo>
                    <a:cubicBezTo>
                      <a:pt x="-247" y="132868"/>
                      <a:pt x="3433" y="136548"/>
                      <a:pt x="7973" y="136548"/>
                    </a:cubicBezTo>
                    <a:lnTo>
                      <a:pt x="117564" y="136548"/>
                    </a:lnTo>
                    <a:cubicBezTo>
                      <a:pt x="122104" y="136548"/>
                      <a:pt x="125784" y="132868"/>
                      <a:pt x="125784" y="128328"/>
                    </a:cubicBezTo>
                    <a:cubicBezTo>
                      <a:pt x="125784" y="123788"/>
                      <a:pt x="122104" y="120108"/>
                      <a:pt x="117564" y="120108"/>
                    </a:cubicBezTo>
                    <a:close/>
                  </a:path>
                </a:pathLst>
              </a:custGeom>
              <a:solidFill>
                <a:srgbClr val="FF6584"/>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orme libre : forme 94">
                <a:extLst>
                  <a:ext uri="{FF2B5EF4-FFF2-40B4-BE49-F238E27FC236}">
                    <a16:creationId xmlns:a16="http://schemas.microsoft.com/office/drawing/2014/main" id="{3152025B-58F7-6396-0CF7-730887F49F10}"/>
                  </a:ext>
                </a:extLst>
              </p:cNvPr>
              <p:cNvSpPr/>
              <p:nvPr/>
            </p:nvSpPr>
            <p:spPr>
              <a:xfrm>
                <a:off x="237705" y="4579083"/>
                <a:ext cx="45805" cy="21097"/>
              </a:xfrm>
              <a:custGeom>
                <a:avLst/>
                <a:gdLst>
                  <a:gd name="csX0" fmla="*/ 45638 w 45805"/>
                  <a:gd name="csY0" fmla="*/ 20908 h 21097"/>
                  <a:gd name="csX1" fmla="*/ -168 w 45805"/>
                  <a:gd name="csY1" fmla="*/ 20908 h 21097"/>
                  <a:gd name="csX2" fmla="*/ 8490 w 45805"/>
                  <a:gd name="csY2" fmla="*/ -190 h 21097"/>
                  <a:gd name="csX3" fmla="*/ 36981 w 45805"/>
                  <a:gd name="csY3" fmla="*/ -190 h 21097"/>
                </a:gdLst>
                <a:ahLst/>
                <a:cxnLst>
                  <a:cxn ang="0">
                    <a:pos x="csX0" y="csY0"/>
                  </a:cxn>
                  <a:cxn ang="0">
                    <a:pos x="csX1" y="csY1"/>
                  </a:cxn>
                  <a:cxn ang="0">
                    <a:pos x="csX2" y="csY2"/>
                  </a:cxn>
                  <a:cxn ang="0">
                    <a:pos x="csX3" y="csY3"/>
                  </a:cxn>
                </a:cxnLst>
                <a:rect l="l" t="t" r="r" b="b"/>
                <a:pathLst>
                  <a:path w="45805" h="21097">
                    <a:moveTo>
                      <a:pt x="45638" y="20908"/>
                    </a:moveTo>
                    <a:lnTo>
                      <a:pt x="-168" y="20908"/>
                    </a:lnTo>
                    <a:lnTo>
                      <a:pt x="8490" y="-190"/>
                    </a:lnTo>
                    <a:lnTo>
                      <a:pt x="36981" y="-190"/>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orme libre : forme 95">
                <a:extLst>
                  <a:ext uri="{FF2B5EF4-FFF2-40B4-BE49-F238E27FC236}">
                    <a16:creationId xmlns:a16="http://schemas.microsoft.com/office/drawing/2014/main" id="{02B40E7A-4908-77A5-90CB-FE3077FE8971}"/>
                  </a:ext>
                </a:extLst>
              </p:cNvPr>
              <p:cNvSpPr/>
              <p:nvPr/>
            </p:nvSpPr>
            <p:spPr>
              <a:xfrm>
                <a:off x="223180" y="4614299"/>
                <a:ext cx="74789" cy="21097"/>
              </a:xfrm>
              <a:custGeom>
                <a:avLst/>
                <a:gdLst>
                  <a:gd name="csX0" fmla="*/ 74621 w 74789"/>
                  <a:gd name="csY0" fmla="*/ 20910 h 21097"/>
                  <a:gd name="csX1" fmla="*/ -169 w 74789"/>
                  <a:gd name="csY1" fmla="*/ 20910 h 21097"/>
                  <a:gd name="csX2" fmla="*/ 8488 w 74789"/>
                  <a:gd name="csY2" fmla="*/ -187 h 21097"/>
                  <a:gd name="csX3" fmla="*/ 65963 w 74789"/>
                  <a:gd name="csY3" fmla="*/ -187 h 21097"/>
                </a:gdLst>
                <a:ahLst/>
                <a:cxnLst>
                  <a:cxn ang="0">
                    <a:pos x="csX0" y="csY0"/>
                  </a:cxn>
                  <a:cxn ang="0">
                    <a:pos x="csX1" y="csY1"/>
                  </a:cxn>
                  <a:cxn ang="0">
                    <a:pos x="csX2" y="csY2"/>
                  </a:cxn>
                  <a:cxn ang="0">
                    <a:pos x="csX3" y="csY3"/>
                  </a:cxn>
                </a:cxnLst>
                <a:rect l="l" t="t" r="r" b="b"/>
                <a:pathLst>
                  <a:path w="74789" h="21097">
                    <a:moveTo>
                      <a:pt x="74621" y="20910"/>
                    </a:moveTo>
                    <a:lnTo>
                      <a:pt x="-169" y="20910"/>
                    </a:lnTo>
                    <a:lnTo>
                      <a:pt x="8488" y="-187"/>
                    </a:lnTo>
                    <a:lnTo>
                      <a:pt x="65963" y="-187"/>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7" name="Graphique 44">
              <a:extLst>
                <a:ext uri="{FF2B5EF4-FFF2-40B4-BE49-F238E27FC236}">
                  <a16:creationId xmlns:a16="http://schemas.microsoft.com/office/drawing/2014/main" id="{478B1C0E-6899-3023-82C3-EFADF6142C63}"/>
                </a:ext>
              </a:extLst>
            </p:cNvPr>
            <p:cNvGrpSpPr/>
            <p:nvPr/>
          </p:nvGrpSpPr>
          <p:grpSpPr>
            <a:xfrm>
              <a:off x="1678848" y="4552430"/>
              <a:ext cx="126030" cy="136964"/>
              <a:chOff x="1678848" y="4552430"/>
              <a:chExt cx="126030" cy="136964"/>
            </a:xfrm>
          </p:grpSpPr>
          <p:sp>
            <p:nvSpPr>
              <p:cNvPr id="98" name="Forme libre : forme 97">
                <a:extLst>
                  <a:ext uri="{FF2B5EF4-FFF2-40B4-BE49-F238E27FC236}">
                    <a16:creationId xmlns:a16="http://schemas.microsoft.com/office/drawing/2014/main" id="{72FB5687-8C37-8FA9-59B8-8915DF0D6290}"/>
                  </a:ext>
                </a:extLst>
              </p:cNvPr>
              <p:cNvSpPr/>
              <p:nvPr/>
            </p:nvSpPr>
            <p:spPr>
              <a:xfrm>
                <a:off x="1678848" y="4552430"/>
                <a:ext cx="126030" cy="136964"/>
              </a:xfrm>
              <a:custGeom>
                <a:avLst/>
                <a:gdLst>
                  <a:gd name="csX0" fmla="*/ 117952 w 126030"/>
                  <a:gd name="csY0" fmla="*/ 120135 h 136964"/>
                  <a:gd name="csX1" fmla="*/ 114707 w 126030"/>
                  <a:gd name="csY1" fmla="*/ 120135 h 136964"/>
                  <a:gd name="csX2" fmla="*/ 100584 w 126030"/>
                  <a:gd name="csY2" fmla="*/ 82547 h 136964"/>
                  <a:gd name="csX3" fmla="*/ 91926 w 126030"/>
                  <a:gd name="csY3" fmla="*/ 61450 h 136964"/>
                  <a:gd name="csX4" fmla="*/ 86117 w 126030"/>
                  <a:gd name="csY4" fmla="*/ 47327 h 136964"/>
                  <a:gd name="csX5" fmla="*/ 77460 w 126030"/>
                  <a:gd name="csY5" fmla="*/ 26229 h 136964"/>
                  <a:gd name="csX6" fmla="*/ 68035 w 126030"/>
                  <a:gd name="csY6" fmla="*/ 3380 h 136964"/>
                  <a:gd name="csX7" fmla="*/ 62044 w 126030"/>
                  <a:gd name="csY7" fmla="*/ -276 h 136964"/>
                  <a:gd name="csX8" fmla="*/ 58389 w 126030"/>
                  <a:gd name="csY8" fmla="*/ 3380 h 136964"/>
                  <a:gd name="csX9" fmla="*/ 48964 w 126030"/>
                  <a:gd name="csY9" fmla="*/ 26229 h 136964"/>
                  <a:gd name="csX10" fmla="*/ 40307 w 126030"/>
                  <a:gd name="csY10" fmla="*/ 47300 h 136964"/>
                  <a:gd name="csX11" fmla="*/ 34444 w 126030"/>
                  <a:gd name="csY11" fmla="*/ 61423 h 136964"/>
                  <a:gd name="csX12" fmla="*/ 25787 w 126030"/>
                  <a:gd name="csY12" fmla="*/ 82521 h 136964"/>
                  <a:gd name="csX13" fmla="*/ 11717 w 126030"/>
                  <a:gd name="csY13" fmla="*/ 120108 h 136964"/>
                  <a:gd name="csX14" fmla="*/ 8361 w 126030"/>
                  <a:gd name="csY14" fmla="*/ 120108 h 136964"/>
                  <a:gd name="csX15" fmla="*/ 141 w 126030"/>
                  <a:gd name="csY15" fmla="*/ 128328 h 136964"/>
                  <a:gd name="csX16" fmla="*/ 8361 w 126030"/>
                  <a:gd name="csY16" fmla="*/ 136548 h 136964"/>
                  <a:gd name="csX17" fmla="*/ 117952 w 126030"/>
                  <a:gd name="csY17" fmla="*/ 136548 h 136964"/>
                  <a:gd name="csX18" fmla="*/ 126172 w 126030"/>
                  <a:gd name="csY18" fmla="*/ 128328 h 136964"/>
                  <a:gd name="csX19" fmla="*/ 117952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952" y="120135"/>
                    </a:moveTo>
                    <a:lnTo>
                      <a:pt x="114707" y="120135"/>
                    </a:lnTo>
                    <a:cubicBezTo>
                      <a:pt x="115005" y="119432"/>
                      <a:pt x="100584" y="82547"/>
                      <a:pt x="100584" y="82547"/>
                    </a:cubicBezTo>
                    <a:lnTo>
                      <a:pt x="91926" y="61450"/>
                    </a:lnTo>
                    <a:lnTo>
                      <a:pt x="86117" y="47327"/>
                    </a:lnTo>
                    <a:lnTo>
                      <a:pt x="77460" y="26229"/>
                    </a:lnTo>
                    <a:lnTo>
                      <a:pt x="68035" y="3380"/>
                    </a:lnTo>
                    <a:cubicBezTo>
                      <a:pt x="67390" y="716"/>
                      <a:pt x="64708" y="-920"/>
                      <a:pt x="62044" y="-276"/>
                    </a:cubicBezTo>
                    <a:cubicBezTo>
                      <a:pt x="60237" y="162"/>
                      <a:pt x="58826" y="1573"/>
                      <a:pt x="58389" y="3380"/>
                    </a:cubicBezTo>
                    <a:lnTo>
                      <a:pt x="48964" y="26229"/>
                    </a:lnTo>
                    <a:lnTo>
                      <a:pt x="40307" y="47300"/>
                    </a:lnTo>
                    <a:lnTo>
                      <a:pt x="34444" y="61423"/>
                    </a:lnTo>
                    <a:lnTo>
                      <a:pt x="25787" y="82521"/>
                    </a:lnTo>
                    <a:cubicBezTo>
                      <a:pt x="25787" y="82521"/>
                      <a:pt x="11419" y="119410"/>
                      <a:pt x="11717" y="120108"/>
                    </a:cubicBezTo>
                    <a:lnTo>
                      <a:pt x="8361" y="120108"/>
                    </a:lnTo>
                    <a:cubicBezTo>
                      <a:pt x="3821" y="120108"/>
                      <a:pt x="141" y="123788"/>
                      <a:pt x="141" y="128328"/>
                    </a:cubicBezTo>
                    <a:cubicBezTo>
                      <a:pt x="141" y="132868"/>
                      <a:pt x="3821" y="136548"/>
                      <a:pt x="8361" y="136548"/>
                    </a:cubicBezTo>
                    <a:lnTo>
                      <a:pt x="117952" y="136548"/>
                    </a:lnTo>
                    <a:cubicBezTo>
                      <a:pt x="122492" y="136548"/>
                      <a:pt x="126172" y="132868"/>
                      <a:pt x="126172" y="128328"/>
                    </a:cubicBezTo>
                    <a:cubicBezTo>
                      <a:pt x="126172" y="123788"/>
                      <a:pt x="122492" y="120108"/>
                      <a:pt x="117952" y="120108"/>
                    </a:cubicBezTo>
                    <a:close/>
                  </a:path>
                </a:pathLst>
              </a:custGeom>
              <a:solidFill>
                <a:srgbClr val="FF6584"/>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orme libre : forme 98">
                <a:extLst>
                  <a:ext uri="{FF2B5EF4-FFF2-40B4-BE49-F238E27FC236}">
                    <a16:creationId xmlns:a16="http://schemas.microsoft.com/office/drawing/2014/main" id="{B8BF1E03-C8A3-6F08-2EB1-BB41A68202B3}"/>
                  </a:ext>
                </a:extLst>
              </p:cNvPr>
              <p:cNvSpPr/>
              <p:nvPr/>
            </p:nvSpPr>
            <p:spPr>
              <a:xfrm>
                <a:off x="1719007" y="4579083"/>
                <a:ext cx="45805" cy="21097"/>
              </a:xfrm>
              <a:custGeom>
                <a:avLst/>
                <a:gdLst>
                  <a:gd name="csX0" fmla="*/ 46026 w 45805"/>
                  <a:gd name="csY0" fmla="*/ 20908 h 21097"/>
                  <a:gd name="csX1" fmla="*/ 220 w 45805"/>
                  <a:gd name="csY1" fmla="*/ 20908 h 21097"/>
                  <a:gd name="csX2" fmla="*/ 8878 w 45805"/>
                  <a:gd name="csY2" fmla="*/ -190 h 21097"/>
                  <a:gd name="csX3" fmla="*/ 37369 w 45805"/>
                  <a:gd name="csY3" fmla="*/ -190 h 21097"/>
                </a:gdLst>
                <a:ahLst/>
                <a:cxnLst>
                  <a:cxn ang="0">
                    <a:pos x="csX0" y="csY0"/>
                  </a:cxn>
                  <a:cxn ang="0">
                    <a:pos x="csX1" y="csY1"/>
                  </a:cxn>
                  <a:cxn ang="0">
                    <a:pos x="csX2" y="csY2"/>
                  </a:cxn>
                  <a:cxn ang="0">
                    <a:pos x="csX3" y="csY3"/>
                  </a:cxn>
                </a:cxnLst>
                <a:rect l="l" t="t" r="r" b="b"/>
                <a:pathLst>
                  <a:path w="45805" h="21097">
                    <a:moveTo>
                      <a:pt x="46026" y="20908"/>
                    </a:moveTo>
                    <a:lnTo>
                      <a:pt x="220" y="20908"/>
                    </a:lnTo>
                    <a:lnTo>
                      <a:pt x="8878" y="-190"/>
                    </a:lnTo>
                    <a:lnTo>
                      <a:pt x="37369" y="-190"/>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orme libre : forme 99">
                <a:extLst>
                  <a:ext uri="{FF2B5EF4-FFF2-40B4-BE49-F238E27FC236}">
                    <a16:creationId xmlns:a16="http://schemas.microsoft.com/office/drawing/2014/main" id="{AC580DAA-922A-646B-8190-A7828B7ED009}"/>
                  </a:ext>
                </a:extLst>
              </p:cNvPr>
              <p:cNvSpPr/>
              <p:nvPr/>
            </p:nvSpPr>
            <p:spPr>
              <a:xfrm>
                <a:off x="1704482" y="4614299"/>
                <a:ext cx="74789" cy="21097"/>
              </a:xfrm>
              <a:custGeom>
                <a:avLst/>
                <a:gdLst>
                  <a:gd name="csX0" fmla="*/ 75009 w 74789"/>
                  <a:gd name="csY0" fmla="*/ 20910 h 21097"/>
                  <a:gd name="csX1" fmla="*/ 219 w 74789"/>
                  <a:gd name="csY1" fmla="*/ 20910 h 21097"/>
                  <a:gd name="csX2" fmla="*/ 8877 w 74789"/>
                  <a:gd name="csY2" fmla="*/ -187 h 21097"/>
                  <a:gd name="csX3" fmla="*/ 66351 w 74789"/>
                  <a:gd name="csY3" fmla="*/ -187 h 21097"/>
                </a:gdLst>
                <a:ahLst/>
                <a:cxnLst>
                  <a:cxn ang="0">
                    <a:pos x="csX0" y="csY0"/>
                  </a:cxn>
                  <a:cxn ang="0">
                    <a:pos x="csX1" y="csY1"/>
                  </a:cxn>
                  <a:cxn ang="0">
                    <a:pos x="csX2" y="csY2"/>
                  </a:cxn>
                  <a:cxn ang="0">
                    <a:pos x="csX3" y="csY3"/>
                  </a:cxn>
                </a:cxnLst>
                <a:rect l="l" t="t" r="r" b="b"/>
                <a:pathLst>
                  <a:path w="74789" h="21097">
                    <a:moveTo>
                      <a:pt x="75009" y="20910"/>
                    </a:moveTo>
                    <a:lnTo>
                      <a:pt x="219" y="20910"/>
                    </a:lnTo>
                    <a:lnTo>
                      <a:pt x="8877" y="-187"/>
                    </a:lnTo>
                    <a:lnTo>
                      <a:pt x="66351" y="-187"/>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158" name="Rectangle 157">
            <a:hlinkClick r:id="rId6" action="ppaction://hlinksldjump"/>
            <a:extLst>
              <a:ext uri="{FF2B5EF4-FFF2-40B4-BE49-F238E27FC236}">
                <a16:creationId xmlns:a16="http://schemas.microsoft.com/office/drawing/2014/main" id="{880522C6-4B07-D432-E295-189382604322}"/>
              </a:ext>
            </a:extLst>
          </p:cNvPr>
          <p:cNvSpPr/>
          <p:nvPr/>
        </p:nvSpPr>
        <p:spPr>
          <a:xfrm>
            <a:off x="131615"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59" name="Rectangle 158">
            <a:extLst>
              <a:ext uri="{FF2B5EF4-FFF2-40B4-BE49-F238E27FC236}">
                <a16:creationId xmlns:a16="http://schemas.microsoft.com/office/drawing/2014/main" id="{2F2BDC16-5CDE-E8BE-CDE5-01172CD0BF75}"/>
              </a:ext>
            </a:extLst>
          </p:cNvPr>
          <p:cNvSpPr/>
          <p:nvPr/>
        </p:nvSpPr>
        <p:spPr>
          <a:xfrm>
            <a:off x="4182277"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0" name="Rectangle 159">
            <a:hlinkClick r:id="rId6" action="ppaction://hlinksldjump"/>
            <a:extLst>
              <a:ext uri="{FF2B5EF4-FFF2-40B4-BE49-F238E27FC236}">
                <a16:creationId xmlns:a16="http://schemas.microsoft.com/office/drawing/2014/main" id="{FDCA580F-4D95-F732-624F-B50FBCAE0023}"/>
              </a:ext>
            </a:extLst>
          </p:cNvPr>
          <p:cNvSpPr/>
          <p:nvPr/>
        </p:nvSpPr>
        <p:spPr>
          <a:xfrm>
            <a:off x="8232940"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1" name="Rectangle 160">
            <a:extLst>
              <a:ext uri="{FF2B5EF4-FFF2-40B4-BE49-F238E27FC236}">
                <a16:creationId xmlns:a16="http://schemas.microsoft.com/office/drawing/2014/main" id="{7E35D3A5-AAF0-F1A0-7E17-818F0E2C8CE6}"/>
              </a:ext>
            </a:extLst>
          </p:cNvPr>
          <p:cNvSpPr/>
          <p:nvPr/>
        </p:nvSpPr>
        <p:spPr>
          <a:xfrm>
            <a:off x="131615"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un projet conséquent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parcourir les questions à se poser pour assurer un accompagnement humain du projet</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grpSp>
        <p:nvGrpSpPr>
          <p:cNvPr id="162" name="Groupe 161">
            <a:extLst>
              <a:ext uri="{FF2B5EF4-FFF2-40B4-BE49-F238E27FC236}">
                <a16:creationId xmlns:a16="http://schemas.microsoft.com/office/drawing/2014/main" id="{ABB571B2-55DA-2B2B-2A8E-D578192C793E}"/>
              </a:ext>
            </a:extLst>
          </p:cNvPr>
          <p:cNvGrpSpPr/>
          <p:nvPr/>
        </p:nvGrpSpPr>
        <p:grpSpPr>
          <a:xfrm>
            <a:off x="3409283" y="5236168"/>
            <a:ext cx="644662" cy="432000"/>
            <a:chOff x="4881260" y="5996412"/>
            <a:chExt cx="644662" cy="432000"/>
          </a:xfrm>
        </p:grpSpPr>
        <p:sp>
          <p:nvSpPr>
            <p:cNvPr id="163" name="Rectangle 162">
              <a:extLst>
                <a:ext uri="{FF2B5EF4-FFF2-40B4-BE49-F238E27FC236}">
                  <a16:creationId xmlns:a16="http://schemas.microsoft.com/office/drawing/2014/main" id="{8A0CEE5F-29BE-7AA4-ED6B-0C077BF162E5}"/>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4" name="Forme libre : forme 163">
              <a:hlinkClick r:id="rId6" action="ppaction://hlinksldjump"/>
              <a:extLst>
                <a:ext uri="{FF2B5EF4-FFF2-40B4-BE49-F238E27FC236}">
                  <a16:creationId xmlns:a16="http://schemas.microsoft.com/office/drawing/2014/main" id="{D3DB8C46-E567-C968-8407-16D57571A9C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5" name="Groupe 164">
            <a:extLst>
              <a:ext uri="{FF2B5EF4-FFF2-40B4-BE49-F238E27FC236}">
                <a16:creationId xmlns:a16="http://schemas.microsoft.com/office/drawing/2014/main" id="{6DFA8E2F-7A16-ACED-E9F5-B32E5BB76343}"/>
              </a:ext>
            </a:extLst>
          </p:cNvPr>
          <p:cNvGrpSpPr/>
          <p:nvPr/>
        </p:nvGrpSpPr>
        <p:grpSpPr>
          <a:xfrm>
            <a:off x="7525986" y="5281369"/>
            <a:ext cx="644662" cy="432000"/>
            <a:chOff x="4881260" y="5996412"/>
            <a:chExt cx="644662" cy="432000"/>
          </a:xfrm>
        </p:grpSpPr>
        <p:sp>
          <p:nvSpPr>
            <p:cNvPr id="166" name="Rectangle 165">
              <a:extLst>
                <a:ext uri="{FF2B5EF4-FFF2-40B4-BE49-F238E27FC236}">
                  <a16:creationId xmlns:a16="http://schemas.microsoft.com/office/drawing/2014/main" id="{9A997F0D-48AC-664F-436A-B1BD04DF9F23}"/>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7" name="Forme libre : forme 166">
              <a:extLst>
                <a:ext uri="{FF2B5EF4-FFF2-40B4-BE49-F238E27FC236}">
                  <a16:creationId xmlns:a16="http://schemas.microsoft.com/office/drawing/2014/main" id="{F46B47BB-00B0-6F4D-7759-9E8FDB25571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8" name="Groupe 167">
            <a:extLst>
              <a:ext uri="{FF2B5EF4-FFF2-40B4-BE49-F238E27FC236}">
                <a16:creationId xmlns:a16="http://schemas.microsoft.com/office/drawing/2014/main" id="{CAC4F3BF-ED50-3EF3-97EF-5A25A8C3834B}"/>
              </a:ext>
            </a:extLst>
          </p:cNvPr>
          <p:cNvGrpSpPr/>
          <p:nvPr/>
        </p:nvGrpSpPr>
        <p:grpSpPr>
          <a:xfrm>
            <a:off x="11486404" y="5252767"/>
            <a:ext cx="644662" cy="432000"/>
            <a:chOff x="4881260" y="5996412"/>
            <a:chExt cx="644662" cy="432000"/>
          </a:xfrm>
        </p:grpSpPr>
        <p:sp>
          <p:nvSpPr>
            <p:cNvPr id="169" name="Rectangle 168">
              <a:extLst>
                <a:ext uri="{FF2B5EF4-FFF2-40B4-BE49-F238E27FC236}">
                  <a16:creationId xmlns:a16="http://schemas.microsoft.com/office/drawing/2014/main" id="{40E056DB-FDFC-993A-015A-9F7A9710B59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70" name="Forme libre : forme 169">
              <a:hlinkClick r:id="rId6" action="ppaction://hlinksldjump"/>
              <a:extLst>
                <a:ext uri="{FF2B5EF4-FFF2-40B4-BE49-F238E27FC236}">
                  <a16:creationId xmlns:a16="http://schemas.microsoft.com/office/drawing/2014/main" id="{B80DC43D-DBF9-5F85-9F59-138D82D83B0B}"/>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71" name="Rectangle 170">
            <a:extLst>
              <a:ext uri="{FF2B5EF4-FFF2-40B4-BE49-F238E27FC236}">
                <a16:creationId xmlns:a16="http://schemas.microsoft.com/office/drawing/2014/main" id="{E8C0CB0F-0661-E7D0-8056-F8412A298C62}"/>
              </a:ext>
            </a:extLst>
          </p:cNvPr>
          <p:cNvSpPr/>
          <p:nvPr/>
        </p:nvSpPr>
        <p:spPr>
          <a:xfrm>
            <a:off x="4182277"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un projet plus modeste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aller à l'essentiel et identifier les incontournables</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sp>
        <p:nvSpPr>
          <p:cNvPr id="172" name="Rectangle 171">
            <a:extLst>
              <a:ext uri="{FF2B5EF4-FFF2-40B4-BE49-F238E27FC236}">
                <a16:creationId xmlns:a16="http://schemas.microsoft.com/office/drawing/2014/main" id="{BD0E1520-7BBB-3DD2-4289-7135B1F73DA1}"/>
              </a:ext>
            </a:extLst>
          </p:cNvPr>
          <p:cNvSpPr/>
          <p:nvPr/>
        </p:nvSpPr>
        <p:spPr>
          <a:xfrm>
            <a:off x="8232940"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Je veux explorer</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naviguer librement pour trouver les informations qui m’aident</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sp>
        <p:nvSpPr>
          <p:cNvPr id="3" name="Flèche : chevron 8 - 2 - 1">
            <a:extLst>
              <a:ext uri="{FF2B5EF4-FFF2-40B4-BE49-F238E27FC236}">
                <a16:creationId xmlns:a16="http://schemas.microsoft.com/office/drawing/2014/main" id="{84FFA493-8F59-D0EF-64DB-A57263D56C1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4" name="Flèche : chevron 8 - 2 - 1">
            <a:extLst>
              <a:ext uri="{FF2B5EF4-FFF2-40B4-BE49-F238E27FC236}">
                <a16:creationId xmlns:a16="http://schemas.microsoft.com/office/drawing/2014/main" id="{7C8FAC9C-A6F4-D09E-920F-0077847CE0E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6" name="Flèche : chevron 8 - 2 - 1">
            <a:extLst>
              <a:ext uri="{FF2B5EF4-FFF2-40B4-BE49-F238E27FC236}">
                <a16:creationId xmlns:a16="http://schemas.microsoft.com/office/drawing/2014/main" id="{FB673D3D-5742-0580-66B2-0B39822FD6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7" name="Flèche : chevron 8 - 2 - 1">
            <a:extLst>
              <a:ext uri="{FF2B5EF4-FFF2-40B4-BE49-F238E27FC236}">
                <a16:creationId xmlns:a16="http://schemas.microsoft.com/office/drawing/2014/main" id="{44079110-4E8D-9138-0CC6-0DF29C905994}"/>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9" name="Flèche : chevron 8 - 2 - 1">
            <a:extLst>
              <a:ext uri="{FF2B5EF4-FFF2-40B4-BE49-F238E27FC236}">
                <a16:creationId xmlns:a16="http://schemas.microsoft.com/office/drawing/2014/main" id="{A8B521DB-83A0-C785-4BB9-39A71D52A800}"/>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10" name="Flèche : pentagone 3">
            <a:extLst>
              <a:ext uri="{FF2B5EF4-FFF2-40B4-BE49-F238E27FC236}">
                <a16:creationId xmlns:a16="http://schemas.microsoft.com/office/drawing/2014/main" id="{76EA40DE-4E30-A386-23E9-BB1857B6FDED}"/>
              </a:ext>
            </a:extLst>
          </p:cNvPr>
          <p:cNvSpPr/>
          <p:nvPr/>
        </p:nvSpPr>
        <p:spPr>
          <a:xfrm>
            <a:off x="0" y="21771"/>
            <a:ext cx="648000" cy="288000"/>
          </a:xfrm>
          <a:prstGeom prst="homePlate">
            <a:avLst>
              <a:gd name="adj" fmla="val 26503"/>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Accueil</a:t>
            </a:r>
          </a:p>
        </p:txBody>
      </p:sp>
      <p:sp>
        <p:nvSpPr>
          <p:cNvPr id="11" name="Flèche : chevron 8 - 2 - 1">
            <a:extLst>
              <a:ext uri="{FF2B5EF4-FFF2-40B4-BE49-F238E27FC236}">
                <a16:creationId xmlns:a16="http://schemas.microsoft.com/office/drawing/2014/main" id="{4A22B9F5-2E02-A9A7-74C1-AF4D995D72B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12" name="Flèche : chevron 8 - 2 - 1">
            <a:extLst>
              <a:ext uri="{FF2B5EF4-FFF2-40B4-BE49-F238E27FC236}">
                <a16:creationId xmlns:a16="http://schemas.microsoft.com/office/drawing/2014/main" id="{2D57FD44-7306-6C61-C3CF-68115618BA98}"/>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
        <p:nvSpPr>
          <p:cNvPr id="14" name="Rectangle : coins arrondis 13">
            <a:extLst>
              <a:ext uri="{FF2B5EF4-FFF2-40B4-BE49-F238E27FC236}">
                <a16:creationId xmlns:a16="http://schemas.microsoft.com/office/drawing/2014/main" id="{04814B51-C6E8-E279-6360-056D267A696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Tree>
    <p:extLst>
      <p:ext uri="{BB962C8B-B14F-4D97-AF65-F5344CB8AC3E}">
        <p14:creationId xmlns:p14="http://schemas.microsoft.com/office/powerpoint/2010/main" val="4062390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41B0-A0C2-4F52-0E8A-5F8CF4E9B32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EAC527-5106-3F7F-4880-D835C7348DB1}"/>
              </a:ext>
            </a:extLst>
          </p:cNvPr>
          <p:cNvSpPr/>
          <p:nvPr/>
        </p:nvSpPr>
        <p:spPr>
          <a:xfrm>
            <a:off x="378518" y="738719"/>
            <a:ext cx="11249049" cy="2115463"/>
          </a:xfrm>
          <a:prstGeom prst="rect">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 name="Rectangle 1">
            <a:extLst>
              <a:ext uri="{FF2B5EF4-FFF2-40B4-BE49-F238E27FC236}">
                <a16:creationId xmlns:a16="http://schemas.microsoft.com/office/drawing/2014/main" id="{B2FAF17E-53C2-CCED-147C-1F98A0C48DCA}"/>
              </a:ext>
            </a:extLst>
          </p:cNvPr>
          <p:cNvSpPr/>
          <p:nvPr/>
        </p:nvSpPr>
        <p:spPr>
          <a:xfrm>
            <a:off x="6425065" y="3038568"/>
            <a:ext cx="5202502"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7D36CAD6-C899-FCF7-FD68-824E873E4900}"/>
              </a:ext>
            </a:extLst>
          </p:cNvPr>
          <p:cNvSpPr/>
          <p:nvPr/>
        </p:nvSpPr>
        <p:spPr>
          <a:xfrm>
            <a:off x="378519" y="3038568"/>
            <a:ext cx="5365055"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41" name="Rectangle 40">
            <a:hlinkClick r:id="rId3" action="ppaction://hlinksldjump"/>
            <a:extLst>
              <a:ext uri="{FF2B5EF4-FFF2-40B4-BE49-F238E27FC236}">
                <a16:creationId xmlns:a16="http://schemas.microsoft.com/office/drawing/2014/main" id="{CDED15A1-043D-DEC5-6081-4D32915BCBD4}"/>
              </a:ext>
            </a:extLst>
          </p:cNvPr>
          <p:cNvSpPr/>
          <p:nvPr/>
        </p:nvSpPr>
        <p:spPr>
          <a:xfrm>
            <a:off x="2759228" y="872706"/>
            <a:ext cx="5964772"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La check-list pour moi-même : </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QUELLES ACTIONS À MENER POUR MOI AU TITRE DE MES FONCTIONS ?</a:t>
            </a:r>
          </a:p>
        </p:txBody>
      </p:sp>
      <p:pic>
        <p:nvPicPr>
          <p:cNvPr id="38" name="Image 37">
            <a:hlinkClick r:id="rId3" action="ppaction://hlinksldjump"/>
            <a:extLst>
              <a:ext uri="{FF2B5EF4-FFF2-40B4-BE49-F238E27FC236}">
                <a16:creationId xmlns:a16="http://schemas.microsoft.com/office/drawing/2014/main" id="{75AACCC4-079A-860E-A6F6-3DA660D40F3F}"/>
              </a:ext>
            </a:extLst>
          </p:cNvPr>
          <p:cNvPicPr>
            <a:picLocks noChangeAspect="1"/>
          </p:cNvPicPr>
          <p:nvPr/>
        </p:nvPicPr>
        <p:blipFill>
          <a:blip r:embed="rId4"/>
          <a:stretch>
            <a:fillRect/>
          </a:stretch>
        </p:blipFill>
        <p:spPr>
          <a:xfrm>
            <a:off x="5320954" y="1742073"/>
            <a:ext cx="841321" cy="841321"/>
          </a:xfrm>
          <a:prstGeom prst="rect">
            <a:avLst/>
          </a:prstGeom>
        </p:spPr>
      </p:pic>
      <p:grpSp>
        <p:nvGrpSpPr>
          <p:cNvPr id="16" name="Groupe 15">
            <a:extLst>
              <a:ext uri="{FF2B5EF4-FFF2-40B4-BE49-F238E27FC236}">
                <a16:creationId xmlns:a16="http://schemas.microsoft.com/office/drawing/2014/main" id="{E1F15B95-EAF9-3B20-D05C-F9EEF7C9E6E9}"/>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5" action="ppaction://hlinksldjump"/>
              <a:extLst>
                <a:ext uri="{FF2B5EF4-FFF2-40B4-BE49-F238E27FC236}">
                  <a16:creationId xmlns:a16="http://schemas.microsoft.com/office/drawing/2014/main" id="{8BF54C2E-03DA-14F4-DFDA-86A0A62A84DD}"/>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8" name="Graphique 17" descr="Retour avec un remplissage uni">
              <a:hlinkClick r:id="rId5" action="ppaction://hlinksldjump"/>
              <a:extLst>
                <a:ext uri="{FF2B5EF4-FFF2-40B4-BE49-F238E27FC236}">
                  <a16:creationId xmlns:a16="http://schemas.microsoft.com/office/drawing/2014/main" id="{B8ACDF71-E31D-8B7F-5BAE-B774967662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60" y="1578917"/>
              <a:ext cx="229645" cy="229645"/>
            </a:xfrm>
            <a:prstGeom prst="rect">
              <a:avLst/>
            </a:prstGeom>
          </p:spPr>
        </p:pic>
      </p:grpSp>
      <p:grpSp>
        <p:nvGrpSpPr>
          <p:cNvPr id="33" name="Groupe 32">
            <a:extLst>
              <a:ext uri="{FF2B5EF4-FFF2-40B4-BE49-F238E27FC236}">
                <a16:creationId xmlns:a16="http://schemas.microsoft.com/office/drawing/2014/main" id="{1E270579-EBCA-E7B7-4D8C-301617354228}"/>
              </a:ext>
            </a:extLst>
          </p:cNvPr>
          <p:cNvGrpSpPr/>
          <p:nvPr/>
        </p:nvGrpSpPr>
        <p:grpSpPr>
          <a:xfrm>
            <a:off x="564433" y="3405378"/>
            <a:ext cx="4860000" cy="1786381"/>
            <a:chOff x="564433" y="3501498"/>
            <a:chExt cx="4860000" cy="1786381"/>
          </a:xfrm>
        </p:grpSpPr>
        <p:sp>
          <p:nvSpPr>
            <p:cNvPr id="107" name="Rectangle 106">
              <a:hlinkClick r:id="rId7" action="ppaction://hlinksldjump"/>
              <a:extLst>
                <a:ext uri="{FF2B5EF4-FFF2-40B4-BE49-F238E27FC236}">
                  <a16:creationId xmlns:a16="http://schemas.microsoft.com/office/drawing/2014/main" id="{F8D7DCD0-8265-C6D4-F274-1147D42DC4D7}"/>
                </a:ext>
              </a:extLst>
            </p:cNvPr>
            <p:cNvSpPr/>
            <p:nvPr/>
          </p:nvSpPr>
          <p:spPr>
            <a:xfrm>
              <a:off x="564433"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COMMENT IDENTIFIER LES IMPACTS HUMAINS DU PROJET ?</a:t>
              </a:r>
            </a:p>
          </p:txBody>
        </p:sp>
        <p:pic>
          <p:nvPicPr>
            <p:cNvPr id="10" name="Image 9">
              <a:hlinkClick r:id="rId7" action="ppaction://hlinksldjump"/>
              <a:extLst>
                <a:ext uri="{FF2B5EF4-FFF2-40B4-BE49-F238E27FC236}">
                  <a16:creationId xmlns:a16="http://schemas.microsoft.com/office/drawing/2014/main" id="{8D7892B1-6539-6234-63A4-8586E68ED042}"/>
                </a:ext>
              </a:extLst>
            </p:cNvPr>
            <p:cNvPicPr>
              <a:picLocks noChangeAspect="1"/>
            </p:cNvPicPr>
            <p:nvPr/>
          </p:nvPicPr>
          <p:blipFill>
            <a:blip r:embed="rId8"/>
            <a:stretch>
              <a:fillRect/>
            </a:stretch>
          </p:blipFill>
          <p:spPr>
            <a:xfrm>
              <a:off x="2572341" y="4399517"/>
              <a:ext cx="841321" cy="841321"/>
            </a:xfrm>
            <a:prstGeom prst="rect">
              <a:avLst/>
            </a:prstGeom>
          </p:spPr>
        </p:pic>
        <p:sp>
          <p:nvSpPr>
            <p:cNvPr id="22" name="Forme libre : forme 21">
              <a:hlinkClick r:id="rId7" action="ppaction://hlinksldjump"/>
              <a:extLst>
                <a:ext uri="{FF2B5EF4-FFF2-40B4-BE49-F238E27FC236}">
                  <a16:creationId xmlns:a16="http://schemas.microsoft.com/office/drawing/2014/main" id="{61E1F4B8-AAB2-C52D-66B7-031E079EDCD0}"/>
                </a:ext>
              </a:extLst>
            </p:cNvPr>
            <p:cNvSpPr>
              <a:spLocks noChangeAspect="1"/>
            </p:cNvSpPr>
            <p:nvPr/>
          </p:nvSpPr>
          <p:spPr>
            <a:xfrm rot="18678108">
              <a:off x="3381874"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3" name="Forme libre : forme 22">
            <a:hlinkClick r:id="rId3" action="ppaction://hlinksldjump"/>
            <a:extLst>
              <a:ext uri="{FF2B5EF4-FFF2-40B4-BE49-F238E27FC236}">
                <a16:creationId xmlns:a16="http://schemas.microsoft.com/office/drawing/2014/main" id="{8A006E96-2A40-DF97-654B-9743D565875E}"/>
              </a:ext>
            </a:extLst>
          </p:cNvPr>
          <p:cNvSpPr>
            <a:spLocks noChangeAspect="1"/>
          </p:cNvSpPr>
          <p:nvPr/>
        </p:nvSpPr>
        <p:spPr>
          <a:xfrm rot="18678108">
            <a:off x="6105444" y="2194282"/>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4" name="Groupe 33">
            <a:extLst>
              <a:ext uri="{FF2B5EF4-FFF2-40B4-BE49-F238E27FC236}">
                <a16:creationId xmlns:a16="http://schemas.microsoft.com/office/drawing/2014/main" id="{ACE65A73-C7EF-CDF6-B47A-58AEDC616D72}"/>
              </a:ext>
            </a:extLst>
          </p:cNvPr>
          <p:cNvGrpSpPr/>
          <p:nvPr/>
        </p:nvGrpSpPr>
        <p:grpSpPr>
          <a:xfrm>
            <a:off x="6614985" y="3405378"/>
            <a:ext cx="4860000" cy="1786381"/>
            <a:chOff x="6614985" y="3501498"/>
            <a:chExt cx="4860000" cy="1786381"/>
          </a:xfrm>
        </p:grpSpPr>
        <p:pic>
          <p:nvPicPr>
            <p:cNvPr id="102" name="Graphique 101" descr="Main ouverte avec un remplissage uni">
              <a:extLst>
                <a:ext uri="{FF2B5EF4-FFF2-40B4-BE49-F238E27FC236}">
                  <a16:creationId xmlns:a16="http://schemas.microsoft.com/office/drawing/2014/main" id="{FE779626-252B-638B-392B-388C63618F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32966" y="4746906"/>
              <a:ext cx="624039" cy="492846"/>
            </a:xfrm>
            <a:prstGeom prst="rect">
              <a:avLst/>
            </a:prstGeom>
          </p:spPr>
        </p:pic>
        <p:pic>
          <p:nvPicPr>
            <p:cNvPr id="104" name="Graphique 103" descr="Utilisateurs avec un remplissage uni">
              <a:extLst>
                <a:ext uri="{FF2B5EF4-FFF2-40B4-BE49-F238E27FC236}">
                  <a16:creationId xmlns:a16="http://schemas.microsoft.com/office/drawing/2014/main" id="{23320F45-29E9-F443-3214-99DB085B8D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774598" y="4503687"/>
              <a:ext cx="540774" cy="540774"/>
            </a:xfrm>
            <a:prstGeom prst="rect">
              <a:avLst/>
            </a:prstGeom>
          </p:spPr>
        </p:pic>
        <p:sp>
          <p:nvSpPr>
            <p:cNvPr id="74" name="Rectangle 73">
              <a:hlinkClick r:id="rId11" action="ppaction://hlinksldjump"/>
              <a:extLst>
                <a:ext uri="{FF2B5EF4-FFF2-40B4-BE49-F238E27FC236}">
                  <a16:creationId xmlns:a16="http://schemas.microsoft.com/office/drawing/2014/main" id="{C07DEBFE-816E-5207-2F88-BA8DE53BE4D7}"/>
                </a:ext>
              </a:extLst>
            </p:cNvPr>
            <p:cNvSpPr/>
            <p:nvPr/>
          </p:nvSpPr>
          <p:spPr>
            <a:xfrm>
              <a:off x="6614985"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COMMENT PRÉPARER LE COLLECTIF AUX IMPACTS DU PROJET ?</a:t>
              </a:r>
            </a:p>
          </p:txBody>
        </p:sp>
        <p:pic>
          <p:nvPicPr>
            <p:cNvPr id="28" name="Image 27">
              <a:hlinkClick r:id="rId11" action="ppaction://hlinksldjump"/>
              <a:extLst>
                <a:ext uri="{FF2B5EF4-FFF2-40B4-BE49-F238E27FC236}">
                  <a16:creationId xmlns:a16="http://schemas.microsoft.com/office/drawing/2014/main" id="{F8A4774F-7663-A26A-E637-E9A5A45AA40B}"/>
                </a:ext>
              </a:extLst>
            </p:cNvPr>
            <p:cNvPicPr>
              <a:picLocks noChangeAspect="1"/>
            </p:cNvPicPr>
            <p:nvPr/>
          </p:nvPicPr>
          <p:blipFill>
            <a:blip r:embed="rId12"/>
            <a:stretch>
              <a:fillRect/>
            </a:stretch>
          </p:blipFill>
          <p:spPr>
            <a:xfrm>
              <a:off x="8624325" y="4381430"/>
              <a:ext cx="841321" cy="847417"/>
            </a:xfrm>
            <a:prstGeom prst="rect">
              <a:avLst/>
            </a:prstGeom>
          </p:spPr>
        </p:pic>
        <p:sp>
          <p:nvSpPr>
            <p:cNvPr id="27" name="Forme libre : forme 26">
              <a:hlinkClick r:id="rId11" action="ppaction://hlinksldjump"/>
              <a:extLst>
                <a:ext uri="{FF2B5EF4-FFF2-40B4-BE49-F238E27FC236}">
                  <a16:creationId xmlns:a16="http://schemas.microsoft.com/office/drawing/2014/main" id="{1EA719E3-3DE1-D691-1F7B-4C2F02F3E4AB}"/>
                </a:ext>
              </a:extLst>
            </p:cNvPr>
            <p:cNvSpPr>
              <a:spLocks noChangeAspect="1"/>
            </p:cNvSpPr>
            <p:nvPr/>
          </p:nvSpPr>
          <p:spPr>
            <a:xfrm rot="18678108">
              <a:off x="9443389"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58" name="Rectangle : coins arrondis 57">
            <a:extLst>
              <a:ext uri="{FF2B5EF4-FFF2-40B4-BE49-F238E27FC236}">
                <a16:creationId xmlns:a16="http://schemas.microsoft.com/office/drawing/2014/main" id="{E873A9DC-9D4D-0E56-7E5B-EFA79B49F1A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5" name="Flèche : chevron 8 - 2 - 1">
            <a:extLst>
              <a:ext uri="{FF2B5EF4-FFF2-40B4-BE49-F238E27FC236}">
                <a16:creationId xmlns:a16="http://schemas.microsoft.com/office/drawing/2014/main" id="{F07F4260-4FFE-28FE-C9A5-1F82CCE812A6}"/>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7" name="Flèche : chevron 8 - 2 - 1">
            <a:extLst>
              <a:ext uri="{FF2B5EF4-FFF2-40B4-BE49-F238E27FC236}">
                <a16:creationId xmlns:a16="http://schemas.microsoft.com/office/drawing/2014/main" id="{2A5C6FB5-540A-6DA7-7C1A-9C75668F6E8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9" name="Flèche : chevron 8 - 2 - 1">
            <a:extLst>
              <a:ext uri="{FF2B5EF4-FFF2-40B4-BE49-F238E27FC236}">
                <a16:creationId xmlns:a16="http://schemas.microsoft.com/office/drawing/2014/main" id="{FA13FADC-6290-1817-C9C2-6DDB32A403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13" name="Flèche : chevron 8 - 2 - 1">
            <a:extLst>
              <a:ext uri="{FF2B5EF4-FFF2-40B4-BE49-F238E27FC236}">
                <a16:creationId xmlns:a16="http://schemas.microsoft.com/office/drawing/2014/main" id="{701F7712-A151-CA83-D5BF-100676D27040}"/>
              </a:ext>
            </a:extLst>
          </p:cNvPr>
          <p:cNvSpPr/>
          <p:nvPr/>
        </p:nvSpPr>
        <p:spPr>
          <a:xfrm>
            <a:off x="636000" y="21771"/>
            <a:ext cx="115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Cas d’usage</a:t>
            </a:r>
          </a:p>
        </p:txBody>
      </p:sp>
      <p:sp>
        <p:nvSpPr>
          <p:cNvPr id="15" name="Flèche : chevron 8 - 2 - 1">
            <a:extLst>
              <a:ext uri="{FF2B5EF4-FFF2-40B4-BE49-F238E27FC236}">
                <a16:creationId xmlns:a16="http://schemas.microsoft.com/office/drawing/2014/main" id="{0512B202-B9C9-6CF5-AA49-72EBBEEEA72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20" name="Flèche : pentagone 3">
            <a:extLst>
              <a:ext uri="{FF2B5EF4-FFF2-40B4-BE49-F238E27FC236}">
                <a16:creationId xmlns:a16="http://schemas.microsoft.com/office/drawing/2014/main" id="{CBDF16DA-ED8A-3589-C889-6E964F5965F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24" name="Flèche : chevron 8 - 2 - 1">
            <a:extLst>
              <a:ext uri="{FF2B5EF4-FFF2-40B4-BE49-F238E27FC236}">
                <a16:creationId xmlns:a16="http://schemas.microsoft.com/office/drawing/2014/main" id="{078E90E1-F210-E7CC-4410-7239E38E8BCE}"/>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26" name="Flèche : chevron 8 - 2 - 1">
            <a:extLst>
              <a:ext uri="{FF2B5EF4-FFF2-40B4-BE49-F238E27FC236}">
                <a16:creationId xmlns:a16="http://schemas.microsoft.com/office/drawing/2014/main" id="{DACF27A1-F31B-222A-C099-15A31037AB7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grpSp>
        <p:nvGrpSpPr>
          <p:cNvPr id="35" name="Groupe 34">
            <a:extLst>
              <a:ext uri="{FF2B5EF4-FFF2-40B4-BE49-F238E27FC236}">
                <a16:creationId xmlns:a16="http://schemas.microsoft.com/office/drawing/2014/main" id="{0FEDA54D-7E66-C91A-3A44-04E9EDA9CB16}"/>
              </a:ext>
            </a:extLst>
          </p:cNvPr>
          <p:cNvGrpSpPr/>
          <p:nvPr/>
        </p:nvGrpSpPr>
        <p:grpSpPr>
          <a:xfrm>
            <a:off x="2033910" y="5905349"/>
            <a:ext cx="8172707" cy="576000"/>
            <a:chOff x="2500781" y="5905349"/>
            <a:chExt cx="8172707" cy="576000"/>
          </a:xfrm>
        </p:grpSpPr>
        <p:sp>
          <p:nvSpPr>
            <p:cNvPr id="30" name="ZoneTexte 29">
              <a:extLst>
                <a:ext uri="{FF2B5EF4-FFF2-40B4-BE49-F238E27FC236}">
                  <a16:creationId xmlns:a16="http://schemas.microsoft.com/office/drawing/2014/main" id="{68162A8A-7699-CC73-715F-433CC2BEC919}"/>
                </a:ext>
              </a:extLst>
            </p:cNvPr>
            <p:cNvSpPr txBox="1"/>
            <p:nvPr/>
          </p:nvSpPr>
          <p:spPr>
            <a:xfrm>
              <a:off x="2500781" y="5905349"/>
              <a:ext cx="8172707" cy="576000"/>
            </a:xfrm>
            <a:prstGeom prst="roundRect">
              <a:avLst/>
            </a:prstGeom>
            <a:solidFill>
              <a:schemeClr val="bg1">
                <a:lumMod val="85000"/>
              </a:schemeClr>
            </a:solidFill>
          </p:spPr>
          <p:txBody>
            <a:bodyPr wrap="square" lIns="540000" anchor="ctr">
              <a:noAutofit/>
            </a:bodyPr>
            <a:lstStyle/>
            <a:p>
              <a:pPr marL="0" marR="0" lvl="0" indent="0" algn="l" defTabSz="914355" rtl="0" eaLnBrk="1" fontAlgn="auto" latinLnBrk="0" hangingPunct="1">
                <a:lnSpc>
                  <a:spcPct val="105000"/>
                </a:lnSpc>
                <a:spcBef>
                  <a:spcPts val="0"/>
                </a:spcBef>
                <a:spcAft>
                  <a:spcPts val="600"/>
                </a:spcAft>
                <a:buClrTx/>
                <a:buSzTx/>
                <a:buFontTx/>
                <a:buNone/>
                <a:tabLs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Faire l’intégralité des trois check-lists et de leurs ressources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prend ~2 jours</a:t>
              </a: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 </a:t>
              </a:r>
            </a:p>
            <a:p>
              <a:pPr marL="0" marR="0" lvl="0" indent="0" algn="l" defTabSz="914355" rtl="0" eaLnBrk="1" fontAlgn="auto" latinLnBrk="0" hangingPunct="1">
                <a:lnSpc>
                  <a:spcPct val="105000"/>
                </a:lnSpc>
                <a:spcBef>
                  <a:spcPts val="0"/>
                </a:spcBef>
                <a:spcAft>
                  <a:spcPts val="600"/>
                </a:spcAft>
                <a:buClrTx/>
                <a:buSzTx/>
                <a:buFontTx/>
                <a:buNone/>
                <a:tabLs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Conseil :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vous pouvez sanctuariser un temps dédié en amont du projet </a:t>
              </a:r>
              <a:r>
                <a:rPr kumimoji="0" lang="fr-FR" sz="1200" b="0"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si vous souhaitez tout parcourir.</a:t>
              </a:r>
              <a:endPar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endParaRPr>
            </a:p>
          </p:txBody>
        </p:sp>
        <p:pic>
          <p:nvPicPr>
            <p:cNvPr id="32" name="Graphique 31" descr="Informations avec un remplissage uni">
              <a:extLst>
                <a:ext uri="{FF2B5EF4-FFF2-40B4-BE49-F238E27FC236}">
                  <a16:creationId xmlns:a16="http://schemas.microsoft.com/office/drawing/2014/main" id="{9B0BDAF6-6122-6FA1-EE3C-78FF983F7A8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554615" y="5978628"/>
              <a:ext cx="432000" cy="432000"/>
            </a:xfrm>
            <a:prstGeom prst="rect">
              <a:avLst/>
            </a:prstGeom>
          </p:spPr>
        </p:pic>
      </p:grpSp>
    </p:spTree>
    <p:extLst>
      <p:ext uri="{BB962C8B-B14F-4D97-AF65-F5344CB8AC3E}">
        <p14:creationId xmlns:p14="http://schemas.microsoft.com/office/powerpoint/2010/main" val="1023684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230C-9156-CFC7-D262-1743B7456183}"/>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56C0DA02-AE7C-3AD2-22F5-CCC821951C01}"/>
              </a:ext>
            </a:extLst>
          </p:cNvPr>
          <p:cNvSpPr txBox="1"/>
          <p:nvPr/>
        </p:nvSpPr>
        <p:spPr>
          <a:xfrm>
            <a:off x="513641" y="1476944"/>
            <a:ext cx="9569224" cy="4093428"/>
          </a:xfrm>
          <a:prstGeom prst="rect">
            <a:avLst/>
          </a:prstGeom>
          <a:noFill/>
        </p:spPr>
        <p:txBody>
          <a:bodyPr wrap="square">
            <a:spAutoFit/>
          </a:bodyPr>
          <a:lstStyle/>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Définir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ressources</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(processus, outils, guides…)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compétences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dont j’ai besoin</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pour mener ce projet</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a:t>
            </a: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dentifier les relais humains sur lesquels je peux m’appuyer</a:t>
            </a:r>
            <a:r>
              <a:rPr kumimoji="0" lang="fr-FR" sz="1400" b="0"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(sponsors, valideurs, chefs de lots, contributeurs, réseau d’appui, préventeur, RH, coach externe… et clients du projet à écouter), et la manière de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embarquer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dans le projet</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Structurer le projet et son futur pilotage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(gestion de projet, outils, indicateurs, moments de partage / instances…)</a:t>
            </a:r>
            <a:b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br>
            <a:endPar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Evaluer et organiser ma charge de travail</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liée au projet et son impact sur mon activité, </a:t>
            </a: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évaluer mon besoin de déléguer </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Assurer que le projet réunit toutes les conditions de réussite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(mandat clair et validé, sponsor et /ou commanditaire identifiés et de bon niveau pour le projet, collectif représentant le projet engagé…)</a:t>
            </a:r>
            <a:endPar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endParaRPr>
          </a:p>
        </p:txBody>
      </p:sp>
      <p:grpSp>
        <p:nvGrpSpPr>
          <p:cNvPr id="96" name="Groupe 95">
            <a:extLst>
              <a:ext uri="{FF2B5EF4-FFF2-40B4-BE49-F238E27FC236}">
                <a16:creationId xmlns:a16="http://schemas.microsoft.com/office/drawing/2014/main" id="{4DE22417-7DD6-2B7F-B966-E6F3EB602BA6}"/>
              </a:ext>
            </a:extLst>
          </p:cNvPr>
          <p:cNvGrpSpPr/>
          <p:nvPr/>
        </p:nvGrpSpPr>
        <p:grpSpPr>
          <a:xfrm>
            <a:off x="216339" y="1478738"/>
            <a:ext cx="302577" cy="302577"/>
            <a:chOff x="229671" y="2122077"/>
            <a:chExt cx="302577" cy="302577"/>
          </a:xfrm>
        </p:grpSpPr>
        <p:sp>
          <p:nvSpPr>
            <p:cNvPr id="97" name="Bouton d’action : vide 96">
              <a:hlinkClick r:id="" action="ppaction://noaction" highlightClick="1"/>
              <a:extLst>
                <a:ext uri="{FF2B5EF4-FFF2-40B4-BE49-F238E27FC236}">
                  <a16:creationId xmlns:a16="http://schemas.microsoft.com/office/drawing/2014/main" id="{0E86163B-EAED-1F2A-2A78-FF31E547D4F5}"/>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98" name="Graphique 97" descr="Coche avec un remplissage uni">
              <a:extLst>
                <a:ext uri="{FF2B5EF4-FFF2-40B4-BE49-F238E27FC236}">
                  <a16:creationId xmlns:a16="http://schemas.microsoft.com/office/drawing/2014/main" id="{8EE1BC00-9F80-74CE-D925-D302B51A4B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99" name="Groupe 98">
            <a:extLst>
              <a:ext uri="{FF2B5EF4-FFF2-40B4-BE49-F238E27FC236}">
                <a16:creationId xmlns:a16="http://schemas.microsoft.com/office/drawing/2014/main" id="{6ECD614D-14CE-F328-A9AE-0D0901809280}"/>
              </a:ext>
            </a:extLst>
          </p:cNvPr>
          <p:cNvGrpSpPr/>
          <p:nvPr/>
        </p:nvGrpSpPr>
        <p:grpSpPr>
          <a:xfrm>
            <a:off x="237316" y="3239787"/>
            <a:ext cx="302577" cy="302577"/>
            <a:chOff x="229671" y="2122077"/>
            <a:chExt cx="302577" cy="302577"/>
          </a:xfrm>
        </p:grpSpPr>
        <p:sp>
          <p:nvSpPr>
            <p:cNvPr id="100" name="Bouton d’action : vide 99">
              <a:hlinkClick r:id="" action="ppaction://noaction" highlightClick="1"/>
              <a:extLst>
                <a:ext uri="{FF2B5EF4-FFF2-40B4-BE49-F238E27FC236}">
                  <a16:creationId xmlns:a16="http://schemas.microsoft.com/office/drawing/2014/main" id="{5D9376C3-900B-E070-5977-431CA0718D19}"/>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1" name="Graphique 100" descr="Coche avec un remplissage uni">
              <a:extLst>
                <a:ext uri="{FF2B5EF4-FFF2-40B4-BE49-F238E27FC236}">
                  <a16:creationId xmlns:a16="http://schemas.microsoft.com/office/drawing/2014/main" id="{47D0F989-6581-A572-5C57-0351AE53D6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102" name="Groupe 101">
            <a:extLst>
              <a:ext uri="{FF2B5EF4-FFF2-40B4-BE49-F238E27FC236}">
                <a16:creationId xmlns:a16="http://schemas.microsoft.com/office/drawing/2014/main" id="{0F838F4F-3325-1C40-BDFB-C986A02BF1D8}"/>
              </a:ext>
            </a:extLst>
          </p:cNvPr>
          <p:cNvGrpSpPr/>
          <p:nvPr/>
        </p:nvGrpSpPr>
        <p:grpSpPr>
          <a:xfrm>
            <a:off x="237316" y="4291622"/>
            <a:ext cx="302577" cy="302577"/>
            <a:chOff x="229671" y="2122077"/>
            <a:chExt cx="302577" cy="302577"/>
          </a:xfrm>
        </p:grpSpPr>
        <p:sp>
          <p:nvSpPr>
            <p:cNvPr id="103" name="Bouton d’action : vide 102">
              <a:hlinkClick r:id="" action="ppaction://noaction" highlightClick="1"/>
              <a:extLst>
                <a:ext uri="{FF2B5EF4-FFF2-40B4-BE49-F238E27FC236}">
                  <a16:creationId xmlns:a16="http://schemas.microsoft.com/office/drawing/2014/main" id="{70F8B66A-944D-7CF6-DDB7-6FCB2C5D41F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4" name="Graphique 103" descr="Coche avec un remplissage uni">
              <a:extLst>
                <a:ext uri="{FF2B5EF4-FFF2-40B4-BE49-F238E27FC236}">
                  <a16:creationId xmlns:a16="http://schemas.microsoft.com/office/drawing/2014/main" id="{15E23A29-B606-88F9-7AE3-02962B50E4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105" name="Bouton d’action : vide 104">
            <a:hlinkClick r:id="" action="ppaction://noaction" highlightClick="1"/>
            <a:extLst>
              <a:ext uri="{FF2B5EF4-FFF2-40B4-BE49-F238E27FC236}">
                <a16:creationId xmlns:a16="http://schemas.microsoft.com/office/drawing/2014/main" id="{8F175FA5-2E5A-7A27-C060-F0C152A3BC94}"/>
              </a:ext>
            </a:extLst>
          </p:cNvPr>
          <p:cNvSpPr/>
          <p:nvPr/>
        </p:nvSpPr>
        <p:spPr>
          <a:xfrm>
            <a:off x="238990" y="232496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106" name="Bouton d’action : vide 105">
            <a:hlinkClick r:id="" action="ppaction://noaction" highlightClick="1"/>
            <a:extLst>
              <a:ext uri="{FF2B5EF4-FFF2-40B4-BE49-F238E27FC236}">
                <a16:creationId xmlns:a16="http://schemas.microsoft.com/office/drawing/2014/main" id="{3464E78B-C7E3-666B-DEBB-3D32C0F4CF63}"/>
              </a:ext>
            </a:extLst>
          </p:cNvPr>
          <p:cNvSpPr/>
          <p:nvPr/>
        </p:nvSpPr>
        <p:spPr>
          <a:xfrm>
            <a:off x="255093" y="52162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1" name="Graphique 60" descr="Loupe avec un remplissage uni">
            <a:hlinkClick r:id="rId4" action="ppaction://hlinksldjump"/>
            <a:extLst>
              <a:ext uri="{FF2B5EF4-FFF2-40B4-BE49-F238E27FC236}">
                <a16:creationId xmlns:a16="http://schemas.microsoft.com/office/drawing/2014/main" id="{B2E3356F-4CD0-CC34-3065-F312E282CF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37287" y="1485143"/>
            <a:ext cx="323819" cy="323819"/>
          </a:xfrm>
          <a:prstGeom prst="rect">
            <a:avLst/>
          </a:prstGeom>
        </p:spPr>
      </p:pic>
      <p:pic>
        <p:nvPicPr>
          <p:cNvPr id="65" name="Graphique 64" descr="Loupe avec un remplissage uni">
            <a:hlinkClick r:id="rId6" action="ppaction://hlinksldjump"/>
            <a:extLst>
              <a:ext uri="{FF2B5EF4-FFF2-40B4-BE49-F238E27FC236}">
                <a16:creationId xmlns:a16="http://schemas.microsoft.com/office/drawing/2014/main" id="{B40E33AB-A9E2-AECA-43C3-62D034CA84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2246671"/>
            <a:ext cx="323819" cy="323819"/>
          </a:xfrm>
          <a:prstGeom prst="rect">
            <a:avLst/>
          </a:prstGeom>
        </p:spPr>
      </p:pic>
      <p:pic>
        <p:nvPicPr>
          <p:cNvPr id="69" name="Graphique 68" descr="Loupe avec un remplissage uni">
            <a:hlinkClick r:id="rId7" action="ppaction://hlinksldjump"/>
            <a:extLst>
              <a:ext uri="{FF2B5EF4-FFF2-40B4-BE49-F238E27FC236}">
                <a16:creationId xmlns:a16="http://schemas.microsoft.com/office/drawing/2014/main" id="{6C2666B4-D923-2688-3360-E309FC3056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3289526"/>
            <a:ext cx="323819" cy="323819"/>
          </a:xfrm>
          <a:prstGeom prst="rect">
            <a:avLst/>
          </a:prstGeom>
        </p:spPr>
      </p:pic>
      <p:pic>
        <p:nvPicPr>
          <p:cNvPr id="73" name="Graphique 72" descr="Loupe avec un remplissage uni">
            <a:hlinkClick r:id="rId8" action="ppaction://hlinksldjump"/>
            <a:extLst>
              <a:ext uri="{FF2B5EF4-FFF2-40B4-BE49-F238E27FC236}">
                <a16:creationId xmlns:a16="http://schemas.microsoft.com/office/drawing/2014/main" id="{59D3BC1A-E689-6972-C47F-A0E861EE69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4243495"/>
            <a:ext cx="323819" cy="323819"/>
          </a:xfrm>
          <a:prstGeom prst="rect">
            <a:avLst/>
          </a:prstGeom>
        </p:spPr>
      </p:pic>
      <p:pic>
        <p:nvPicPr>
          <p:cNvPr id="77" name="Graphique 76" descr="Loupe avec un remplissage uni">
            <a:hlinkClick r:id="rId9" action="ppaction://hlinksldjump"/>
            <a:extLst>
              <a:ext uri="{FF2B5EF4-FFF2-40B4-BE49-F238E27FC236}">
                <a16:creationId xmlns:a16="http://schemas.microsoft.com/office/drawing/2014/main" id="{A31D0095-4C9D-BA42-2C95-9F1B07A383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5178305"/>
            <a:ext cx="323819" cy="323819"/>
          </a:xfrm>
          <a:prstGeom prst="rect">
            <a:avLst/>
          </a:prstGeom>
        </p:spPr>
      </p:pic>
      <p:sp>
        <p:nvSpPr>
          <p:cNvPr id="6" name="Rectangle : coins arrondis 5">
            <a:extLst>
              <a:ext uri="{FF2B5EF4-FFF2-40B4-BE49-F238E27FC236}">
                <a16:creationId xmlns:a16="http://schemas.microsoft.com/office/drawing/2014/main" id="{4AAFFAEB-CBCC-AC8A-7427-B8E595762779}"/>
              </a:ext>
            </a:extLst>
          </p:cNvPr>
          <p:cNvSpPr/>
          <p:nvPr/>
        </p:nvSpPr>
        <p:spPr>
          <a:xfrm>
            <a:off x="10338412" y="149384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7" name="Graphique 6" descr="Sablier terminé avec un remplissage uni">
            <a:extLst>
              <a:ext uri="{FF2B5EF4-FFF2-40B4-BE49-F238E27FC236}">
                <a16:creationId xmlns:a16="http://schemas.microsoft.com/office/drawing/2014/main" id="{0202F49C-0C07-CD8C-5C7D-AA622CCAF1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1493842"/>
            <a:ext cx="306421" cy="306421"/>
          </a:xfrm>
          <a:prstGeom prst="rect">
            <a:avLst/>
          </a:prstGeom>
        </p:spPr>
      </p:pic>
      <p:sp>
        <p:nvSpPr>
          <p:cNvPr id="8" name="Rectangle : coins arrondis 7">
            <a:extLst>
              <a:ext uri="{FF2B5EF4-FFF2-40B4-BE49-F238E27FC236}">
                <a16:creationId xmlns:a16="http://schemas.microsoft.com/office/drawing/2014/main" id="{789AE1D9-C710-D37F-DB07-2EFACF7A70D7}"/>
              </a:ext>
            </a:extLst>
          </p:cNvPr>
          <p:cNvSpPr/>
          <p:nvPr/>
        </p:nvSpPr>
        <p:spPr>
          <a:xfrm>
            <a:off x="10338412" y="2255370"/>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9" name="Graphique 8" descr="Sablier terminé avec un remplissage uni">
            <a:extLst>
              <a:ext uri="{FF2B5EF4-FFF2-40B4-BE49-F238E27FC236}">
                <a16:creationId xmlns:a16="http://schemas.microsoft.com/office/drawing/2014/main" id="{67E25C79-3B04-82A1-D4A7-FEF8976D002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2255370"/>
            <a:ext cx="306421" cy="306421"/>
          </a:xfrm>
          <a:prstGeom prst="rect">
            <a:avLst/>
          </a:prstGeom>
        </p:spPr>
      </p:pic>
      <p:sp>
        <p:nvSpPr>
          <p:cNvPr id="19" name="Rectangle : coins arrondis 18">
            <a:extLst>
              <a:ext uri="{FF2B5EF4-FFF2-40B4-BE49-F238E27FC236}">
                <a16:creationId xmlns:a16="http://schemas.microsoft.com/office/drawing/2014/main" id="{1AE627B5-FC0A-CF57-6996-C1FD49D270BC}"/>
              </a:ext>
            </a:extLst>
          </p:cNvPr>
          <p:cNvSpPr/>
          <p:nvPr/>
        </p:nvSpPr>
        <p:spPr>
          <a:xfrm>
            <a:off x="10338412" y="329822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 h</a:t>
            </a:r>
          </a:p>
        </p:txBody>
      </p:sp>
      <p:pic>
        <p:nvPicPr>
          <p:cNvPr id="20" name="Graphique 19" descr="Sablier terminé avec un remplissage uni">
            <a:extLst>
              <a:ext uri="{FF2B5EF4-FFF2-40B4-BE49-F238E27FC236}">
                <a16:creationId xmlns:a16="http://schemas.microsoft.com/office/drawing/2014/main" id="{BAAC0EC3-DEC8-EC15-2051-B8A242EA055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3298225"/>
            <a:ext cx="306421" cy="306421"/>
          </a:xfrm>
          <a:prstGeom prst="rect">
            <a:avLst/>
          </a:prstGeom>
        </p:spPr>
      </p:pic>
      <p:sp>
        <p:nvSpPr>
          <p:cNvPr id="21" name="Rectangle : coins arrondis 20">
            <a:extLst>
              <a:ext uri="{FF2B5EF4-FFF2-40B4-BE49-F238E27FC236}">
                <a16:creationId xmlns:a16="http://schemas.microsoft.com/office/drawing/2014/main" id="{AA92712D-C3EB-69F1-94A9-89B21550CA53}"/>
              </a:ext>
            </a:extLst>
          </p:cNvPr>
          <p:cNvSpPr/>
          <p:nvPr/>
        </p:nvSpPr>
        <p:spPr>
          <a:xfrm>
            <a:off x="10338412" y="425219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 h</a:t>
            </a:r>
          </a:p>
        </p:txBody>
      </p:sp>
      <p:pic>
        <p:nvPicPr>
          <p:cNvPr id="22" name="Graphique 21" descr="Sablier terminé avec un remplissage uni">
            <a:extLst>
              <a:ext uri="{FF2B5EF4-FFF2-40B4-BE49-F238E27FC236}">
                <a16:creationId xmlns:a16="http://schemas.microsoft.com/office/drawing/2014/main" id="{A092C3BF-DA4D-C82D-FDFE-00DC7B09EB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4252194"/>
            <a:ext cx="306421" cy="306421"/>
          </a:xfrm>
          <a:prstGeom prst="rect">
            <a:avLst/>
          </a:prstGeom>
        </p:spPr>
      </p:pic>
      <p:sp>
        <p:nvSpPr>
          <p:cNvPr id="23" name="Rectangle : coins arrondis 22">
            <a:extLst>
              <a:ext uri="{FF2B5EF4-FFF2-40B4-BE49-F238E27FC236}">
                <a16:creationId xmlns:a16="http://schemas.microsoft.com/office/drawing/2014/main" id="{AB5A05F4-0D3D-7548-EBFB-B4F799B0E5E0}"/>
              </a:ext>
            </a:extLst>
          </p:cNvPr>
          <p:cNvSpPr/>
          <p:nvPr/>
        </p:nvSpPr>
        <p:spPr>
          <a:xfrm>
            <a:off x="10338412" y="518700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24" name="Graphique 23" descr="Sablier terminé avec un remplissage uni">
            <a:extLst>
              <a:ext uri="{FF2B5EF4-FFF2-40B4-BE49-F238E27FC236}">
                <a16:creationId xmlns:a16="http://schemas.microsoft.com/office/drawing/2014/main" id="{039B4B78-AAA5-0694-4728-C09CC7FCF5F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5187004"/>
            <a:ext cx="306421" cy="306421"/>
          </a:xfrm>
          <a:prstGeom prst="rect">
            <a:avLst/>
          </a:prstGeom>
        </p:spPr>
      </p:pic>
      <p:grpSp>
        <p:nvGrpSpPr>
          <p:cNvPr id="27" name="Groupe 26">
            <a:extLst>
              <a:ext uri="{FF2B5EF4-FFF2-40B4-BE49-F238E27FC236}">
                <a16:creationId xmlns:a16="http://schemas.microsoft.com/office/drawing/2014/main" id="{CFA8A0F5-41C2-B0B4-09F2-89320F71DFDD}"/>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1" action="ppaction://hlinksldjump"/>
              <a:extLst>
                <a:ext uri="{FF2B5EF4-FFF2-40B4-BE49-F238E27FC236}">
                  <a16:creationId xmlns:a16="http://schemas.microsoft.com/office/drawing/2014/main" id="{995B2424-A6BC-9BCD-F666-B1B815E41C3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1"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31" name="Graphique 30" descr="Retour avec un remplissage uni">
              <a:hlinkClick r:id="rId11" action="ppaction://hlinksldjump"/>
              <a:extLst>
                <a:ext uri="{FF2B5EF4-FFF2-40B4-BE49-F238E27FC236}">
                  <a16:creationId xmlns:a16="http://schemas.microsoft.com/office/drawing/2014/main" id="{54E1EC0E-AD10-2F01-0BED-B2B0A22E181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302C3A3A-1769-9210-73DD-EDEB64BF314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 name="Rectangle 2">
            <a:extLst>
              <a:ext uri="{FF2B5EF4-FFF2-40B4-BE49-F238E27FC236}">
                <a16:creationId xmlns:a16="http://schemas.microsoft.com/office/drawing/2014/main" id="{676C8835-5A86-A77A-1F93-859D9045EB15}"/>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4" name="Rectangle 3">
            <a:extLst>
              <a:ext uri="{FF2B5EF4-FFF2-40B4-BE49-F238E27FC236}">
                <a16:creationId xmlns:a16="http://schemas.microsoft.com/office/drawing/2014/main" id="{2B818065-9599-13DD-0645-83BAC5A49382}"/>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sp>
        <p:nvSpPr>
          <p:cNvPr id="5" name="Rectangle 4">
            <a:extLst>
              <a:ext uri="{FF2B5EF4-FFF2-40B4-BE49-F238E27FC236}">
                <a16:creationId xmlns:a16="http://schemas.microsoft.com/office/drawing/2014/main" id="{0218C5A2-56ED-916E-ECF4-E5A81E0D18A6}"/>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sp>
        <p:nvSpPr>
          <p:cNvPr id="11" name="Flèche : chevron 8 - 2 - 1">
            <a:extLst>
              <a:ext uri="{FF2B5EF4-FFF2-40B4-BE49-F238E27FC236}">
                <a16:creationId xmlns:a16="http://schemas.microsoft.com/office/drawing/2014/main" id="{6F9664F1-4C90-F64B-FCA2-885A9672DD63}"/>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13" name="Flèche : chevron 8 - 2 - 1">
            <a:extLst>
              <a:ext uri="{FF2B5EF4-FFF2-40B4-BE49-F238E27FC236}">
                <a16:creationId xmlns:a16="http://schemas.microsoft.com/office/drawing/2014/main" id="{4761F828-6CF6-AE71-717B-7A05B2655A8E}"/>
              </a:ext>
            </a:extLst>
          </p:cNvPr>
          <p:cNvSpPr/>
          <p:nvPr/>
        </p:nvSpPr>
        <p:spPr>
          <a:xfrm>
            <a:off x="1776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154734"/>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endParaRPr>
          </a:p>
        </p:txBody>
      </p:sp>
      <p:sp>
        <p:nvSpPr>
          <p:cNvPr id="15" name="Flèche : chevron 8 - 2 - 1">
            <a:extLst>
              <a:ext uri="{FF2B5EF4-FFF2-40B4-BE49-F238E27FC236}">
                <a16:creationId xmlns:a16="http://schemas.microsoft.com/office/drawing/2014/main" id="{1402579E-4471-3CB9-E462-E70F54BA9D0F}"/>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17" name="Flèche : chevron 8 - 2 - 1">
            <a:extLst>
              <a:ext uri="{FF2B5EF4-FFF2-40B4-BE49-F238E27FC236}">
                <a16:creationId xmlns:a16="http://schemas.microsoft.com/office/drawing/2014/main" id="{24DDBC90-7E1D-15AE-C40B-A59E4F6AD622}"/>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5" name="Flèche : chevron 8 - 2 - 1">
            <a:extLst>
              <a:ext uri="{FF2B5EF4-FFF2-40B4-BE49-F238E27FC236}">
                <a16:creationId xmlns:a16="http://schemas.microsoft.com/office/drawing/2014/main" id="{B0EB1203-5388-9C39-F3F4-1C8B01E6A4C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29" name="Flèche : pentagone 3">
            <a:extLst>
              <a:ext uri="{FF2B5EF4-FFF2-40B4-BE49-F238E27FC236}">
                <a16:creationId xmlns:a16="http://schemas.microsoft.com/office/drawing/2014/main" id="{D7708D2F-7831-A58B-1C71-4F8F47829090}"/>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2" name="Flèche : chevron 8 - 2 - 1">
            <a:extLst>
              <a:ext uri="{FF2B5EF4-FFF2-40B4-BE49-F238E27FC236}">
                <a16:creationId xmlns:a16="http://schemas.microsoft.com/office/drawing/2014/main" id="{9F10F34B-ECB7-54DC-A03F-34FAF3E9012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4" name="Flèche : chevron 8 - 2 - 1">
            <a:extLst>
              <a:ext uri="{FF2B5EF4-FFF2-40B4-BE49-F238E27FC236}">
                <a16:creationId xmlns:a16="http://schemas.microsoft.com/office/drawing/2014/main" id="{FBA855C4-9B1E-C55B-9DFF-447F568D3046}"/>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2622766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134F-AE33-CFE7-9D54-C6B82ED80901}"/>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8C7F063C-3EF0-99B5-FC02-79EFB6C8B637}"/>
              </a:ext>
            </a:extLst>
          </p:cNvPr>
          <p:cNvSpPr txBox="1"/>
          <p:nvPr/>
        </p:nvSpPr>
        <p:spPr>
          <a:xfrm>
            <a:off x="650179" y="1118205"/>
            <a:ext cx="9360000" cy="5378395"/>
          </a:xfrm>
          <a:prstGeom prst="rect">
            <a:avLst/>
          </a:prstGeom>
          <a:noFill/>
        </p:spPr>
        <p:txBody>
          <a:bodyPr wrap="square">
            <a:spAutoFit/>
          </a:bodyPr>
          <a:lstStyle/>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Dans le périmètre du projet,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identifier les entités les plus impactées</a:t>
            </a: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celles en interface potentiellement impactées ainsi que les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interférences possibles avec d’autres projets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Consulter le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contexte global et l’historique des RPS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pour disposer d’une vision consolidée des événements passés de l’entité concernée (ex. réorganisation récente…)</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potentiel sur les missions et les pratiques des salariés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(geste métier, compétences, utilisation d’outil, polyvalence, contact client…). Le cas échéant, identifier les actions facilitant la mise en mouvement au changement (validation d’aptitude, adaptation du poste de l’agent, formation existante ou à créer…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l’emploi des salariés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(création / suppression) et, à plus long terme sur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leur parcours professionnel</a:t>
            </a:r>
            <a:r>
              <a:rPr kumimoji="0" lang="fr-FR" sz="12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(nouvelle / suppression d’opportunité, employabilité…). Le cas échéant, déterminer dès le début du projet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l’accompagnement spécifique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mettre en œuvre (ex. reclassement de certains agents...)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les rôles, le périmètre de responsabilité ou le sens du travail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(ex. ennui…) pour les agents concernés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induira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la charge de travail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des agents pendant le projet (participation au projet…) et en run</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si le projet fait évoluer les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conditions de travail des agents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(amplitude horaire, travail de nuit, autonomie, télétravail, diversité des tâches…)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si le projet implique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changement géographique avec des impacts directs sur les agents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(déménagement, temps de déplacement supplémentaire…) ou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d’autres impacts sur leur organisation personnelle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(fatigue supplémentaire, organisation personnelle / familiale à revoir…)</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impacts financiers du projet pour les agents </a:t>
            </a:r>
            <a:r>
              <a:rPr kumimoji="0" lang="fr-FR" sz="12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directs (rémunération, évolutions des astreintes, …) et indirects (frais de déplacement, frais de garde d’enfants…)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Déterminer si le projet induit des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changements par rapport à la culture du collectif</a:t>
            </a:r>
            <a:r>
              <a:rPr kumimoji="0" lang="fr-FR" sz="1200" b="0" i="0" u="none" strike="noStrike" kern="1200" cap="none" spc="0" normalizeH="0" baseline="0" noProof="0">
                <a:ln>
                  <a:noFill/>
                </a:ln>
                <a:solidFill>
                  <a:srgbClr val="0071CB"/>
                </a:solidFill>
                <a:effectLst/>
                <a:uLnTx/>
                <a:uFillTx/>
                <a:latin typeface="Avenir LT Std 65 Medium" panose="020B08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(ex. nouvelle culture hiérarchique liée à une évolution de la répartition de l’expertise, évolution de l’identité métier et du sentiment d’appartenance, évolution des modalités de reconnaissance…)</a:t>
            </a:r>
          </a:p>
        </p:txBody>
      </p:sp>
      <p:pic>
        <p:nvPicPr>
          <p:cNvPr id="8" name="Graphique 7" descr="Loupe avec un remplissage uni">
            <a:hlinkClick r:id="rId3" action="ppaction://hlinksldjump"/>
            <a:extLst>
              <a:ext uri="{FF2B5EF4-FFF2-40B4-BE49-F238E27FC236}">
                <a16:creationId xmlns:a16="http://schemas.microsoft.com/office/drawing/2014/main" id="{03711CC7-3DCD-4EB3-4C36-3C12CCCAA8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209454"/>
            <a:ext cx="324000" cy="324000"/>
          </a:xfrm>
          <a:prstGeom prst="rect">
            <a:avLst/>
          </a:prstGeom>
        </p:spPr>
      </p:pic>
      <p:pic>
        <p:nvPicPr>
          <p:cNvPr id="22" name="Graphique 21" descr="Loupe avec un remplissage uni">
            <a:hlinkClick r:id="rId5" action="ppaction://hlinksldjump"/>
            <a:extLst>
              <a:ext uri="{FF2B5EF4-FFF2-40B4-BE49-F238E27FC236}">
                <a16:creationId xmlns:a16="http://schemas.microsoft.com/office/drawing/2014/main" id="{3FC4F40F-7DD9-B691-455C-7A2780DEFC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665668"/>
            <a:ext cx="324000" cy="324000"/>
          </a:xfrm>
          <a:prstGeom prst="rect">
            <a:avLst/>
          </a:prstGeom>
        </p:spPr>
      </p:pic>
      <p:pic>
        <p:nvPicPr>
          <p:cNvPr id="27" name="Graphique 26" descr="Loupe avec un remplissage uni">
            <a:hlinkClick r:id="rId6" action="ppaction://hlinksldjump"/>
            <a:extLst>
              <a:ext uri="{FF2B5EF4-FFF2-40B4-BE49-F238E27FC236}">
                <a16:creationId xmlns:a16="http://schemas.microsoft.com/office/drawing/2014/main" id="{02BEF69F-2CD0-CA3F-519D-9C765CC17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268359"/>
            <a:ext cx="324000" cy="324000"/>
          </a:xfrm>
          <a:prstGeom prst="rect">
            <a:avLst/>
          </a:prstGeom>
        </p:spPr>
      </p:pic>
      <p:pic>
        <p:nvPicPr>
          <p:cNvPr id="32" name="Graphique 31" descr="Loupe avec un remplissage uni">
            <a:hlinkClick r:id="rId7" action="ppaction://hlinksldjump"/>
            <a:extLst>
              <a:ext uri="{FF2B5EF4-FFF2-40B4-BE49-F238E27FC236}">
                <a16:creationId xmlns:a16="http://schemas.microsoft.com/office/drawing/2014/main" id="{E79BE3B6-2B28-3E40-C2A4-3C698148BC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928998"/>
            <a:ext cx="324000" cy="324000"/>
          </a:xfrm>
          <a:prstGeom prst="rect">
            <a:avLst/>
          </a:prstGeom>
        </p:spPr>
      </p:pic>
      <p:pic>
        <p:nvPicPr>
          <p:cNvPr id="37" name="Graphique 36" descr="Loupe avec un remplissage uni">
            <a:hlinkClick r:id="rId8" action="ppaction://hlinksldjump"/>
            <a:extLst>
              <a:ext uri="{FF2B5EF4-FFF2-40B4-BE49-F238E27FC236}">
                <a16:creationId xmlns:a16="http://schemas.microsoft.com/office/drawing/2014/main" id="{477BDF4B-1B58-96BD-375B-67D911ABF4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75689"/>
            <a:ext cx="324000" cy="324000"/>
          </a:xfrm>
          <a:prstGeom prst="rect">
            <a:avLst/>
          </a:prstGeom>
        </p:spPr>
      </p:pic>
      <p:pic>
        <p:nvPicPr>
          <p:cNvPr id="42" name="Graphique 41" descr="Loupe avec un remplissage uni">
            <a:hlinkClick r:id="rId9" action="ppaction://hlinksldjump"/>
            <a:extLst>
              <a:ext uri="{FF2B5EF4-FFF2-40B4-BE49-F238E27FC236}">
                <a16:creationId xmlns:a16="http://schemas.microsoft.com/office/drawing/2014/main" id="{A79A0FC3-E042-FA10-E852-FCE33BE81D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884528"/>
            <a:ext cx="324000" cy="324000"/>
          </a:xfrm>
          <a:prstGeom prst="rect">
            <a:avLst/>
          </a:prstGeom>
        </p:spPr>
      </p:pic>
      <p:pic>
        <p:nvPicPr>
          <p:cNvPr id="47" name="Graphique 46" descr="Loupe avec un remplissage uni">
            <a:hlinkClick r:id="rId10" action="ppaction://hlinksldjump"/>
            <a:extLst>
              <a:ext uri="{FF2B5EF4-FFF2-40B4-BE49-F238E27FC236}">
                <a16:creationId xmlns:a16="http://schemas.microsoft.com/office/drawing/2014/main" id="{1AA255A9-723D-0A9E-3985-EE511A07A5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251960"/>
            <a:ext cx="324000" cy="324000"/>
          </a:xfrm>
          <a:prstGeom prst="rect">
            <a:avLst/>
          </a:prstGeom>
        </p:spPr>
      </p:pic>
      <p:pic>
        <p:nvPicPr>
          <p:cNvPr id="52" name="Graphique 51" descr="Loupe avec un remplissage uni">
            <a:hlinkClick r:id="rId11" action="ppaction://hlinksldjump"/>
            <a:extLst>
              <a:ext uri="{FF2B5EF4-FFF2-40B4-BE49-F238E27FC236}">
                <a16:creationId xmlns:a16="http://schemas.microsoft.com/office/drawing/2014/main" id="{93415200-C617-2069-2633-E7192A6825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871035"/>
            <a:ext cx="324000" cy="324000"/>
          </a:xfrm>
          <a:prstGeom prst="rect">
            <a:avLst/>
          </a:prstGeom>
        </p:spPr>
      </p:pic>
      <p:pic>
        <p:nvPicPr>
          <p:cNvPr id="60" name="Graphique 59" descr="Loupe avec un remplissage uni">
            <a:hlinkClick r:id="rId12" action="ppaction://hlinksldjump"/>
            <a:extLst>
              <a:ext uri="{FF2B5EF4-FFF2-40B4-BE49-F238E27FC236}">
                <a16:creationId xmlns:a16="http://schemas.microsoft.com/office/drawing/2014/main" id="{468BEC59-C74F-D717-CF31-B58775F973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388477"/>
            <a:ext cx="324000" cy="324000"/>
          </a:xfrm>
          <a:prstGeom prst="rect">
            <a:avLst/>
          </a:prstGeom>
        </p:spPr>
      </p:pic>
      <p:pic>
        <p:nvPicPr>
          <p:cNvPr id="79" name="Graphique 78" descr="Loupe avec un remplissage uni">
            <a:hlinkClick r:id="rId13" action="ppaction://hlinksldjump"/>
            <a:extLst>
              <a:ext uri="{FF2B5EF4-FFF2-40B4-BE49-F238E27FC236}">
                <a16:creationId xmlns:a16="http://schemas.microsoft.com/office/drawing/2014/main" id="{C72D5ED5-4044-632F-7805-AB0D904834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989427"/>
            <a:ext cx="324000" cy="324000"/>
          </a:xfrm>
          <a:prstGeom prst="rect">
            <a:avLst/>
          </a:prstGeom>
        </p:spPr>
      </p:pic>
      <p:sp>
        <p:nvSpPr>
          <p:cNvPr id="80" name="Rectangle : coins arrondis 79">
            <a:extLst>
              <a:ext uri="{FF2B5EF4-FFF2-40B4-BE49-F238E27FC236}">
                <a16:creationId xmlns:a16="http://schemas.microsoft.com/office/drawing/2014/main" id="{F04CC6EE-C865-8EC0-AD55-3D0B4B3F0AE8}"/>
              </a:ext>
            </a:extLst>
          </p:cNvPr>
          <p:cNvSpPr/>
          <p:nvPr/>
        </p:nvSpPr>
        <p:spPr>
          <a:xfrm>
            <a:off x="10365348" y="164265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sp>
        <p:nvSpPr>
          <p:cNvPr id="81" name="Rectangle : coins arrondis 80">
            <a:extLst>
              <a:ext uri="{FF2B5EF4-FFF2-40B4-BE49-F238E27FC236}">
                <a16:creationId xmlns:a16="http://schemas.microsoft.com/office/drawing/2014/main" id="{629B592A-B625-D058-1C19-F373506B09D7}"/>
              </a:ext>
            </a:extLst>
          </p:cNvPr>
          <p:cNvSpPr/>
          <p:nvPr/>
        </p:nvSpPr>
        <p:spPr>
          <a:xfrm>
            <a:off x="10365348" y="345267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sp>
        <p:nvSpPr>
          <p:cNvPr id="82" name="Rectangle : coins arrondis 81">
            <a:extLst>
              <a:ext uri="{FF2B5EF4-FFF2-40B4-BE49-F238E27FC236}">
                <a16:creationId xmlns:a16="http://schemas.microsoft.com/office/drawing/2014/main" id="{6C853C42-41F4-34F3-38D6-DE04AF8EC030}"/>
              </a:ext>
            </a:extLst>
          </p:cNvPr>
          <p:cNvSpPr/>
          <p:nvPr/>
        </p:nvSpPr>
        <p:spPr>
          <a:xfrm>
            <a:off x="10365348" y="4228947"/>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sp>
        <p:nvSpPr>
          <p:cNvPr id="83" name="Rectangle : coins arrondis 82">
            <a:extLst>
              <a:ext uri="{FF2B5EF4-FFF2-40B4-BE49-F238E27FC236}">
                <a16:creationId xmlns:a16="http://schemas.microsoft.com/office/drawing/2014/main" id="{BEE85645-CF39-971C-B7F0-F292EB5DF89A}"/>
              </a:ext>
            </a:extLst>
          </p:cNvPr>
          <p:cNvSpPr/>
          <p:nvPr/>
        </p:nvSpPr>
        <p:spPr>
          <a:xfrm>
            <a:off x="10365348" y="536546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~15 min</a:t>
            </a:r>
          </a:p>
        </p:txBody>
      </p:sp>
      <p:sp>
        <p:nvSpPr>
          <p:cNvPr id="18" name="Rectangle : coins arrondis 17">
            <a:extLst>
              <a:ext uri="{FF2B5EF4-FFF2-40B4-BE49-F238E27FC236}">
                <a16:creationId xmlns:a16="http://schemas.microsoft.com/office/drawing/2014/main" id="{7F32EE38-19F9-4EFC-2DEF-9E8BB072CD55}"/>
              </a:ext>
            </a:extLst>
          </p:cNvPr>
          <p:cNvSpPr/>
          <p:nvPr/>
        </p:nvSpPr>
        <p:spPr>
          <a:xfrm>
            <a:off x="10365348" y="118644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5 min</a:t>
            </a:r>
          </a:p>
        </p:txBody>
      </p:sp>
      <p:sp>
        <p:nvSpPr>
          <p:cNvPr id="119" name="Rectangle : coins arrondis 118">
            <a:extLst>
              <a:ext uri="{FF2B5EF4-FFF2-40B4-BE49-F238E27FC236}">
                <a16:creationId xmlns:a16="http://schemas.microsoft.com/office/drawing/2014/main" id="{0FCF6DEE-8310-7B77-629D-3EA7B129BFB3}"/>
              </a:ext>
            </a:extLst>
          </p:cNvPr>
          <p:cNvSpPr/>
          <p:nvPr/>
        </p:nvSpPr>
        <p:spPr>
          <a:xfrm>
            <a:off x="10365348" y="224534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sp>
        <p:nvSpPr>
          <p:cNvPr id="120" name="Rectangle : coins arrondis 119">
            <a:extLst>
              <a:ext uri="{FF2B5EF4-FFF2-40B4-BE49-F238E27FC236}">
                <a16:creationId xmlns:a16="http://schemas.microsoft.com/office/drawing/2014/main" id="{378BF5CF-CAB9-10E0-8FF9-72EE8468D29E}"/>
              </a:ext>
            </a:extLst>
          </p:cNvPr>
          <p:cNvSpPr/>
          <p:nvPr/>
        </p:nvSpPr>
        <p:spPr>
          <a:xfrm>
            <a:off x="10365348" y="38615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sp>
        <p:nvSpPr>
          <p:cNvPr id="121" name="Rectangle : coins arrondis 120">
            <a:extLst>
              <a:ext uri="{FF2B5EF4-FFF2-40B4-BE49-F238E27FC236}">
                <a16:creationId xmlns:a16="http://schemas.microsoft.com/office/drawing/2014/main" id="{C72D4DD2-8FEC-8AAA-6831-6ADC8643F834}"/>
              </a:ext>
            </a:extLst>
          </p:cNvPr>
          <p:cNvSpPr/>
          <p:nvPr/>
        </p:nvSpPr>
        <p:spPr>
          <a:xfrm>
            <a:off x="10365348" y="48480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sp>
        <p:nvSpPr>
          <p:cNvPr id="122" name="Rectangle : coins arrondis 121">
            <a:extLst>
              <a:ext uri="{FF2B5EF4-FFF2-40B4-BE49-F238E27FC236}">
                <a16:creationId xmlns:a16="http://schemas.microsoft.com/office/drawing/2014/main" id="{9AB44534-25C4-7AAD-472B-7127397BFE5F}"/>
              </a:ext>
            </a:extLst>
          </p:cNvPr>
          <p:cNvSpPr/>
          <p:nvPr/>
        </p:nvSpPr>
        <p:spPr>
          <a:xfrm>
            <a:off x="10365348" y="596641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~10 min</a:t>
            </a:r>
          </a:p>
        </p:txBody>
      </p:sp>
      <p:sp>
        <p:nvSpPr>
          <p:cNvPr id="123" name="Rectangle : coins arrondis 122">
            <a:extLst>
              <a:ext uri="{FF2B5EF4-FFF2-40B4-BE49-F238E27FC236}">
                <a16:creationId xmlns:a16="http://schemas.microsoft.com/office/drawing/2014/main" id="{5ED64649-5D35-CE96-60E3-CE9FF2529CE9}"/>
              </a:ext>
            </a:extLst>
          </p:cNvPr>
          <p:cNvSpPr/>
          <p:nvPr/>
        </p:nvSpPr>
        <p:spPr>
          <a:xfrm>
            <a:off x="10365348" y="290598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pic>
        <p:nvPicPr>
          <p:cNvPr id="19" name="Graphique 18" descr="Sablier terminé avec un remplissage uni">
            <a:extLst>
              <a:ext uri="{FF2B5EF4-FFF2-40B4-BE49-F238E27FC236}">
                <a16:creationId xmlns:a16="http://schemas.microsoft.com/office/drawing/2014/main" id="{C92A2038-601A-38DC-2913-BAE525B71C5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186441"/>
            <a:ext cx="306421" cy="306421"/>
          </a:xfrm>
          <a:prstGeom prst="rect">
            <a:avLst/>
          </a:prstGeom>
        </p:spPr>
      </p:pic>
      <p:pic>
        <p:nvPicPr>
          <p:cNvPr id="20" name="Graphique 19" descr="Sablier terminé avec un remplissage uni">
            <a:extLst>
              <a:ext uri="{FF2B5EF4-FFF2-40B4-BE49-F238E27FC236}">
                <a16:creationId xmlns:a16="http://schemas.microsoft.com/office/drawing/2014/main" id="{621526BD-9E27-944B-7643-C33036DF17E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642655"/>
            <a:ext cx="306421" cy="306421"/>
          </a:xfrm>
          <a:prstGeom prst="rect">
            <a:avLst/>
          </a:prstGeom>
        </p:spPr>
      </p:pic>
      <p:pic>
        <p:nvPicPr>
          <p:cNvPr id="23" name="Graphique 22" descr="Sablier terminé avec un remplissage uni">
            <a:extLst>
              <a:ext uri="{FF2B5EF4-FFF2-40B4-BE49-F238E27FC236}">
                <a16:creationId xmlns:a16="http://schemas.microsoft.com/office/drawing/2014/main" id="{20C2EB6B-9437-80D4-0DC0-89ED54C6346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245346"/>
            <a:ext cx="306421" cy="306421"/>
          </a:xfrm>
          <a:prstGeom prst="rect">
            <a:avLst/>
          </a:prstGeom>
        </p:spPr>
      </p:pic>
      <p:pic>
        <p:nvPicPr>
          <p:cNvPr id="24" name="Graphique 23" descr="Sablier terminé avec un remplissage uni">
            <a:extLst>
              <a:ext uri="{FF2B5EF4-FFF2-40B4-BE49-F238E27FC236}">
                <a16:creationId xmlns:a16="http://schemas.microsoft.com/office/drawing/2014/main" id="{03A0C793-6714-F58D-35D3-F1BC9E2188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905985"/>
            <a:ext cx="306421" cy="306421"/>
          </a:xfrm>
          <a:prstGeom prst="rect">
            <a:avLst/>
          </a:prstGeom>
        </p:spPr>
      </p:pic>
      <p:pic>
        <p:nvPicPr>
          <p:cNvPr id="25" name="Graphique 24" descr="Sablier terminé avec un remplissage uni">
            <a:extLst>
              <a:ext uri="{FF2B5EF4-FFF2-40B4-BE49-F238E27FC236}">
                <a16:creationId xmlns:a16="http://schemas.microsoft.com/office/drawing/2014/main" id="{F281313D-2737-4D85-469B-D96AB2D0CCC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452676"/>
            <a:ext cx="306421" cy="306421"/>
          </a:xfrm>
          <a:prstGeom prst="rect">
            <a:avLst/>
          </a:prstGeom>
        </p:spPr>
      </p:pic>
      <p:pic>
        <p:nvPicPr>
          <p:cNvPr id="28" name="Graphique 27" descr="Sablier terminé avec un remplissage uni">
            <a:extLst>
              <a:ext uri="{FF2B5EF4-FFF2-40B4-BE49-F238E27FC236}">
                <a16:creationId xmlns:a16="http://schemas.microsoft.com/office/drawing/2014/main" id="{C323D606-39A6-69C2-2828-F6699E98715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861515"/>
            <a:ext cx="306421" cy="306421"/>
          </a:xfrm>
          <a:prstGeom prst="rect">
            <a:avLst/>
          </a:prstGeom>
        </p:spPr>
      </p:pic>
      <p:pic>
        <p:nvPicPr>
          <p:cNvPr id="29" name="Graphique 28" descr="Sablier terminé avec un remplissage uni">
            <a:extLst>
              <a:ext uri="{FF2B5EF4-FFF2-40B4-BE49-F238E27FC236}">
                <a16:creationId xmlns:a16="http://schemas.microsoft.com/office/drawing/2014/main" id="{AD5F8417-53A7-327F-21CE-5A4CE784D6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228947"/>
            <a:ext cx="306421" cy="306421"/>
          </a:xfrm>
          <a:prstGeom prst="rect">
            <a:avLst/>
          </a:prstGeom>
        </p:spPr>
      </p:pic>
      <p:pic>
        <p:nvPicPr>
          <p:cNvPr id="30" name="Graphique 29" descr="Sablier terminé avec un remplissage uni">
            <a:extLst>
              <a:ext uri="{FF2B5EF4-FFF2-40B4-BE49-F238E27FC236}">
                <a16:creationId xmlns:a16="http://schemas.microsoft.com/office/drawing/2014/main" id="{E2B38378-6AB1-A4ED-B7D8-6576CD40425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848022"/>
            <a:ext cx="306421" cy="306421"/>
          </a:xfrm>
          <a:prstGeom prst="rect">
            <a:avLst/>
          </a:prstGeom>
        </p:spPr>
      </p:pic>
      <p:pic>
        <p:nvPicPr>
          <p:cNvPr id="33" name="Graphique 32" descr="Sablier terminé avec un remplissage uni">
            <a:extLst>
              <a:ext uri="{FF2B5EF4-FFF2-40B4-BE49-F238E27FC236}">
                <a16:creationId xmlns:a16="http://schemas.microsoft.com/office/drawing/2014/main" id="{C82EAB50-55E0-710E-87EE-41706455553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365464"/>
            <a:ext cx="306421" cy="306421"/>
          </a:xfrm>
          <a:prstGeom prst="rect">
            <a:avLst/>
          </a:prstGeom>
        </p:spPr>
      </p:pic>
      <p:pic>
        <p:nvPicPr>
          <p:cNvPr id="34" name="Graphique 33" descr="Sablier terminé avec un remplissage uni">
            <a:extLst>
              <a:ext uri="{FF2B5EF4-FFF2-40B4-BE49-F238E27FC236}">
                <a16:creationId xmlns:a16="http://schemas.microsoft.com/office/drawing/2014/main" id="{1C1ABA13-8452-8844-E020-4ECDB4E58DE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966414"/>
            <a:ext cx="306421" cy="306421"/>
          </a:xfrm>
          <a:prstGeom prst="rect">
            <a:avLst/>
          </a:prstGeom>
        </p:spPr>
      </p:pic>
      <p:sp>
        <p:nvSpPr>
          <p:cNvPr id="49" name="Triangle isocèle 48">
            <a:hlinkClick r:id="rId13" action="ppaction://hlinksldjump"/>
            <a:extLst>
              <a:ext uri="{FF2B5EF4-FFF2-40B4-BE49-F238E27FC236}">
                <a16:creationId xmlns:a16="http://schemas.microsoft.com/office/drawing/2014/main" id="{B79244B4-71B2-C692-394D-E49230BF2F1B}"/>
              </a:ext>
            </a:extLst>
          </p:cNvPr>
          <p:cNvSpPr/>
          <p:nvPr/>
        </p:nvSpPr>
        <p:spPr>
          <a:xfrm>
            <a:off x="-11167" y="5468129"/>
            <a:ext cx="2334810" cy="405019"/>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grpSp>
        <p:nvGrpSpPr>
          <p:cNvPr id="59" name="Groupe 58">
            <a:extLst>
              <a:ext uri="{FF2B5EF4-FFF2-40B4-BE49-F238E27FC236}">
                <a16:creationId xmlns:a16="http://schemas.microsoft.com/office/drawing/2014/main" id="{B7EBFDFE-DAFE-85F3-BEBF-8ACAB8DC4209}"/>
              </a:ext>
            </a:extLst>
          </p:cNvPr>
          <p:cNvGrpSpPr>
            <a:grpSpLocks noChangeAspect="1"/>
          </p:cNvGrpSpPr>
          <p:nvPr/>
        </p:nvGrpSpPr>
        <p:grpSpPr>
          <a:xfrm>
            <a:off x="11001871" y="6336764"/>
            <a:ext cx="1082632" cy="444130"/>
            <a:chOff x="5810" y="1578917"/>
            <a:chExt cx="559801" cy="229645"/>
          </a:xfrm>
        </p:grpSpPr>
        <p:sp>
          <p:nvSpPr>
            <p:cNvPr id="62" name="Rectangle : coins arrondis 61">
              <a:hlinkClick r:id="rId15" action="ppaction://hlinksldjump"/>
              <a:extLst>
                <a:ext uri="{FF2B5EF4-FFF2-40B4-BE49-F238E27FC236}">
                  <a16:creationId xmlns:a16="http://schemas.microsoft.com/office/drawing/2014/main" id="{00F60078-7F1B-8558-2A5C-98D7617CE17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63" name="Graphique 62" descr="Retour avec un remplissage uni">
              <a:hlinkClick r:id="rId15" action="ppaction://hlinksldjump"/>
              <a:extLst>
                <a:ext uri="{FF2B5EF4-FFF2-40B4-BE49-F238E27FC236}">
                  <a16:creationId xmlns:a16="http://schemas.microsoft.com/office/drawing/2014/main" id="{141EEC7B-D418-09F8-A4F3-7577330F1AB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9060" y="1578917"/>
              <a:ext cx="229645" cy="229645"/>
            </a:xfrm>
            <a:prstGeom prst="rect">
              <a:avLst/>
            </a:prstGeom>
          </p:spPr>
        </p:pic>
      </p:grpSp>
      <p:sp>
        <p:nvSpPr>
          <p:cNvPr id="21" name="Rectangle : coins arrondis 20">
            <a:extLst>
              <a:ext uri="{FF2B5EF4-FFF2-40B4-BE49-F238E27FC236}">
                <a16:creationId xmlns:a16="http://schemas.microsoft.com/office/drawing/2014/main" id="{2C4B924F-070C-133F-AEB2-C98D05ED7899}"/>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6" name="Rectangle 35">
            <a:extLst>
              <a:ext uri="{FF2B5EF4-FFF2-40B4-BE49-F238E27FC236}">
                <a16:creationId xmlns:a16="http://schemas.microsoft.com/office/drawing/2014/main" id="{2910328E-6425-E707-F155-C3C964639940}"/>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38" name="Rectangle 37">
            <a:extLst>
              <a:ext uri="{FF2B5EF4-FFF2-40B4-BE49-F238E27FC236}">
                <a16:creationId xmlns:a16="http://schemas.microsoft.com/office/drawing/2014/main" id="{F7DDEB39-CD7A-30B4-C8FB-DCE9D1EDC5B7}"/>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grpSp>
        <p:nvGrpSpPr>
          <p:cNvPr id="45" name="Groupe 44">
            <a:extLst>
              <a:ext uri="{FF2B5EF4-FFF2-40B4-BE49-F238E27FC236}">
                <a16:creationId xmlns:a16="http://schemas.microsoft.com/office/drawing/2014/main" id="{A841239A-48F5-ED99-4132-1B2F1A749E30}"/>
              </a:ext>
            </a:extLst>
          </p:cNvPr>
          <p:cNvGrpSpPr/>
          <p:nvPr/>
        </p:nvGrpSpPr>
        <p:grpSpPr>
          <a:xfrm>
            <a:off x="216339" y="1180235"/>
            <a:ext cx="302577" cy="302577"/>
            <a:chOff x="229671" y="2122077"/>
            <a:chExt cx="302577" cy="302577"/>
          </a:xfrm>
        </p:grpSpPr>
        <p:sp>
          <p:nvSpPr>
            <p:cNvPr id="72" name="Bouton d’action : vide 71">
              <a:hlinkClick r:id="" action="ppaction://noaction" highlightClick="1"/>
              <a:extLst>
                <a:ext uri="{FF2B5EF4-FFF2-40B4-BE49-F238E27FC236}">
                  <a16:creationId xmlns:a16="http://schemas.microsoft.com/office/drawing/2014/main" id="{2EA15E1E-276E-BCF4-6703-FF52AB15F1E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3" name="Graphique 72" descr="Coche avec un remplissage uni">
              <a:extLst>
                <a:ext uri="{FF2B5EF4-FFF2-40B4-BE49-F238E27FC236}">
                  <a16:creationId xmlns:a16="http://schemas.microsoft.com/office/drawing/2014/main" id="{FCFFE174-4322-53C5-2431-DD6A490C53D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grpSp>
        <p:nvGrpSpPr>
          <p:cNvPr id="46" name="Groupe 45">
            <a:extLst>
              <a:ext uri="{FF2B5EF4-FFF2-40B4-BE49-F238E27FC236}">
                <a16:creationId xmlns:a16="http://schemas.microsoft.com/office/drawing/2014/main" id="{A1D3AE8E-97C4-ED1E-440A-0C742DBF8150}"/>
              </a:ext>
            </a:extLst>
          </p:cNvPr>
          <p:cNvGrpSpPr/>
          <p:nvPr/>
        </p:nvGrpSpPr>
        <p:grpSpPr>
          <a:xfrm>
            <a:off x="216339" y="2238436"/>
            <a:ext cx="302577" cy="302577"/>
            <a:chOff x="229671" y="2122077"/>
            <a:chExt cx="302577" cy="302577"/>
          </a:xfrm>
        </p:grpSpPr>
        <p:sp>
          <p:nvSpPr>
            <p:cNvPr id="70" name="Bouton d’action : vide 69">
              <a:hlinkClick r:id="" action="ppaction://noaction" highlightClick="1"/>
              <a:extLst>
                <a:ext uri="{FF2B5EF4-FFF2-40B4-BE49-F238E27FC236}">
                  <a16:creationId xmlns:a16="http://schemas.microsoft.com/office/drawing/2014/main" id="{AFC5F2DF-F13A-A1D8-DC8F-429A82C64710}"/>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1" name="Graphique 70" descr="Coche avec un remplissage uni">
              <a:extLst>
                <a:ext uri="{FF2B5EF4-FFF2-40B4-BE49-F238E27FC236}">
                  <a16:creationId xmlns:a16="http://schemas.microsoft.com/office/drawing/2014/main" id="{B9BDE28E-BF64-31CF-4929-AA7E480139B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grpSp>
        <p:nvGrpSpPr>
          <p:cNvPr id="51" name="Groupe 50">
            <a:extLst>
              <a:ext uri="{FF2B5EF4-FFF2-40B4-BE49-F238E27FC236}">
                <a16:creationId xmlns:a16="http://schemas.microsoft.com/office/drawing/2014/main" id="{13C0BB58-041A-FADB-00EE-AECCADFDE097}"/>
              </a:ext>
            </a:extLst>
          </p:cNvPr>
          <p:cNvGrpSpPr/>
          <p:nvPr/>
        </p:nvGrpSpPr>
        <p:grpSpPr>
          <a:xfrm>
            <a:off x="216339" y="2901989"/>
            <a:ext cx="302577" cy="302577"/>
            <a:chOff x="229671" y="2122077"/>
            <a:chExt cx="302577" cy="302577"/>
          </a:xfrm>
        </p:grpSpPr>
        <p:sp>
          <p:nvSpPr>
            <p:cNvPr id="68" name="Bouton d’action : vide 67">
              <a:hlinkClick r:id="" action="ppaction://noaction" highlightClick="1"/>
              <a:extLst>
                <a:ext uri="{FF2B5EF4-FFF2-40B4-BE49-F238E27FC236}">
                  <a16:creationId xmlns:a16="http://schemas.microsoft.com/office/drawing/2014/main" id="{8A744F0D-49B3-B61B-D701-49B4280D7B2E}"/>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9" name="Graphique 68" descr="Coche avec un remplissage uni">
              <a:extLst>
                <a:ext uri="{FF2B5EF4-FFF2-40B4-BE49-F238E27FC236}">
                  <a16:creationId xmlns:a16="http://schemas.microsoft.com/office/drawing/2014/main" id="{C0C24086-17DE-23DA-39A0-093B54C3DB7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sp>
        <p:nvSpPr>
          <p:cNvPr id="53" name="Bouton d’action : vide 52">
            <a:hlinkClick r:id="" action="ppaction://noaction" highlightClick="1"/>
            <a:extLst>
              <a:ext uri="{FF2B5EF4-FFF2-40B4-BE49-F238E27FC236}">
                <a16:creationId xmlns:a16="http://schemas.microsoft.com/office/drawing/2014/main" id="{B98D1107-7F26-0408-99C8-80CB7D9B3546}"/>
              </a:ext>
            </a:extLst>
          </p:cNvPr>
          <p:cNvSpPr/>
          <p:nvPr/>
        </p:nvSpPr>
        <p:spPr>
          <a:xfrm>
            <a:off x="241627" y="168210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1DC2D3BB-1807-DF69-76BC-9218AFA7F3EE}"/>
              </a:ext>
            </a:extLst>
          </p:cNvPr>
          <p:cNvSpPr/>
          <p:nvPr/>
        </p:nvSpPr>
        <p:spPr>
          <a:xfrm>
            <a:off x="241627" y="59983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2A24448E-F3FB-94CE-7CD7-85650AC6F50C}"/>
              </a:ext>
            </a:extLst>
          </p:cNvPr>
          <p:cNvSpPr/>
          <p:nvPr/>
        </p:nvSpPr>
        <p:spPr>
          <a:xfrm>
            <a:off x="241627" y="348400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2D35DE21-D3F6-E4B6-67CA-2238791BD970}"/>
              </a:ext>
            </a:extLst>
          </p:cNvPr>
          <p:cNvSpPr/>
          <p:nvPr/>
        </p:nvSpPr>
        <p:spPr>
          <a:xfrm>
            <a:off x="241627" y="388997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FDB65DBC-CB4D-3A61-C5F0-12CAD684CE29}"/>
              </a:ext>
            </a:extLst>
          </p:cNvPr>
          <p:cNvSpPr/>
          <p:nvPr/>
        </p:nvSpPr>
        <p:spPr>
          <a:xfrm>
            <a:off x="241627" y="426774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33A31829-0782-CFF1-AF88-068A1431C455}"/>
              </a:ext>
            </a:extLst>
          </p:cNvPr>
          <p:cNvSpPr/>
          <p:nvPr/>
        </p:nvSpPr>
        <p:spPr>
          <a:xfrm>
            <a:off x="241627" y="485268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7" name="Bouton d’action : vide 66">
            <a:hlinkClick r:id="" action="ppaction://noaction" highlightClick="1"/>
            <a:extLst>
              <a:ext uri="{FF2B5EF4-FFF2-40B4-BE49-F238E27FC236}">
                <a16:creationId xmlns:a16="http://schemas.microsoft.com/office/drawing/2014/main" id="{61C930F4-836B-EEC9-A489-59DC9CBB5712}"/>
              </a:ext>
            </a:extLst>
          </p:cNvPr>
          <p:cNvSpPr/>
          <p:nvPr/>
        </p:nvSpPr>
        <p:spPr>
          <a:xfrm>
            <a:off x="241627" y="540425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CCD6E145-C602-3EE0-C2C2-BB4AE5046CA5}"/>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sp>
        <p:nvSpPr>
          <p:cNvPr id="3" name="Flèche : chevron 8 - 2 - 1">
            <a:extLst>
              <a:ext uri="{FF2B5EF4-FFF2-40B4-BE49-F238E27FC236}">
                <a16:creationId xmlns:a16="http://schemas.microsoft.com/office/drawing/2014/main" id="{53821AA5-7FBB-A106-CA4E-5224EDF7E66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5" name="Flèche : chevron 8 - 2 - 1">
            <a:extLst>
              <a:ext uri="{FF2B5EF4-FFF2-40B4-BE49-F238E27FC236}">
                <a16:creationId xmlns:a16="http://schemas.microsoft.com/office/drawing/2014/main" id="{6579AA99-5118-16AA-BE1D-2B2DC78D928A}"/>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15" name="Flèche : chevron 8 - 2 - 1">
            <a:extLst>
              <a:ext uri="{FF2B5EF4-FFF2-40B4-BE49-F238E27FC236}">
                <a16:creationId xmlns:a16="http://schemas.microsoft.com/office/drawing/2014/main" id="{EE341281-856C-4131-8954-ADC55F7A9874}"/>
              </a:ext>
            </a:extLst>
          </p:cNvPr>
          <p:cNvSpPr/>
          <p:nvPr/>
        </p:nvSpPr>
        <p:spPr>
          <a:xfrm>
            <a:off x="5244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des impacts humains</a:t>
            </a:r>
          </a:p>
        </p:txBody>
      </p:sp>
      <p:sp>
        <p:nvSpPr>
          <p:cNvPr id="26" name="Flèche : chevron 8 - 2 - 1">
            <a:extLst>
              <a:ext uri="{FF2B5EF4-FFF2-40B4-BE49-F238E27FC236}">
                <a16:creationId xmlns:a16="http://schemas.microsoft.com/office/drawing/2014/main" id="{7357694D-853A-31B4-A0EF-A1C075EDF09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5" name="Flèche : chevron 8 - 2 - 1">
            <a:extLst>
              <a:ext uri="{FF2B5EF4-FFF2-40B4-BE49-F238E27FC236}">
                <a16:creationId xmlns:a16="http://schemas.microsoft.com/office/drawing/2014/main" id="{E20F7CCD-2864-2C84-CFC9-4FA967D15284}"/>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40" name="Flèche : pentagone 3">
            <a:extLst>
              <a:ext uri="{FF2B5EF4-FFF2-40B4-BE49-F238E27FC236}">
                <a16:creationId xmlns:a16="http://schemas.microsoft.com/office/drawing/2014/main" id="{66CC733A-4284-8EA8-43C6-3E68B11A4E7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43" name="Flèche : chevron 8 - 2 - 1">
            <a:extLst>
              <a:ext uri="{FF2B5EF4-FFF2-40B4-BE49-F238E27FC236}">
                <a16:creationId xmlns:a16="http://schemas.microsoft.com/office/drawing/2014/main" id="{F882D862-F11A-5D2C-BC86-16C250ED8108}"/>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48" name="Flèche : chevron 8 - 2 - 1">
            <a:extLst>
              <a:ext uri="{FF2B5EF4-FFF2-40B4-BE49-F238E27FC236}">
                <a16:creationId xmlns:a16="http://schemas.microsoft.com/office/drawing/2014/main" id="{BC23090F-2E43-5CE9-3781-B83F55956BCD}"/>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903314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D332-A007-381E-9568-A38F55BB94BB}"/>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3AC692F-7702-1BFD-62A3-35EDFE0034B0}"/>
              </a:ext>
            </a:extLst>
          </p:cNvPr>
          <p:cNvSpPr txBox="1"/>
          <p:nvPr/>
        </p:nvSpPr>
        <p:spPr>
          <a:xfrm>
            <a:off x="490990" y="1219330"/>
            <a:ext cx="9360000" cy="4832092"/>
          </a:xfrm>
          <a:prstGeom prst="rect">
            <a:avLst/>
          </a:prstGeom>
          <a:noFill/>
        </p:spPr>
        <p:txBody>
          <a:bodyPr wrap="square">
            <a:spAutoFit/>
          </a:bodyPr>
          <a:lstStyle/>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Incarner le projet, savoir en expliquer la finalité, le sens et le bien-fondé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(intérêts à faire et risques à ne pas faire) et s’assurer que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éléments de langage sont produits et partagés par la ligne hiérarchique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moments incontournables de mon projet</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et définir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comment accompagner</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les agents lors de ces jalons</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S’appuyer sur des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bonnes pratiques pour conduire le changement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et favoriser une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approche de travail collaboratif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(intelligence collective, groupe miroir, sollicitation de la médecine du travail…) permettant de laisser au collectif les marges de manœuvre nécessaires pour identifier la solution organisationnelle la plus adéquate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S’appuyer sur des dispositifs d’écoute active et d’échanges avec les agents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pour être informé des interrogations des agents dès la phase amont et aux moments clés du projet, et comprendre les enjeux des parties prenantes</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à quel moment réaliser une évaluation RPS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approfondie, en complément de l’évaluation initiale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Comment organiser la communication sur le projet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destination des équipes concernées pour leur donner la primeur de l’information (au regard du calendrier social) et quel relais des parties prenantes pour appuyer cette communication</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Préparer le dialogue avec les Instances Représentatives du Personnel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mener tout au long du projet : du calendrier des instances à la stratégie à mettre en place (analyse de la qualité du dialogue social avant-projet, prise en compte de l’importance de l’informel…)</a:t>
            </a:r>
          </a:p>
        </p:txBody>
      </p:sp>
      <p:pic>
        <p:nvPicPr>
          <p:cNvPr id="22" name="Graphique 21" descr="Loupe avec un remplissage uni">
            <a:hlinkClick r:id="rId3" action="ppaction://hlinksldjump"/>
            <a:extLst>
              <a:ext uri="{FF2B5EF4-FFF2-40B4-BE49-F238E27FC236}">
                <a16:creationId xmlns:a16="http://schemas.microsoft.com/office/drawing/2014/main" id="{84E1C627-F7F4-7260-4AD2-75F3E405A9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383425"/>
            <a:ext cx="324000" cy="324000"/>
          </a:xfrm>
          <a:prstGeom prst="rect">
            <a:avLst/>
          </a:prstGeom>
        </p:spPr>
      </p:pic>
      <p:pic>
        <p:nvPicPr>
          <p:cNvPr id="27" name="Graphique 26" descr="Loupe avec un remplissage uni">
            <a:hlinkClick r:id="" action="ppaction://noaction"/>
            <a:extLst>
              <a:ext uri="{FF2B5EF4-FFF2-40B4-BE49-F238E27FC236}">
                <a16:creationId xmlns:a16="http://schemas.microsoft.com/office/drawing/2014/main" id="{620F8453-35C9-2F60-957B-75522A5EB4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939599"/>
            <a:ext cx="324000" cy="324000"/>
          </a:xfrm>
          <a:prstGeom prst="rect">
            <a:avLst/>
          </a:prstGeom>
        </p:spPr>
      </p:pic>
      <p:pic>
        <p:nvPicPr>
          <p:cNvPr id="32" name="Graphique 31" descr="Loupe avec un remplissage uni">
            <a:hlinkClick r:id="" action="ppaction://noaction"/>
            <a:extLst>
              <a:ext uri="{FF2B5EF4-FFF2-40B4-BE49-F238E27FC236}">
                <a16:creationId xmlns:a16="http://schemas.microsoft.com/office/drawing/2014/main" id="{AE914404-0C38-86F6-2F9B-D48BBD825D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698181"/>
            <a:ext cx="324000" cy="324000"/>
          </a:xfrm>
          <a:prstGeom prst="rect">
            <a:avLst/>
          </a:prstGeom>
        </p:spPr>
      </p:pic>
      <p:pic>
        <p:nvPicPr>
          <p:cNvPr id="37" name="Graphique 36" descr="Loupe avec un remplissage uni">
            <a:hlinkClick r:id="" action="ppaction://noaction"/>
            <a:extLst>
              <a:ext uri="{FF2B5EF4-FFF2-40B4-BE49-F238E27FC236}">
                <a16:creationId xmlns:a16="http://schemas.microsoft.com/office/drawing/2014/main" id="{E5FEC355-A392-D242-9203-918540886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83372"/>
            <a:ext cx="324000" cy="324000"/>
          </a:xfrm>
          <a:prstGeom prst="rect">
            <a:avLst/>
          </a:prstGeom>
        </p:spPr>
      </p:pic>
      <p:pic>
        <p:nvPicPr>
          <p:cNvPr id="42" name="Graphique 41" descr="Loupe avec un remplissage uni">
            <a:hlinkClick r:id="" action="ppaction://noaction"/>
            <a:extLst>
              <a:ext uri="{FF2B5EF4-FFF2-40B4-BE49-F238E27FC236}">
                <a16:creationId xmlns:a16="http://schemas.microsoft.com/office/drawing/2014/main" id="{88977DD6-A05B-3B47-CE5F-217BA087E6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111532"/>
            <a:ext cx="324000" cy="324000"/>
          </a:xfrm>
          <a:prstGeom prst="rect">
            <a:avLst/>
          </a:prstGeom>
        </p:spPr>
      </p:pic>
      <p:pic>
        <p:nvPicPr>
          <p:cNvPr id="47" name="Graphique 46" descr="Loupe avec un remplissage uni">
            <a:hlinkClick r:id="" action="ppaction://noaction"/>
            <a:extLst>
              <a:ext uri="{FF2B5EF4-FFF2-40B4-BE49-F238E27FC236}">
                <a16:creationId xmlns:a16="http://schemas.microsoft.com/office/drawing/2014/main" id="{4F50C58B-B3CC-E79A-4DF5-78D8E2DDF0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698012"/>
            <a:ext cx="324000" cy="324000"/>
          </a:xfrm>
          <a:prstGeom prst="rect">
            <a:avLst/>
          </a:prstGeom>
        </p:spPr>
      </p:pic>
      <p:pic>
        <p:nvPicPr>
          <p:cNvPr id="52" name="Graphique 51" descr="Loupe avec un remplissage uni">
            <a:hlinkClick r:id="" action="ppaction://noaction"/>
            <a:extLst>
              <a:ext uri="{FF2B5EF4-FFF2-40B4-BE49-F238E27FC236}">
                <a16:creationId xmlns:a16="http://schemas.microsoft.com/office/drawing/2014/main" id="{A681AB75-18CE-5030-F35C-5911A1CFB4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524078"/>
            <a:ext cx="324000" cy="324000"/>
          </a:xfrm>
          <a:prstGeom prst="rect">
            <a:avLst/>
          </a:prstGeom>
        </p:spPr>
      </p:pic>
      <p:sp>
        <p:nvSpPr>
          <p:cNvPr id="33" name="Rectangle : coins arrondis 32">
            <a:extLst>
              <a:ext uri="{FF2B5EF4-FFF2-40B4-BE49-F238E27FC236}">
                <a16:creationId xmlns:a16="http://schemas.microsoft.com/office/drawing/2014/main" id="{37B8A588-33B6-3A05-236B-2D7409C2F6A4}"/>
              </a:ext>
            </a:extLst>
          </p:cNvPr>
          <p:cNvSpPr/>
          <p:nvPr/>
        </p:nvSpPr>
        <p:spPr>
          <a:xfrm>
            <a:off x="10365348" y="13922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34" name="Graphique 33" descr="Sablier terminé avec un remplissage uni">
            <a:extLst>
              <a:ext uri="{FF2B5EF4-FFF2-40B4-BE49-F238E27FC236}">
                <a16:creationId xmlns:a16="http://schemas.microsoft.com/office/drawing/2014/main" id="{DB1F19AC-1B5A-AEB5-76CC-9841E15E7B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1392215"/>
            <a:ext cx="306421" cy="306421"/>
          </a:xfrm>
          <a:prstGeom prst="rect">
            <a:avLst/>
          </a:prstGeom>
        </p:spPr>
      </p:pic>
      <p:sp>
        <p:nvSpPr>
          <p:cNvPr id="35" name="Rectangle : coins arrondis 34">
            <a:extLst>
              <a:ext uri="{FF2B5EF4-FFF2-40B4-BE49-F238E27FC236}">
                <a16:creationId xmlns:a16="http://schemas.microsoft.com/office/drawing/2014/main" id="{D59C1EFB-9DE6-A0AA-C164-77727281B624}"/>
              </a:ext>
            </a:extLst>
          </p:cNvPr>
          <p:cNvSpPr/>
          <p:nvPr/>
        </p:nvSpPr>
        <p:spPr>
          <a:xfrm>
            <a:off x="10365348" y="1948389"/>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38" name="Graphique 37" descr="Sablier terminé avec un remplissage uni">
            <a:extLst>
              <a:ext uri="{FF2B5EF4-FFF2-40B4-BE49-F238E27FC236}">
                <a16:creationId xmlns:a16="http://schemas.microsoft.com/office/drawing/2014/main" id="{A1AE5100-7552-78D2-8E34-70B1078581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1948389"/>
            <a:ext cx="306421" cy="306421"/>
          </a:xfrm>
          <a:prstGeom prst="rect">
            <a:avLst/>
          </a:prstGeom>
        </p:spPr>
      </p:pic>
      <p:sp>
        <p:nvSpPr>
          <p:cNvPr id="39" name="Rectangle : coins arrondis 38">
            <a:extLst>
              <a:ext uri="{FF2B5EF4-FFF2-40B4-BE49-F238E27FC236}">
                <a16:creationId xmlns:a16="http://schemas.microsoft.com/office/drawing/2014/main" id="{0D90A09E-435E-7568-AED7-A50535F32978}"/>
              </a:ext>
            </a:extLst>
          </p:cNvPr>
          <p:cNvSpPr/>
          <p:nvPr/>
        </p:nvSpPr>
        <p:spPr>
          <a:xfrm>
            <a:off x="10365348" y="270697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40" name="Graphique 39" descr="Sablier terminé avec un remplissage uni">
            <a:extLst>
              <a:ext uri="{FF2B5EF4-FFF2-40B4-BE49-F238E27FC236}">
                <a16:creationId xmlns:a16="http://schemas.microsoft.com/office/drawing/2014/main" id="{4B762B5E-C870-A016-C81B-84BF88C6B6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2706971"/>
            <a:ext cx="306421" cy="306421"/>
          </a:xfrm>
          <a:prstGeom prst="rect">
            <a:avLst/>
          </a:prstGeom>
        </p:spPr>
      </p:pic>
      <p:sp>
        <p:nvSpPr>
          <p:cNvPr id="43" name="Rectangle : coins arrondis 42">
            <a:extLst>
              <a:ext uri="{FF2B5EF4-FFF2-40B4-BE49-F238E27FC236}">
                <a16:creationId xmlns:a16="http://schemas.microsoft.com/office/drawing/2014/main" id="{4009BBE0-E7DB-D1A7-E71E-651392E5D621}"/>
              </a:ext>
            </a:extLst>
          </p:cNvPr>
          <p:cNvSpPr/>
          <p:nvPr/>
        </p:nvSpPr>
        <p:spPr>
          <a:xfrm>
            <a:off x="10365348" y="349216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44" name="Graphique 43" descr="Sablier terminé avec un remplissage uni">
            <a:extLst>
              <a:ext uri="{FF2B5EF4-FFF2-40B4-BE49-F238E27FC236}">
                <a16:creationId xmlns:a16="http://schemas.microsoft.com/office/drawing/2014/main" id="{CD57A50A-7BB1-B594-46DD-B8524BFA76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3492162"/>
            <a:ext cx="306421" cy="306421"/>
          </a:xfrm>
          <a:prstGeom prst="rect">
            <a:avLst/>
          </a:prstGeom>
        </p:spPr>
      </p:pic>
      <p:sp>
        <p:nvSpPr>
          <p:cNvPr id="45" name="Rectangle : coins arrondis 44">
            <a:extLst>
              <a:ext uri="{FF2B5EF4-FFF2-40B4-BE49-F238E27FC236}">
                <a16:creationId xmlns:a16="http://schemas.microsoft.com/office/drawing/2014/main" id="{79C386A0-D00A-6D99-C384-8A0CA84DE96D}"/>
              </a:ext>
            </a:extLst>
          </p:cNvPr>
          <p:cNvSpPr/>
          <p:nvPr/>
        </p:nvSpPr>
        <p:spPr>
          <a:xfrm>
            <a:off x="10365348" y="41203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5 min</a:t>
            </a:r>
          </a:p>
        </p:txBody>
      </p:sp>
      <p:pic>
        <p:nvPicPr>
          <p:cNvPr id="48" name="Graphique 47" descr="Sablier terminé avec un remplissage uni">
            <a:extLst>
              <a:ext uri="{FF2B5EF4-FFF2-40B4-BE49-F238E27FC236}">
                <a16:creationId xmlns:a16="http://schemas.microsoft.com/office/drawing/2014/main" id="{AB65000E-F8F8-1C8E-75F3-5AEA312B9B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4120322"/>
            <a:ext cx="306421" cy="306421"/>
          </a:xfrm>
          <a:prstGeom prst="rect">
            <a:avLst/>
          </a:prstGeom>
        </p:spPr>
      </p:pic>
      <p:sp>
        <p:nvSpPr>
          <p:cNvPr id="49" name="Rectangle : coins arrondis 48">
            <a:extLst>
              <a:ext uri="{FF2B5EF4-FFF2-40B4-BE49-F238E27FC236}">
                <a16:creationId xmlns:a16="http://schemas.microsoft.com/office/drawing/2014/main" id="{357E1F3B-23B9-6C2F-C138-54A7286513DD}"/>
              </a:ext>
            </a:extLst>
          </p:cNvPr>
          <p:cNvSpPr/>
          <p:nvPr/>
        </p:nvSpPr>
        <p:spPr>
          <a:xfrm>
            <a:off x="10365348" y="470680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50" name="Graphique 49" descr="Sablier terminé avec un remplissage uni">
            <a:extLst>
              <a:ext uri="{FF2B5EF4-FFF2-40B4-BE49-F238E27FC236}">
                <a16:creationId xmlns:a16="http://schemas.microsoft.com/office/drawing/2014/main" id="{D6BD28E1-50B2-86FF-BC82-130644E54A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4706802"/>
            <a:ext cx="306421" cy="306421"/>
          </a:xfrm>
          <a:prstGeom prst="rect">
            <a:avLst/>
          </a:prstGeom>
        </p:spPr>
      </p:pic>
      <p:sp>
        <p:nvSpPr>
          <p:cNvPr id="53" name="Rectangle : coins arrondis 52">
            <a:extLst>
              <a:ext uri="{FF2B5EF4-FFF2-40B4-BE49-F238E27FC236}">
                <a16:creationId xmlns:a16="http://schemas.microsoft.com/office/drawing/2014/main" id="{4664E3F3-57EF-5CF9-84CF-A2368F47AD0B}"/>
              </a:ext>
            </a:extLst>
          </p:cNvPr>
          <p:cNvSpPr/>
          <p:nvPr/>
        </p:nvSpPr>
        <p:spPr>
          <a:xfrm>
            <a:off x="10365348" y="5532868"/>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55" name="Graphique 54" descr="Sablier terminé avec un remplissage uni">
            <a:extLst>
              <a:ext uri="{FF2B5EF4-FFF2-40B4-BE49-F238E27FC236}">
                <a16:creationId xmlns:a16="http://schemas.microsoft.com/office/drawing/2014/main" id="{0F7FC5B6-928E-3824-DB0C-E99FA5616E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5532868"/>
            <a:ext cx="306421" cy="306421"/>
          </a:xfrm>
          <a:prstGeom prst="rect">
            <a:avLst/>
          </a:prstGeom>
        </p:spPr>
      </p:pic>
      <p:grpSp>
        <p:nvGrpSpPr>
          <p:cNvPr id="64" name="Groupe 63">
            <a:extLst>
              <a:ext uri="{FF2B5EF4-FFF2-40B4-BE49-F238E27FC236}">
                <a16:creationId xmlns:a16="http://schemas.microsoft.com/office/drawing/2014/main" id="{A4DC237C-819D-D73E-6D03-1944061A1F3E}"/>
              </a:ext>
            </a:extLst>
          </p:cNvPr>
          <p:cNvGrpSpPr>
            <a:grpSpLocks noChangeAspect="1"/>
          </p:cNvGrpSpPr>
          <p:nvPr/>
        </p:nvGrpSpPr>
        <p:grpSpPr>
          <a:xfrm>
            <a:off x="11001871" y="6336764"/>
            <a:ext cx="1082632" cy="444130"/>
            <a:chOff x="5810" y="1578917"/>
            <a:chExt cx="559801" cy="229645"/>
          </a:xfrm>
        </p:grpSpPr>
        <p:sp>
          <p:nvSpPr>
            <p:cNvPr id="65" name="Rectangle : coins arrondis 64">
              <a:hlinkClick r:id="rId6" action="ppaction://hlinksldjump"/>
              <a:extLst>
                <a:ext uri="{FF2B5EF4-FFF2-40B4-BE49-F238E27FC236}">
                  <a16:creationId xmlns:a16="http://schemas.microsoft.com/office/drawing/2014/main" id="{94BE1163-CBFF-F710-2378-B7529C6164C9}"/>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6"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66" name="Graphique 65" descr="Retour avec un remplissage uni">
              <a:hlinkClick r:id="rId6" action="ppaction://hlinksldjump"/>
              <a:extLst>
                <a:ext uri="{FF2B5EF4-FFF2-40B4-BE49-F238E27FC236}">
                  <a16:creationId xmlns:a16="http://schemas.microsoft.com/office/drawing/2014/main" id="{A71B1641-39AB-F2E4-1EBF-9DD96279EE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17" name="Rectangle : coins arrondis 16">
            <a:extLst>
              <a:ext uri="{FF2B5EF4-FFF2-40B4-BE49-F238E27FC236}">
                <a16:creationId xmlns:a16="http://schemas.microsoft.com/office/drawing/2014/main" id="{83501283-E444-7F8D-8B9A-A432A22EDFC5}"/>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18" name="Rectangle 17">
            <a:extLst>
              <a:ext uri="{FF2B5EF4-FFF2-40B4-BE49-F238E27FC236}">
                <a16:creationId xmlns:a16="http://schemas.microsoft.com/office/drawing/2014/main" id="{A173E263-DEA5-CD5F-9C0B-BE13396088D9}"/>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19" name="Rectangle 18">
            <a:extLst>
              <a:ext uri="{FF2B5EF4-FFF2-40B4-BE49-F238E27FC236}">
                <a16:creationId xmlns:a16="http://schemas.microsoft.com/office/drawing/2014/main" id="{C0967306-7FEE-F15B-DA99-BD768535DCF1}"/>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sp>
        <p:nvSpPr>
          <p:cNvPr id="20" name="Rectangle 19">
            <a:extLst>
              <a:ext uri="{FF2B5EF4-FFF2-40B4-BE49-F238E27FC236}">
                <a16:creationId xmlns:a16="http://schemas.microsoft.com/office/drawing/2014/main" id="{805E95BC-D7E3-402B-F73C-50E5558A06DA}"/>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grpSp>
        <p:nvGrpSpPr>
          <p:cNvPr id="31" name="Groupe 30">
            <a:extLst>
              <a:ext uri="{FF2B5EF4-FFF2-40B4-BE49-F238E27FC236}">
                <a16:creationId xmlns:a16="http://schemas.microsoft.com/office/drawing/2014/main" id="{1981BA76-67C6-A03B-930C-275F0CD007F7}"/>
              </a:ext>
            </a:extLst>
          </p:cNvPr>
          <p:cNvGrpSpPr/>
          <p:nvPr/>
        </p:nvGrpSpPr>
        <p:grpSpPr>
          <a:xfrm>
            <a:off x="216339" y="1924183"/>
            <a:ext cx="302577" cy="302577"/>
            <a:chOff x="229671" y="2122077"/>
            <a:chExt cx="302577" cy="302577"/>
          </a:xfrm>
        </p:grpSpPr>
        <p:sp>
          <p:nvSpPr>
            <p:cNvPr id="67" name="Bouton d’action : vide 66">
              <a:hlinkClick r:id="" action="ppaction://noaction" highlightClick="1"/>
              <a:extLst>
                <a:ext uri="{FF2B5EF4-FFF2-40B4-BE49-F238E27FC236}">
                  <a16:creationId xmlns:a16="http://schemas.microsoft.com/office/drawing/2014/main" id="{EE262FEF-E169-210E-B4C9-C25249DFACB4}"/>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8" name="Graphique 67" descr="Coche avec un remplissage uni">
              <a:extLst>
                <a:ext uri="{FF2B5EF4-FFF2-40B4-BE49-F238E27FC236}">
                  <a16:creationId xmlns:a16="http://schemas.microsoft.com/office/drawing/2014/main" id="{33A52EB5-8C13-D338-A805-37E22F64DEC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671" y="2122077"/>
              <a:ext cx="302577" cy="302577"/>
            </a:xfrm>
            <a:prstGeom prst="rect">
              <a:avLst/>
            </a:prstGeom>
          </p:spPr>
        </p:pic>
      </p:grpSp>
      <p:grpSp>
        <p:nvGrpSpPr>
          <p:cNvPr id="36" name="Groupe 35">
            <a:extLst>
              <a:ext uri="{FF2B5EF4-FFF2-40B4-BE49-F238E27FC236}">
                <a16:creationId xmlns:a16="http://schemas.microsoft.com/office/drawing/2014/main" id="{50937FD1-2781-5613-A1BE-0E09852E622D}"/>
              </a:ext>
            </a:extLst>
          </p:cNvPr>
          <p:cNvGrpSpPr/>
          <p:nvPr/>
        </p:nvGrpSpPr>
        <p:grpSpPr>
          <a:xfrm>
            <a:off x="216339" y="2654487"/>
            <a:ext cx="302577" cy="302577"/>
            <a:chOff x="229671" y="2122077"/>
            <a:chExt cx="302577" cy="302577"/>
          </a:xfrm>
        </p:grpSpPr>
        <p:sp>
          <p:nvSpPr>
            <p:cNvPr id="59" name="Bouton d’action : vide 58">
              <a:hlinkClick r:id="" action="ppaction://noaction" highlightClick="1"/>
              <a:extLst>
                <a:ext uri="{FF2B5EF4-FFF2-40B4-BE49-F238E27FC236}">
                  <a16:creationId xmlns:a16="http://schemas.microsoft.com/office/drawing/2014/main" id="{B0F992FB-BE10-8747-91E9-E494413E1D53}"/>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2" name="Graphique 61" descr="Coche avec un remplissage uni">
              <a:extLst>
                <a:ext uri="{FF2B5EF4-FFF2-40B4-BE49-F238E27FC236}">
                  <a16:creationId xmlns:a16="http://schemas.microsoft.com/office/drawing/2014/main" id="{DE6BF2C2-AC35-BD78-65AE-2718A51DC0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671" y="2122077"/>
              <a:ext cx="302577" cy="302577"/>
            </a:xfrm>
            <a:prstGeom prst="rect">
              <a:avLst/>
            </a:prstGeom>
          </p:spPr>
        </p:pic>
      </p:grpSp>
      <p:sp>
        <p:nvSpPr>
          <p:cNvPr id="41" name="Bouton d’action : vide 40">
            <a:hlinkClick r:id="" action="ppaction://noaction" highlightClick="1"/>
            <a:extLst>
              <a:ext uri="{FF2B5EF4-FFF2-40B4-BE49-F238E27FC236}">
                <a16:creationId xmlns:a16="http://schemas.microsoft.com/office/drawing/2014/main" id="{3E41A227-400F-5415-84FE-285C920D7E11}"/>
              </a:ext>
            </a:extLst>
          </p:cNvPr>
          <p:cNvSpPr/>
          <p:nvPr/>
        </p:nvSpPr>
        <p:spPr>
          <a:xfrm>
            <a:off x="241627" y="134779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46" name="Bouton d’action : vide 45">
            <a:hlinkClick r:id="" action="ppaction://noaction" highlightClick="1"/>
            <a:extLst>
              <a:ext uri="{FF2B5EF4-FFF2-40B4-BE49-F238E27FC236}">
                <a16:creationId xmlns:a16="http://schemas.microsoft.com/office/drawing/2014/main" id="{C21410AC-6CFC-B753-D56E-68AC7FFD9098}"/>
              </a:ext>
            </a:extLst>
          </p:cNvPr>
          <p:cNvSpPr/>
          <p:nvPr/>
        </p:nvSpPr>
        <p:spPr>
          <a:xfrm>
            <a:off x="241627" y="34888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1" name="Bouton d’action : vide 50">
            <a:hlinkClick r:id="" action="ppaction://noaction" highlightClick="1"/>
            <a:extLst>
              <a:ext uri="{FF2B5EF4-FFF2-40B4-BE49-F238E27FC236}">
                <a16:creationId xmlns:a16="http://schemas.microsoft.com/office/drawing/2014/main" id="{E0E2A044-15A8-C69A-A1F1-F70A21928A15}"/>
              </a:ext>
            </a:extLst>
          </p:cNvPr>
          <p:cNvSpPr/>
          <p:nvPr/>
        </p:nvSpPr>
        <p:spPr>
          <a:xfrm>
            <a:off x="241627" y="408773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6" name="Bouton d’action : vide 55">
            <a:hlinkClick r:id="" action="ppaction://noaction" highlightClick="1"/>
            <a:extLst>
              <a:ext uri="{FF2B5EF4-FFF2-40B4-BE49-F238E27FC236}">
                <a16:creationId xmlns:a16="http://schemas.microsoft.com/office/drawing/2014/main" id="{EF10C886-6A5C-EEED-CA7D-FCDBAADBED17}"/>
              </a:ext>
            </a:extLst>
          </p:cNvPr>
          <p:cNvSpPr/>
          <p:nvPr/>
        </p:nvSpPr>
        <p:spPr>
          <a:xfrm>
            <a:off x="241627" y="471021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479169C0-8687-B525-34CE-650DFAE23DF4}"/>
              </a:ext>
            </a:extLst>
          </p:cNvPr>
          <p:cNvSpPr/>
          <p:nvPr/>
        </p:nvSpPr>
        <p:spPr>
          <a:xfrm>
            <a:off x="241627" y="5537053"/>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3" name="Flèche : chevron 8 - 2 - 1">
            <a:extLst>
              <a:ext uri="{FF2B5EF4-FFF2-40B4-BE49-F238E27FC236}">
                <a16:creationId xmlns:a16="http://schemas.microsoft.com/office/drawing/2014/main" id="{17E1FD8D-32E1-CBD8-CA2F-BB5F62710FB8}"/>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14" name="Flèche : chevron 8 - 2 - 1">
            <a:extLst>
              <a:ext uri="{FF2B5EF4-FFF2-40B4-BE49-F238E27FC236}">
                <a16:creationId xmlns:a16="http://schemas.microsoft.com/office/drawing/2014/main" id="{7A241FFE-B32C-56D1-12A4-32249098D1C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16" name="Flèche : chevron 8 - 2 - 1">
            <a:extLst>
              <a:ext uri="{FF2B5EF4-FFF2-40B4-BE49-F238E27FC236}">
                <a16:creationId xmlns:a16="http://schemas.microsoft.com/office/drawing/2014/main" id="{551D71F3-866D-28FB-7BF4-6E871C07666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3" name="Flèche : chevron 8 - 2 - 1">
            <a:extLst>
              <a:ext uri="{FF2B5EF4-FFF2-40B4-BE49-F238E27FC236}">
                <a16:creationId xmlns:a16="http://schemas.microsoft.com/office/drawing/2014/main" id="{42921048-43CD-E38C-70DB-79CE0A87A847}"/>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5" name="Flèche : chevron 8 - 2 - 1">
            <a:extLst>
              <a:ext uri="{FF2B5EF4-FFF2-40B4-BE49-F238E27FC236}">
                <a16:creationId xmlns:a16="http://schemas.microsoft.com/office/drawing/2014/main" id="{9916A766-E718-BC02-59C1-F7B856E10473}"/>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54" name="Flèche : pentagone 3">
            <a:extLst>
              <a:ext uri="{FF2B5EF4-FFF2-40B4-BE49-F238E27FC236}">
                <a16:creationId xmlns:a16="http://schemas.microsoft.com/office/drawing/2014/main" id="{2530B055-7EB0-2145-3105-6D97BA7AE61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61" name="Flèche : chevron 8 - 2 - 1">
            <a:extLst>
              <a:ext uri="{FF2B5EF4-FFF2-40B4-BE49-F238E27FC236}">
                <a16:creationId xmlns:a16="http://schemas.microsoft.com/office/drawing/2014/main" id="{43329E37-5AEE-367F-B94B-ACB72363AFA9}"/>
              </a:ext>
            </a:extLst>
          </p:cNvPr>
          <p:cNvSpPr/>
          <p:nvPr/>
        </p:nvSpPr>
        <p:spPr>
          <a:xfrm>
            <a:off x="8712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préparer le collectif</a:t>
            </a:r>
          </a:p>
        </p:txBody>
      </p:sp>
      <p:sp>
        <p:nvSpPr>
          <p:cNvPr id="71" name="Flèche : chevron 8 - 2 - 1">
            <a:extLst>
              <a:ext uri="{FF2B5EF4-FFF2-40B4-BE49-F238E27FC236}">
                <a16:creationId xmlns:a16="http://schemas.microsoft.com/office/drawing/2014/main" id="{5071350E-3765-F452-94D7-3DB116BC911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1286837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C5BBC-A7E9-C16F-BF91-6B27525E8AB6}"/>
            </a:ext>
          </a:extLst>
        </p:cNvPr>
        <p:cNvGrpSpPr/>
        <p:nvPr/>
      </p:nvGrpSpPr>
      <p:grpSpPr>
        <a:xfrm>
          <a:off x="0" y="0"/>
          <a:ext cx="0" cy="0"/>
          <a:chOff x="0" y="0"/>
          <a:chExt cx="0" cy="0"/>
        </a:xfrm>
      </p:grpSpPr>
      <p:sp>
        <p:nvSpPr>
          <p:cNvPr id="56" name="Rectangle : coins arrondis 55">
            <a:extLst>
              <a:ext uri="{FF2B5EF4-FFF2-40B4-BE49-F238E27FC236}">
                <a16:creationId xmlns:a16="http://schemas.microsoft.com/office/drawing/2014/main" id="{86A5D304-4E7E-63D5-764E-D6C30FF92532}"/>
              </a:ext>
            </a:extLst>
          </p:cNvPr>
          <p:cNvSpPr/>
          <p:nvPr/>
        </p:nvSpPr>
        <p:spPr>
          <a:xfrm>
            <a:off x="217031" y="1887164"/>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j’ai tous les outils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nécessaires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pour gérer ce projet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(méthodologie de projet…) ? Quels sont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mes éventuels besoins de formation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Suis-je en mesure de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détecter les signaux faibles et d’accompagner les situations de RPS ?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je suis à l’aise pour traiter des sujets RPS ?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les ressources spécifiques et les connaissances requises pour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conduire la préven</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tion des RPS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(mesures opérationnelles de prévention…) ? Ai-je identifié mes éventuels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besoins de formation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je dispose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des moyens techniques pour mener sereinement le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(outils de gestion de projet, outils spécifiques selon la nature du projet…) ? Ai-je identifié mes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besoins d’outillage ?</a:t>
            </a:r>
          </a:p>
        </p:txBody>
      </p:sp>
      <p:sp>
        <p:nvSpPr>
          <p:cNvPr id="168" name="Rectangle : coins arrondis 167">
            <a:extLst>
              <a:ext uri="{FF2B5EF4-FFF2-40B4-BE49-F238E27FC236}">
                <a16:creationId xmlns:a16="http://schemas.microsoft.com/office/drawing/2014/main" id="{89C0BE4F-A149-AE30-A0A6-90872DAED990}"/>
              </a:ext>
            </a:extLst>
          </p:cNvPr>
          <p:cNvSpPr/>
          <p:nvPr/>
        </p:nvSpPr>
        <p:spPr>
          <a:xfrm>
            <a:off x="6229779" y="2285304"/>
            <a:ext cx="5751893" cy="2124544"/>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C20EC4E0-7000-F944-CC98-3F3CC8C697DE}"/>
              </a:ext>
            </a:extLst>
          </p:cNvPr>
          <p:cNvSpPr/>
          <p:nvPr/>
        </p:nvSpPr>
        <p:spPr>
          <a:xfrm>
            <a:off x="7033223" y="270468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7" name="Rectangle : coins arrondis 106">
            <a:extLst>
              <a:ext uri="{FF2B5EF4-FFF2-40B4-BE49-F238E27FC236}">
                <a16:creationId xmlns:a16="http://schemas.microsoft.com/office/drawing/2014/main" id="{FFBBD57D-D4A0-042C-34DF-6E46AB079A9D}"/>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FC436DE9-5800-4D29-DB76-8D41EC5FB2F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2C2ACBDE-A543-ECF5-FA5C-F3B81119A2D9}"/>
              </a:ext>
            </a:extLst>
          </p:cNvPr>
          <p:cNvSpPr/>
          <p:nvPr/>
        </p:nvSpPr>
        <p:spPr>
          <a:xfrm>
            <a:off x="0" y="378372"/>
            <a:ext cx="12191999"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Définir les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ressources</a:t>
            </a:r>
            <a:r>
              <a:rPr kumimoji="0" lang="fr-FR" sz="18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(processus, outils, guides…)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compétences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dont j’ai besoin</a:t>
            </a:r>
            <a:r>
              <a:rPr kumimoji="0" lang="fr-FR" sz="18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pour mener ce projet.</a:t>
            </a:r>
          </a:p>
        </p:txBody>
      </p:sp>
      <p:sp>
        <p:nvSpPr>
          <p:cNvPr id="18" name="Rectangle : coins arrondis 17">
            <a:extLst>
              <a:ext uri="{FF2B5EF4-FFF2-40B4-BE49-F238E27FC236}">
                <a16:creationId xmlns:a16="http://schemas.microsoft.com/office/drawing/2014/main" id="{9DB9C120-8E20-9D0F-407A-9A30E20637FD}"/>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57" name="Rectangle : coins arrondis 56">
            <a:extLst>
              <a:ext uri="{FF2B5EF4-FFF2-40B4-BE49-F238E27FC236}">
                <a16:creationId xmlns:a16="http://schemas.microsoft.com/office/drawing/2014/main" id="{89320A1E-ED73-DC51-3F4D-AC10924C807B}"/>
              </a:ext>
            </a:extLst>
          </p:cNvPr>
          <p:cNvSpPr/>
          <p:nvPr/>
        </p:nvSpPr>
        <p:spPr>
          <a:xfrm>
            <a:off x="6229780" y="4548853"/>
            <a:ext cx="5715146" cy="1787911"/>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A109008E-2443-EF90-A052-6442CAFF878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971EE67A-ECD6-E1B5-C878-051C97C44F77}"/>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E366DC33-4172-5D85-FB17-D9764D87325C}"/>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0160628C-4B6F-DDD9-61D5-EB4CB94AFFE9}"/>
              </a:ext>
            </a:extLst>
          </p:cNvPr>
          <p:cNvSpPr/>
          <p:nvPr/>
        </p:nvSpPr>
        <p:spPr>
          <a:xfrm>
            <a:off x="8517576" y="2544206"/>
            <a:ext cx="2274708"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95" name="Rectangle 94">
            <a:hlinkClick r:id="rId4" action="ppaction://hlinksldjump"/>
            <a:extLst>
              <a:ext uri="{FF2B5EF4-FFF2-40B4-BE49-F238E27FC236}">
                <a16:creationId xmlns:a16="http://schemas.microsoft.com/office/drawing/2014/main" id="{C89D7AE1-89F2-CE70-8CD5-12D62BB66D88}"/>
              </a:ext>
            </a:extLst>
          </p:cNvPr>
          <p:cNvSpPr/>
          <p:nvPr/>
        </p:nvSpPr>
        <p:spPr>
          <a:xfrm>
            <a:off x="6694449" y="2963012"/>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Bonnes pratiques de gestion de projet et ressources matérielles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96" name="Rectangle 95">
            <a:hlinkClick r:id="rId4" action="ppaction://hlinksldjump"/>
            <a:extLst>
              <a:ext uri="{FF2B5EF4-FFF2-40B4-BE49-F238E27FC236}">
                <a16:creationId xmlns:a16="http://schemas.microsoft.com/office/drawing/2014/main" id="{3898A985-F1F9-616E-67AB-D6EAC84E4382}"/>
              </a:ext>
            </a:extLst>
          </p:cNvPr>
          <p:cNvSpPr/>
          <p:nvPr/>
        </p:nvSpPr>
        <p:spPr>
          <a:xfrm>
            <a:off x="8783836" y="2963012"/>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Bonnes pratiques préventives pour gérer un projet et pour identifier et gérer les ressources matérielles nécessaires au projet </a:t>
            </a:r>
          </a:p>
        </p:txBody>
      </p:sp>
      <p:sp>
        <p:nvSpPr>
          <p:cNvPr id="98" name="Rectangle 97">
            <a:extLst>
              <a:ext uri="{FF2B5EF4-FFF2-40B4-BE49-F238E27FC236}">
                <a16:creationId xmlns:a16="http://schemas.microsoft.com/office/drawing/2014/main" id="{332A7CD3-15E7-EEE1-8802-F34E5E2E799D}"/>
              </a:ext>
            </a:extLst>
          </p:cNvPr>
          <p:cNvSpPr/>
          <p:nvPr/>
        </p:nvSpPr>
        <p:spPr>
          <a:xfrm>
            <a:off x="10928615" y="2963012"/>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46" name="Graphique 145" descr="Cœur avec un remplissage uni">
            <a:extLst>
              <a:ext uri="{FF2B5EF4-FFF2-40B4-BE49-F238E27FC236}">
                <a16:creationId xmlns:a16="http://schemas.microsoft.com/office/drawing/2014/main" id="{F2C56662-82F9-C83D-146C-6EB43DCAE9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228BBF7A-B5BE-F07A-AB4C-2C3787B4F1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53" name="Groupe 152">
            <a:extLst>
              <a:ext uri="{FF2B5EF4-FFF2-40B4-BE49-F238E27FC236}">
                <a16:creationId xmlns:a16="http://schemas.microsoft.com/office/drawing/2014/main" id="{49F99257-A57F-9647-AEA5-3F8E2A7BB4BB}"/>
              </a:ext>
            </a:extLst>
          </p:cNvPr>
          <p:cNvGrpSpPr/>
          <p:nvPr/>
        </p:nvGrpSpPr>
        <p:grpSpPr>
          <a:xfrm>
            <a:off x="11610032" y="3053501"/>
            <a:ext cx="315567" cy="274775"/>
            <a:chOff x="11492282" y="2015291"/>
            <a:chExt cx="315567" cy="274775"/>
          </a:xfrm>
        </p:grpSpPr>
        <p:pic>
          <p:nvPicPr>
            <p:cNvPr id="154" name="Graphique 153" descr="Cœur contour">
              <a:extLst>
                <a:ext uri="{FF2B5EF4-FFF2-40B4-BE49-F238E27FC236}">
                  <a16:creationId xmlns:a16="http://schemas.microsoft.com/office/drawing/2014/main" id="{0801826A-3AFD-1796-8CA1-9A567D74F5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55" name="Rectangle 154">
              <a:extLst>
                <a:ext uri="{FF2B5EF4-FFF2-40B4-BE49-F238E27FC236}">
                  <a16:creationId xmlns:a16="http://schemas.microsoft.com/office/drawing/2014/main" id="{D7DE9479-96DF-84E4-905D-67F656A4E1AF}"/>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1</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B7F2CC54-448F-B408-C893-64C4E0CA4DF1}"/>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38E1F7AA-E604-4477-0612-F88F87EAC6C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sp>
        <p:nvSpPr>
          <p:cNvPr id="2" name="Rectangle : coins arrondis 1">
            <a:extLst>
              <a:ext uri="{FF2B5EF4-FFF2-40B4-BE49-F238E27FC236}">
                <a16:creationId xmlns:a16="http://schemas.microsoft.com/office/drawing/2014/main" id="{0CA100AC-1C1F-E672-55E5-58B8D0EE9E9B}"/>
              </a:ext>
            </a:extLst>
          </p:cNvPr>
          <p:cNvSpPr/>
          <p:nvPr/>
        </p:nvSpPr>
        <p:spPr>
          <a:xfrm>
            <a:off x="7052664" y="353524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CA7BC62B-3B90-99C8-D626-8E743D7E4245}"/>
              </a:ext>
            </a:extLst>
          </p:cNvPr>
          <p:cNvSpPr/>
          <p:nvPr/>
        </p:nvSpPr>
        <p:spPr>
          <a:xfrm>
            <a:off x="6732798" y="3652922"/>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Accompagner les résistances au changement</a:t>
            </a:r>
          </a:p>
        </p:txBody>
      </p:sp>
      <p:sp>
        <p:nvSpPr>
          <p:cNvPr id="9" name="Rectangle 8">
            <a:extLst>
              <a:ext uri="{FF2B5EF4-FFF2-40B4-BE49-F238E27FC236}">
                <a16:creationId xmlns:a16="http://schemas.microsoft.com/office/drawing/2014/main" id="{D7F66BCB-A64E-79A9-392E-B9F321625B2C}"/>
              </a:ext>
            </a:extLst>
          </p:cNvPr>
          <p:cNvSpPr/>
          <p:nvPr/>
        </p:nvSpPr>
        <p:spPr>
          <a:xfrm>
            <a:off x="8774591" y="3711346"/>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sur comment évaluer et appréhender les risques autour de la résistance au changement</a:t>
            </a:r>
          </a:p>
        </p:txBody>
      </p:sp>
      <p:sp>
        <p:nvSpPr>
          <p:cNvPr id="10" name="Rectangle 9">
            <a:extLst>
              <a:ext uri="{FF2B5EF4-FFF2-40B4-BE49-F238E27FC236}">
                <a16:creationId xmlns:a16="http://schemas.microsoft.com/office/drawing/2014/main" id="{A4CB368A-3D05-2A7A-542E-0EF125A7A1F9}"/>
              </a:ext>
            </a:extLst>
          </p:cNvPr>
          <p:cNvSpPr/>
          <p:nvPr/>
        </p:nvSpPr>
        <p:spPr>
          <a:xfrm>
            <a:off x="10979329" y="3652922"/>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3" name="Image 12">
            <a:extLst>
              <a:ext uri="{FF2B5EF4-FFF2-40B4-BE49-F238E27FC236}">
                <a16:creationId xmlns:a16="http://schemas.microsoft.com/office/drawing/2014/main" id="{A0C47D39-B1E7-EEC4-11DE-BB7977266AA8}"/>
              </a:ext>
            </a:extLst>
          </p:cNvPr>
          <p:cNvPicPr>
            <a:picLocks noChangeAspect="1"/>
          </p:cNvPicPr>
          <p:nvPr/>
        </p:nvPicPr>
        <p:blipFill>
          <a:blip r:embed="rId9"/>
          <a:stretch>
            <a:fillRect/>
          </a:stretch>
        </p:blipFill>
        <p:spPr>
          <a:xfrm>
            <a:off x="6339779" y="3620297"/>
            <a:ext cx="335309" cy="432854"/>
          </a:xfrm>
          <a:prstGeom prst="rect">
            <a:avLst/>
          </a:prstGeom>
        </p:spPr>
      </p:pic>
      <p:grpSp>
        <p:nvGrpSpPr>
          <p:cNvPr id="14" name="Groupe 13">
            <a:extLst>
              <a:ext uri="{FF2B5EF4-FFF2-40B4-BE49-F238E27FC236}">
                <a16:creationId xmlns:a16="http://schemas.microsoft.com/office/drawing/2014/main" id="{351507B0-38DA-0A02-5BC2-481BDCE80537}"/>
              </a:ext>
            </a:extLst>
          </p:cNvPr>
          <p:cNvGrpSpPr/>
          <p:nvPr/>
        </p:nvGrpSpPr>
        <p:grpSpPr>
          <a:xfrm>
            <a:off x="11610032" y="3752332"/>
            <a:ext cx="315567" cy="274775"/>
            <a:chOff x="11492282" y="2015291"/>
            <a:chExt cx="315567" cy="274775"/>
          </a:xfrm>
        </p:grpSpPr>
        <p:pic>
          <p:nvPicPr>
            <p:cNvPr id="17" name="Graphique 16" descr="Cœur contour">
              <a:extLst>
                <a:ext uri="{FF2B5EF4-FFF2-40B4-BE49-F238E27FC236}">
                  <a16:creationId xmlns:a16="http://schemas.microsoft.com/office/drawing/2014/main" id="{DA5E9531-5709-C0C2-7A05-82B27DBC9B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3884B5C7-FD96-8F4F-FFA6-8A04DDB8C084}"/>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3" name="Image 2">
            <a:extLst>
              <a:ext uri="{FF2B5EF4-FFF2-40B4-BE49-F238E27FC236}">
                <a16:creationId xmlns:a16="http://schemas.microsoft.com/office/drawing/2014/main" id="{B296C7E1-E91E-08C1-5C0F-CD43A28AACAA}"/>
              </a:ext>
            </a:extLst>
          </p:cNvPr>
          <p:cNvPicPr>
            <a:picLocks noChangeAspect="1"/>
          </p:cNvPicPr>
          <p:nvPr/>
        </p:nvPicPr>
        <p:blipFill>
          <a:blip r:embed="rId9"/>
          <a:stretch>
            <a:fillRect/>
          </a:stretch>
        </p:blipFill>
        <p:spPr>
          <a:xfrm>
            <a:off x="6339779" y="2969097"/>
            <a:ext cx="335309" cy="432854"/>
          </a:xfrm>
          <a:prstGeom prst="rect">
            <a:avLst/>
          </a:prstGeom>
        </p:spPr>
      </p:pic>
      <p:sp>
        <p:nvSpPr>
          <p:cNvPr id="15" name="Rectangle 14">
            <a:extLst>
              <a:ext uri="{FF2B5EF4-FFF2-40B4-BE49-F238E27FC236}">
                <a16:creationId xmlns:a16="http://schemas.microsoft.com/office/drawing/2014/main" id="{348CD04E-0A82-C419-E6A0-7769B76856DB}"/>
              </a:ext>
            </a:extLst>
          </p:cNvPr>
          <p:cNvSpPr/>
          <p:nvPr/>
        </p:nvSpPr>
        <p:spPr>
          <a:xfrm>
            <a:off x="6789598" y="4039361"/>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Non disponible</a:t>
            </a:r>
          </a:p>
        </p:txBody>
      </p:sp>
      <p:grpSp>
        <p:nvGrpSpPr>
          <p:cNvPr id="35" name="Groupe 34">
            <a:extLst>
              <a:ext uri="{FF2B5EF4-FFF2-40B4-BE49-F238E27FC236}">
                <a16:creationId xmlns:a16="http://schemas.microsoft.com/office/drawing/2014/main" id="{0A640587-7BB2-ABA8-EED4-2A2A6C5733C7}"/>
              </a:ext>
            </a:extLst>
          </p:cNvPr>
          <p:cNvGrpSpPr>
            <a:grpSpLocks noChangeAspect="1"/>
          </p:cNvGrpSpPr>
          <p:nvPr/>
        </p:nvGrpSpPr>
        <p:grpSpPr>
          <a:xfrm>
            <a:off x="11001871" y="6336764"/>
            <a:ext cx="1082632" cy="444130"/>
            <a:chOff x="5810" y="1578917"/>
            <a:chExt cx="559801" cy="229645"/>
          </a:xfrm>
        </p:grpSpPr>
        <p:sp>
          <p:nvSpPr>
            <p:cNvPr id="36" name="Rectangle : coins arrondis 35">
              <a:extLst>
                <a:ext uri="{FF2B5EF4-FFF2-40B4-BE49-F238E27FC236}">
                  <a16:creationId xmlns:a16="http://schemas.microsoft.com/office/drawing/2014/main" id="{D48EF77C-5E80-E5BF-D38E-6CCB67DE845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0"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37" name="Graphique 36" descr="Retour avec un remplissage uni">
              <a:hlinkClick r:id="rId10" action="ppaction://hlinksldjump"/>
              <a:extLst>
                <a:ext uri="{FF2B5EF4-FFF2-40B4-BE49-F238E27FC236}">
                  <a16:creationId xmlns:a16="http://schemas.microsoft.com/office/drawing/2014/main" id="{13B5691E-43A1-5ADC-45EE-1D05214C476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060" y="1578917"/>
              <a:ext cx="229645" cy="229645"/>
            </a:xfrm>
            <a:prstGeom prst="rect">
              <a:avLst/>
            </a:prstGeom>
          </p:spPr>
        </p:pic>
      </p:grpSp>
      <p:sp>
        <p:nvSpPr>
          <p:cNvPr id="32" name="Triangle isocèle 31">
            <a:extLst>
              <a:ext uri="{FF2B5EF4-FFF2-40B4-BE49-F238E27FC236}">
                <a16:creationId xmlns:a16="http://schemas.microsoft.com/office/drawing/2014/main" id="{735F68B5-A382-21B8-0C48-51C276C8C6E0}"/>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 coins arrondis 32">
            <a:extLst>
              <a:ext uri="{FF2B5EF4-FFF2-40B4-BE49-F238E27FC236}">
                <a16:creationId xmlns:a16="http://schemas.microsoft.com/office/drawing/2014/main" id="{4F79B0CC-207C-E512-7F51-D2E31671E8C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6" name="Flèche : chevron 8 - 2 - 1">
            <a:extLst>
              <a:ext uri="{FF2B5EF4-FFF2-40B4-BE49-F238E27FC236}">
                <a16:creationId xmlns:a16="http://schemas.microsoft.com/office/drawing/2014/main" id="{A902B864-DAD2-1174-8220-64B0385A8185}"/>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0" name="Flèche : chevron 8 - 2 - 1">
            <a:extLst>
              <a:ext uri="{FF2B5EF4-FFF2-40B4-BE49-F238E27FC236}">
                <a16:creationId xmlns:a16="http://schemas.microsoft.com/office/drawing/2014/main" id="{29DF6CA2-5980-38A9-513C-963204F83B61}"/>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2" name="Flèche : chevron 8 - 2 - 1">
            <a:extLst>
              <a:ext uri="{FF2B5EF4-FFF2-40B4-BE49-F238E27FC236}">
                <a16:creationId xmlns:a16="http://schemas.microsoft.com/office/drawing/2014/main" id="{896E62EC-9820-0B31-0916-35CC3449C7C8}"/>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4" name="Flèche : chevron 8 - 2 - 1">
            <a:extLst>
              <a:ext uri="{FF2B5EF4-FFF2-40B4-BE49-F238E27FC236}">
                <a16:creationId xmlns:a16="http://schemas.microsoft.com/office/drawing/2014/main" id="{D92E9DBA-7F26-2128-7FD3-298D16D381DF}"/>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6" name="Flèche : chevron 8 - 2 - 1">
            <a:extLst>
              <a:ext uri="{FF2B5EF4-FFF2-40B4-BE49-F238E27FC236}">
                <a16:creationId xmlns:a16="http://schemas.microsoft.com/office/drawing/2014/main" id="{C9B50973-02C9-B071-26CB-556F83D4369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28" name="Flèche : pentagone 3">
            <a:extLst>
              <a:ext uri="{FF2B5EF4-FFF2-40B4-BE49-F238E27FC236}">
                <a16:creationId xmlns:a16="http://schemas.microsoft.com/office/drawing/2014/main" id="{4B904BBF-82E7-567B-0608-0A4E2BC129BB}"/>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0" name="Flèche : chevron 8 - 2 - 1">
            <a:extLst>
              <a:ext uri="{FF2B5EF4-FFF2-40B4-BE49-F238E27FC236}">
                <a16:creationId xmlns:a16="http://schemas.microsoft.com/office/drawing/2014/main" id="{8A0C7C58-A494-DF97-E152-84A686560A0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8" name="Flèche : chevron 8 - 2 - 1">
            <a:extLst>
              <a:ext uri="{FF2B5EF4-FFF2-40B4-BE49-F238E27FC236}">
                <a16:creationId xmlns:a16="http://schemas.microsoft.com/office/drawing/2014/main" id="{C30C8655-F6DA-7BCF-8346-6A16E317997A}"/>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4024138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F56BB-98DB-3C4E-818C-3B5539ED1C6F}"/>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E577EDD5-9B6E-C750-B526-E5C36FB1CD44}"/>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361950" marR="0" lvl="0" indent="-171450" algn="just" defTabSz="914400" rtl="0" eaLnBrk="1" fontAlgn="auto" latinLnBrk="0" hangingPunct="1">
              <a:lnSpc>
                <a:spcPts val="1400"/>
              </a:lnSpc>
              <a:spcBef>
                <a:spcPts val="0"/>
              </a:spcBef>
              <a:spcAft>
                <a:spcPts val="600"/>
              </a:spcAft>
              <a:buClrTx/>
              <a:buSzTx/>
              <a:buFont typeface="Arial" panose="020B0604020202020204" pitchFamily="34" charset="0"/>
              <a:buChar char="•"/>
              <a:tabLst>
                <a:tab pos="361950" algn="l"/>
              </a:tabLst>
              <a:defRPr/>
            </a:pPr>
            <a:endPar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endParaRP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bien écouté et identifié</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les attentes des clients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du projet ? Est-il nécessaire de conduire une phase d’écoute approfondie pour mieux cerner leurs besoins avant de démarrer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je dispose des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moyens humains nécessaires pour conduire sereinement le projet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(chef de projet dédié avec une présence sur le projet de bout en bout, chefs de lots identifiés et disponibles, contributeurs identifiés et disponibles…) ? Ai-je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besoin de m’appuyer sur des relais ou de déléguer ? </a:t>
            </a:r>
            <a:endPar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endParaRP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Quels sont les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relais humains sur lesquels je peux m’appuyer pour la prévention et l’accompagnement des RPS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(réseau d’appui et de soutien aux managers, préventeur, RH, cellule de gestion de crise du PSP, médecine du travail…)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Quels sont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les domaines d’expertise sur lesquels j’ai besoin d’un appui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sur le projet et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quels interlocuteurs solliciter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y répondre (coach externe…)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Comment et à quel moment embarquer les relais humains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les intégrer efficacement au projet (modalités et délai de sollicitation, éléments de langage…)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le management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l’entité concernée est bien embarqué sur le projet ? </a:t>
            </a:r>
          </a:p>
        </p:txBody>
      </p:sp>
      <p:sp>
        <p:nvSpPr>
          <p:cNvPr id="168" name="Rectangle : coins arrondis 167">
            <a:extLst>
              <a:ext uri="{FF2B5EF4-FFF2-40B4-BE49-F238E27FC236}">
                <a16:creationId xmlns:a16="http://schemas.microsoft.com/office/drawing/2014/main" id="{7806FB01-8ADE-A8FF-3DC0-C46B4F04AD90}"/>
              </a:ext>
            </a:extLst>
          </p:cNvPr>
          <p:cNvSpPr/>
          <p:nvPr/>
        </p:nvSpPr>
        <p:spPr>
          <a:xfrm>
            <a:off x="6229779" y="2285303"/>
            <a:ext cx="5751893" cy="257006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040B5813-4A6D-BFD4-F93F-EF95C74D025B}"/>
              </a:ext>
            </a:extLst>
          </p:cNvPr>
          <p:cNvSpPr/>
          <p:nvPr/>
        </p:nvSpPr>
        <p:spPr>
          <a:xfrm>
            <a:off x="7033223" y="27885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CBC44D16-29B6-67ED-4AC4-367A5D73730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628C0BEC-E397-FBE2-0CDF-F241DB82356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Identifier les relais humains sur lesquels je peux m’appuyer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(sponsors, valideurs, chefs de lots, contributeurs, réseau d’appui, préventeur, RH, coach externe… et clients du projet à écouter), et la manière de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embarquer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dans le projet.</a:t>
            </a:r>
          </a:p>
        </p:txBody>
      </p:sp>
      <p:sp>
        <p:nvSpPr>
          <p:cNvPr id="6" name="Triangle isocèle 5">
            <a:extLst>
              <a:ext uri="{FF2B5EF4-FFF2-40B4-BE49-F238E27FC236}">
                <a16:creationId xmlns:a16="http://schemas.microsoft.com/office/drawing/2014/main" id="{B886FD09-D517-B63B-5ECD-97EA7D3765C6}"/>
              </a:ext>
            </a:extLst>
          </p:cNvPr>
          <p:cNvSpPr/>
          <p:nvPr/>
        </p:nvSpPr>
        <p:spPr>
          <a:xfrm rot="5400000">
            <a:off x="34126" y="92825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CE1531A1-8C07-7ECF-8ED3-334E5160E392}"/>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21" name="Rectangle : coins arrondis 20">
            <a:extLst>
              <a:ext uri="{FF2B5EF4-FFF2-40B4-BE49-F238E27FC236}">
                <a16:creationId xmlns:a16="http://schemas.microsoft.com/office/drawing/2014/main" id="{E7ED7AAB-AA07-46B7-E2FB-1721BE145155}"/>
              </a:ext>
            </a:extLst>
          </p:cNvPr>
          <p:cNvSpPr/>
          <p:nvPr/>
        </p:nvSpPr>
        <p:spPr>
          <a:xfrm>
            <a:off x="6229780" y="4907049"/>
            <a:ext cx="5715146" cy="1430322"/>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3D15E746-75EC-DED8-4E82-8766B001A5BF}"/>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483F0277-E926-8439-21F7-350822C69A95}"/>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536E983C-4CFF-5C61-4711-F831D533C04F}"/>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8D25F76C-B64F-E588-D69C-979F15527AD5}"/>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117" name="Rectangle : coins arrondis 116">
            <a:extLst>
              <a:ext uri="{FF2B5EF4-FFF2-40B4-BE49-F238E27FC236}">
                <a16:creationId xmlns:a16="http://schemas.microsoft.com/office/drawing/2014/main" id="{EBA1A871-8CDC-2F2C-4FC2-FDB1B55CF52E}"/>
              </a:ext>
            </a:extLst>
          </p:cNvPr>
          <p:cNvSpPr/>
          <p:nvPr/>
        </p:nvSpPr>
        <p:spPr>
          <a:xfrm>
            <a:off x="7052664" y="3520317"/>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19" name="Rectangle 118">
            <a:hlinkClick r:id="" action="ppaction://noaction"/>
            <a:extLst>
              <a:ext uri="{FF2B5EF4-FFF2-40B4-BE49-F238E27FC236}">
                <a16:creationId xmlns:a16="http://schemas.microsoft.com/office/drawing/2014/main" id="{0D7EC384-B827-84DB-E627-64B9F7176B0F}"/>
              </a:ext>
            </a:extLst>
          </p:cNvPr>
          <p:cNvSpPr/>
          <p:nvPr/>
        </p:nvSpPr>
        <p:spPr>
          <a:xfrm>
            <a:off x="6732798" y="3637991"/>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relais humains pour prévenir et accompagner les RPS</a:t>
            </a:r>
          </a:p>
        </p:txBody>
      </p:sp>
      <p:sp>
        <p:nvSpPr>
          <p:cNvPr id="120" name="Rectangle 119">
            <a:hlinkClick r:id="" action="ppaction://noaction"/>
            <a:extLst>
              <a:ext uri="{FF2B5EF4-FFF2-40B4-BE49-F238E27FC236}">
                <a16:creationId xmlns:a16="http://schemas.microsoft.com/office/drawing/2014/main" id="{313480C4-64D4-C282-C818-51CD62A335E7}"/>
              </a:ext>
            </a:extLst>
          </p:cNvPr>
          <p:cNvSpPr/>
          <p:nvPr/>
        </p:nvSpPr>
        <p:spPr>
          <a:xfrm>
            <a:off x="8726686" y="3637991"/>
            <a:ext cx="224307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relais pour prévenir et accompagner les RPS : identifier les personnes clés, leurs rôles et leurs contacts pour savoir sur qui s’appuyer</a:t>
            </a:r>
          </a:p>
        </p:txBody>
      </p:sp>
      <p:sp>
        <p:nvSpPr>
          <p:cNvPr id="122" name="Rectangle 121">
            <a:extLst>
              <a:ext uri="{FF2B5EF4-FFF2-40B4-BE49-F238E27FC236}">
                <a16:creationId xmlns:a16="http://schemas.microsoft.com/office/drawing/2014/main" id="{1BE294D8-4B44-40F8-1AF5-636A0D479F1A}"/>
              </a:ext>
            </a:extLst>
          </p:cNvPr>
          <p:cNvSpPr/>
          <p:nvPr/>
        </p:nvSpPr>
        <p:spPr>
          <a:xfrm>
            <a:off x="10948282" y="363799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43" name="Image 142">
            <a:hlinkClick r:id="" action="ppaction://noaction"/>
            <a:extLst>
              <a:ext uri="{FF2B5EF4-FFF2-40B4-BE49-F238E27FC236}">
                <a16:creationId xmlns:a16="http://schemas.microsoft.com/office/drawing/2014/main" id="{4EE06B70-B21C-066D-0AEB-27BE24633612}"/>
              </a:ext>
            </a:extLst>
          </p:cNvPr>
          <p:cNvPicPr>
            <a:picLocks noChangeAspect="1"/>
          </p:cNvPicPr>
          <p:nvPr/>
        </p:nvPicPr>
        <p:blipFill>
          <a:blip r:embed="rId4"/>
          <a:stretch>
            <a:fillRect/>
          </a:stretch>
        </p:blipFill>
        <p:spPr>
          <a:xfrm>
            <a:off x="6339779" y="3605366"/>
            <a:ext cx="335309" cy="432854"/>
          </a:xfrm>
          <a:prstGeom prst="rect">
            <a:avLst/>
          </a:prstGeom>
        </p:spPr>
      </p:pic>
      <p:pic>
        <p:nvPicPr>
          <p:cNvPr id="146" name="Graphique 145" descr="Cœur avec un remplissage uni">
            <a:extLst>
              <a:ext uri="{FF2B5EF4-FFF2-40B4-BE49-F238E27FC236}">
                <a16:creationId xmlns:a16="http://schemas.microsoft.com/office/drawing/2014/main" id="{574BCCDA-9FEF-FF9D-ACF9-62D758651B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F563157-869E-1EE9-D2E3-3A9402AA82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62" name="Groupe 161">
            <a:extLst>
              <a:ext uri="{FF2B5EF4-FFF2-40B4-BE49-F238E27FC236}">
                <a16:creationId xmlns:a16="http://schemas.microsoft.com/office/drawing/2014/main" id="{0131E9EA-8E87-B072-9CFC-982E5CA13306}"/>
              </a:ext>
            </a:extLst>
          </p:cNvPr>
          <p:cNvGrpSpPr/>
          <p:nvPr/>
        </p:nvGrpSpPr>
        <p:grpSpPr>
          <a:xfrm>
            <a:off x="11610032" y="3737401"/>
            <a:ext cx="315567" cy="274775"/>
            <a:chOff x="11492282" y="2015291"/>
            <a:chExt cx="315567" cy="274775"/>
          </a:xfrm>
        </p:grpSpPr>
        <p:pic>
          <p:nvPicPr>
            <p:cNvPr id="163" name="Graphique 162" descr="Cœur contour">
              <a:extLst>
                <a:ext uri="{FF2B5EF4-FFF2-40B4-BE49-F238E27FC236}">
                  <a16:creationId xmlns:a16="http://schemas.microsoft.com/office/drawing/2014/main" id="{77CA0F18-D5C5-4116-0DEE-A4B7CC864A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64" name="Rectangle 163">
              <a:extLst>
                <a:ext uri="{FF2B5EF4-FFF2-40B4-BE49-F238E27FC236}">
                  <a16:creationId xmlns:a16="http://schemas.microsoft.com/office/drawing/2014/main" id="{B794D368-0211-7270-741C-42E56815D0F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6FA5C075-AE38-3761-0E6D-1ED02ABEC6D8}"/>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7F99D91A-053A-351B-58B9-7437C6E779F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sp>
        <p:nvSpPr>
          <p:cNvPr id="10" name="Rectangle : coins arrondis 9">
            <a:extLst>
              <a:ext uri="{FF2B5EF4-FFF2-40B4-BE49-F238E27FC236}">
                <a16:creationId xmlns:a16="http://schemas.microsoft.com/office/drawing/2014/main" id="{709AE681-4ECE-E3E0-7533-391130B8EA99}"/>
              </a:ext>
            </a:extLst>
          </p:cNvPr>
          <p:cNvSpPr/>
          <p:nvPr/>
        </p:nvSpPr>
        <p:spPr>
          <a:xfrm>
            <a:off x="7033223" y="2870796"/>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tangle 13">
            <a:hlinkClick r:id="" action="ppaction://noaction"/>
            <a:extLst>
              <a:ext uri="{FF2B5EF4-FFF2-40B4-BE49-F238E27FC236}">
                <a16:creationId xmlns:a16="http://schemas.microsoft.com/office/drawing/2014/main" id="{2F1F951A-D0CE-381A-C8A0-2B66007546D4}"/>
              </a:ext>
            </a:extLst>
          </p:cNvPr>
          <p:cNvSpPr/>
          <p:nvPr/>
        </p:nvSpPr>
        <p:spPr>
          <a:xfrm>
            <a:off x="6694449" y="3005303"/>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parties prenantes sur un projet et comment les embarquer</a:t>
            </a:r>
          </a:p>
        </p:txBody>
      </p:sp>
      <p:sp>
        <p:nvSpPr>
          <p:cNvPr id="17" name="Rectangle 16">
            <a:hlinkClick r:id="" action="ppaction://noaction"/>
            <a:extLst>
              <a:ext uri="{FF2B5EF4-FFF2-40B4-BE49-F238E27FC236}">
                <a16:creationId xmlns:a16="http://schemas.microsoft.com/office/drawing/2014/main" id="{40263E07-FEC7-8581-5AF7-F1DEA2D6461B}"/>
              </a:ext>
            </a:extLst>
          </p:cNvPr>
          <p:cNvSpPr/>
          <p:nvPr/>
        </p:nvSpPr>
        <p:spPr>
          <a:xfrm>
            <a:off x="8726686" y="2987015"/>
            <a:ext cx="214477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différentes parties prenantes sur un projet et bonnes pratiques pour les embarquer</a:t>
            </a:r>
          </a:p>
        </p:txBody>
      </p:sp>
      <p:sp>
        <p:nvSpPr>
          <p:cNvPr id="19" name="Rectangle 18">
            <a:extLst>
              <a:ext uri="{FF2B5EF4-FFF2-40B4-BE49-F238E27FC236}">
                <a16:creationId xmlns:a16="http://schemas.microsoft.com/office/drawing/2014/main" id="{E711A4ED-2CB3-F0C7-9849-178261B7A5BB}"/>
              </a:ext>
            </a:extLst>
          </p:cNvPr>
          <p:cNvSpPr/>
          <p:nvPr/>
        </p:nvSpPr>
        <p:spPr>
          <a:xfrm>
            <a:off x="10969763" y="3005303"/>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grpSp>
        <p:nvGrpSpPr>
          <p:cNvPr id="22" name="Groupe 21">
            <a:extLst>
              <a:ext uri="{FF2B5EF4-FFF2-40B4-BE49-F238E27FC236}">
                <a16:creationId xmlns:a16="http://schemas.microsoft.com/office/drawing/2014/main" id="{EAEBBC3F-BB26-BD21-E029-B02906A11DA4}"/>
              </a:ext>
            </a:extLst>
          </p:cNvPr>
          <p:cNvGrpSpPr/>
          <p:nvPr/>
        </p:nvGrpSpPr>
        <p:grpSpPr>
          <a:xfrm>
            <a:off x="11610032" y="3095792"/>
            <a:ext cx="315567" cy="274775"/>
            <a:chOff x="11492282" y="2015291"/>
            <a:chExt cx="315567" cy="274775"/>
          </a:xfrm>
        </p:grpSpPr>
        <p:pic>
          <p:nvPicPr>
            <p:cNvPr id="26" name="Graphique 25" descr="Cœur contour">
              <a:extLst>
                <a:ext uri="{FF2B5EF4-FFF2-40B4-BE49-F238E27FC236}">
                  <a16:creationId xmlns:a16="http://schemas.microsoft.com/office/drawing/2014/main" id="{D47CB154-8659-FFEA-C69C-B754C3AAB0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48" name="Rectangle 47">
              <a:extLst>
                <a:ext uri="{FF2B5EF4-FFF2-40B4-BE49-F238E27FC236}">
                  <a16:creationId xmlns:a16="http://schemas.microsoft.com/office/drawing/2014/main" id="{97253E06-9A25-9946-81D0-3495686BE39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1</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54" name="Rectangle : coins arrondis 53">
            <a:extLst>
              <a:ext uri="{FF2B5EF4-FFF2-40B4-BE49-F238E27FC236}">
                <a16:creationId xmlns:a16="http://schemas.microsoft.com/office/drawing/2014/main" id="{95C94BAA-753A-9EF4-A21F-7C1C03D4A8AC}"/>
              </a:ext>
            </a:extLst>
          </p:cNvPr>
          <p:cNvSpPr/>
          <p:nvPr/>
        </p:nvSpPr>
        <p:spPr>
          <a:xfrm>
            <a:off x="7052664" y="4129989"/>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1DED3E03-8029-B2B5-6F28-7AD93D081BEE}"/>
              </a:ext>
            </a:extLst>
          </p:cNvPr>
          <p:cNvSpPr/>
          <p:nvPr/>
        </p:nvSpPr>
        <p:spPr>
          <a:xfrm>
            <a:off x="6732798" y="4247663"/>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Accompagner les résistances au changement</a:t>
            </a:r>
          </a:p>
        </p:txBody>
      </p:sp>
      <p:sp>
        <p:nvSpPr>
          <p:cNvPr id="58" name="Rectangle 57">
            <a:extLst>
              <a:ext uri="{FF2B5EF4-FFF2-40B4-BE49-F238E27FC236}">
                <a16:creationId xmlns:a16="http://schemas.microsoft.com/office/drawing/2014/main" id="{AE7933DF-6BA0-BD13-2E00-F924F7CE0FA4}"/>
              </a:ext>
            </a:extLst>
          </p:cNvPr>
          <p:cNvSpPr/>
          <p:nvPr/>
        </p:nvSpPr>
        <p:spPr>
          <a:xfrm>
            <a:off x="8717441" y="4306087"/>
            <a:ext cx="223631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sur comment évaluer et appréhender les risques autour de la résistance au changement</a:t>
            </a:r>
          </a:p>
        </p:txBody>
      </p:sp>
      <p:sp>
        <p:nvSpPr>
          <p:cNvPr id="59" name="Rectangle 58">
            <a:extLst>
              <a:ext uri="{FF2B5EF4-FFF2-40B4-BE49-F238E27FC236}">
                <a16:creationId xmlns:a16="http://schemas.microsoft.com/office/drawing/2014/main" id="{A7F69470-12C4-1E20-4141-FD96163A085D}"/>
              </a:ext>
            </a:extLst>
          </p:cNvPr>
          <p:cNvSpPr/>
          <p:nvPr/>
        </p:nvSpPr>
        <p:spPr>
          <a:xfrm>
            <a:off x="10953972" y="4247663"/>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60" name="Image 59">
            <a:extLst>
              <a:ext uri="{FF2B5EF4-FFF2-40B4-BE49-F238E27FC236}">
                <a16:creationId xmlns:a16="http://schemas.microsoft.com/office/drawing/2014/main" id="{3B4045AB-15D4-538B-56C9-32FF7852857F}"/>
              </a:ext>
            </a:extLst>
          </p:cNvPr>
          <p:cNvPicPr>
            <a:picLocks noChangeAspect="1"/>
          </p:cNvPicPr>
          <p:nvPr/>
        </p:nvPicPr>
        <p:blipFill>
          <a:blip r:embed="rId4"/>
          <a:stretch>
            <a:fillRect/>
          </a:stretch>
        </p:blipFill>
        <p:spPr>
          <a:xfrm>
            <a:off x="6339779" y="4215038"/>
            <a:ext cx="335309" cy="432854"/>
          </a:xfrm>
          <a:prstGeom prst="rect">
            <a:avLst/>
          </a:prstGeom>
        </p:spPr>
      </p:pic>
      <p:grpSp>
        <p:nvGrpSpPr>
          <p:cNvPr id="61" name="Groupe 60">
            <a:extLst>
              <a:ext uri="{FF2B5EF4-FFF2-40B4-BE49-F238E27FC236}">
                <a16:creationId xmlns:a16="http://schemas.microsoft.com/office/drawing/2014/main" id="{C194BDCE-8F4F-572E-CBA5-1BC3EB0F4862}"/>
              </a:ext>
            </a:extLst>
          </p:cNvPr>
          <p:cNvGrpSpPr/>
          <p:nvPr/>
        </p:nvGrpSpPr>
        <p:grpSpPr>
          <a:xfrm>
            <a:off x="11610032" y="4347073"/>
            <a:ext cx="315567" cy="274775"/>
            <a:chOff x="11492282" y="2015291"/>
            <a:chExt cx="315567" cy="274775"/>
          </a:xfrm>
        </p:grpSpPr>
        <p:pic>
          <p:nvPicPr>
            <p:cNvPr id="62" name="Graphique 61" descr="Cœur contour">
              <a:extLst>
                <a:ext uri="{FF2B5EF4-FFF2-40B4-BE49-F238E27FC236}">
                  <a16:creationId xmlns:a16="http://schemas.microsoft.com/office/drawing/2014/main" id="{5B20E6F8-5886-AA71-5063-C861DB215F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63" name="Rectangle 62">
              <a:extLst>
                <a:ext uri="{FF2B5EF4-FFF2-40B4-BE49-F238E27FC236}">
                  <a16:creationId xmlns:a16="http://schemas.microsoft.com/office/drawing/2014/main" id="{25E3C4AE-7838-52AC-C96E-BBCB014C102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2" name="Image 1">
            <a:hlinkClick r:id="" action="ppaction://noaction"/>
            <a:extLst>
              <a:ext uri="{FF2B5EF4-FFF2-40B4-BE49-F238E27FC236}">
                <a16:creationId xmlns:a16="http://schemas.microsoft.com/office/drawing/2014/main" id="{1BE8A47C-D643-AAD5-400F-E42ECD9903D9}"/>
              </a:ext>
            </a:extLst>
          </p:cNvPr>
          <p:cNvPicPr>
            <a:picLocks noChangeAspect="1"/>
          </p:cNvPicPr>
          <p:nvPr/>
        </p:nvPicPr>
        <p:blipFill>
          <a:blip r:embed="rId4"/>
          <a:stretch>
            <a:fillRect/>
          </a:stretch>
        </p:blipFill>
        <p:spPr>
          <a:xfrm>
            <a:off x="6339779" y="3019560"/>
            <a:ext cx="335309" cy="432854"/>
          </a:xfrm>
          <a:prstGeom prst="rect">
            <a:avLst/>
          </a:prstGeom>
        </p:spPr>
      </p:pic>
      <p:sp>
        <p:nvSpPr>
          <p:cNvPr id="7" name="Rectangle 6">
            <a:extLst>
              <a:ext uri="{FF2B5EF4-FFF2-40B4-BE49-F238E27FC236}">
                <a16:creationId xmlns:a16="http://schemas.microsoft.com/office/drawing/2014/main" id="{EA15FA7D-78B6-A70A-640D-691EEFBA6CF6}"/>
              </a:ext>
            </a:extLst>
          </p:cNvPr>
          <p:cNvSpPr/>
          <p:nvPr/>
        </p:nvSpPr>
        <p:spPr>
          <a:xfrm>
            <a:off x="6789598" y="4624989"/>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Non disponible</a:t>
            </a:r>
          </a:p>
        </p:txBody>
      </p:sp>
      <p:sp>
        <p:nvSpPr>
          <p:cNvPr id="4" name="Rectangle : coins arrondis 3">
            <a:extLst>
              <a:ext uri="{FF2B5EF4-FFF2-40B4-BE49-F238E27FC236}">
                <a16:creationId xmlns:a16="http://schemas.microsoft.com/office/drawing/2014/main" id="{1225E252-1D7B-21EC-4F2F-DF8C33F80C5D}"/>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grpSp>
        <p:nvGrpSpPr>
          <p:cNvPr id="9" name="Groupe 8">
            <a:extLst>
              <a:ext uri="{FF2B5EF4-FFF2-40B4-BE49-F238E27FC236}">
                <a16:creationId xmlns:a16="http://schemas.microsoft.com/office/drawing/2014/main" id="{A089C5BE-F933-B0E6-52FA-2D3CE99404D7}"/>
              </a:ext>
            </a:extLst>
          </p:cNvPr>
          <p:cNvGrpSpPr>
            <a:grpSpLocks noChangeAspect="1"/>
          </p:cNvGrpSpPr>
          <p:nvPr/>
        </p:nvGrpSpPr>
        <p:grpSpPr>
          <a:xfrm>
            <a:off x="11001871" y="6336764"/>
            <a:ext cx="1082632" cy="444130"/>
            <a:chOff x="5810" y="1578917"/>
            <a:chExt cx="559801" cy="229645"/>
          </a:xfrm>
        </p:grpSpPr>
        <p:sp>
          <p:nvSpPr>
            <p:cNvPr id="49" name="Rectangle : coins arrondis 48">
              <a:extLst>
                <a:ext uri="{FF2B5EF4-FFF2-40B4-BE49-F238E27FC236}">
                  <a16:creationId xmlns:a16="http://schemas.microsoft.com/office/drawing/2014/main" id="{9495E1A2-0F26-4F87-B8F2-DDEEDF75E40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50" name="Graphique 49" descr="Retour avec un remplissage uni">
              <a:hlinkClick r:id="rId9" action="ppaction://hlinksldjump"/>
              <a:extLst>
                <a:ext uri="{FF2B5EF4-FFF2-40B4-BE49-F238E27FC236}">
                  <a16:creationId xmlns:a16="http://schemas.microsoft.com/office/drawing/2014/main" id="{46DF0D7F-F8F6-5D78-BC25-2C2AA73FF9E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29" name="Flèche : chevron 8 - 2 - 1">
            <a:extLst>
              <a:ext uri="{FF2B5EF4-FFF2-40B4-BE49-F238E27FC236}">
                <a16:creationId xmlns:a16="http://schemas.microsoft.com/office/drawing/2014/main" id="{25DC7A60-EC51-2A48-C3A8-A93C8386028A}"/>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31" name="Flèche : chevron 8 - 2 - 1">
            <a:extLst>
              <a:ext uri="{FF2B5EF4-FFF2-40B4-BE49-F238E27FC236}">
                <a16:creationId xmlns:a16="http://schemas.microsoft.com/office/drawing/2014/main" id="{8FBF1C60-0173-F3A2-7C88-CAB04C8072CC}"/>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33" name="Flèche : chevron 8 - 2 - 1">
            <a:extLst>
              <a:ext uri="{FF2B5EF4-FFF2-40B4-BE49-F238E27FC236}">
                <a16:creationId xmlns:a16="http://schemas.microsoft.com/office/drawing/2014/main" id="{070E9424-0D05-2E0C-747A-D3D3B32D0149}"/>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35" name="Flèche : chevron 8 - 2 - 1">
            <a:extLst>
              <a:ext uri="{FF2B5EF4-FFF2-40B4-BE49-F238E27FC236}">
                <a16:creationId xmlns:a16="http://schemas.microsoft.com/office/drawing/2014/main" id="{50D688E8-4D6F-BBF7-B9BA-7FBDCE04036C}"/>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7" name="Flèche : chevron 8 - 2 - 1">
            <a:extLst>
              <a:ext uri="{FF2B5EF4-FFF2-40B4-BE49-F238E27FC236}">
                <a16:creationId xmlns:a16="http://schemas.microsoft.com/office/drawing/2014/main" id="{C7896838-D784-593F-B05E-809C90C80203}"/>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9" name="Flèche : pentagone 3">
            <a:extLst>
              <a:ext uri="{FF2B5EF4-FFF2-40B4-BE49-F238E27FC236}">
                <a16:creationId xmlns:a16="http://schemas.microsoft.com/office/drawing/2014/main" id="{94FE96FC-AABC-DEC5-E21C-9198B5971A7D}"/>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41" name="Flèche : chevron 8 - 2 - 1">
            <a:extLst>
              <a:ext uri="{FF2B5EF4-FFF2-40B4-BE49-F238E27FC236}">
                <a16:creationId xmlns:a16="http://schemas.microsoft.com/office/drawing/2014/main" id="{6F7A455A-4F2A-21CC-7D8F-9D47B2569D6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45" name="Flèche : chevron 8 - 2 - 1">
            <a:extLst>
              <a:ext uri="{FF2B5EF4-FFF2-40B4-BE49-F238E27FC236}">
                <a16:creationId xmlns:a16="http://schemas.microsoft.com/office/drawing/2014/main" id="{503309E8-27F4-0714-DA64-DB6C1A8CA6E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261776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F667-7C03-FD31-0826-0C3373DBB7D3}"/>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B3B08595-164A-B959-6487-96FB644E3814}"/>
              </a:ext>
            </a:extLst>
          </p:cNvPr>
          <p:cNvSpPr/>
          <p:nvPr/>
        </p:nvSpPr>
        <p:spPr>
          <a:xfrm>
            <a:off x="206673" y="1887771"/>
            <a:ext cx="5725506"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bien cadré et structuré la gestion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(organisation du projet, livrables identifiés, planning et priorisation des actions, indicateurs clés, rituels à mettre en place pour la conduite du projet…) ? Ai-je identifié le niveau d’importance de mes tâches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En particulier,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quelle gouvernance projet mettre en place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(instances du projet, participants et rôle décisionnaire de ces instances…)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les bons outils de pilotage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le suivi de l’avancement du projet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bien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identifié et anticipé les autres tâches à faire en amont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du projet (diagnostic, démarche RPS...)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je connais le planning des instances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celles propres au projet et celles auxquelles le projet contribuera ? Le cas échéant, ai-je bien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anticipé leur planification et les contributions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attendues ?</a:t>
            </a:r>
          </a:p>
        </p:txBody>
      </p:sp>
      <p:sp>
        <p:nvSpPr>
          <p:cNvPr id="16" name="Rectangle : coins arrondis 15">
            <a:extLst>
              <a:ext uri="{FF2B5EF4-FFF2-40B4-BE49-F238E27FC236}">
                <a16:creationId xmlns:a16="http://schemas.microsoft.com/office/drawing/2014/main" id="{3D305C26-1F95-A0FC-D0C5-CB5858EF5ACD}"/>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FAA8EB7D-904F-B776-4877-2A52D0A6757D}"/>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Préparer le pilotage du projet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(structuration de la gestion de projet, outils, indicateurs, moments de partage / instances…).</a:t>
            </a:r>
          </a:p>
        </p:txBody>
      </p:sp>
      <p:sp>
        <p:nvSpPr>
          <p:cNvPr id="6" name="Triangle isocèle 5">
            <a:extLst>
              <a:ext uri="{FF2B5EF4-FFF2-40B4-BE49-F238E27FC236}">
                <a16:creationId xmlns:a16="http://schemas.microsoft.com/office/drawing/2014/main" id="{6ABCAED2-2171-BD97-EDD4-FE438EBC2CF6}"/>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48D376B-E093-EA91-6E6C-D50B6F286E1D}"/>
              </a:ext>
            </a:extLst>
          </p:cNvPr>
          <p:cNvSpPr/>
          <p:nvPr/>
        </p:nvSpPr>
        <p:spPr>
          <a:xfrm>
            <a:off x="6229780" y="1887771"/>
            <a:ext cx="5715146" cy="4449600"/>
          </a:xfrm>
          <a:prstGeom prst="roundRect">
            <a:avLst>
              <a:gd name="adj" fmla="val 324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7B374FA8-1221-CFB2-102A-75D583B45B26}"/>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BA2114B2-3A31-5E52-6FD6-724C77074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3B260213-A603-1472-5FE5-25A8B9C6D25A}"/>
              </a:ext>
            </a:extLst>
          </p:cNvPr>
          <p:cNvGrpSpPr>
            <a:grpSpLocks noChangeAspect="1"/>
          </p:cNvGrpSpPr>
          <p:nvPr/>
        </p:nvGrpSpPr>
        <p:grpSpPr>
          <a:xfrm>
            <a:off x="11001871" y="6336764"/>
            <a:ext cx="1082632" cy="444130"/>
            <a:chOff x="5810" y="1578917"/>
            <a:chExt cx="559801" cy="229645"/>
          </a:xfrm>
        </p:grpSpPr>
        <p:sp>
          <p:nvSpPr>
            <p:cNvPr id="10" name="Rectangle : coins arrondis 9">
              <a:extLst>
                <a:ext uri="{FF2B5EF4-FFF2-40B4-BE49-F238E27FC236}">
                  <a16:creationId xmlns:a16="http://schemas.microsoft.com/office/drawing/2014/main" id="{7F28B82A-41D1-3A6F-B59B-60B9CB36CD8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4" action="ppaction://hlinksldjump"/>
              <a:extLst>
                <a:ext uri="{FF2B5EF4-FFF2-40B4-BE49-F238E27FC236}">
                  <a16:creationId xmlns:a16="http://schemas.microsoft.com/office/drawing/2014/main" id="{D5F615F4-70D2-5239-531E-A9F4B040BE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4" name="Rectangle : coins arrondis 3">
            <a:extLst>
              <a:ext uri="{FF2B5EF4-FFF2-40B4-BE49-F238E27FC236}">
                <a16:creationId xmlns:a16="http://schemas.microsoft.com/office/drawing/2014/main" id="{13FA8218-BBB4-7A6B-74C5-3805A6A92DDB}"/>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 name="Flèche : chevron 8 - 2 - 1">
            <a:extLst>
              <a:ext uri="{FF2B5EF4-FFF2-40B4-BE49-F238E27FC236}">
                <a16:creationId xmlns:a16="http://schemas.microsoft.com/office/drawing/2014/main" id="{8FFB5727-FB8E-7908-1CB7-9ADF0D043EF9}"/>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4" name="Flèche : chevron 8 - 2 - 1">
            <a:extLst>
              <a:ext uri="{FF2B5EF4-FFF2-40B4-BE49-F238E27FC236}">
                <a16:creationId xmlns:a16="http://schemas.microsoft.com/office/drawing/2014/main" id="{C076A49D-BB19-CBB4-A1F6-84C5370E79F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6" name="Flèche : chevron 8 - 2 - 1">
            <a:extLst>
              <a:ext uri="{FF2B5EF4-FFF2-40B4-BE49-F238E27FC236}">
                <a16:creationId xmlns:a16="http://schemas.microsoft.com/office/drawing/2014/main" id="{08BB135C-9077-B3D1-0348-331590D641B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8" name="Flèche : chevron 8 - 2 - 1">
            <a:extLst>
              <a:ext uri="{FF2B5EF4-FFF2-40B4-BE49-F238E27FC236}">
                <a16:creationId xmlns:a16="http://schemas.microsoft.com/office/drawing/2014/main" id="{7C9F6D58-7685-1F87-755B-2F5BA9A5984B}"/>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0" name="Flèche : chevron 8 - 2 - 1">
            <a:extLst>
              <a:ext uri="{FF2B5EF4-FFF2-40B4-BE49-F238E27FC236}">
                <a16:creationId xmlns:a16="http://schemas.microsoft.com/office/drawing/2014/main" id="{459E693F-797E-BBD2-2748-AC8D5A9231F7}"/>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2" name="Flèche : pentagone 3">
            <a:extLst>
              <a:ext uri="{FF2B5EF4-FFF2-40B4-BE49-F238E27FC236}">
                <a16:creationId xmlns:a16="http://schemas.microsoft.com/office/drawing/2014/main" id="{30C2A498-F3A3-2C86-301F-FA2F1E52CFA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4" name="Flèche : chevron 8 - 2 - 1">
            <a:extLst>
              <a:ext uri="{FF2B5EF4-FFF2-40B4-BE49-F238E27FC236}">
                <a16:creationId xmlns:a16="http://schemas.microsoft.com/office/drawing/2014/main" id="{B245EE36-F760-3A06-C281-F83C8F2733DF}"/>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6" name="Flèche : chevron 8 - 2 - 1">
            <a:extLst>
              <a:ext uri="{FF2B5EF4-FFF2-40B4-BE49-F238E27FC236}">
                <a16:creationId xmlns:a16="http://schemas.microsoft.com/office/drawing/2014/main" id="{55446BCC-8912-D86A-FD39-45DB7310FAA4}"/>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708780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3F78C-AB86-B4F0-02AE-43A09656C41B}"/>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6D820DC6-E376-24E7-49C1-AED6C64939C3}"/>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la capacité d’assumer la charge de travail liée à mes missions de chef de projet ? </a:t>
            </a:r>
            <a:r>
              <a:rPr kumimoji="0" lang="fr-FR" sz="1200" b="0"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a:t>
            </a:r>
            <a:endPar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évalué la charge de travail du chef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bout en bout du projet ainsi qu’en amont du projet ? Ai-je la</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bande passante</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absorber cette charge de travail compte-tenu de mes autres activités en run ? Le cas échant, ai-je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identifié les tâches pouvant être reportées, abandonnées ou déléguées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et à qui les déléguer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Au regard de l’évaluation de ma charge de travail,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dois-je requestionner l’allotissement du projet et la priorisation des tâches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Comment aborder avec ma hiérarchie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(en entretien Forfait Jour…) mes éventuelles difficultés, risques et besoins liés à ma charge de travail ?</a:t>
            </a:r>
          </a:p>
        </p:txBody>
      </p:sp>
      <p:sp>
        <p:nvSpPr>
          <p:cNvPr id="168" name="Rectangle : coins arrondis 167">
            <a:extLst>
              <a:ext uri="{FF2B5EF4-FFF2-40B4-BE49-F238E27FC236}">
                <a16:creationId xmlns:a16="http://schemas.microsoft.com/office/drawing/2014/main" id="{AD3D0DA1-E9C6-4577-DF29-AE16B4A835D8}"/>
              </a:ext>
            </a:extLst>
          </p:cNvPr>
          <p:cNvSpPr/>
          <p:nvPr/>
        </p:nvSpPr>
        <p:spPr>
          <a:xfrm>
            <a:off x="6229779" y="2285304"/>
            <a:ext cx="5751893" cy="153523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11BC4756-BF76-A647-649C-E91CC923D4C3}"/>
              </a:ext>
            </a:extLst>
          </p:cNvPr>
          <p:cNvSpPr/>
          <p:nvPr/>
        </p:nvSpPr>
        <p:spPr>
          <a:xfrm>
            <a:off x="7033223" y="35124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7" name="Rectangle : coins arrondis 106">
            <a:extLst>
              <a:ext uri="{FF2B5EF4-FFF2-40B4-BE49-F238E27FC236}">
                <a16:creationId xmlns:a16="http://schemas.microsoft.com/office/drawing/2014/main" id="{714C72A4-9374-5EE4-B5D6-55919B9A59D5}"/>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A9F5949E-1381-9B2B-DA41-56D10B42A853}"/>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C3A4E237-D460-1159-6106-76F05383051B}"/>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Evaluer et organiser ma charge de travail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liée au projet et son impact sur mon activité,</a:t>
            </a:r>
            <a:r>
              <a:rPr kumimoji="0" lang="fr-FR" sz="1800" b="0"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évaluer mon besoin de déléguer</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t>
            </a:r>
            <a:r>
              <a:rPr kumimoji="0" lang="fr-FR" sz="18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 </a:t>
            </a:r>
            <a:endParaRPr kumimoji="0" lang="fr-FR" sz="1800" b="0"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endParaRPr>
          </a:p>
        </p:txBody>
      </p:sp>
      <p:sp>
        <p:nvSpPr>
          <p:cNvPr id="6" name="Triangle isocèle 5">
            <a:extLst>
              <a:ext uri="{FF2B5EF4-FFF2-40B4-BE49-F238E27FC236}">
                <a16:creationId xmlns:a16="http://schemas.microsoft.com/office/drawing/2014/main" id="{191AE8C3-38FB-8D37-08AC-C9857FA38E52}"/>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5749E7A2-3BC9-2C71-8506-0D4A732E41AB}"/>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21" name="Rectangle : coins arrondis 20">
            <a:extLst>
              <a:ext uri="{FF2B5EF4-FFF2-40B4-BE49-F238E27FC236}">
                <a16:creationId xmlns:a16="http://schemas.microsoft.com/office/drawing/2014/main" id="{6FF5E76D-8670-E850-ECA3-D58FDE5A71E5}"/>
              </a:ext>
            </a:extLst>
          </p:cNvPr>
          <p:cNvSpPr/>
          <p:nvPr/>
        </p:nvSpPr>
        <p:spPr>
          <a:xfrm>
            <a:off x="6229780" y="3921544"/>
            <a:ext cx="5715146" cy="2415827"/>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017C82AD-CD53-1CFC-099E-EAC9386EF6CE}"/>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C315BFD3-2D4E-BF04-FDC1-86037CEC51E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346AA117-F6C0-D807-D07A-6D357DEF7E9A}"/>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64A1ED17-460F-A8B2-C2B6-D714151F8B37}"/>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84" name="Rectangle 83">
            <a:hlinkClick r:id="" action="ppaction://noaction"/>
            <a:extLst>
              <a:ext uri="{FF2B5EF4-FFF2-40B4-BE49-F238E27FC236}">
                <a16:creationId xmlns:a16="http://schemas.microsoft.com/office/drawing/2014/main" id="{A6BE101E-7BB3-43EB-98E3-1522CF7F7899}"/>
              </a:ext>
            </a:extLst>
          </p:cNvPr>
          <p:cNvSpPr/>
          <p:nvPr/>
        </p:nvSpPr>
        <p:spPr>
          <a:xfrm>
            <a:off x="6710528" y="3153388"/>
            <a:ext cx="175691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aborder la charge de travail avec les équipes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89" name="Rectangle 88">
            <a:hlinkClick r:id="" action="ppaction://noaction"/>
            <a:extLst>
              <a:ext uri="{FF2B5EF4-FFF2-40B4-BE49-F238E27FC236}">
                <a16:creationId xmlns:a16="http://schemas.microsoft.com/office/drawing/2014/main" id="{0A34A16F-F69B-B00E-EE9F-196F1B354B7E}"/>
              </a:ext>
            </a:extLst>
          </p:cNvPr>
          <p:cNvSpPr/>
          <p:nvPr/>
        </p:nvSpPr>
        <p:spPr>
          <a:xfrm>
            <a:off x="8678799" y="3153388"/>
            <a:ext cx="225338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pour aborder la charge de travail pour soi-même et avec les équipes</a:t>
            </a:r>
          </a:p>
        </p:txBody>
      </p:sp>
      <p:sp>
        <p:nvSpPr>
          <p:cNvPr id="91" name="Rectangle 90">
            <a:extLst>
              <a:ext uri="{FF2B5EF4-FFF2-40B4-BE49-F238E27FC236}">
                <a16:creationId xmlns:a16="http://schemas.microsoft.com/office/drawing/2014/main" id="{2E40CFE2-ECE5-7DA0-98B7-2E338FCE1A15}"/>
              </a:ext>
            </a:extLst>
          </p:cNvPr>
          <p:cNvSpPr/>
          <p:nvPr/>
        </p:nvSpPr>
        <p:spPr>
          <a:xfrm>
            <a:off x="11005436" y="3153388"/>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8 min </a:t>
            </a:r>
          </a:p>
        </p:txBody>
      </p:sp>
      <p:pic>
        <p:nvPicPr>
          <p:cNvPr id="146" name="Graphique 145" descr="Cœur avec un remplissage uni">
            <a:extLst>
              <a:ext uri="{FF2B5EF4-FFF2-40B4-BE49-F238E27FC236}">
                <a16:creationId xmlns:a16="http://schemas.microsoft.com/office/drawing/2014/main" id="{C844988A-3EEE-DCA4-DE75-4B921C9D06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9A2CBF9-F310-0B63-3161-264D95E9E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39061097-F63E-FB21-79CE-467E7135EF60}"/>
              </a:ext>
            </a:extLst>
          </p:cNvPr>
          <p:cNvGrpSpPr/>
          <p:nvPr/>
        </p:nvGrpSpPr>
        <p:grpSpPr>
          <a:xfrm>
            <a:off x="11610032" y="3250747"/>
            <a:ext cx="315567" cy="274775"/>
            <a:chOff x="11492282" y="2015291"/>
            <a:chExt cx="315567" cy="274775"/>
          </a:xfrm>
        </p:grpSpPr>
        <p:pic>
          <p:nvPicPr>
            <p:cNvPr id="150" name="Graphique 149" descr="Cœur contour">
              <a:extLst>
                <a:ext uri="{FF2B5EF4-FFF2-40B4-BE49-F238E27FC236}">
                  <a16:creationId xmlns:a16="http://schemas.microsoft.com/office/drawing/2014/main" id="{540D6B37-4E11-133B-1A2D-9A75C32C5A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80A5C14E-54B2-3A6D-ED32-95C07DCAC9D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2</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5D433AA3-29C5-4462-755C-A0F8C676060F}"/>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CDC1AB5B-3391-8F99-6954-084BC58AE3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179" y="1955818"/>
            <a:ext cx="402694" cy="402694"/>
          </a:xfrm>
          <a:prstGeom prst="rect">
            <a:avLst/>
          </a:prstGeom>
        </p:spPr>
      </p:pic>
      <p:pic>
        <p:nvPicPr>
          <p:cNvPr id="2" name="Image 1">
            <a:extLst>
              <a:ext uri="{FF2B5EF4-FFF2-40B4-BE49-F238E27FC236}">
                <a16:creationId xmlns:a16="http://schemas.microsoft.com/office/drawing/2014/main" id="{831F1D5F-D2AA-CC34-246D-7FA6651A1AED}"/>
              </a:ext>
            </a:extLst>
          </p:cNvPr>
          <p:cNvPicPr>
            <a:picLocks noChangeAspect="1"/>
          </p:cNvPicPr>
          <p:nvPr/>
        </p:nvPicPr>
        <p:blipFill>
          <a:blip r:embed="rId8"/>
          <a:stretch>
            <a:fillRect/>
          </a:stretch>
        </p:blipFill>
        <p:spPr>
          <a:xfrm>
            <a:off x="6339779" y="3167288"/>
            <a:ext cx="335309" cy="432854"/>
          </a:xfrm>
          <a:prstGeom prst="rect">
            <a:avLst/>
          </a:prstGeom>
        </p:spPr>
      </p:pic>
      <p:grpSp>
        <p:nvGrpSpPr>
          <p:cNvPr id="10" name="Groupe 9">
            <a:extLst>
              <a:ext uri="{FF2B5EF4-FFF2-40B4-BE49-F238E27FC236}">
                <a16:creationId xmlns:a16="http://schemas.microsoft.com/office/drawing/2014/main" id="{D2B3BF54-D0A2-541A-8CB7-13DBF4FF1342}"/>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E49A16B8-7192-9678-832C-239BA33A4A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4" name="Graphique 13" descr="Retour avec un remplissage uni">
              <a:hlinkClick r:id="rId9" action="ppaction://hlinksldjump"/>
              <a:extLst>
                <a:ext uri="{FF2B5EF4-FFF2-40B4-BE49-F238E27FC236}">
                  <a16:creationId xmlns:a16="http://schemas.microsoft.com/office/drawing/2014/main" id="{1600F698-D4A4-5D1C-BF6C-FD82D35A19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0CAA2CEE-5852-ED01-EAAC-28EC4CE8B8FE}"/>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4" name="Flèche : chevron 8 - 2 - 1">
            <a:extLst>
              <a:ext uri="{FF2B5EF4-FFF2-40B4-BE49-F238E27FC236}">
                <a16:creationId xmlns:a16="http://schemas.microsoft.com/office/drawing/2014/main" id="{090795EF-289A-3929-35AD-098E3D122857}"/>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6" name="Flèche : chevron 8 - 2 - 1">
            <a:extLst>
              <a:ext uri="{FF2B5EF4-FFF2-40B4-BE49-F238E27FC236}">
                <a16:creationId xmlns:a16="http://schemas.microsoft.com/office/drawing/2014/main" id="{012CD67F-CCAF-B049-68D2-6A598EE1A013}"/>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8" name="Flèche : chevron 8 - 2 - 1">
            <a:extLst>
              <a:ext uri="{FF2B5EF4-FFF2-40B4-BE49-F238E27FC236}">
                <a16:creationId xmlns:a16="http://schemas.microsoft.com/office/drawing/2014/main" id="{578DB967-65E8-539B-FA68-7F72C59D9854}"/>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30" name="Flèche : chevron 8 - 2 - 1">
            <a:extLst>
              <a:ext uri="{FF2B5EF4-FFF2-40B4-BE49-F238E27FC236}">
                <a16:creationId xmlns:a16="http://schemas.microsoft.com/office/drawing/2014/main" id="{9599E183-6916-29D3-B3A8-0B9B13115963}"/>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2" name="Flèche : chevron 8 - 2 - 1">
            <a:extLst>
              <a:ext uri="{FF2B5EF4-FFF2-40B4-BE49-F238E27FC236}">
                <a16:creationId xmlns:a16="http://schemas.microsoft.com/office/drawing/2014/main" id="{129317FE-17D6-4E96-D5F8-D1766B71B34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4" name="Flèche : pentagone 3">
            <a:extLst>
              <a:ext uri="{FF2B5EF4-FFF2-40B4-BE49-F238E27FC236}">
                <a16:creationId xmlns:a16="http://schemas.microsoft.com/office/drawing/2014/main" id="{209C6095-BC01-6FC5-272A-9733B0439CCF}"/>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6" name="Flèche : chevron 8 - 2 - 1">
            <a:extLst>
              <a:ext uri="{FF2B5EF4-FFF2-40B4-BE49-F238E27FC236}">
                <a16:creationId xmlns:a16="http://schemas.microsoft.com/office/drawing/2014/main" id="{0FAD2A20-C751-3D0F-8DCC-96D4740B1ED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8" name="Flèche : chevron 8 - 2 - 1">
            <a:extLst>
              <a:ext uri="{FF2B5EF4-FFF2-40B4-BE49-F238E27FC236}">
                <a16:creationId xmlns:a16="http://schemas.microsoft.com/office/drawing/2014/main" id="{543CE3CE-AD9E-65F8-BB9C-1E1080B680E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2483287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0D85-FD72-0FFF-C8AB-C4DCDA19A40D}"/>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AA7CD99-736F-E906-8448-8C754006D2D3}"/>
              </a:ext>
            </a:extLst>
          </p:cNvPr>
          <p:cNvSpPr/>
          <p:nvPr/>
        </p:nvSpPr>
        <p:spPr>
          <a:xfrm>
            <a:off x="217031" y="1887772"/>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ts val="1400"/>
              </a:lnSpc>
              <a:spcBef>
                <a:spcPts val="0"/>
              </a:spcBef>
              <a:spcAft>
                <a:spcPts val="600"/>
              </a:spcAft>
              <a:buClrTx/>
              <a:buSzTx/>
              <a:buFont typeface="Arial" panose="020B0604020202020204" pitchFamily="34" charset="0"/>
              <a:buChar char="•"/>
              <a:tabLst>
                <a:tab pos="176213" algn="l"/>
              </a:tabLst>
              <a:defRPr/>
            </a:pPr>
            <a:endPar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Mener ce projet est-il bien</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la bonne solution pour atteindre l’objectif fixé par le commanditaire ?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identifié, si besoin,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les marges de manœuvre sur la manière de faire</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garantir l’atteinte de cet objectif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rédigé le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mandat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clair, validé et partagé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le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sponsor et/ou le commanditaire est identifié et de bon niveau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assurer son rôle décisionnaire sur le projet ?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mobilisé et en capacité de m’appuyer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sur le projet ?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Mon projet est-il représenté et porté par un collectif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(CODIR…) ? Ce collectif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engagé</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dans le projet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Quelles sont les contraintes locales pour le déploiement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la solution apportée par le projet ? Quelles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marges de manœuvre possibles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le déploiement au regard des échéances de déploiement non négociables ? Le cas échéant,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quels renoncements ou reports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seront nécessaires par ailleurs ? </a:t>
            </a:r>
          </a:p>
        </p:txBody>
      </p:sp>
      <p:sp>
        <p:nvSpPr>
          <p:cNvPr id="16" name="Rectangle : coins arrondis 15">
            <a:extLst>
              <a:ext uri="{FF2B5EF4-FFF2-40B4-BE49-F238E27FC236}">
                <a16:creationId xmlns:a16="http://schemas.microsoft.com/office/drawing/2014/main" id="{1604ED45-C8C3-D145-3E13-C3FCEDC13EBA}"/>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B73181DC-0C28-331B-7302-C7EDE4F47181}"/>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Assurer que le projet réunit toutes les conditions de réussite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(mandat clair et validé, sponsor et/ou commanditaire de bon niveau pour le projet, collectif représentant le projet engagé…).</a:t>
            </a:r>
          </a:p>
        </p:txBody>
      </p:sp>
      <p:sp>
        <p:nvSpPr>
          <p:cNvPr id="6" name="Triangle isocèle 5">
            <a:extLst>
              <a:ext uri="{FF2B5EF4-FFF2-40B4-BE49-F238E27FC236}">
                <a16:creationId xmlns:a16="http://schemas.microsoft.com/office/drawing/2014/main" id="{3A1CB9C3-676E-7C51-C7D8-8455610FD123}"/>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CC4E212-3172-4F62-AFE1-8D9933651A7F}"/>
              </a:ext>
            </a:extLst>
          </p:cNvPr>
          <p:cNvSpPr/>
          <p:nvPr/>
        </p:nvSpPr>
        <p:spPr>
          <a:xfrm>
            <a:off x="6229780" y="1887772"/>
            <a:ext cx="5715146" cy="4449600"/>
          </a:xfrm>
          <a:prstGeom prst="roundRect">
            <a:avLst>
              <a:gd name="adj" fmla="val 300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571576F6-B35E-920D-8C44-AD43B907A815}"/>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30559F0A-2D28-2F0B-63DC-D2A2E9CB87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10" name="Groupe 9">
            <a:extLst>
              <a:ext uri="{FF2B5EF4-FFF2-40B4-BE49-F238E27FC236}">
                <a16:creationId xmlns:a16="http://schemas.microsoft.com/office/drawing/2014/main" id="{76D36851-0886-3B46-6954-5B0B1C7EAA2A}"/>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10E80A4D-6031-6967-50A3-B5DF89048698}"/>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4" name="Graphique 13" descr="Retour avec un remplissage uni">
              <a:hlinkClick r:id="rId4" action="ppaction://hlinksldjump"/>
              <a:extLst>
                <a:ext uri="{FF2B5EF4-FFF2-40B4-BE49-F238E27FC236}">
                  <a16:creationId xmlns:a16="http://schemas.microsoft.com/office/drawing/2014/main" id="{183D1B22-B9B1-8675-04E4-E722AECDE8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3" name="Rectangle : coins arrondis 2">
            <a:extLst>
              <a:ext uri="{FF2B5EF4-FFF2-40B4-BE49-F238E27FC236}">
                <a16:creationId xmlns:a16="http://schemas.microsoft.com/office/drawing/2014/main" id="{C09048D3-0404-1D7E-00F7-FDA80013CE31}"/>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20" name="Flèche : chevron 8 - 2 - 1">
            <a:extLst>
              <a:ext uri="{FF2B5EF4-FFF2-40B4-BE49-F238E27FC236}">
                <a16:creationId xmlns:a16="http://schemas.microsoft.com/office/drawing/2014/main" id="{55B0A9A1-ECEB-BB3C-A91A-4C22120F48E1}"/>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4" name="Flèche : chevron 8 - 2 - 1">
            <a:extLst>
              <a:ext uri="{FF2B5EF4-FFF2-40B4-BE49-F238E27FC236}">
                <a16:creationId xmlns:a16="http://schemas.microsoft.com/office/drawing/2014/main" id="{C10CA5FE-9798-16C4-E55B-5F98795829A0}"/>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6" name="Flèche : chevron 8 - 2 - 1">
            <a:extLst>
              <a:ext uri="{FF2B5EF4-FFF2-40B4-BE49-F238E27FC236}">
                <a16:creationId xmlns:a16="http://schemas.microsoft.com/office/drawing/2014/main" id="{B019A154-0BE5-170D-5EFF-7DD4AE089FEA}"/>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8" name="Flèche : chevron 8 - 2 - 1">
            <a:extLst>
              <a:ext uri="{FF2B5EF4-FFF2-40B4-BE49-F238E27FC236}">
                <a16:creationId xmlns:a16="http://schemas.microsoft.com/office/drawing/2014/main" id="{240C0E35-BE00-5E4F-FEAE-7CC8A3F6414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0" name="Flèche : chevron 8 - 2 - 1">
            <a:extLst>
              <a:ext uri="{FF2B5EF4-FFF2-40B4-BE49-F238E27FC236}">
                <a16:creationId xmlns:a16="http://schemas.microsoft.com/office/drawing/2014/main" id="{E8E306FB-877F-8258-0ED2-B0982C3B53F2}"/>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2" name="Flèche : pentagone 3">
            <a:extLst>
              <a:ext uri="{FF2B5EF4-FFF2-40B4-BE49-F238E27FC236}">
                <a16:creationId xmlns:a16="http://schemas.microsoft.com/office/drawing/2014/main" id="{419DA969-AEE7-5DBE-DBEE-42180B94AE03}"/>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4" name="Flèche : chevron 8 - 2 - 1">
            <a:extLst>
              <a:ext uri="{FF2B5EF4-FFF2-40B4-BE49-F238E27FC236}">
                <a16:creationId xmlns:a16="http://schemas.microsoft.com/office/drawing/2014/main" id="{3A65DC3E-BB56-2AC0-2D33-11CF25BA7EE1}"/>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6" name="Flèche : chevron 8 - 2 - 1">
            <a:extLst>
              <a:ext uri="{FF2B5EF4-FFF2-40B4-BE49-F238E27FC236}">
                <a16:creationId xmlns:a16="http://schemas.microsoft.com/office/drawing/2014/main" id="{1085DAB3-EA2D-D679-9A6F-47E5FD955BA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433734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A824-E8BA-A28B-AEAC-2631F288393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DFD7B12-474E-42AF-087E-4D0A0BC8AD40}"/>
              </a:ext>
            </a:extLst>
          </p:cNvPr>
          <p:cNvSpPr/>
          <p:nvPr/>
        </p:nvSpPr>
        <p:spPr>
          <a:xfrm>
            <a:off x="9832" y="9832"/>
            <a:ext cx="12168000" cy="6840000"/>
          </a:xfrm>
          <a:prstGeom prst="rect">
            <a:avLst/>
          </a:prstGeom>
          <a:solidFill>
            <a:schemeClr val="bg1"/>
          </a:solidFill>
          <a:ln w="28575">
            <a:gradFill>
              <a:gsLst>
                <a:gs pos="0">
                  <a:srgbClr val="00B388"/>
                </a:gs>
                <a:gs pos="100000">
                  <a:schemeClr val="accent2">
                    <a:lumMod val="60000"/>
                    <a:lumOff val="4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2" name="Titre 1">
            <a:extLst>
              <a:ext uri="{FF2B5EF4-FFF2-40B4-BE49-F238E27FC236}">
                <a16:creationId xmlns:a16="http://schemas.microsoft.com/office/drawing/2014/main" id="{A70406B7-5D0C-076E-FE70-BDDD430EFD59}"/>
              </a:ext>
            </a:extLst>
          </p:cNvPr>
          <p:cNvSpPr>
            <a:spLocks noGrp="1"/>
          </p:cNvSpPr>
          <p:nvPr>
            <p:ph type="title"/>
          </p:nvPr>
        </p:nvSpPr>
        <p:spPr>
          <a:xfrm>
            <a:off x="477881" y="25472"/>
            <a:ext cx="5400000" cy="997196"/>
          </a:xfrm>
        </p:spPr>
        <p:txBody>
          <a:bodyPr/>
          <a:lstStyle/>
          <a:p>
            <a:pPr algn="ctr"/>
            <a:r>
              <a:rPr lang="fr-FR">
                <a:solidFill>
                  <a:srgbClr val="154734"/>
                </a:solidFill>
                <a:latin typeface="Avenir LT Std 45 Book" panose="020B0502020203020204" pitchFamily="34" charset="0"/>
              </a:rPr>
              <a:t>Comment identifier et gérer les ressources matérielles nécessaires au projet ?</a:t>
            </a:r>
          </a:p>
        </p:txBody>
      </p:sp>
      <p:cxnSp>
        <p:nvCxnSpPr>
          <p:cNvPr id="5" name="Connecteur droit 4">
            <a:extLst>
              <a:ext uri="{FF2B5EF4-FFF2-40B4-BE49-F238E27FC236}">
                <a16:creationId xmlns:a16="http://schemas.microsoft.com/office/drawing/2014/main" id="{976EA51A-A1A4-8481-8EB6-76EB57338676}"/>
              </a:ext>
            </a:extLst>
          </p:cNvPr>
          <p:cNvCxnSpPr>
            <a:cxnSpLocks/>
          </p:cNvCxnSpPr>
          <p:nvPr/>
        </p:nvCxnSpPr>
        <p:spPr>
          <a:xfrm flipH="1">
            <a:off x="6093832" y="38219"/>
            <a:ext cx="2168" cy="6314166"/>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 name="Rectangle : coins arrondis 3">
            <a:extLst>
              <a:ext uri="{FF2B5EF4-FFF2-40B4-BE49-F238E27FC236}">
                <a16:creationId xmlns:a16="http://schemas.microsoft.com/office/drawing/2014/main" id="{D9AA6B0B-9EC7-866B-4447-5EA7487220AB}"/>
              </a:ext>
            </a:extLst>
          </p:cNvPr>
          <p:cNvSpPr/>
          <p:nvPr/>
        </p:nvSpPr>
        <p:spPr>
          <a:xfrm>
            <a:off x="477881"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0" marR="0" lvl="0" indent="0" algn="ctr" defTabSz="2286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3 bons réflexes</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en amont et pendant le projet : </a:t>
            </a:r>
            <a:endParaRPr kumimoji="0" lang="fr-FR" sz="16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120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J’identifie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m'assure que toutes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ressources dont j'ai besoin pour conduire le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(outil SI, outil de gestion de projet, habilitations / badges, locaux, poste de travail, matériel IT / téléphonie, équipement technique…) sont bien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identifiées, disponibles et connues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maitrisées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de toutes les équipes concernées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prévois</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le dernier moment pour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et communiquer mes besoins en ressources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chaque nouvelle phase du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J’alerte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si une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 manque ou est insuffisante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sollicite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responsables directs du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pour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décisions opérationnelles</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fais appel aux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décideurs ou sponsors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si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arbitrage plus important</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est nécessaire</a:t>
            </a:r>
          </a:p>
        </p:txBody>
      </p:sp>
      <p:sp>
        <p:nvSpPr>
          <p:cNvPr id="24" name="Forme libre : forme 23">
            <a:extLst>
              <a:ext uri="{FF2B5EF4-FFF2-40B4-BE49-F238E27FC236}">
                <a16:creationId xmlns:a16="http://schemas.microsoft.com/office/drawing/2014/main" id="{B4CDC469-9EEA-8EFD-F2B3-678B15AD158E}"/>
              </a:ext>
            </a:extLst>
          </p:cNvPr>
          <p:cNvSpPr>
            <a:spLocks noChangeAspect="1"/>
          </p:cNvSpPr>
          <p:nvPr/>
        </p:nvSpPr>
        <p:spPr>
          <a:xfrm>
            <a:off x="612423" y="4959437"/>
            <a:ext cx="288000" cy="288000"/>
          </a:xfrm>
          <a:custGeom>
            <a:avLst/>
            <a:gdLst>
              <a:gd name="csX0" fmla="*/ 428625 w 857250"/>
              <a:gd name="csY0" fmla="*/ -952 h 857250"/>
              <a:gd name="csX1" fmla="*/ 0 w 857250"/>
              <a:gd name="csY1" fmla="*/ 427673 h 857250"/>
              <a:gd name="csX2" fmla="*/ 428625 w 857250"/>
              <a:gd name="csY2" fmla="*/ 856298 h 857250"/>
              <a:gd name="csX3" fmla="*/ 857250 w 857250"/>
              <a:gd name="csY3" fmla="*/ 427673 h 857250"/>
              <a:gd name="csX4" fmla="*/ 428625 w 857250"/>
              <a:gd name="csY4" fmla="*/ -952 h 857250"/>
              <a:gd name="csX5" fmla="*/ 428625 w 857250"/>
              <a:gd name="csY5" fmla="*/ 56198 h 857250"/>
              <a:gd name="csX6" fmla="*/ 800100 w 857250"/>
              <a:gd name="csY6" fmla="*/ 427673 h 857250"/>
              <a:gd name="csX7" fmla="*/ 428625 w 857250"/>
              <a:gd name="csY7" fmla="*/ 799148 h 857250"/>
              <a:gd name="csX8" fmla="*/ 57150 w 857250"/>
              <a:gd name="csY8" fmla="*/ 427673 h 857250"/>
              <a:gd name="csX9" fmla="*/ 428625 w 857250"/>
              <a:gd name="csY9" fmla="*/ 56198 h 857250"/>
              <a:gd name="csX10" fmla="*/ 428625 w 857250"/>
              <a:gd name="csY10" fmla="*/ 141923 h 857250"/>
              <a:gd name="csX11" fmla="*/ 400050 w 857250"/>
              <a:gd name="csY11" fmla="*/ 170498 h 857250"/>
              <a:gd name="csX12" fmla="*/ 400050 w 857250"/>
              <a:gd name="csY12" fmla="*/ 589598 h 857250"/>
              <a:gd name="csX13" fmla="*/ 428625 w 857250"/>
              <a:gd name="csY13" fmla="*/ 618173 h 857250"/>
              <a:gd name="csX14" fmla="*/ 457200 w 857250"/>
              <a:gd name="csY14" fmla="*/ 589598 h 857250"/>
              <a:gd name="csX15" fmla="*/ 457200 w 857250"/>
              <a:gd name="csY15" fmla="*/ 170498 h 857250"/>
              <a:gd name="csX16" fmla="*/ 428625 w 857250"/>
              <a:gd name="csY16" fmla="*/ 141923 h 857250"/>
              <a:gd name="csX17" fmla="*/ 428625 w 857250"/>
              <a:gd name="csY17" fmla="*/ 637223 h 857250"/>
              <a:gd name="csX18" fmla="*/ 390525 w 857250"/>
              <a:gd name="csY18" fmla="*/ 675323 h 857250"/>
              <a:gd name="csX19" fmla="*/ 428625 w 857250"/>
              <a:gd name="csY19" fmla="*/ 713423 h 857250"/>
              <a:gd name="csX20" fmla="*/ 466725 w 857250"/>
              <a:gd name="csY20" fmla="*/ 675323 h 857250"/>
              <a:gd name="csX21" fmla="*/ 428625 w 857250"/>
              <a:gd name="csY21" fmla="*/ 63722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57250" h="857250">
                <a:moveTo>
                  <a:pt x="428625" y="-952"/>
                </a:moveTo>
                <a:cubicBezTo>
                  <a:pt x="192240" y="-952"/>
                  <a:pt x="0" y="191289"/>
                  <a:pt x="0" y="427673"/>
                </a:cubicBezTo>
                <a:cubicBezTo>
                  <a:pt x="0" y="664057"/>
                  <a:pt x="192240" y="856298"/>
                  <a:pt x="428625" y="856298"/>
                </a:cubicBezTo>
                <a:cubicBezTo>
                  <a:pt x="665010" y="856298"/>
                  <a:pt x="857250" y="664057"/>
                  <a:pt x="857250" y="427673"/>
                </a:cubicBezTo>
                <a:cubicBezTo>
                  <a:pt x="857250" y="191289"/>
                  <a:pt x="665010" y="-952"/>
                  <a:pt x="428625" y="-952"/>
                </a:cubicBezTo>
                <a:close/>
                <a:moveTo>
                  <a:pt x="428625" y="56198"/>
                </a:moveTo>
                <a:cubicBezTo>
                  <a:pt x="634123" y="56198"/>
                  <a:pt x="800100" y="222176"/>
                  <a:pt x="800100" y="427673"/>
                </a:cubicBezTo>
                <a:cubicBezTo>
                  <a:pt x="800100" y="633171"/>
                  <a:pt x="634123" y="799148"/>
                  <a:pt x="428625" y="799148"/>
                </a:cubicBezTo>
                <a:cubicBezTo>
                  <a:pt x="223127" y="799148"/>
                  <a:pt x="57150" y="633171"/>
                  <a:pt x="57150" y="427673"/>
                </a:cubicBezTo>
                <a:cubicBezTo>
                  <a:pt x="57150" y="222176"/>
                  <a:pt x="223127" y="56198"/>
                  <a:pt x="428625" y="56198"/>
                </a:cubicBezTo>
                <a:close/>
                <a:moveTo>
                  <a:pt x="428625" y="141923"/>
                </a:moveTo>
                <a:cubicBezTo>
                  <a:pt x="412844" y="141923"/>
                  <a:pt x="400050" y="154717"/>
                  <a:pt x="400050" y="170498"/>
                </a:cubicBezTo>
                <a:lnTo>
                  <a:pt x="400050" y="589598"/>
                </a:lnTo>
                <a:cubicBezTo>
                  <a:pt x="400050" y="605380"/>
                  <a:pt x="412844" y="618173"/>
                  <a:pt x="428625" y="618173"/>
                </a:cubicBezTo>
                <a:cubicBezTo>
                  <a:pt x="444407" y="618173"/>
                  <a:pt x="457200" y="605380"/>
                  <a:pt x="457200" y="589598"/>
                </a:cubicBezTo>
                <a:lnTo>
                  <a:pt x="457200" y="170498"/>
                </a:lnTo>
                <a:cubicBezTo>
                  <a:pt x="457200" y="154717"/>
                  <a:pt x="444407" y="141923"/>
                  <a:pt x="428625" y="141923"/>
                </a:cubicBezTo>
                <a:close/>
                <a:moveTo>
                  <a:pt x="428625" y="637223"/>
                </a:moveTo>
                <a:cubicBezTo>
                  <a:pt x="407583" y="637223"/>
                  <a:pt x="390525" y="654281"/>
                  <a:pt x="390525" y="675323"/>
                </a:cubicBezTo>
                <a:cubicBezTo>
                  <a:pt x="390525" y="696366"/>
                  <a:pt x="407583" y="713423"/>
                  <a:pt x="428625" y="713423"/>
                </a:cubicBezTo>
                <a:cubicBezTo>
                  <a:pt x="449667" y="713423"/>
                  <a:pt x="466725" y="696366"/>
                  <a:pt x="466725" y="675323"/>
                </a:cubicBezTo>
                <a:cubicBezTo>
                  <a:pt x="466725" y="654281"/>
                  <a:pt x="449667" y="637223"/>
                  <a:pt x="428625" y="637223"/>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0" name="Forme libre : forme 19">
            <a:extLst>
              <a:ext uri="{FF2B5EF4-FFF2-40B4-BE49-F238E27FC236}">
                <a16:creationId xmlns:a16="http://schemas.microsoft.com/office/drawing/2014/main" id="{F3C24F0E-052A-AC4C-10EB-B7E6E772C003}"/>
              </a:ext>
            </a:extLst>
          </p:cNvPr>
          <p:cNvSpPr/>
          <p:nvPr/>
        </p:nvSpPr>
        <p:spPr>
          <a:xfrm>
            <a:off x="539815" y="2879618"/>
            <a:ext cx="433217" cy="433220"/>
          </a:xfrm>
          <a:custGeom>
            <a:avLst/>
            <a:gdLst>
              <a:gd name="csX0" fmla="*/ 358087 w 794364"/>
              <a:gd name="csY0" fmla="*/ 223728 h 794369"/>
              <a:gd name="csX1" fmla="*/ 358087 w 794364"/>
              <a:gd name="csY1" fmla="*/ 39067 h 794369"/>
              <a:gd name="csX2" fmla="*/ 369547 w 794364"/>
              <a:gd name="csY2" fmla="*/ 11460 h 794369"/>
              <a:gd name="csX3" fmla="*/ 397154 w 794364"/>
              <a:gd name="csY3" fmla="*/ 0 h 794369"/>
              <a:gd name="csX4" fmla="*/ 424761 w 794364"/>
              <a:gd name="csY4" fmla="*/ 11460 h 794369"/>
              <a:gd name="csX5" fmla="*/ 436258 w 794364"/>
              <a:gd name="csY5" fmla="*/ 39067 h 794369"/>
              <a:gd name="csX6" fmla="*/ 436258 w 794364"/>
              <a:gd name="csY6" fmla="*/ 223728 h 794369"/>
              <a:gd name="csX7" fmla="*/ 477372 w 794364"/>
              <a:gd name="csY7" fmla="*/ 223728 h 794369"/>
              <a:gd name="csX8" fmla="*/ 487045 w 794364"/>
              <a:gd name="csY8" fmla="*/ 233402 h 794369"/>
              <a:gd name="csX9" fmla="*/ 483548 w 794364"/>
              <a:gd name="csY9" fmla="*/ 240880 h 794369"/>
              <a:gd name="csX10" fmla="*/ 403887 w 794364"/>
              <a:gd name="csY10" fmla="*/ 317416 h 794369"/>
              <a:gd name="csX11" fmla="*/ 390493 w 794364"/>
              <a:gd name="csY11" fmla="*/ 317416 h 794369"/>
              <a:gd name="csX12" fmla="*/ 310312 w 794364"/>
              <a:gd name="csY12" fmla="*/ 240397 h 794369"/>
              <a:gd name="csX13" fmla="*/ 310051 w 794364"/>
              <a:gd name="csY13" fmla="*/ 226742 h 794369"/>
              <a:gd name="csX14" fmla="*/ 317009 w 794364"/>
              <a:gd name="csY14" fmla="*/ 223766 h 794369"/>
              <a:gd name="csX15" fmla="*/ 317009 w 794364"/>
              <a:gd name="csY15" fmla="*/ 223728 h 794369"/>
              <a:gd name="csX16" fmla="*/ 397192 w 794364"/>
              <a:gd name="csY16" fmla="*/ 345619 h 794369"/>
              <a:gd name="csX17" fmla="*/ 433655 w 794364"/>
              <a:gd name="csY17" fmla="*/ 360725 h 794369"/>
              <a:gd name="csX18" fmla="*/ 448760 w 794364"/>
              <a:gd name="csY18" fmla="*/ 397188 h 794369"/>
              <a:gd name="csX19" fmla="*/ 433655 w 794364"/>
              <a:gd name="csY19" fmla="*/ 433650 h 794369"/>
              <a:gd name="csX20" fmla="*/ 397192 w 794364"/>
              <a:gd name="csY20" fmla="*/ 448756 h 794369"/>
              <a:gd name="csX21" fmla="*/ 360729 w 794364"/>
              <a:gd name="csY21" fmla="*/ 433650 h 794369"/>
              <a:gd name="csX22" fmla="*/ 345624 w 794364"/>
              <a:gd name="csY22" fmla="*/ 397188 h 794369"/>
              <a:gd name="csX23" fmla="*/ 360729 w 794364"/>
              <a:gd name="csY23" fmla="*/ 360725 h 794369"/>
              <a:gd name="csX24" fmla="*/ 397192 w 794364"/>
              <a:gd name="csY24" fmla="*/ 345619 h 794369"/>
              <a:gd name="csX25" fmla="*/ 419963 w 794364"/>
              <a:gd name="csY25" fmla="*/ 374417 h 794369"/>
              <a:gd name="csX26" fmla="*/ 397192 w 794364"/>
              <a:gd name="csY26" fmla="*/ 364967 h 794369"/>
              <a:gd name="csX27" fmla="*/ 374422 w 794364"/>
              <a:gd name="csY27" fmla="*/ 374417 h 794369"/>
              <a:gd name="csX28" fmla="*/ 365008 w 794364"/>
              <a:gd name="csY28" fmla="*/ 397188 h 794369"/>
              <a:gd name="csX29" fmla="*/ 374422 w 794364"/>
              <a:gd name="csY29" fmla="*/ 419958 h 794369"/>
              <a:gd name="csX30" fmla="*/ 397192 w 794364"/>
              <a:gd name="csY30" fmla="*/ 429409 h 794369"/>
              <a:gd name="csX31" fmla="*/ 419963 w 794364"/>
              <a:gd name="csY31" fmla="*/ 419958 h 794369"/>
              <a:gd name="csX32" fmla="*/ 429413 w 794364"/>
              <a:gd name="csY32" fmla="*/ 397188 h 794369"/>
              <a:gd name="csX33" fmla="*/ 419963 w 794364"/>
              <a:gd name="csY33" fmla="*/ 374417 h 794369"/>
              <a:gd name="csX34" fmla="*/ 223728 w 794364"/>
              <a:gd name="csY34" fmla="*/ 436293 h 794369"/>
              <a:gd name="csX35" fmla="*/ 223728 w 794364"/>
              <a:gd name="csY35" fmla="*/ 477406 h 794369"/>
              <a:gd name="csX36" fmla="*/ 223766 w 794364"/>
              <a:gd name="csY36" fmla="*/ 477406 h 794369"/>
              <a:gd name="csX37" fmla="*/ 226742 w 794364"/>
              <a:gd name="csY37" fmla="*/ 484364 h 794369"/>
              <a:gd name="csX38" fmla="*/ 240397 w 794364"/>
              <a:gd name="csY38" fmla="*/ 484104 h 794369"/>
              <a:gd name="csX39" fmla="*/ 317416 w 794364"/>
              <a:gd name="csY39" fmla="*/ 403922 h 794369"/>
              <a:gd name="csX40" fmla="*/ 317416 w 794364"/>
              <a:gd name="csY40" fmla="*/ 390528 h 794369"/>
              <a:gd name="csX41" fmla="*/ 240880 w 794364"/>
              <a:gd name="csY41" fmla="*/ 310868 h 794369"/>
              <a:gd name="csX42" fmla="*/ 233402 w 794364"/>
              <a:gd name="csY42" fmla="*/ 307370 h 794369"/>
              <a:gd name="csX43" fmla="*/ 223728 w 794364"/>
              <a:gd name="csY43" fmla="*/ 317044 h 794369"/>
              <a:gd name="csX44" fmla="*/ 223728 w 794364"/>
              <a:gd name="csY44" fmla="*/ 358158 h 794369"/>
              <a:gd name="csX45" fmla="*/ 39067 w 794364"/>
              <a:gd name="csY45" fmla="*/ 358083 h 794369"/>
              <a:gd name="csX46" fmla="*/ 11460 w 794364"/>
              <a:gd name="csY46" fmla="*/ 369543 h 794369"/>
              <a:gd name="csX47" fmla="*/ 0 w 794364"/>
              <a:gd name="csY47" fmla="*/ 397150 h 794369"/>
              <a:gd name="csX48" fmla="*/ 11460 w 794364"/>
              <a:gd name="csY48" fmla="*/ 424757 h 794369"/>
              <a:gd name="csX49" fmla="*/ 39067 w 794364"/>
              <a:gd name="csY49" fmla="*/ 436217 h 794369"/>
              <a:gd name="csX50" fmla="*/ 39067 w 794364"/>
              <a:gd name="csY50" fmla="*/ 416907 h 794369"/>
              <a:gd name="csX51" fmla="*/ 25152 w 794364"/>
              <a:gd name="csY51" fmla="*/ 411103 h 794369"/>
              <a:gd name="csX52" fmla="*/ 19348 w 794364"/>
              <a:gd name="csY52" fmla="*/ 397188 h 794369"/>
              <a:gd name="csX53" fmla="*/ 25152 w 794364"/>
              <a:gd name="csY53" fmla="*/ 383273 h 794369"/>
              <a:gd name="csX54" fmla="*/ 39067 w 794364"/>
              <a:gd name="csY54" fmla="*/ 377469 h 794369"/>
              <a:gd name="csX55" fmla="*/ 233396 w 794364"/>
              <a:gd name="csY55" fmla="*/ 377469 h 794369"/>
              <a:gd name="csX56" fmla="*/ 243070 w 794364"/>
              <a:gd name="csY56" fmla="*/ 367795 h 794369"/>
              <a:gd name="csX57" fmla="*/ 243070 w 794364"/>
              <a:gd name="csY57" fmla="*/ 341043 h 794369"/>
              <a:gd name="csX58" fmla="*/ 297020 w 794364"/>
              <a:gd name="csY58" fmla="*/ 397188 h 794369"/>
              <a:gd name="csX59" fmla="*/ 243107 w 794364"/>
              <a:gd name="csY59" fmla="*/ 453333 h 794369"/>
              <a:gd name="csX60" fmla="*/ 243107 w 794364"/>
              <a:gd name="csY60" fmla="*/ 426582 h 794369"/>
              <a:gd name="csX61" fmla="*/ 233433 w 794364"/>
              <a:gd name="csY61" fmla="*/ 416908 h 794369"/>
              <a:gd name="csX62" fmla="*/ 377462 w 794364"/>
              <a:gd name="csY62" fmla="*/ 560973 h 794369"/>
              <a:gd name="csX63" fmla="*/ 377462 w 794364"/>
              <a:gd name="csY63" fmla="*/ 755302 h 794369"/>
              <a:gd name="csX64" fmla="*/ 383266 w 794364"/>
              <a:gd name="csY64" fmla="*/ 769217 h 794369"/>
              <a:gd name="csX65" fmla="*/ 397181 w 794364"/>
              <a:gd name="csY65" fmla="*/ 775021 h 794369"/>
              <a:gd name="csX66" fmla="*/ 411096 w 794364"/>
              <a:gd name="csY66" fmla="*/ 769217 h 794369"/>
              <a:gd name="csX67" fmla="*/ 416901 w 794364"/>
              <a:gd name="csY67" fmla="*/ 755302 h 794369"/>
              <a:gd name="csX68" fmla="*/ 416901 w 794364"/>
              <a:gd name="csY68" fmla="*/ 560973 h 794369"/>
              <a:gd name="csX69" fmla="*/ 426574 w 794364"/>
              <a:gd name="csY69" fmla="*/ 551299 h 794369"/>
              <a:gd name="csX70" fmla="*/ 453326 w 794364"/>
              <a:gd name="csY70" fmla="*/ 551299 h 794369"/>
              <a:gd name="csX71" fmla="*/ 397181 w 794364"/>
              <a:gd name="csY71" fmla="*/ 497349 h 794369"/>
              <a:gd name="csX72" fmla="*/ 340999 w 794364"/>
              <a:gd name="csY72" fmla="*/ 551299 h 794369"/>
              <a:gd name="csX73" fmla="*/ 367751 w 794364"/>
              <a:gd name="csY73" fmla="*/ 551299 h 794369"/>
              <a:gd name="csX74" fmla="*/ 377461 w 794364"/>
              <a:gd name="csY74" fmla="*/ 560973 h 794369"/>
              <a:gd name="csX75" fmla="*/ 358077 w 794364"/>
              <a:gd name="csY75" fmla="*/ 755302 h 794369"/>
              <a:gd name="csX76" fmla="*/ 358077 w 794364"/>
              <a:gd name="csY76" fmla="*/ 570641 h 794369"/>
              <a:gd name="csX77" fmla="*/ 316963 w 794364"/>
              <a:gd name="csY77" fmla="*/ 570641 h 794369"/>
              <a:gd name="csX78" fmla="*/ 316963 w 794364"/>
              <a:gd name="csY78" fmla="*/ 570604 h 794369"/>
              <a:gd name="csX79" fmla="*/ 310005 w 794364"/>
              <a:gd name="csY79" fmla="*/ 567627 h 794369"/>
              <a:gd name="csX80" fmla="*/ 310266 w 794364"/>
              <a:gd name="csY80" fmla="*/ 553972 h 794369"/>
              <a:gd name="csX81" fmla="*/ 390447 w 794364"/>
              <a:gd name="csY81" fmla="*/ 476954 h 794369"/>
              <a:gd name="csX82" fmla="*/ 403841 w 794364"/>
              <a:gd name="csY82" fmla="*/ 476954 h 794369"/>
              <a:gd name="csX83" fmla="*/ 483502 w 794364"/>
              <a:gd name="csY83" fmla="*/ 553489 h 794369"/>
              <a:gd name="csX84" fmla="*/ 486999 w 794364"/>
              <a:gd name="csY84" fmla="*/ 560968 h 794369"/>
              <a:gd name="csX85" fmla="*/ 477326 w 794364"/>
              <a:gd name="csY85" fmla="*/ 570641 h 794369"/>
              <a:gd name="csX86" fmla="*/ 436212 w 794364"/>
              <a:gd name="csY86" fmla="*/ 570641 h 794369"/>
              <a:gd name="csX87" fmla="*/ 436212 w 794364"/>
              <a:gd name="csY87" fmla="*/ 755303 h 794369"/>
              <a:gd name="csX88" fmla="*/ 424715 w 794364"/>
              <a:gd name="csY88" fmla="*/ 782910 h 794369"/>
              <a:gd name="csX89" fmla="*/ 397108 w 794364"/>
              <a:gd name="csY89" fmla="*/ 794369 h 794369"/>
              <a:gd name="csX90" fmla="*/ 369501 w 794364"/>
              <a:gd name="csY90" fmla="*/ 782910 h 794369"/>
              <a:gd name="csX91" fmla="*/ 358078 w 794364"/>
              <a:gd name="csY91" fmla="*/ 755303 h 794369"/>
              <a:gd name="csX92" fmla="*/ 560969 w 794364"/>
              <a:gd name="csY92" fmla="*/ 416907 h 794369"/>
              <a:gd name="csX93" fmla="*/ 755298 w 794364"/>
              <a:gd name="csY93" fmla="*/ 416907 h 794369"/>
              <a:gd name="csX94" fmla="*/ 769213 w 794364"/>
              <a:gd name="csY94" fmla="*/ 411103 h 794369"/>
              <a:gd name="csX95" fmla="*/ 775017 w 794364"/>
              <a:gd name="csY95" fmla="*/ 397188 h 794369"/>
              <a:gd name="csX96" fmla="*/ 769213 w 794364"/>
              <a:gd name="csY96" fmla="*/ 383273 h 794369"/>
              <a:gd name="csX97" fmla="*/ 755298 w 794364"/>
              <a:gd name="csY97" fmla="*/ 377469 h 794369"/>
              <a:gd name="csX98" fmla="*/ 560969 w 794364"/>
              <a:gd name="csY98" fmla="*/ 377469 h 794369"/>
              <a:gd name="csX99" fmla="*/ 551295 w 794364"/>
              <a:gd name="csY99" fmla="*/ 367795 h 794369"/>
              <a:gd name="csX100" fmla="*/ 551295 w 794364"/>
              <a:gd name="csY100" fmla="*/ 341043 h 794369"/>
              <a:gd name="csX101" fmla="*/ 497307 w 794364"/>
              <a:gd name="csY101" fmla="*/ 397188 h 794369"/>
              <a:gd name="csX102" fmla="*/ 551258 w 794364"/>
              <a:gd name="csY102" fmla="*/ 453333 h 794369"/>
              <a:gd name="csX103" fmla="*/ 551258 w 794364"/>
              <a:gd name="csY103" fmla="*/ 426582 h 794369"/>
              <a:gd name="csX104" fmla="*/ 560969 w 794364"/>
              <a:gd name="csY104" fmla="*/ 416908 h 794369"/>
              <a:gd name="csX105" fmla="*/ 755298 w 794364"/>
              <a:gd name="csY105" fmla="*/ 436293 h 794369"/>
              <a:gd name="csX106" fmla="*/ 782905 w 794364"/>
              <a:gd name="csY106" fmla="*/ 424833 h 794369"/>
              <a:gd name="csX107" fmla="*/ 794365 w 794364"/>
              <a:gd name="csY107" fmla="*/ 397226 h 794369"/>
              <a:gd name="csX108" fmla="*/ 782905 w 794364"/>
              <a:gd name="csY108" fmla="*/ 369619 h 794369"/>
              <a:gd name="csX109" fmla="*/ 755298 w 794364"/>
              <a:gd name="csY109" fmla="*/ 358159 h 794369"/>
              <a:gd name="csX110" fmla="*/ 570637 w 794364"/>
              <a:gd name="csY110" fmla="*/ 358085 h 794369"/>
              <a:gd name="csX111" fmla="*/ 570637 w 794364"/>
              <a:gd name="csY111" fmla="*/ 316971 h 794369"/>
              <a:gd name="csX112" fmla="*/ 560963 w 794364"/>
              <a:gd name="csY112" fmla="*/ 307297 h 794369"/>
              <a:gd name="csX113" fmla="*/ 553484 w 794364"/>
              <a:gd name="csY113" fmla="*/ 310795 h 794369"/>
              <a:gd name="csX114" fmla="*/ 476949 w 794364"/>
              <a:gd name="csY114" fmla="*/ 390455 h 794369"/>
              <a:gd name="csX115" fmla="*/ 476949 w 794364"/>
              <a:gd name="csY115" fmla="*/ 403849 h 794369"/>
              <a:gd name="csX116" fmla="*/ 553967 w 794364"/>
              <a:gd name="csY116" fmla="*/ 484031 h 794369"/>
              <a:gd name="csX117" fmla="*/ 567622 w 794364"/>
              <a:gd name="csY117" fmla="*/ 484291 h 794369"/>
              <a:gd name="csX118" fmla="*/ 570599 w 794364"/>
              <a:gd name="csY118" fmla="*/ 477333 h 794369"/>
              <a:gd name="csX119" fmla="*/ 570636 w 794364"/>
              <a:gd name="csY119" fmla="*/ 477333 h 794369"/>
              <a:gd name="csX120" fmla="*/ 570636 w 794364"/>
              <a:gd name="csY120" fmla="*/ 436220 h 794369"/>
              <a:gd name="csX121" fmla="*/ 377460 w 794364"/>
              <a:gd name="csY121" fmla="*/ 39072 h 794369"/>
              <a:gd name="csX122" fmla="*/ 377460 w 794364"/>
              <a:gd name="csY122" fmla="*/ 233401 h 794369"/>
              <a:gd name="csX123" fmla="*/ 367786 w 794364"/>
              <a:gd name="csY123" fmla="*/ 243074 h 794369"/>
              <a:gd name="csX124" fmla="*/ 341035 w 794364"/>
              <a:gd name="csY124" fmla="*/ 243074 h 794369"/>
              <a:gd name="csX125" fmla="*/ 397217 w 794364"/>
              <a:gd name="csY125" fmla="*/ 297025 h 794369"/>
              <a:gd name="csX126" fmla="*/ 453362 w 794364"/>
              <a:gd name="csY126" fmla="*/ 243074 h 794369"/>
              <a:gd name="csX127" fmla="*/ 426610 w 794364"/>
              <a:gd name="csY127" fmla="*/ 243074 h 794369"/>
              <a:gd name="csX128" fmla="*/ 416936 w 794364"/>
              <a:gd name="csY128" fmla="*/ 233401 h 794369"/>
              <a:gd name="csX129" fmla="*/ 416899 w 794364"/>
              <a:gd name="csY129" fmla="*/ 39072 h 794369"/>
              <a:gd name="csX130" fmla="*/ 411095 w 794364"/>
              <a:gd name="csY130" fmla="*/ 25156 h 794369"/>
              <a:gd name="csX131" fmla="*/ 397180 w 794364"/>
              <a:gd name="csY131" fmla="*/ 19352 h 794369"/>
              <a:gd name="csX132" fmla="*/ 383265 w 794364"/>
              <a:gd name="csY132" fmla="*/ 25156 h 794369"/>
              <a:gd name="csX133" fmla="*/ 377461 w 794364"/>
              <a:gd name="csY133" fmla="*/ 39072 h 794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Lst>
            <a:rect l="l" t="t" r="r" b="b"/>
            <a:pathLst>
              <a:path w="794364" h="794369">
                <a:moveTo>
                  <a:pt x="358087" y="223728"/>
                </a:moveTo>
                <a:lnTo>
                  <a:pt x="358087" y="39067"/>
                </a:lnTo>
                <a:cubicBezTo>
                  <a:pt x="358087" y="28314"/>
                  <a:pt x="362478" y="18529"/>
                  <a:pt x="369547" y="11460"/>
                </a:cubicBezTo>
                <a:cubicBezTo>
                  <a:pt x="376616" y="4390"/>
                  <a:pt x="386401" y="0"/>
                  <a:pt x="397154" y="0"/>
                </a:cubicBezTo>
                <a:cubicBezTo>
                  <a:pt x="407907" y="0"/>
                  <a:pt x="417692" y="4390"/>
                  <a:pt x="424761" y="11460"/>
                </a:cubicBezTo>
                <a:cubicBezTo>
                  <a:pt x="431831" y="18529"/>
                  <a:pt x="436258" y="28314"/>
                  <a:pt x="436258" y="39067"/>
                </a:cubicBezTo>
                <a:lnTo>
                  <a:pt x="436258" y="223728"/>
                </a:lnTo>
                <a:lnTo>
                  <a:pt x="477372" y="223728"/>
                </a:lnTo>
                <a:cubicBezTo>
                  <a:pt x="482729" y="223728"/>
                  <a:pt x="487045" y="228081"/>
                  <a:pt x="487045" y="233402"/>
                </a:cubicBezTo>
                <a:cubicBezTo>
                  <a:pt x="487045" y="236415"/>
                  <a:pt x="485669" y="239094"/>
                  <a:pt x="483548" y="240880"/>
                </a:cubicBezTo>
                <a:lnTo>
                  <a:pt x="403887" y="317416"/>
                </a:lnTo>
                <a:cubicBezTo>
                  <a:pt x="400129" y="321025"/>
                  <a:pt x="394214" y="320987"/>
                  <a:pt x="390493" y="317416"/>
                </a:cubicBezTo>
                <a:lnTo>
                  <a:pt x="310312" y="240397"/>
                </a:lnTo>
                <a:cubicBezTo>
                  <a:pt x="306480" y="236714"/>
                  <a:pt x="306331" y="230575"/>
                  <a:pt x="310051" y="226742"/>
                </a:cubicBezTo>
                <a:cubicBezTo>
                  <a:pt x="311949" y="224770"/>
                  <a:pt x="314479" y="223766"/>
                  <a:pt x="317009" y="223766"/>
                </a:cubicBezTo>
                <a:lnTo>
                  <a:pt x="317009" y="223728"/>
                </a:lnTo>
                <a:close/>
                <a:moveTo>
                  <a:pt x="397192" y="345619"/>
                </a:moveTo>
                <a:cubicBezTo>
                  <a:pt x="411442" y="345619"/>
                  <a:pt x="424316" y="351387"/>
                  <a:pt x="433655" y="360725"/>
                </a:cubicBezTo>
                <a:cubicBezTo>
                  <a:pt x="442993" y="370064"/>
                  <a:pt x="448760" y="382975"/>
                  <a:pt x="448760" y="397188"/>
                </a:cubicBezTo>
                <a:cubicBezTo>
                  <a:pt x="448760" y="411438"/>
                  <a:pt x="442993" y="424312"/>
                  <a:pt x="433655" y="433650"/>
                </a:cubicBezTo>
                <a:cubicBezTo>
                  <a:pt x="424316" y="442989"/>
                  <a:pt x="411405" y="448756"/>
                  <a:pt x="397192" y="448756"/>
                </a:cubicBezTo>
                <a:cubicBezTo>
                  <a:pt x="382942" y="448756"/>
                  <a:pt x="370068" y="442989"/>
                  <a:pt x="360729" y="433650"/>
                </a:cubicBezTo>
                <a:cubicBezTo>
                  <a:pt x="351391" y="424312"/>
                  <a:pt x="345624" y="411401"/>
                  <a:pt x="345624" y="397188"/>
                </a:cubicBezTo>
                <a:cubicBezTo>
                  <a:pt x="345624" y="382937"/>
                  <a:pt x="351391" y="370063"/>
                  <a:pt x="360729" y="360725"/>
                </a:cubicBezTo>
                <a:cubicBezTo>
                  <a:pt x="370068" y="351387"/>
                  <a:pt x="382942" y="345619"/>
                  <a:pt x="397192" y="345619"/>
                </a:cubicBezTo>
                <a:close/>
                <a:moveTo>
                  <a:pt x="419963" y="374417"/>
                </a:moveTo>
                <a:cubicBezTo>
                  <a:pt x="414121" y="368576"/>
                  <a:pt x="406085" y="364967"/>
                  <a:pt x="397192" y="364967"/>
                </a:cubicBezTo>
                <a:cubicBezTo>
                  <a:pt x="388300" y="364967"/>
                  <a:pt x="380263" y="368576"/>
                  <a:pt x="374422" y="374417"/>
                </a:cubicBezTo>
                <a:cubicBezTo>
                  <a:pt x="368580" y="380259"/>
                  <a:pt x="365008" y="388295"/>
                  <a:pt x="365008" y="397188"/>
                </a:cubicBezTo>
                <a:cubicBezTo>
                  <a:pt x="365008" y="406080"/>
                  <a:pt x="368617" y="414154"/>
                  <a:pt x="374422" y="419958"/>
                </a:cubicBezTo>
                <a:cubicBezTo>
                  <a:pt x="380263" y="425800"/>
                  <a:pt x="388300" y="429409"/>
                  <a:pt x="397192" y="429409"/>
                </a:cubicBezTo>
                <a:cubicBezTo>
                  <a:pt x="406085" y="429409"/>
                  <a:pt x="414158" y="425800"/>
                  <a:pt x="419963" y="419958"/>
                </a:cubicBezTo>
                <a:cubicBezTo>
                  <a:pt x="425804" y="414117"/>
                  <a:pt x="429413" y="406080"/>
                  <a:pt x="429413" y="397188"/>
                </a:cubicBezTo>
                <a:cubicBezTo>
                  <a:pt x="429413" y="388295"/>
                  <a:pt x="425804" y="380222"/>
                  <a:pt x="419963" y="374417"/>
                </a:cubicBezTo>
                <a:close/>
                <a:moveTo>
                  <a:pt x="223728" y="436293"/>
                </a:moveTo>
                <a:lnTo>
                  <a:pt x="223728" y="477406"/>
                </a:lnTo>
                <a:lnTo>
                  <a:pt x="223766" y="477406"/>
                </a:lnTo>
                <a:cubicBezTo>
                  <a:pt x="223766" y="479936"/>
                  <a:pt x="224770" y="482467"/>
                  <a:pt x="226742" y="484364"/>
                </a:cubicBezTo>
                <a:cubicBezTo>
                  <a:pt x="230575" y="488048"/>
                  <a:pt x="236714" y="487936"/>
                  <a:pt x="240397" y="484104"/>
                </a:cubicBezTo>
                <a:lnTo>
                  <a:pt x="317416" y="403922"/>
                </a:lnTo>
                <a:cubicBezTo>
                  <a:pt x="320987" y="400202"/>
                  <a:pt x="321025" y="394286"/>
                  <a:pt x="317416" y="390528"/>
                </a:cubicBezTo>
                <a:lnTo>
                  <a:pt x="240880" y="310868"/>
                </a:lnTo>
                <a:cubicBezTo>
                  <a:pt x="239094" y="308710"/>
                  <a:pt x="236415" y="307370"/>
                  <a:pt x="233402" y="307370"/>
                </a:cubicBezTo>
                <a:cubicBezTo>
                  <a:pt x="228044" y="307370"/>
                  <a:pt x="223728" y="311723"/>
                  <a:pt x="223728" y="317044"/>
                </a:cubicBezTo>
                <a:lnTo>
                  <a:pt x="223728" y="358158"/>
                </a:lnTo>
                <a:lnTo>
                  <a:pt x="39067" y="358083"/>
                </a:lnTo>
                <a:cubicBezTo>
                  <a:pt x="28314" y="358083"/>
                  <a:pt x="18529" y="362474"/>
                  <a:pt x="11460" y="369543"/>
                </a:cubicBezTo>
                <a:cubicBezTo>
                  <a:pt x="4390" y="376612"/>
                  <a:pt x="0" y="386397"/>
                  <a:pt x="0" y="397150"/>
                </a:cubicBezTo>
                <a:cubicBezTo>
                  <a:pt x="0" y="407903"/>
                  <a:pt x="4390" y="417688"/>
                  <a:pt x="11460" y="424757"/>
                </a:cubicBezTo>
                <a:cubicBezTo>
                  <a:pt x="18529" y="431826"/>
                  <a:pt x="28314" y="436217"/>
                  <a:pt x="39067" y="436217"/>
                </a:cubicBezTo>
                <a:close/>
                <a:moveTo>
                  <a:pt x="39067" y="416907"/>
                </a:moveTo>
                <a:cubicBezTo>
                  <a:pt x="33672" y="416907"/>
                  <a:pt x="28724" y="414675"/>
                  <a:pt x="25152" y="411103"/>
                </a:cubicBezTo>
                <a:cubicBezTo>
                  <a:pt x="21580" y="407531"/>
                  <a:pt x="19348" y="402583"/>
                  <a:pt x="19348" y="397188"/>
                </a:cubicBezTo>
                <a:cubicBezTo>
                  <a:pt x="19348" y="391793"/>
                  <a:pt x="21580" y="386845"/>
                  <a:pt x="25152" y="383273"/>
                </a:cubicBezTo>
                <a:cubicBezTo>
                  <a:pt x="28724" y="379701"/>
                  <a:pt x="33673" y="377469"/>
                  <a:pt x="39067" y="377469"/>
                </a:cubicBezTo>
                <a:lnTo>
                  <a:pt x="233396" y="377469"/>
                </a:lnTo>
                <a:cubicBezTo>
                  <a:pt x="238754" y="377469"/>
                  <a:pt x="243070" y="373115"/>
                  <a:pt x="243070" y="367795"/>
                </a:cubicBezTo>
                <a:lnTo>
                  <a:pt x="243070" y="341043"/>
                </a:lnTo>
                <a:lnTo>
                  <a:pt x="297020" y="397188"/>
                </a:lnTo>
                <a:lnTo>
                  <a:pt x="243107" y="453333"/>
                </a:lnTo>
                <a:lnTo>
                  <a:pt x="243107" y="426582"/>
                </a:lnTo>
                <a:cubicBezTo>
                  <a:pt x="243107" y="421224"/>
                  <a:pt x="238754" y="416908"/>
                  <a:pt x="233433" y="416908"/>
                </a:cubicBezTo>
                <a:close/>
                <a:moveTo>
                  <a:pt x="377462" y="560973"/>
                </a:moveTo>
                <a:lnTo>
                  <a:pt x="377462" y="755302"/>
                </a:lnTo>
                <a:cubicBezTo>
                  <a:pt x="377462" y="760734"/>
                  <a:pt x="379694" y="765645"/>
                  <a:pt x="383266" y="769217"/>
                </a:cubicBezTo>
                <a:cubicBezTo>
                  <a:pt x="386838" y="772789"/>
                  <a:pt x="391787" y="775021"/>
                  <a:pt x="397181" y="775021"/>
                </a:cubicBezTo>
                <a:cubicBezTo>
                  <a:pt x="402614" y="775021"/>
                  <a:pt x="407525" y="772789"/>
                  <a:pt x="411096" y="769217"/>
                </a:cubicBezTo>
                <a:cubicBezTo>
                  <a:pt x="414668" y="765645"/>
                  <a:pt x="416901" y="760697"/>
                  <a:pt x="416901" y="755302"/>
                </a:cubicBezTo>
                <a:lnTo>
                  <a:pt x="416901" y="560973"/>
                </a:lnTo>
                <a:cubicBezTo>
                  <a:pt x="416901" y="555615"/>
                  <a:pt x="421254" y="551299"/>
                  <a:pt x="426574" y="551299"/>
                </a:cubicBezTo>
                <a:lnTo>
                  <a:pt x="453326" y="551299"/>
                </a:lnTo>
                <a:lnTo>
                  <a:pt x="397181" y="497349"/>
                </a:lnTo>
                <a:lnTo>
                  <a:pt x="340999" y="551299"/>
                </a:lnTo>
                <a:lnTo>
                  <a:pt x="367751" y="551299"/>
                </a:lnTo>
                <a:cubicBezTo>
                  <a:pt x="373108" y="551262"/>
                  <a:pt x="377461" y="555615"/>
                  <a:pt x="377461" y="560973"/>
                </a:cubicBezTo>
                <a:close/>
                <a:moveTo>
                  <a:pt x="358077" y="755302"/>
                </a:moveTo>
                <a:lnTo>
                  <a:pt x="358077" y="570641"/>
                </a:lnTo>
                <a:lnTo>
                  <a:pt x="316963" y="570641"/>
                </a:lnTo>
                <a:lnTo>
                  <a:pt x="316963" y="570604"/>
                </a:lnTo>
                <a:cubicBezTo>
                  <a:pt x="314433" y="570604"/>
                  <a:pt x="311903" y="569599"/>
                  <a:pt x="310005" y="567627"/>
                </a:cubicBezTo>
                <a:cubicBezTo>
                  <a:pt x="306322" y="563795"/>
                  <a:pt x="306433" y="557655"/>
                  <a:pt x="310266" y="553972"/>
                </a:cubicBezTo>
                <a:lnTo>
                  <a:pt x="390447" y="476954"/>
                </a:lnTo>
                <a:cubicBezTo>
                  <a:pt x="394168" y="473382"/>
                  <a:pt x="400084" y="473345"/>
                  <a:pt x="403841" y="476954"/>
                </a:cubicBezTo>
                <a:lnTo>
                  <a:pt x="483502" y="553489"/>
                </a:lnTo>
                <a:cubicBezTo>
                  <a:pt x="485660" y="555275"/>
                  <a:pt x="486999" y="557954"/>
                  <a:pt x="486999" y="560968"/>
                </a:cubicBezTo>
                <a:cubicBezTo>
                  <a:pt x="486999" y="566326"/>
                  <a:pt x="482646" y="570641"/>
                  <a:pt x="477326" y="570641"/>
                </a:cubicBezTo>
                <a:lnTo>
                  <a:pt x="436212" y="570641"/>
                </a:lnTo>
                <a:lnTo>
                  <a:pt x="436212" y="755303"/>
                </a:lnTo>
                <a:cubicBezTo>
                  <a:pt x="436212" y="766055"/>
                  <a:pt x="431821" y="775840"/>
                  <a:pt x="424715" y="782910"/>
                </a:cubicBezTo>
                <a:cubicBezTo>
                  <a:pt x="417646" y="789979"/>
                  <a:pt x="407861" y="794369"/>
                  <a:pt x="397108" y="794369"/>
                </a:cubicBezTo>
                <a:cubicBezTo>
                  <a:pt x="386355" y="794369"/>
                  <a:pt x="376570" y="789979"/>
                  <a:pt x="369501" y="782910"/>
                </a:cubicBezTo>
                <a:cubicBezTo>
                  <a:pt x="362469" y="775840"/>
                  <a:pt x="358078" y="766055"/>
                  <a:pt x="358078" y="755303"/>
                </a:cubicBezTo>
                <a:close/>
                <a:moveTo>
                  <a:pt x="560969" y="416907"/>
                </a:moveTo>
                <a:lnTo>
                  <a:pt x="755298" y="416907"/>
                </a:lnTo>
                <a:cubicBezTo>
                  <a:pt x="760730" y="416907"/>
                  <a:pt x="765641" y="414675"/>
                  <a:pt x="769213" y="411103"/>
                </a:cubicBezTo>
                <a:cubicBezTo>
                  <a:pt x="772785" y="407531"/>
                  <a:pt x="775017" y="402583"/>
                  <a:pt x="775017" y="397188"/>
                </a:cubicBezTo>
                <a:cubicBezTo>
                  <a:pt x="775017" y="391793"/>
                  <a:pt x="772785" y="386845"/>
                  <a:pt x="769213" y="383273"/>
                </a:cubicBezTo>
                <a:cubicBezTo>
                  <a:pt x="765641" y="379701"/>
                  <a:pt x="760692" y="377469"/>
                  <a:pt x="755298" y="377469"/>
                </a:cubicBezTo>
                <a:lnTo>
                  <a:pt x="560969" y="377469"/>
                </a:lnTo>
                <a:cubicBezTo>
                  <a:pt x="555611" y="377469"/>
                  <a:pt x="551295" y="373115"/>
                  <a:pt x="551295" y="367795"/>
                </a:cubicBezTo>
                <a:lnTo>
                  <a:pt x="551295" y="341043"/>
                </a:lnTo>
                <a:lnTo>
                  <a:pt x="497307" y="397188"/>
                </a:lnTo>
                <a:lnTo>
                  <a:pt x="551258" y="453333"/>
                </a:lnTo>
                <a:lnTo>
                  <a:pt x="551258" y="426582"/>
                </a:lnTo>
                <a:cubicBezTo>
                  <a:pt x="551258" y="421261"/>
                  <a:pt x="555611" y="416908"/>
                  <a:pt x="560969" y="416908"/>
                </a:cubicBezTo>
                <a:close/>
                <a:moveTo>
                  <a:pt x="755298" y="436293"/>
                </a:moveTo>
                <a:cubicBezTo>
                  <a:pt x="766051" y="436293"/>
                  <a:pt x="775836" y="431902"/>
                  <a:pt x="782905" y="424833"/>
                </a:cubicBezTo>
                <a:cubicBezTo>
                  <a:pt x="789974" y="417764"/>
                  <a:pt x="794365" y="407979"/>
                  <a:pt x="794365" y="397226"/>
                </a:cubicBezTo>
                <a:cubicBezTo>
                  <a:pt x="794365" y="386473"/>
                  <a:pt x="789974" y="376688"/>
                  <a:pt x="782905" y="369619"/>
                </a:cubicBezTo>
                <a:cubicBezTo>
                  <a:pt x="775836" y="362549"/>
                  <a:pt x="766051" y="358159"/>
                  <a:pt x="755298" y="358159"/>
                </a:cubicBezTo>
                <a:lnTo>
                  <a:pt x="570637" y="358085"/>
                </a:lnTo>
                <a:lnTo>
                  <a:pt x="570637" y="316971"/>
                </a:lnTo>
                <a:cubicBezTo>
                  <a:pt x="570637" y="311613"/>
                  <a:pt x="566283" y="307297"/>
                  <a:pt x="560963" y="307297"/>
                </a:cubicBezTo>
                <a:cubicBezTo>
                  <a:pt x="557949" y="307297"/>
                  <a:pt x="555270" y="308674"/>
                  <a:pt x="553484" y="310795"/>
                </a:cubicBezTo>
                <a:lnTo>
                  <a:pt x="476949" y="390455"/>
                </a:lnTo>
                <a:cubicBezTo>
                  <a:pt x="473340" y="394213"/>
                  <a:pt x="473377" y="400129"/>
                  <a:pt x="476949" y="403849"/>
                </a:cubicBezTo>
                <a:lnTo>
                  <a:pt x="553967" y="484031"/>
                </a:lnTo>
                <a:cubicBezTo>
                  <a:pt x="557651" y="487863"/>
                  <a:pt x="563790" y="488012"/>
                  <a:pt x="567622" y="484291"/>
                </a:cubicBezTo>
                <a:cubicBezTo>
                  <a:pt x="569594" y="482394"/>
                  <a:pt x="570599" y="479864"/>
                  <a:pt x="570599" y="477333"/>
                </a:cubicBezTo>
                <a:lnTo>
                  <a:pt x="570636" y="477333"/>
                </a:lnTo>
                <a:lnTo>
                  <a:pt x="570636" y="436220"/>
                </a:lnTo>
                <a:close/>
                <a:moveTo>
                  <a:pt x="377460" y="39072"/>
                </a:moveTo>
                <a:lnTo>
                  <a:pt x="377460" y="233401"/>
                </a:lnTo>
                <a:cubicBezTo>
                  <a:pt x="377460" y="238758"/>
                  <a:pt x="373107" y="243074"/>
                  <a:pt x="367786" y="243074"/>
                </a:cubicBezTo>
                <a:lnTo>
                  <a:pt x="341035" y="243074"/>
                </a:lnTo>
                <a:lnTo>
                  <a:pt x="397217" y="297025"/>
                </a:lnTo>
                <a:lnTo>
                  <a:pt x="453362" y="243074"/>
                </a:lnTo>
                <a:lnTo>
                  <a:pt x="426610" y="243074"/>
                </a:lnTo>
                <a:cubicBezTo>
                  <a:pt x="421252" y="243074"/>
                  <a:pt x="416936" y="238721"/>
                  <a:pt x="416936" y="233401"/>
                </a:cubicBezTo>
                <a:lnTo>
                  <a:pt x="416899" y="39072"/>
                </a:lnTo>
                <a:cubicBezTo>
                  <a:pt x="416899" y="33676"/>
                  <a:pt x="414667" y="28728"/>
                  <a:pt x="411095" y="25156"/>
                </a:cubicBezTo>
                <a:cubicBezTo>
                  <a:pt x="407523" y="21585"/>
                  <a:pt x="402575" y="19352"/>
                  <a:pt x="397180" y="19352"/>
                </a:cubicBezTo>
                <a:cubicBezTo>
                  <a:pt x="391748" y="19352"/>
                  <a:pt x="386837" y="21585"/>
                  <a:pt x="383265" y="25156"/>
                </a:cubicBezTo>
                <a:cubicBezTo>
                  <a:pt x="379693" y="28728"/>
                  <a:pt x="377461" y="33677"/>
                  <a:pt x="377461" y="39072"/>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1" name="Groupe 40">
            <a:extLst>
              <a:ext uri="{FF2B5EF4-FFF2-40B4-BE49-F238E27FC236}">
                <a16:creationId xmlns:a16="http://schemas.microsoft.com/office/drawing/2014/main" id="{16D05205-8880-29DA-7F7D-7C7856FBB1C5}"/>
              </a:ext>
            </a:extLst>
          </p:cNvPr>
          <p:cNvGrpSpPr>
            <a:grpSpLocks noChangeAspect="1"/>
          </p:cNvGrpSpPr>
          <p:nvPr/>
        </p:nvGrpSpPr>
        <p:grpSpPr>
          <a:xfrm>
            <a:off x="576529" y="4248001"/>
            <a:ext cx="360012" cy="360181"/>
            <a:chOff x="7971477" y="2310149"/>
            <a:chExt cx="885825" cy="886301"/>
          </a:xfrm>
          <a:solidFill>
            <a:srgbClr val="00B388"/>
          </a:solidFill>
        </p:grpSpPr>
        <p:sp>
          <p:nvSpPr>
            <p:cNvPr id="28" name="Forme libre : forme 27">
              <a:extLst>
                <a:ext uri="{FF2B5EF4-FFF2-40B4-BE49-F238E27FC236}">
                  <a16:creationId xmlns:a16="http://schemas.microsoft.com/office/drawing/2014/main" id="{D26E966E-1A2A-B0E0-6EA0-E021A52C94DD}"/>
                </a:ext>
              </a:extLst>
            </p:cNvPr>
            <p:cNvSpPr/>
            <p:nvPr/>
          </p:nvSpPr>
          <p:spPr>
            <a:xfrm>
              <a:off x="8658229" y="231037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3813 w 27622"/>
                <a:gd name="csY12" fmla="*/ 25013 h 28822"/>
                <a:gd name="csX13" fmla="*/ 13335 w 27622"/>
                <a:gd name="csY13"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0725"/>
                    <a:pt x="1905" y="6915"/>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9" name="Forme libre : forme 28">
              <a:extLst>
                <a:ext uri="{FF2B5EF4-FFF2-40B4-BE49-F238E27FC236}">
                  <a16:creationId xmlns:a16="http://schemas.microsoft.com/office/drawing/2014/main" id="{C8F5E6AC-D4F2-872E-C46B-1E5BA24FD520}"/>
                </a:ext>
              </a:extLst>
            </p:cNvPr>
            <p:cNvSpPr/>
            <p:nvPr/>
          </p:nvSpPr>
          <p:spPr>
            <a:xfrm>
              <a:off x="8714427" y="231062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7"/>
                    <a:pt x="63817" y="0"/>
                    <a:pt x="71438" y="0"/>
                  </a:cubicBezTo>
                  <a:lnTo>
                    <a:pt x="71438" y="0"/>
                  </a:lnTo>
                  <a:cubicBezTo>
                    <a:pt x="79058" y="0"/>
                    <a:pt x="85725" y="6667"/>
                    <a:pt x="85725" y="14288"/>
                  </a:cubicBezTo>
                  <a:lnTo>
                    <a:pt x="85725" y="14288"/>
                  </a:lnTo>
                  <a:cubicBezTo>
                    <a:pt x="85725" y="21908"/>
                    <a:pt x="79058" y="28575"/>
                    <a:pt x="71438" y="28575"/>
                  </a:cubicBezTo>
                  <a:lnTo>
                    <a:pt x="71438" y="28575"/>
                  </a:lnTo>
                  <a:cubicBezTo>
                    <a:pt x="63817" y="28575"/>
                    <a:pt x="57150" y="21908"/>
                    <a:pt x="57150" y="1428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0" name="Forme libre : forme 29">
              <a:extLst>
                <a:ext uri="{FF2B5EF4-FFF2-40B4-BE49-F238E27FC236}">
                  <a16:creationId xmlns:a16="http://schemas.microsoft.com/office/drawing/2014/main" id="{927F471F-60F7-DA9E-E8DA-F3972276F70B}"/>
                </a:ext>
              </a:extLst>
            </p:cNvPr>
            <p:cNvSpPr/>
            <p:nvPr/>
          </p:nvSpPr>
          <p:spPr>
            <a:xfrm>
              <a:off x="8829679" y="2310149"/>
              <a:ext cx="27622" cy="29051"/>
            </a:xfrm>
            <a:custGeom>
              <a:avLst/>
              <a:gdLst>
                <a:gd name="csX0" fmla="*/ 13335 w 27622"/>
                <a:gd name="csY0" fmla="*/ 29051 h 29051"/>
                <a:gd name="csX1" fmla="*/ 10477 w 27622"/>
                <a:gd name="csY1" fmla="*/ 29051 h 29051"/>
                <a:gd name="csX2" fmla="*/ 7620 w 27622"/>
                <a:gd name="csY2" fmla="*/ 28099 h 29051"/>
                <a:gd name="csX3" fmla="*/ 5715 w 27622"/>
                <a:gd name="csY3" fmla="*/ 27146 h 29051"/>
                <a:gd name="csX4" fmla="*/ 3810 w 27622"/>
                <a:gd name="csY4" fmla="*/ 25241 h 29051"/>
                <a:gd name="csX5" fmla="*/ 1905 w 27622"/>
                <a:gd name="csY5" fmla="*/ 23336 h 29051"/>
                <a:gd name="csX6" fmla="*/ 952 w 27622"/>
                <a:gd name="csY6" fmla="*/ 20479 h 29051"/>
                <a:gd name="csX7" fmla="*/ 0 w 27622"/>
                <a:gd name="csY7" fmla="*/ 17621 h 29051"/>
                <a:gd name="csX8" fmla="*/ 0 w 27622"/>
                <a:gd name="csY8" fmla="*/ 14764 h 29051"/>
                <a:gd name="csX9" fmla="*/ 0 w 27622"/>
                <a:gd name="csY9" fmla="*/ 11906 h 29051"/>
                <a:gd name="csX10" fmla="*/ 952 w 27622"/>
                <a:gd name="csY10" fmla="*/ 9049 h 29051"/>
                <a:gd name="csX11" fmla="*/ 1905 w 27622"/>
                <a:gd name="csY11" fmla="*/ 6191 h 29051"/>
                <a:gd name="csX12" fmla="*/ 3810 w 27622"/>
                <a:gd name="csY12" fmla="*/ 4286 h 29051"/>
                <a:gd name="csX13" fmla="*/ 23813 w 27622"/>
                <a:gd name="csY13" fmla="*/ 4286 h 29051"/>
                <a:gd name="csX14" fmla="*/ 25718 w 27622"/>
                <a:gd name="csY14" fmla="*/ 6191 h 29051"/>
                <a:gd name="csX15" fmla="*/ 26670 w 27622"/>
                <a:gd name="csY15" fmla="*/ 9049 h 29051"/>
                <a:gd name="csX16" fmla="*/ 27623 w 27622"/>
                <a:gd name="csY16" fmla="*/ 11906 h 29051"/>
                <a:gd name="csX17" fmla="*/ 27623 w 27622"/>
                <a:gd name="csY17" fmla="*/ 14764 h 29051"/>
                <a:gd name="csX18" fmla="*/ 23813 w 27622"/>
                <a:gd name="csY18" fmla="*/ 25241 h 29051"/>
                <a:gd name="csX19" fmla="*/ 13335 w 27622"/>
                <a:gd name="csY19" fmla="*/ 29051 h 290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9051">
                  <a:moveTo>
                    <a:pt x="13335" y="29051"/>
                  </a:moveTo>
                  <a:cubicBezTo>
                    <a:pt x="12383" y="29051"/>
                    <a:pt x="11430" y="29051"/>
                    <a:pt x="10477" y="29051"/>
                  </a:cubicBezTo>
                  <a:cubicBezTo>
                    <a:pt x="9525" y="29051"/>
                    <a:pt x="8573" y="29051"/>
                    <a:pt x="7620" y="28099"/>
                  </a:cubicBezTo>
                  <a:cubicBezTo>
                    <a:pt x="6668" y="28099"/>
                    <a:pt x="5715" y="27146"/>
                    <a:pt x="5715" y="27146"/>
                  </a:cubicBezTo>
                  <a:cubicBezTo>
                    <a:pt x="4763" y="26194"/>
                    <a:pt x="3810" y="26194"/>
                    <a:pt x="3810" y="25241"/>
                  </a:cubicBezTo>
                  <a:cubicBezTo>
                    <a:pt x="2858" y="24289"/>
                    <a:pt x="2858" y="23336"/>
                    <a:pt x="1905" y="23336"/>
                  </a:cubicBezTo>
                  <a:cubicBezTo>
                    <a:pt x="1905" y="22384"/>
                    <a:pt x="952" y="21431"/>
                    <a:pt x="952" y="20479"/>
                  </a:cubicBezTo>
                  <a:cubicBezTo>
                    <a:pt x="952" y="19526"/>
                    <a:pt x="0" y="18574"/>
                    <a:pt x="0" y="17621"/>
                  </a:cubicBezTo>
                  <a:cubicBezTo>
                    <a:pt x="0" y="16669"/>
                    <a:pt x="0" y="15716"/>
                    <a:pt x="0" y="14764"/>
                  </a:cubicBezTo>
                  <a:cubicBezTo>
                    <a:pt x="0" y="13811"/>
                    <a:pt x="0" y="12859"/>
                    <a:pt x="0" y="11906"/>
                  </a:cubicBezTo>
                  <a:cubicBezTo>
                    <a:pt x="0" y="10954"/>
                    <a:pt x="0" y="10001"/>
                    <a:pt x="952" y="9049"/>
                  </a:cubicBezTo>
                  <a:cubicBezTo>
                    <a:pt x="952" y="8096"/>
                    <a:pt x="1905" y="7144"/>
                    <a:pt x="1905" y="6191"/>
                  </a:cubicBezTo>
                  <a:cubicBezTo>
                    <a:pt x="1905" y="5239"/>
                    <a:pt x="2858" y="4286"/>
                    <a:pt x="3810" y="4286"/>
                  </a:cubicBezTo>
                  <a:cubicBezTo>
                    <a:pt x="9525" y="-1429"/>
                    <a:pt x="19050" y="-1429"/>
                    <a:pt x="23813" y="4286"/>
                  </a:cubicBezTo>
                  <a:cubicBezTo>
                    <a:pt x="24765" y="5239"/>
                    <a:pt x="24765" y="5239"/>
                    <a:pt x="25718" y="6191"/>
                  </a:cubicBezTo>
                  <a:cubicBezTo>
                    <a:pt x="26670" y="7144"/>
                    <a:pt x="26670" y="8096"/>
                    <a:pt x="26670" y="9049"/>
                  </a:cubicBezTo>
                  <a:cubicBezTo>
                    <a:pt x="26670" y="10001"/>
                    <a:pt x="27623" y="10954"/>
                    <a:pt x="27623" y="11906"/>
                  </a:cubicBezTo>
                  <a:cubicBezTo>
                    <a:pt x="27623" y="12859"/>
                    <a:pt x="27623" y="13811"/>
                    <a:pt x="27623" y="14764"/>
                  </a:cubicBezTo>
                  <a:cubicBezTo>
                    <a:pt x="27623" y="18574"/>
                    <a:pt x="25718" y="22384"/>
                    <a:pt x="23813" y="25241"/>
                  </a:cubicBezTo>
                  <a:cubicBezTo>
                    <a:pt x="20955" y="27146"/>
                    <a:pt x="17145" y="29051"/>
                    <a:pt x="13335" y="2905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1" name="Forme libre : forme 30">
              <a:extLst>
                <a:ext uri="{FF2B5EF4-FFF2-40B4-BE49-F238E27FC236}">
                  <a16:creationId xmlns:a16="http://schemas.microsoft.com/office/drawing/2014/main" id="{018E755B-3E7A-4CD5-3D2A-20E6FA76728B}"/>
                </a:ext>
              </a:extLst>
            </p:cNvPr>
            <p:cNvSpPr/>
            <p:nvPr/>
          </p:nvSpPr>
          <p:spPr>
            <a:xfrm>
              <a:off x="882872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2" name="Forme libre : forme 31">
              <a:extLst>
                <a:ext uri="{FF2B5EF4-FFF2-40B4-BE49-F238E27FC236}">
                  <a16:creationId xmlns:a16="http://schemas.microsoft.com/office/drawing/2014/main" id="{E8FC7950-7778-3A7B-CC70-5BFAEC7616D2}"/>
                </a:ext>
              </a:extLst>
            </p:cNvPr>
            <p:cNvSpPr/>
            <p:nvPr/>
          </p:nvSpPr>
          <p:spPr>
            <a:xfrm>
              <a:off x="8828727" y="2481827"/>
              <a:ext cx="27622" cy="28822"/>
            </a:xfrm>
            <a:custGeom>
              <a:avLst/>
              <a:gdLst>
                <a:gd name="csX0" fmla="*/ 14288 w 27622"/>
                <a:gd name="csY0" fmla="*/ 28823 h 28822"/>
                <a:gd name="csX1" fmla="*/ 3810 w 27622"/>
                <a:gd name="csY1" fmla="*/ 25013 h 28822"/>
                <a:gd name="csX2" fmla="*/ 0 w 27622"/>
                <a:gd name="csY2" fmla="*/ 14535 h 28822"/>
                <a:gd name="csX3" fmla="*/ 0 w 27622"/>
                <a:gd name="csY3" fmla="*/ 11678 h 28822"/>
                <a:gd name="csX4" fmla="*/ 952 w 27622"/>
                <a:gd name="csY4" fmla="*/ 8820 h 28822"/>
                <a:gd name="csX5" fmla="*/ 1905 w 27622"/>
                <a:gd name="csY5" fmla="*/ 5963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7623 w 27622"/>
                <a:gd name="csY12" fmla="*/ 17393 h 28822"/>
                <a:gd name="csX13" fmla="*/ 26670 w 27622"/>
                <a:gd name="csY13" fmla="*/ 20250 h 28822"/>
                <a:gd name="csX14" fmla="*/ 25717 w 27622"/>
                <a:gd name="csY14" fmla="*/ 23108 h 28822"/>
                <a:gd name="csX15" fmla="*/ 23813 w 27622"/>
                <a:gd name="csY15" fmla="*/ 25013 h 28822"/>
                <a:gd name="csX16" fmla="*/ 14288 w 27622"/>
                <a:gd name="csY16"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7622" h="28822">
                  <a:moveTo>
                    <a:pt x="14288" y="28823"/>
                  </a:moveTo>
                  <a:cubicBezTo>
                    <a:pt x="10477" y="28823"/>
                    <a:pt x="6667" y="26918"/>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7"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5488"/>
                    <a:pt x="27623" y="16440"/>
                    <a:pt x="27623" y="17393"/>
                  </a:cubicBezTo>
                  <a:cubicBezTo>
                    <a:pt x="27623" y="18345"/>
                    <a:pt x="27623" y="19298"/>
                    <a:pt x="26670" y="20250"/>
                  </a:cubicBezTo>
                  <a:cubicBezTo>
                    <a:pt x="25717" y="21203"/>
                    <a:pt x="25717" y="22155"/>
                    <a:pt x="25717" y="23108"/>
                  </a:cubicBezTo>
                  <a:cubicBezTo>
                    <a:pt x="25717" y="24060"/>
                    <a:pt x="24765" y="25013"/>
                    <a:pt x="23813" y="25013"/>
                  </a:cubicBezTo>
                  <a:cubicBezTo>
                    <a:pt x="21908" y="26918"/>
                    <a:pt x="18098" y="28823"/>
                    <a:pt x="14288"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3" name="Forme libre : forme 32">
              <a:extLst>
                <a:ext uri="{FF2B5EF4-FFF2-40B4-BE49-F238E27FC236}">
                  <a16:creationId xmlns:a16="http://schemas.microsoft.com/office/drawing/2014/main" id="{3D7E7443-73C6-6505-C964-020AAB3C8750}"/>
                </a:ext>
              </a:extLst>
            </p:cNvPr>
            <p:cNvSpPr/>
            <p:nvPr/>
          </p:nvSpPr>
          <p:spPr>
            <a:xfrm>
              <a:off x="8714427" y="248207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8"/>
                    <a:pt x="63817" y="0"/>
                    <a:pt x="71438" y="0"/>
                  </a:cubicBezTo>
                  <a:lnTo>
                    <a:pt x="71438" y="0"/>
                  </a:lnTo>
                  <a:cubicBezTo>
                    <a:pt x="79058" y="0"/>
                    <a:pt x="85725" y="6668"/>
                    <a:pt x="85725" y="14288"/>
                  </a:cubicBezTo>
                  <a:lnTo>
                    <a:pt x="85725" y="14288"/>
                  </a:lnTo>
                  <a:cubicBezTo>
                    <a:pt x="85725" y="21907"/>
                    <a:pt x="79058" y="28575"/>
                    <a:pt x="71438" y="28575"/>
                  </a:cubicBezTo>
                  <a:lnTo>
                    <a:pt x="71438" y="28575"/>
                  </a:lnTo>
                  <a:cubicBezTo>
                    <a:pt x="63817" y="28575"/>
                    <a:pt x="57150" y="21907"/>
                    <a:pt x="57150" y="14288"/>
                  </a:cubicBezTo>
                  <a:close/>
                  <a:moveTo>
                    <a:pt x="0" y="14288"/>
                  </a:moveTo>
                  <a:cubicBezTo>
                    <a:pt x="0" y="6668"/>
                    <a:pt x="6667" y="0"/>
                    <a:pt x="14288" y="0"/>
                  </a:cubicBezTo>
                  <a:lnTo>
                    <a:pt x="14288" y="0"/>
                  </a:lnTo>
                  <a:cubicBezTo>
                    <a:pt x="21908" y="0"/>
                    <a:pt x="28575" y="6668"/>
                    <a:pt x="28575" y="14288"/>
                  </a:cubicBezTo>
                  <a:lnTo>
                    <a:pt x="28575" y="14288"/>
                  </a:lnTo>
                  <a:cubicBezTo>
                    <a:pt x="28575" y="21907"/>
                    <a:pt x="21908" y="28575"/>
                    <a:pt x="14288" y="28575"/>
                  </a:cubicBezTo>
                  <a:lnTo>
                    <a:pt x="14288" y="28575"/>
                  </a:lnTo>
                  <a:cubicBezTo>
                    <a:pt x="6667" y="28575"/>
                    <a:pt x="0" y="21907"/>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4" name="Forme libre : forme 33">
              <a:extLst>
                <a:ext uri="{FF2B5EF4-FFF2-40B4-BE49-F238E27FC236}">
                  <a16:creationId xmlns:a16="http://schemas.microsoft.com/office/drawing/2014/main" id="{B3D2206E-7A2F-3170-1B54-5A4EFA48B978}"/>
                </a:ext>
              </a:extLst>
            </p:cNvPr>
            <p:cNvSpPr/>
            <p:nvPr/>
          </p:nvSpPr>
          <p:spPr>
            <a:xfrm>
              <a:off x="8658229" y="248182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0 w 27622"/>
                <a:gd name="csY6" fmla="*/ 11678 h 28822"/>
                <a:gd name="csX7" fmla="*/ 952 w 27622"/>
                <a:gd name="csY7" fmla="*/ 8820 h 28822"/>
                <a:gd name="csX8" fmla="*/ 1905 w 27622"/>
                <a:gd name="csY8" fmla="*/ 5963 h 28822"/>
                <a:gd name="csX9" fmla="*/ 3810 w 27622"/>
                <a:gd name="csY9" fmla="*/ 4058 h 28822"/>
                <a:gd name="csX10" fmla="*/ 5715 w 27622"/>
                <a:gd name="csY10" fmla="*/ 2153 h 28822"/>
                <a:gd name="csX11" fmla="*/ 7620 w 27622"/>
                <a:gd name="csY11" fmla="*/ 1200 h 28822"/>
                <a:gd name="csX12" fmla="*/ 10477 w 27622"/>
                <a:gd name="csY12" fmla="*/ 248 h 28822"/>
                <a:gd name="csX13" fmla="*/ 23813 w 27622"/>
                <a:gd name="csY13" fmla="*/ 4058 h 28822"/>
                <a:gd name="csX14" fmla="*/ 25718 w 27622"/>
                <a:gd name="csY14" fmla="*/ 5963 h 28822"/>
                <a:gd name="csX15" fmla="*/ 26670 w 27622"/>
                <a:gd name="csY15" fmla="*/ 8820 h 28822"/>
                <a:gd name="csX16" fmla="*/ 27623 w 27622"/>
                <a:gd name="csY16" fmla="*/ 11678 h 28822"/>
                <a:gd name="csX17" fmla="*/ 27623 w 27622"/>
                <a:gd name="csY17" fmla="*/ 14535 h 28822"/>
                <a:gd name="csX18" fmla="*/ 23813 w 27622"/>
                <a:gd name="csY18" fmla="*/ 25013 h 28822"/>
                <a:gd name="csX19" fmla="*/ 13335 w 27622"/>
                <a:gd name="csY19"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4765" y="5010"/>
                    <a:pt x="24765" y="5010"/>
                    <a:pt x="25718" y="5963"/>
                  </a:cubicBezTo>
                  <a:cubicBezTo>
                    <a:pt x="26670" y="6915"/>
                    <a:pt x="26670" y="7868"/>
                    <a:pt x="26670" y="8820"/>
                  </a:cubicBezTo>
                  <a:cubicBezTo>
                    <a:pt x="26670" y="9773"/>
                    <a:pt x="27623" y="10725"/>
                    <a:pt x="27623" y="11678"/>
                  </a:cubicBezTo>
                  <a:cubicBezTo>
                    <a:pt x="27623" y="12630"/>
                    <a:pt x="27623" y="13583"/>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5" name="Forme libre : forme 34">
              <a:extLst>
                <a:ext uri="{FF2B5EF4-FFF2-40B4-BE49-F238E27FC236}">
                  <a16:creationId xmlns:a16="http://schemas.microsoft.com/office/drawing/2014/main" id="{9AEAE25F-FB87-3504-A9B0-AB776919FB43}"/>
                </a:ext>
              </a:extLst>
            </p:cNvPr>
            <p:cNvSpPr/>
            <p:nvPr/>
          </p:nvSpPr>
          <p:spPr>
            <a:xfrm>
              <a:off x="865727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36" name="Espace réservé du contenu 13">
              <a:extLst>
                <a:ext uri="{FF2B5EF4-FFF2-40B4-BE49-F238E27FC236}">
                  <a16:creationId xmlns:a16="http://schemas.microsoft.com/office/drawing/2014/main" id="{6653D8C5-2299-CD61-712B-A0E05322D53E}"/>
                </a:ext>
              </a:extLst>
            </p:cNvPr>
            <p:cNvGrpSpPr/>
            <p:nvPr/>
          </p:nvGrpSpPr>
          <p:grpSpPr>
            <a:xfrm>
              <a:off x="7971477" y="2339200"/>
              <a:ext cx="667702" cy="857250"/>
              <a:chOff x="7971477" y="2339200"/>
              <a:chExt cx="667702" cy="857250"/>
            </a:xfrm>
            <a:grpFill/>
          </p:grpSpPr>
          <p:sp>
            <p:nvSpPr>
              <p:cNvPr id="37" name="Forme libre : forme 36">
                <a:extLst>
                  <a:ext uri="{FF2B5EF4-FFF2-40B4-BE49-F238E27FC236}">
                    <a16:creationId xmlns:a16="http://schemas.microsoft.com/office/drawing/2014/main" id="{0C6311F0-1899-DEC4-BD58-DC64895D8F12}"/>
                  </a:ext>
                </a:extLst>
              </p:cNvPr>
              <p:cNvSpPr/>
              <p:nvPr/>
            </p:nvSpPr>
            <p:spPr>
              <a:xfrm>
                <a:off x="7971477" y="2339200"/>
                <a:ext cx="614362" cy="857250"/>
              </a:xfrm>
              <a:custGeom>
                <a:avLst/>
                <a:gdLst>
                  <a:gd name="csX0" fmla="*/ 278130 w 614362"/>
                  <a:gd name="csY0" fmla="*/ 559118 h 857250"/>
                  <a:gd name="csX1" fmla="*/ 187643 w 614362"/>
                  <a:gd name="csY1" fmla="*/ 649605 h 857250"/>
                  <a:gd name="csX2" fmla="*/ 166688 w 614362"/>
                  <a:gd name="csY2" fmla="*/ 657225 h 857250"/>
                  <a:gd name="csX3" fmla="*/ 166688 w 614362"/>
                  <a:gd name="csY3" fmla="*/ 657225 h 857250"/>
                  <a:gd name="csX4" fmla="*/ 114300 w 614362"/>
                  <a:gd name="csY4" fmla="*/ 657225 h 857250"/>
                  <a:gd name="csX5" fmla="*/ 114300 w 614362"/>
                  <a:gd name="csY5" fmla="*/ 421005 h 857250"/>
                  <a:gd name="csX6" fmla="*/ 206693 w 614362"/>
                  <a:gd name="csY6" fmla="*/ 185738 h 857250"/>
                  <a:gd name="csX7" fmla="*/ 442913 w 614362"/>
                  <a:gd name="csY7" fmla="*/ 85725 h 857250"/>
                  <a:gd name="csX8" fmla="*/ 481013 w 614362"/>
                  <a:gd name="csY8" fmla="*/ 85725 h 857250"/>
                  <a:gd name="csX9" fmla="*/ 490538 w 614362"/>
                  <a:gd name="csY9" fmla="*/ 95250 h 857250"/>
                  <a:gd name="csX10" fmla="*/ 490538 w 614362"/>
                  <a:gd name="csY10" fmla="*/ 142875 h 857250"/>
                  <a:gd name="csX11" fmla="*/ 614363 w 614362"/>
                  <a:gd name="csY11" fmla="*/ 71438 h 857250"/>
                  <a:gd name="csX12" fmla="*/ 490538 w 614362"/>
                  <a:gd name="csY12" fmla="*/ 0 h 857250"/>
                  <a:gd name="csX13" fmla="*/ 490538 w 614362"/>
                  <a:gd name="csY13" fmla="*/ 47625 h 857250"/>
                  <a:gd name="csX14" fmla="*/ 481013 w 614362"/>
                  <a:gd name="csY14" fmla="*/ 57150 h 857250"/>
                  <a:gd name="csX15" fmla="*/ 449580 w 614362"/>
                  <a:gd name="csY15" fmla="*/ 57150 h 857250"/>
                  <a:gd name="csX16" fmla="*/ 194310 w 614362"/>
                  <a:gd name="csY16" fmla="*/ 157163 h 857250"/>
                  <a:gd name="csX17" fmla="*/ 85725 w 614362"/>
                  <a:gd name="csY17" fmla="*/ 414338 h 857250"/>
                  <a:gd name="csX18" fmla="*/ 85725 w 614362"/>
                  <a:gd name="csY18" fmla="*/ 657225 h 857250"/>
                  <a:gd name="csX19" fmla="*/ 33338 w 614362"/>
                  <a:gd name="csY19" fmla="*/ 657225 h 857250"/>
                  <a:gd name="csX20" fmla="*/ 0 w 614362"/>
                  <a:gd name="csY20" fmla="*/ 690563 h 857250"/>
                  <a:gd name="csX21" fmla="*/ 0 w 614362"/>
                  <a:gd name="csY21" fmla="*/ 823913 h 857250"/>
                  <a:gd name="csX22" fmla="*/ 33338 w 614362"/>
                  <a:gd name="csY22" fmla="*/ 857250 h 857250"/>
                  <a:gd name="csX23" fmla="*/ 166688 w 614362"/>
                  <a:gd name="csY23" fmla="*/ 857250 h 857250"/>
                  <a:gd name="csX24" fmla="*/ 200025 w 614362"/>
                  <a:gd name="csY24" fmla="*/ 823913 h 857250"/>
                  <a:gd name="csX25" fmla="*/ 200025 w 614362"/>
                  <a:gd name="csY25" fmla="*/ 690563 h 857250"/>
                  <a:gd name="csX26" fmla="*/ 200025 w 614362"/>
                  <a:gd name="csY26" fmla="*/ 690563 h 857250"/>
                  <a:gd name="csX27" fmla="*/ 207645 w 614362"/>
                  <a:gd name="csY27" fmla="*/ 669608 h 857250"/>
                  <a:gd name="csX28" fmla="*/ 298133 w 614362"/>
                  <a:gd name="csY28" fmla="*/ 579120 h 857250"/>
                  <a:gd name="csX29" fmla="*/ 313373 w 614362"/>
                  <a:gd name="csY29" fmla="*/ 594360 h 857250"/>
                  <a:gd name="csX30" fmla="*/ 331470 w 614362"/>
                  <a:gd name="csY30" fmla="*/ 525780 h 857250"/>
                  <a:gd name="csX31" fmla="*/ 262890 w 614362"/>
                  <a:gd name="csY31" fmla="*/ 543878 h 857250"/>
                  <a:gd name="csX32" fmla="*/ 278130 w 614362"/>
                  <a:gd name="csY32" fmla="*/ 559118 h 857250"/>
                  <a:gd name="csX33" fmla="*/ 171450 w 614362"/>
                  <a:gd name="csY33" fmla="*/ 823913 h 857250"/>
                  <a:gd name="csX34" fmla="*/ 166688 w 614362"/>
                  <a:gd name="csY34" fmla="*/ 828675 h 857250"/>
                  <a:gd name="csX35" fmla="*/ 33338 w 614362"/>
                  <a:gd name="csY35" fmla="*/ 828675 h 857250"/>
                  <a:gd name="csX36" fmla="*/ 28575 w 614362"/>
                  <a:gd name="csY36" fmla="*/ 823913 h 857250"/>
                  <a:gd name="csX37" fmla="*/ 28575 w 614362"/>
                  <a:gd name="csY37" fmla="*/ 690563 h 857250"/>
                  <a:gd name="csX38" fmla="*/ 33338 w 614362"/>
                  <a:gd name="csY38" fmla="*/ 685800 h 857250"/>
                  <a:gd name="csX39" fmla="*/ 100013 w 614362"/>
                  <a:gd name="csY39" fmla="*/ 685800 h 857250"/>
                  <a:gd name="csX40" fmla="*/ 100013 w 614362"/>
                  <a:gd name="csY40" fmla="*/ 685800 h 857250"/>
                  <a:gd name="csX41" fmla="*/ 166688 w 614362"/>
                  <a:gd name="csY41" fmla="*/ 685800 h 857250"/>
                  <a:gd name="csX42" fmla="*/ 171450 w 614362"/>
                  <a:gd name="csY42" fmla="*/ 690563 h 857250"/>
                  <a:gd name="csX43" fmla="*/ 171450 w 614362"/>
                  <a:gd name="csY43" fmla="*/ 82391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614362" h="857250">
                    <a:moveTo>
                      <a:pt x="278130" y="559118"/>
                    </a:moveTo>
                    <a:lnTo>
                      <a:pt x="187643" y="649605"/>
                    </a:lnTo>
                    <a:cubicBezTo>
                      <a:pt x="181928" y="655320"/>
                      <a:pt x="174308" y="657225"/>
                      <a:pt x="166688" y="657225"/>
                    </a:cubicBezTo>
                    <a:lnTo>
                      <a:pt x="166688" y="657225"/>
                    </a:lnTo>
                    <a:lnTo>
                      <a:pt x="114300" y="657225"/>
                    </a:lnTo>
                    <a:cubicBezTo>
                      <a:pt x="114300" y="627698"/>
                      <a:pt x="114300" y="551498"/>
                      <a:pt x="114300" y="421005"/>
                    </a:cubicBezTo>
                    <a:cubicBezTo>
                      <a:pt x="114300" y="333375"/>
                      <a:pt x="145733" y="248602"/>
                      <a:pt x="206693" y="185738"/>
                    </a:cubicBezTo>
                    <a:cubicBezTo>
                      <a:pt x="269558" y="120968"/>
                      <a:pt x="353378" y="85725"/>
                      <a:pt x="442913" y="85725"/>
                    </a:cubicBezTo>
                    <a:lnTo>
                      <a:pt x="481013" y="85725"/>
                    </a:lnTo>
                    <a:cubicBezTo>
                      <a:pt x="486728" y="85725"/>
                      <a:pt x="490538" y="89535"/>
                      <a:pt x="490538" y="95250"/>
                    </a:cubicBezTo>
                    <a:lnTo>
                      <a:pt x="490538" y="142875"/>
                    </a:lnTo>
                    <a:lnTo>
                      <a:pt x="614363" y="71438"/>
                    </a:lnTo>
                    <a:lnTo>
                      <a:pt x="490538" y="0"/>
                    </a:lnTo>
                    <a:lnTo>
                      <a:pt x="490538" y="47625"/>
                    </a:lnTo>
                    <a:cubicBezTo>
                      <a:pt x="490538" y="53340"/>
                      <a:pt x="486728" y="57150"/>
                      <a:pt x="481013" y="57150"/>
                    </a:cubicBezTo>
                    <a:lnTo>
                      <a:pt x="449580" y="57150"/>
                    </a:lnTo>
                    <a:cubicBezTo>
                      <a:pt x="355283" y="57150"/>
                      <a:pt x="262890" y="91440"/>
                      <a:pt x="194310" y="157163"/>
                    </a:cubicBezTo>
                    <a:cubicBezTo>
                      <a:pt x="123825" y="224790"/>
                      <a:pt x="85725" y="316230"/>
                      <a:pt x="85725" y="414338"/>
                    </a:cubicBezTo>
                    <a:cubicBezTo>
                      <a:pt x="85725" y="503873"/>
                      <a:pt x="85725" y="617220"/>
                      <a:pt x="85725" y="657225"/>
                    </a:cubicBezTo>
                    <a:lnTo>
                      <a:pt x="33338" y="657225"/>
                    </a:lnTo>
                    <a:cubicBezTo>
                      <a:pt x="15240" y="657225"/>
                      <a:pt x="0" y="672465"/>
                      <a:pt x="0" y="690563"/>
                    </a:cubicBezTo>
                    <a:lnTo>
                      <a:pt x="0" y="823913"/>
                    </a:lnTo>
                    <a:cubicBezTo>
                      <a:pt x="0" y="842010"/>
                      <a:pt x="15240" y="857250"/>
                      <a:pt x="33338" y="857250"/>
                    </a:cubicBezTo>
                    <a:lnTo>
                      <a:pt x="166688" y="857250"/>
                    </a:lnTo>
                    <a:cubicBezTo>
                      <a:pt x="184785" y="857250"/>
                      <a:pt x="200025" y="842010"/>
                      <a:pt x="200025" y="823913"/>
                    </a:cubicBezTo>
                    <a:lnTo>
                      <a:pt x="200025" y="690563"/>
                    </a:lnTo>
                    <a:lnTo>
                      <a:pt x="200025" y="690563"/>
                    </a:lnTo>
                    <a:cubicBezTo>
                      <a:pt x="200025" y="682943"/>
                      <a:pt x="201930" y="675323"/>
                      <a:pt x="207645" y="669608"/>
                    </a:cubicBezTo>
                    <a:lnTo>
                      <a:pt x="298133" y="579120"/>
                    </a:lnTo>
                    <a:lnTo>
                      <a:pt x="313373" y="594360"/>
                    </a:lnTo>
                    <a:lnTo>
                      <a:pt x="331470" y="525780"/>
                    </a:lnTo>
                    <a:lnTo>
                      <a:pt x="262890" y="543878"/>
                    </a:lnTo>
                    <a:lnTo>
                      <a:pt x="278130" y="559118"/>
                    </a:lnTo>
                    <a:close/>
                    <a:moveTo>
                      <a:pt x="171450" y="823913"/>
                    </a:moveTo>
                    <a:cubicBezTo>
                      <a:pt x="171450" y="826770"/>
                      <a:pt x="169545" y="828675"/>
                      <a:pt x="166688" y="828675"/>
                    </a:cubicBezTo>
                    <a:lnTo>
                      <a:pt x="33338" y="828675"/>
                    </a:lnTo>
                    <a:cubicBezTo>
                      <a:pt x="30480" y="828675"/>
                      <a:pt x="28575" y="826770"/>
                      <a:pt x="28575" y="823913"/>
                    </a:cubicBezTo>
                    <a:lnTo>
                      <a:pt x="28575" y="690563"/>
                    </a:lnTo>
                    <a:cubicBezTo>
                      <a:pt x="28575" y="687705"/>
                      <a:pt x="30480" y="685800"/>
                      <a:pt x="33338" y="685800"/>
                    </a:cubicBezTo>
                    <a:lnTo>
                      <a:pt x="100013" y="685800"/>
                    </a:lnTo>
                    <a:lnTo>
                      <a:pt x="100013" y="685800"/>
                    </a:lnTo>
                    <a:lnTo>
                      <a:pt x="166688" y="685800"/>
                    </a:lnTo>
                    <a:cubicBezTo>
                      <a:pt x="169545" y="685800"/>
                      <a:pt x="171450" y="687705"/>
                      <a:pt x="171450" y="690563"/>
                    </a:cubicBezTo>
                    <a:lnTo>
                      <a:pt x="171450" y="823913"/>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8" name="Forme libre : forme 37">
                <a:extLst>
                  <a:ext uri="{FF2B5EF4-FFF2-40B4-BE49-F238E27FC236}">
                    <a16:creationId xmlns:a16="http://schemas.microsoft.com/office/drawing/2014/main" id="{CA3F6568-A92D-A125-6F58-57028E64C25A}"/>
                  </a:ext>
                </a:extLst>
              </p:cNvPr>
              <p:cNvSpPr/>
              <p:nvPr/>
            </p:nvSpPr>
            <p:spPr>
              <a:xfrm>
                <a:off x="8314377" y="2527795"/>
                <a:ext cx="324802" cy="324802"/>
              </a:xfrm>
              <a:custGeom>
                <a:avLst/>
                <a:gdLst>
                  <a:gd name="csX0" fmla="*/ 306705 w 324802"/>
                  <a:gd name="csY0" fmla="*/ 68580 h 324802"/>
                  <a:gd name="csX1" fmla="*/ 324803 w 324802"/>
                  <a:gd name="csY1" fmla="*/ 0 h 324802"/>
                  <a:gd name="csX2" fmla="*/ 256223 w 324802"/>
                  <a:gd name="csY2" fmla="*/ 18098 h 324802"/>
                  <a:gd name="csX3" fmla="*/ 271463 w 324802"/>
                  <a:gd name="csY3" fmla="*/ 33338 h 324802"/>
                  <a:gd name="csX4" fmla="*/ 187643 w 324802"/>
                  <a:gd name="csY4" fmla="*/ 117157 h 324802"/>
                  <a:gd name="csX5" fmla="*/ 166688 w 324802"/>
                  <a:gd name="csY5" fmla="*/ 124778 h 324802"/>
                  <a:gd name="csX6" fmla="*/ 166688 w 324802"/>
                  <a:gd name="csY6" fmla="*/ 124778 h 324802"/>
                  <a:gd name="csX7" fmla="*/ 33338 w 324802"/>
                  <a:gd name="csY7" fmla="*/ 124778 h 324802"/>
                  <a:gd name="csX8" fmla="*/ 0 w 324802"/>
                  <a:gd name="csY8" fmla="*/ 158115 h 324802"/>
                  <a:gd name="csX9" fmla="*/ 0 w 324802"/>
                  <a:gd name="csY9" fmla="*/ 291465 h 324802"/>
                  <a:gd name="csX10" fmla="*/ 33338 w 324802"/>
                  <a:gd name="csY10" fmla="*/ 324803 h 324802"/>
                  <a:gd name="csX11" fmla="*/ 166688 w 324802"/>
                  <a:gd name="csY11" fmla="*/ 324803 h 324802"/>
                  <a:gd name="csX12" fmla="*/ 200025 w 324802"/>
                  <a:gd name="csY12" fmla="*/ 291465 h 324802"/>
                  <a:gd name="csX13" fmla="*/ 200025 w 324802"/>
                  <a:gd name="csY13" fmla="*/ 159068 h 324802"/>
                  <a:gd name="csX14" fmla="*/ 200025 w 324802"/>
                  <a:gd name="csY14" fmla="*/ 159068 h 324802"/>
                  <a:gd name="csX15" fmla="*/ 207645 w 324802"/>
                  <a:gd name="csY15" fmla="*/ 138113 h 324802"/>
                  <a:gd name="csX16" fmla="*/ 291465 w 324802"/>
                  <a:gd name="csY16" fmla="*/ 54293 h 324802"/>
                  <a:gd name="csX17" fmla="*/ 306705 w 324802"/>
                  <a:gd name="csY17" fmla="*/ 68580 h 324802"/>
                  <a:gd name="csX18" fmla="*/ 171450 w 324802"/>
                  <a:gd name="csY18" fmla="*/ 292418 h 324802"/>
                  <a:gd name="csX19" fmla="*/ 166688 w 324802"/>
                  <a:gd name="csY19" fmla="*/ 297180 h 324802"/>
                  <a:gd name="csX20" fmla="*/ 33338 w 324802"/>
                  <a:gd name="csY20" fmla="*/ 297180 h 324802"/>
                  <a:gd name="csX21" fmla="*/ 28575 w 324802"/>
                  <a:gd name="csY21" fmla="*/ 292418 h 324802"/>
                  <a:gd name="csX22" fmla="*/ 28575 w 324802"/>
                  <a:gd name="csY22" fmla="*/ 159068 h 324802"/>
                  <a:gd name="csX23" fmla="*/ 33338 w 324802"/>
                  <a:gd name="csY23" fmla="*/ 154305 h 324802"/>
                  <a:gd name="csX24" fmla="*/ 166688 w 324802"/>
                  <a:gd name="csY24" fmla="*/ 154305 h 324802"/>
                  <a:gd name="csX25" fmla="*/ 171450 w 324802"/>
                  <a:gd name="csY25" fmla="*/ 159068 h 324802"/>
                  <a:gd name="csX26" fmla="*/ 171450 w 324802"/>
                  <a:gd name="csY26" fmla="*/ 292418 h 32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24802" h="324802">
                    <a:moveTo>
                      <a:pt x="306705" y="68580"/>
                    </a:moveTo>
                    <a:lnTo>
                      <a:pt x="324803" y="0"/>
                    </a:lnTo>
                    <a:lnTo>
                      <a:pt x="256223" y="18098"/>
                    </a:lnTo>
                    <a:lnTo>
                      <a:pt x="271463" y="33338"/>
                    </a:lnTo>
                    <a:lnTo>
                      <a:pt x="187643" y="117157"/>
                    </a:lnTo>
                    <a:cubicBezTo>
                      <a:pt x="181927" y="122873"/>
                      <a:pt x="174308" y="124778"/>
                      <a:pt x="166688" y="124778"/>
                    </a:cubicBezTo>
                    <a:lnTo>
                      <a:pt x="166688" y="124778"/>
                    </a:lnTo>
                    <a:lnTo>
                      <a:pt x="33338" y="124778"/>
                    </a:lnTo>
                    <a:cubicBezTo>
                      <a:pt x="15240" y="124778"/>
                      <a:pt x="0" y="140018"/>
                      <a:pt x="0" y="158115"/>
                    </a:cubicBezTo>
                    <a:lnTo>
                      <a:pt x="0" y="291465"/>
                    </a:lnTo>
                    <a:cubicBezTo>
                      <a:pt x="0" y="309563"/>
                      <a:pt x="15240" y="324803"/>
                      <a:pt x="33338" y="324803"/>
                    </a:cubicBezTo>
                    <a:lnTo>
                      <a:pt x="166688" y="324803"/>
                    </a:lnTo>
                    <a:cubicBezTo>
                      <a:pt x="184785" y="324803"/>
                      <a:pt x="200025" y="309563"/>
                      <a:pt x="200025" y="291465"/>
                    </a:cubicBezTo>
                    <a:lnTo>
                      <a:pt x="200025" y="159068"/>
                    </a:lnTo>
                    <a:lnTo>
                      <a:pt x="200025" y="159068"/>
                    </a:lnTo>
                    <a:cubicBezTo>
                      <a:pt x="200025" y="151448"/>
                      <a:pt x="201930" y="143828"/>
                      <a:pt x="207645" y="138113"/>
                    </a:cubicBezTo>
                    <a:lnTo>
                      <a:pt x="291465" y="54293"/>
                    </a:lnTo>
                    <a:lnTo>
                      <a:pt x="306705" y="68580"/>
                    </a:lnTo>
                    <a:close/>
                    <a:moveTo>
                      <a:pt x="171450" y="292418"/>
                    </a:moveTo>
                    <a:cubicBezTo>
                      <a:pt x="171450" y="295275"/>
                      <a:pt x="169545" y="297180"/>
                      <a:pt x="166688" y="297180"/>
                    </a:cubicBezTo>
                    <a:lnTo>
                      <a:pt x="33338" y="297180"/>
                    </a:lnTo>
                    <a:cubicBezTo>
                      <a:pt x="30480" y="297180"/>
                      <a:pt x="28575" y="295275"/>
                      <a:pt x="28575" y="292418"/>
                    </a:cubicBezTo>
                    <a:lnTo>
                      <a:pt x="28575" y="159068"/>
                    </a:lnTo>
                    <a:cubicBezTo>
                      <a:pt x="28575" y="156210"/>
                      <a:pt x="30480" y="154305"/>
                      <a:pt x="33338" y="154305"/>
                    </a:cubicBezTo>
                    <a:lnTo>
                      <a:pt x="166688" y="154305"/>
                    </a:lnTo>
                    <a:cubicBezTo>
                      <a:pt x="169545" y="154305"/>
                      <a:pt x="171450" y="156210"/>
                      <a:pt x="171450" y="159068"/>
                    </a:cubicBezTo>
                    <a:lnTo>
                      <a:pt x="171450" y="292418"/>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sp>
        <p:nvSpPr>
          <p:cNvPr id="48" name="Rectangle : coins arrondis 47">
            <a:extLst>
              <a:ext uri="{FF2B5EF4-FFF2-40B4-BE49-F238E27FC236}">
                <a16:creationId xmlns:a16="http://schemas.microsoft.com/office/drawing/2014/main" id="{A698FBEB-04FC-61E9-2347-9368B786FC62}"/>
              </a:ext>
            </a:extLst>
          </p:cNvPr>
          <p:cNvSpPr/>
          <p:nvPr/>
        </p:nvSpPr>
        <p:spPr>
          <a:xfrm>
            <a:off x="6289945" y="1140088"/>
            <a:ext cx="5760000" cy="334706"/>
          </a:xfrm>
          <a:prstGeom prst="round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EN CAS DE</a:t>
            </a:r>
          </a:p>
        </p:txBody>
      </p:sp>
      <p:grpSp>
        <p:nvGrpSpPr>
          <p:cNvPr id="117" name="Groupe 116">
            <a:extLst>
              <a:ext uri="{FF2B5EF4-FFF2-40B4-BE49-F238E27FC236}">
                <a16:creationId xmlns:a16="http://schemas.microsoft.com/office/drawing/2014/main" id="{96C45ECE-EEA5-9E8F-28F0-2EBDF70AB679}"/>
              </a:ext>
            </a:extLst>
          </p:cNvPr>
          <p:cNvGrpSpPr/>
          <p:nvPr/>
        </p:nvGrpSpPr>
        <p:grpSpPr>
          <a:xfrm>
            <a:off x="8148031" y="1550233"/>
            <a:ext cx="2039891" cy="540000"/>
            <a:chOff x="8116990" y="1648553"/>
            <a:chExt cx="2039891" cy="540000"/>
          </a:xfrm>
        </p:grpSpPr>
        <p:sp>
          <p:nvSpPr>
            <p:cNvPr id="52" name="Bulle narrative : rectangle à coins arrondis 51">
              <a:extLst>
                <a:ext uri="{FF2B5EF4-FFF2-40B4-BE49-F238E27FC236}">
                  <a16:creationId xmlns:a16="http://schemas.microsoft.com/office/drawing/2014/main" id="{1871586D-0877-6970-48C1-8C1D70EE786B}"/>
                </a:ext>
              </a:extLst>
            </p:cNvPr>
            <p:cNvSpPr>
              <a:spLocks noChangeAspect="1"/>
            </p:cNvSpPr>
            <p:nvPr/>
          </p:nvSpPr>
          <p:spPr>
            <a:xfrm>
              <a:off x="8428881" y="1693641"/>
              <a:ext cx="1728000" cy="449824"/>
            </a:xfrm>
            <a:prstGeom prst="wedgeRoundRectCallout">
              <a:avLst>
                <a:gd name="adj1" fmla="val -20833"/>
                <a:gd name="adj2" fmla="val 45014"/>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Désengagement ?</a:t>
              </a:r>
            </a:p>
          </p:txBody>
        </p:sp>
        <p:pic>
          <p:nvPicPr>
            <p:cNvPr id="53" name="Graphique 52" descr="Visage confus avec remplissage solide avec un remplissage uni">
              <a:extLst>
                <a:ext uri="{FF2B5EF4-FFF2-40B4-BE49-F238E27FC236}">
                  <a16:creationId xmlns:a16="http://schemas.microsoft.com/office/drawing/2014/main" id="{4E2A9728-0B0E-F563-EFA3-6492128B58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116990" y="1648553"/>
              <a:ext cx="540000" cy="540000"/>
            </a:xfrm>
            <a:prstGeom prst="rect">
              <a:avLst/>
            </a:prstGeom>
          </p:spPr>
        </p:pic>
      </p:grpSp>
      <p:grpSp>
        <p:nvGrpSpPr>
          <p:cNvPr id="116" name="Groupe 115">
            <a:extLst>
              <a:ext uri="{FF2B5EF4-FFF2-40B4-BE49-F238E27FC236}">
                <a16:creationId xmlns:a16="http://schemas.microsoft.com/office/drawing/2014/main" id="{731D5CCA-1BC5-8627-F907-8FECA58FAB64}"/>
              </a:ext>
            </a:extLst>
          </p:cNvPr>
          <p:cNvGrpSpPr/>
          <p:nvPr/>
        </p:nvGrpSpPr>
        <p:grpSpPr>
          <a:xfrm>
            <a:off x="6289945" y="1527692"/>
            <a:ext cx="1870773" cy="540000"/>
            <a:chOff x="6162127" y="1626012"/>
            <a:chExt cx="1870773" cy="540000"/>
          </a:xfrm>
        </p:grpSpPr>
        <p:sp>
          <p:nvSpPr>
            <p:cNvPr id="50" name="Bulle narrative : rectangle à coins arrondis 49">
              <a:extLst>
                <a:ext uri="{FF2B5EF4-FFF2-40B4-BE49-F238E27FC236}">
                  <a16:creationId xmlns:a16="http://schemas.microsoft.com/office/drawing/2014/main" id="{8935612A-8C09-69CA-5D30-E44E3B951126}"/>
                </a:ext>
              </a:extLst>
            </p:cNvPr>
            <p:cNvSpPr>
              <a:spLocks noChangeAspect="1"/>
            </p:cNvSpPr>
            <p:nvPr/>
          </p:nvSpPr>
          <p:spPr>
            <a:xfrm>
              <a:off x="6304900" y="1671100"/>
              <a:ext cx="1728000" cy="449824"/>
            </a:xfrm>
            <a:prstGeom prst="wedgeRoundRectCallout">
              <a:avLst>
                <a:gd name="adj1" fmla="val -22540"/>
                <a:gd name="adj2" fmla="val 47199"/>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Blocage ? </a:t>
              </a:r>
            </a:p>
          </p:txBody>
        </p:sp>
        <p:pic>
          <p:nvPicPr>
            <p:cNvPr id="51" name="Graphique 50" descr="Stop avec un remplissage uni">
              <a:extLst>
                <a:ext uri="{FF2B5EF4-FFF2-40B4-BE49-F238E27FC236}">
                  <a16:creationId xmlns:a16="http://schemas.microsoft.com/office/drawing/2014/main" id="{1D862A7F-75D3-478F-8D18-FB26F924D5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2127" y="1626012"/>
              <a:ext cx="540000" cy="540000"/>
            </a:xfrm>
            <a:prstGeom prst="rect">
              <a:avLst/>
            </a:prstGeom>
          </p:spPr>
        </p:pic>
      </p:grpSp>
      <p:grpSp>
        <p:nvGrpSpPr>
          <p:cNvPr id="115" name="Groupe 114">
            <a:extLst>
              <a:ext uri="{FF2B5EF4-FFF2-40B4-BE49-F238E27FC236}">
                <a16:creationId xmlns:a16="http://schemas.microsoft.com/office/drawing/2014/main" id="{0818B089-EEDE-6EE9-ABD3-80DF29C63EBF}"/>
              </a:ext>
            </a:extLst>
          </p:cNvPr>
          <p:cNvGrpSpPr/>
          <p:nvPr/>
        </p:nvGrpSpPr>
        <p:grpSpPr>
          <a:xfrm>
            <a:off x="10175235" y="1527692"/>
            <a:ext cx="1874710" cy="540000"/>
            <a:chOff x="10240971" y="1626012"/>
            <a:chExt cx="1874710" cy="540000"/>
          </a:xfrm>
        </p:grpSpPr>
        <p:sp>
          <p:nvSpPr>
            <p:cNvPr id="49" name="Bulle narrative : rectangle à coins arrondis 48">
              <a:extLst>
                <a:ext uri="{FF2B5EF4-FFF2-40B4-BE49-F238E27FC236}">
                  <a16:creationId xmlns:a16="http://schemas.microsoft.com/office/drawing/2014/main" id="{42115D7D-9E3E-8DC3-E32A-5666E1FF921A}"/>
                </a:ext>
              </a:extLst>
            </p:cNvPr>
            <p:cNvSpPr>
              <a:spLocks noChangeAspect="1"/>
            </p:cNvSpPr>
            <p:nvPr/>
          </p:nvSpPr>
          <p:spPr>
            <a:xfrm>
              <a:off x="10387681" y="1671100"/>
              <a:ext cx="1728000" cy="449824"/>
            </a:xfrm>
            <a:prstGeom prst="wedgeRoundRectCallout">
              <a:avLst>
                <a:gd name="adj1" fmla="val -21402"/>
                <a:gd name="adj2" fmla="val 40642"/>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Surcharge ?</a:t>
              </a:r>
            </a:p>
          </p:txBody>
        </p:sp>
        <p:pic>
          <p:nvPicPr>
            <p:cNvPr id="54" name="Graphique 53" descr="Visage triste à remplissage solide avec un remplissage uni">
              <a:extLst>
                <a:ext uri="{FF2B5EF4-FFF2-40B4-BE49-F238E27FC236}">
                  <a16:creationId xmlns:a16="http://schemas.microsoft.com/office/drawing/2014/main" id="{6115AD6F-9DE4-576E-2E19-E23B92E5F72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240971" y="1626012"/>
              <a:ext cx="540000" cy="540000"/>
            </a:xfrm>
            <a:prstGeom prst="rect">
              <a:avLst/>
            </a:prstGeom>
          </p:spPr>
        </p:pic>
      </p:grpSp>
      <p:sp>
        <p:nvSpPr>
          <p:cNvPr id="61" name="Triangle isocèle 60">
            <a:extLst>
              <a:ext uri="{FF2B5EF4-FFF2-40B4-BE49-F238E27FC236}">
                <a16:creationId xmlns:a16="http://schemas.microsoft.com/office/drawing/2014/main" id="{9DE04187-F9A5-0A23-0144-8CC4A2ACC04A}"/>
              </a:ext>
            </a:extLst>
          </p:cNvPr>
          <p:cNvSpPr/>
          <p:nvPr/>
        </p:nvSpPr>
        <p:spPr>
          <a:xfrm flipV="1">
            <a:off x="6289945" y="2174542"/>
            <a:ext cx="5760000" cy="216000"/>
          </a:xfrm>
          <a:prstGeom prst="triangle">
            <a:avLst/>
          </a:prstGeom>
          <a:solidFill>
            <a:srgbClr val="A4C8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4" name="Titre 1">
            <a:extLst>
              <a:ext uri="{FF2B5EF4-FFF2-40B4-BE49-F238E27FC236}">
                <a16:creationId xmlns:a16="http://schemas.microsoft.com/office/drawing/2014/main" id="{02C09DB5-0478-E21F-B758-0190011DE1EC}"/>
              </a:ext>
            </a:extLst>
          </p:cNvPr>
          <p:cNvSpPr txBox="1">
            <a:spLocks/>
          </p:cNvSpPr>
          <p:nvPr/>
        </p:nvSpPr>
        <p:spPr>
          <a:xfrm>
            <a:off x="6442243" y="122402"/>
            <a:ext cx="5400000" cy="664797"/>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ctr" defTabSz="914355" rtl="0" eaLnBrk="1" fontAlgn="auto" latinLnBrk="0" hangingPunct="1">
              <a:lnSpc>
                <a:spcPct val="90000"/>
              </a:lnSpc>
              <a:spcBef>
                <a:spcPct val="0"/>
              </a:spcBef>
              <a:spcAft>
                <a:spcPts val="0"/>
              </a:spcAft>
              <a:buClrTx/>
              <a:buSzTx/>
              <a:buFontTx/>
              <a:buNone/>
              <a:tabLst/>
              <a:defRPr/>
            </a:pPr>
            <a:r>
              <a:rPr kumimoji="0" lang="fr-FR" sz="2400" b="1" i="0" u="none" strike="noStrike" kern="1200" cap="none" spc="0" normalizeH="0" baseline="0" noProof="0">
                <a:ln>
                  <a:noFill/>
                </a:ln>
                <a:solidFill>
                  <a:srgbClr val="003865"/>
                </a:solidFill>
                <a:effectLst/>
                <a:uLnTx/>
                <a:uFillTx/>
                <a:latin typeface="Avenir LT Std 45 Book" panose="020B0502020203020204" pitchFamily="34" charset="0"/>
                <a:ea typeface="+mj-ea"/>
                <a:cs typeface="Arial" panose="020B0604020202020204" pitchFamily="34" charset="0"/>
              </a:rPr>
              <a:t>Bonnes pratiques préventives sur la gestion de projet</a:t>
            </a:r>
          </a:p>
        </p:txBody>
      </p:sp>
      <p:grpSp>
        <p:nvGrpSpPr>
          <p:cNvPr id="42" name="Groupe 41">
            <a:extLst>
              <a:ext uri="{FF2B5EF4-FFF2-40B4-BE49-F238E27FC236}">
                <a16:creationId xmlns:a16="http://schemas.microsoft.com/office/drawing/2014/main" id="{683CA990-4906-F411-6DE2-8838C7E0803A}"/>
              </a:ext>
            </a:extLst>
          </p:cNvPr>
          <p:cNvGrpSpPr/>
          <p:nvPr/>
        </p:nvGrpSpPr>
        <p:grpSpPr>
          <a:xfrm>
            <a:off x="541809" y="1140088"/>
            <a:ext cx="5272144" cy="1193075"/>
            <a:chOff x="115931" y="1140088"/>
            <a:chExt cx="5272144" cy="1193075"/>
          </a:xfrm>
        </p:grpSpPr>
        <p:sp>
          <p:nvSpPr>
            <p:cNvPr id="18" name="Rectangle : coins arrondis 17">
              <a:extLst>
                <a:ext uri="{FF2B5EF4-FFF2-40B4-BE49-F238E27FC236}">
                  <a16:creationId xmlns:a16="http://schemas.microsoft.com/office/drawing/2014/main" id="{A9A1B184-57C9-74C7-D074-E1CD7D04E024}"/>
                </a:ext>
              </a:extLst>
            </p:cNvPr>
            <p:cNvSpPr/>
            <p:nvPr/>
          </p:nvSpPr>
          <p:spPr>
            <a:xfrm>
              <a:off x="629230" y="1140088"/>
              <a:ext cx="4758845" cy="1193075"/>
            </a:xfrm>
            <a:prstGeom prst="roundRect">
              <a:avLst/>
            </a:prstGeom>
            <a:no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lIns="75600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LES RESSOURCES MATÉRIELLES</a:t>
              </a:r>
            </a:p>
          </p:txBody>
        </p:sp>
        <p:sp>
          <p:nvSpPr>
            <p:cNvPr id="19" name="Ellipse 18">
              <a:extLst>
                <a:ext uri="{FF2B5EF4-FFF2-40B4-BE49-F238E27FC236}">
                  <a16:creationId xmlns:a16="http://schemas.microsoft.com/office/drawing/2014/main" id="{97EE734E-8478-0D4D-3AFD-B787C28B4C55}"/>
                </a:ext>
              </a:extLst>
            </p:cNvPr>
            <p:cNvSpPr/>
            <p:nvPr/>
          </p:nvSpPr>
          <p:spPr>
            <a:xfrm>
              <a:off x="115931" y="1140088"/>
              <a:ext cx="1193074" cy="1193075"/>
            </a:xfrm>
            <a:prstGeom prst="ellipse">
              <a:avLst/>
            </a:prstGeom>
            <a:solidFill>
              <a:schemeClr val="bg1"/>
            </a:solid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pic>
          <p:nvPicPr>
            <p:cNvPr id="17" name="Graphique 16" descr="Trombone avec un remplissage uni">
              <a:extLst>
                <a:ext uri="{FF2B5EF4-FFF2-40B4-BE49-F238E27FC236}">
                  <a16:creationId xmlns:a16="http://schemas.microsoft.com/office/drawing/2014/main" id="{DB34ABA5-D5EC-2388-30C6-9C465333962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40789" y="1288185"/>
              <a:ext cx="939429" cy="939429"/>
            </a:xfrm>
            <a:prstGeom prst="rect">
              <a:avLst/>
            </a:prstGeom>
          </p:spPr>
        </p:pic>
      </p:grpSp>
      <p:sp>
        <p:nvSpPr>
          <p:cNvPr id="44" name="Rectangle : coins arrondis 3">
            <a:extLst>
              <a:ext uri="{FF2B5EF4-FFF2-40B4-BE49-F238E27FC236}">
                <a16:creationId xmlns:a16="http://schemas.microsoft.com/office/drawing/2014/main" id="{B57FE53E-1B4A-10AE-1791-DABBF05DAD28}"/>
              </a:ext>
            </a:extLst>
          </p:cNvPr>
          <p:cNvSpPr/>
          <p:nvPr/>
        </p:nvSpPr>
        <p:spPr>
          <a:xfrm>
            <a:off x="6469945"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452438" marR="0" lvl="1" indent="-223838" algn="l" defTabSz="914400" rtl="0" eaLnBrk="1" fontAlgn="base" latinLnBrk="0" hangingPunct="1">
              <a:lnSpc>
                <a:spcPct val="100000"/>
              </a:lnSpc>
              <a:spcBef>
                <a:spcPts val="0"/>
              </a:spcBef>
              <a:spcAft>
                <a:spcPts val="600"/>
              </a:spcAft>
              <a:buClrTx/>
              <a:buSzTx/>
              <a:buFontTx/>
              <a:buNone/>
              <a:tabLst/>
              <a:defRPr/>
            </a:pP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Privilégiez certaines </a:t>
            </a:r>
            <a:r>
              <a:rPr kumimoji="0" lang="fr-FR" sz="1400" b="1" i="0" u="none" strike="noStrike" kern="1200" cap="none" spc="0" normalizeH="0" baseline="0" noProof="0">
                <a:ln>
                  <a:noFill/>
                </a:ln>
                <a:solidFill>
                  <a:srgbClr val="0084D4"/>
                </a:solidFill>
                <a:effectLst/>
                <a:uLnTx/>
                <a:uFillTx/>
                <a:latin typeface="Avenir LT Std 45 Book" panose="020B0502020203020204" pitchFamily="34" charset="0"/>
                <a:ea typeface="+mn-ea"/>
                <a:cs typeface="+mn-cs"/>
              </a:rPr>
              <a:t>actions clés </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qui peuvent vous aider</a:t>
            </a: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questions structurantes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instruire en début de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Toujours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tracer les décisions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Mettre les acteurs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responsabilité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et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visibilité</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Revoir régulièrement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l’analyse de risques</a:t>
            </a:r>
          </a:p>
          <a:p>
            <a:pPr marL="457200" marR="0" lvl="2" indent="0" algn="l" defTabSz="914400" rtl="0" eaLnBrk="1" fontAlgn="base" latinLnBrk="0" hangingPunct="1">
              <a:lnSpc>
                <a:spcPct val="100000"/>
              </a:lnSpc>
              <a:spcBef>
                <a:spcPts val="0"/>
              </a:spcBef>
              <a:spcAft>
                <a:spcPts val="600"/>
              </a:spcAft>
              <a:buClrTx/>
              <a:buSzTx/>
              <a:buFontTx/>
              <a:buNone/>
              <a:tabLst/>
              <a:defRPr/>
            </a:pP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Jouer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transparence</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sur les alertes et risques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Privilégier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pilotage de projet clair, simple et efficace</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Se méfier de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sur-information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en trouvant</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bon niveau de partage et en privilégiant des informations ciblées</a:t>
            </a:r>
          </a:p>
        </p:txBody>
      </p:sp>
      <p:sp>
        <p:nvSpPr>
          <p:cNvPr id="45" name="Forme libre : forme 44">
            <a:extLst>
              <a:ext uri="{FF2B5EF4-FFF2-40B4-BE49-F238E27FC236}">
                <a16:creationId xmlns:a16="http://schemas.microsoft.com/office/drawing/2014/main" id="{9CC4F4B7-CBCF-DCCB-6BF2-D9D790A099F9}"/>
              </a:ext>
            </a:extLst>
          </p:cNvPr>
          <p:cNvSpPr>
            <a:spLocks noChangeAspect="1"/>
          </p:cNvSpPr>
          <p:nvPr/>
        </p:nvSpPr>
        <p:spPr>
          <a:xfrm>
            <a:off x="6583091" y="4313760"/>
            <a:ext cx="288000" cy="287942"/>
          </a:xfrm>
          <a:custGeom>
            <a:avLst/>
            <a:gdLst>
              <a:gd name="csX0" fmla="*/ 1531966 w 2728404"/>
              <a:gd name="csY0" fmla="*/ 1171343 h 2727859"/>
              <a:gd name="csX1" fmla="*/ 1499232 w 2728404"/>
              <a:gd name="csY1" fmla="*/ 879462 h 2727859"/>
              <a:gd name="csX2" fmla="*/ 1499232 w 2728404"/>
              <a:gd name="csY2" fmla="*/ 879462 h 2727859"/>
              <a:gd name="csX3" fmla="*/ 1499232 w 2728404"/>
              <a:gd name="csY3" fmla="*/ 758345 h 2727859"/>
              <a:gd name="csX4" fmla="*/ 1534694 w 2728404"/>
              <a:gd name="csY4" fmla="*/ 722883 h 2727859"/>
              <a:gd name="csX5" fmla="*/ 1665631 w 2728404"/>
              <a:gd name="csY5" fmla="*/ 722883 h 2727859"/>
              <a:gd name="csX6" fmla="*/ 1701093 w 2728404"/>
              <a:gd name="csY6" fmla="*/ 758345 h 2727859"/>
              <a:gd name="csX7" fmla="*/ 1700548 w 2728404"/>
              <a:gd name="csY7" fmla="*/ 886009 h 2727859"/>
              <a:gd name="csX8" fmla="*/ 1670541 w 2728404"/>
              <a:gd name="csY8" fmla="*/ 1172980 h 2727859"/>
              <a:gd name="csX9" fmla="*/ 1635625 w 2728404"/>
              <a:gd name="csY9" fmla="*/ 1204623 h 2727859"/>
              <a:gd name="csX10" fmla="*/ 1635625 w 2728404"/>
              <a:gd name="csY10" fmla="*/ 1204623 h 2727859"/>
              <a:gd name="csX11" fmla="*/ 1566883 w 2728404"/>
              <a:gd name="csY11" fmla="*/ 1204623 h 2727859"/>
              <a:gd name="csX12" fmla="*/ 1531966 w 2728404"/>
              <a:gd name="csY12" fmla="*/ 1171343 h 2727859"/>
              <a:gd name="csX13" fmla="*/ 1531966 w 2728404"/>
              <a:gd name="csY13" fmla="*/ 1171343 h 2727859"/>
              <a:gd name="csX14" fmla="*/ 1570156 w 2728404"/>
              <a:gd name="csY14" fmla="*/ 878371 h 2727859"/>
              <a:gd name="csX15" fmla="*/ 1598526 w 2728404"/>
              <a:gd name="csY15" fmla="*/ 1134244 h 2727859"/>
              <a:gd name="csX16" fmla="*/ 1603981 w 2728404"/>
              <a:gd name="csY16" fmla="*/ 1134244 h 2727859"/>
              <a:gd name="csX17" fmla="*/ 1630169 w 2728404"/>
              <a:gd name="csY17" fmla="*/ 878916 h 2727859"/>
              <a:gd name="csX18" fmla="*/ 1630169 w 2728404"/>
              <a:gd name="csY18" fmla="*/ 793807 h 2727859"/>
              <a:gd name="csX19" fmla="*/ 1569610 w 2728404"/>
              <a:gd name="csY19" fmla="*/ 793807 h 2727859"/>
              <a:gd name="csX20" fmla="*/ 1569610 w 2728404"/>
              <a:gd name="csY20" fmla="*/ 878371 h 2727859"/>
              <a:gd name="csX21" fmla="*/ 1504142 w 2728404"/>
              <a:gd name="csY21" fmla="*/ 1396118 h 2727859"/>
              <a:gd name="csX22" fmla="*/ 1504142 w 2728404"/>
              <a:gd name="csY22" fmla="*/ 1294642 h 2727859"/>
              <a:gd name="csX23" fmla="*/ 1539604 w 2728404"/>
              <a:gd name="csY23" fmla="*/ 1259180 h 2727859"/>
              <a:gd name="csX24" fmla="*/ 1661266 w 2728404"/>
              <a:gd name="csY24" fmla="*/ 1259180 h 2727859"/>
              <a:gd name="csX25" fmla="*/ 1696729 w 2728404"/>
              <a:gd name="csY25" fmla="*/ 1294642 h 2727859"/>
              <a:gd name="csX26" fmla="*/ 1696729 w 2728404"/>
              <a:gd name="csY26" fmla="*/ 1396118 h 2727859"/>
              <a:gd name="csX27" fmla="*/ 1661266 w 2728404"/>
              <a:gd name="csY27" fmla="*/ 1431581 h 2727859"/>
              <a:gd name="csX28" fmla="*/ 1539604 w 2728404"/>
              <a:gd name="csY28" fmla="*/ 1431581 h 2727859"/>
              <a:gd name="csX29" fmla="*/ 1504142 w 2728404"/>
              <a:gd name="csY29" fmla="*/ 1396118 h 2727859"/>
              <a:gd name="csX30" fmla="*/ 1504142 w 2728404"/>
              <a:gd name="csY30" fmla="*/ 1396118 h 2727859"/>
              <a:gd name="csX31" fmla="*/ 1575066 w 2728404"/>
              <a:gd name="csY31" fmla="*/ 1330104 h 2727859"/>
              <a:gd name="csX32" fmla="*/ 1575066 w 2728404"/>
              <a:gd name="csY32" fmla="*/ 1360656 h 2727859"/>
              <a:gd name="csX33" fmla="*/ 1625804 w 2728404"/>
              <a:gd name="csY33" fmla="*/ 1360656 h 2727859"/>
              <a:gd name="csX34" fmla="*/ 1625804 w 2728404"/>
              <a:gd name="csY34" fmla="*/ 1330104 h 2727859"/>
              <a:gd name="csX35" fmla="*/ 1575066 w 2728404"/>
              <a:gd name="csY35" fmla="*/ 1330104 h 2727859"/>
              <a:gd name="csX36" fmla="*/ 1709277 w 2728404"/>
              <a:gd name="csY36" fmla="*/ 465373 h 2727859"/>
              <a:gd name="csX37" fmla="*/ 2253758 w 2728404"/>
              <a:gd name="csY37" fmla="*/ 1408667 h 2727859"/>
              <a:gd name="csX38" fmla="*/ 2144643 w 2728404"/>
              <a:gd name="csY38" fmla="*/ 1597434 h 2727859"/>
              <a:gd name="csX39" fmla="*/ 1055682 w 2728404"/>
              <a:gd name="csY39" fmla="*/ 1597434 h 2727859"/>
              <a:gd name="csX40" fmla="*/ 992395 w 2728404"/>
              <a:gd name="csY40" fmla="*/ 1580522 h 2727859"/>
              <a:gd name="csX41" fmla="*/ 992395 w 2728404"/>
              <a:gd name="csY41" fmla="*/ 1580522 h 2727859"/>
              <a:gd name="csX42" fmla="*/ 946567 w 2728404"/>
              <a:gd name="csY42" fmla="*/ 1408667 h 2727859"/>
              <a:gd name="csX43" fmla="*/ 1491048 w 2728404"/>
              <a:gd name="csY43" fmla="*/ 465373 h 2727859"/>
              <a:gd name="csX44" fmla="*/ 1491048 w 2728404"/>
              <a:gd name="csY44" fmla="*/ 465373 h 2727859"/>
              <a:gd name="csX45" fmla="*/ 1709277 w 2728404"/>
              <a:gd name="csY45" fmla="*/ 465373 h 2727859"/>
              <a:gd name="csX46" fmla="*/ 1709277 w 2728404"/>
              <a:gd name="csY46" fmla="*/ 465373 h 2727859"/>
              <a:gd name="csX47" fmla="*/ 1920413 w 2728404"/>
              <a:gd name="csY47" fmla="*/ 972209 h 2727859"/>
              <a:gd name="csX48" fmla="*/ 1648173 w 2728404"/>
              <a:gd name="csY48" fmla="*/ 500835 h 2727859"/>
              <a:gd name="csX49" fmla="*/ 1552698 w 2728404"/>
              <a:gd name="csY49" fmla="*/ 500835 h 2727859"/>
              <a:gd name="csX50" fmla="*/ 1552698 w 2728404"/>
              <a:gd name="csY50" fmla="*/ 500835 h 2727859"/>
              <a:gd name="csX51" fmla="*/ 1008217 w 2728404"/>
              <a:gd name="csY51" fmla="*/ 1443583 h 2727859"/>
              <a:gd name="csX52" fmla="*/ 1028403 w 2728404"/>
              <a:gd name="csY52" fmla="*/ 1519418 h 2727859"/>
              <a:gd name="csX53" fmla="*/ 1028403 w 2728404"/>
              <a:gd name="csY53" fmla="*/ 1519418 h 2727859"/>
              <a:gd name="csX54" fmla="*/ 1056227 w 2728404"/>
              <a:gd name="csY54" fmla="*/ 1526510 h 2727859"/>
              <a:gd name="csX55" fmla="*/ 2144643 w 2728404"/>
              <a:gd name="csY55" fmla="*/ 1526510 h 2727859"/>
              <a:gd name="csX56" fmla="*/ 2192653 w 2728404"/>
              <a:gd name="csY56" fmla="*/ 1443583 h 2727859"/>
              <a:gd name="csX57" fmla="*/ 1921504 w 2728404"/>
              <a:gd name="csY57" fmla="*/ 973846 h 2727859"/>
              <a:gd name="csX58" fmla="*/ 1920413 w 2728404"/>
              <a:gd name="csY58" fmla="*/ 972209 h 2727859"/>
              <a:gd name="csX59" fmla="*/ 2252121 w 2728404"/>
              <a:gd name="csY59" fmla="*/ 476284 h 2727859"/>
              <a:gd name="csX60" fmla="*/ 2252121 w 2728404"/>
              <a:gd name="csY60" fmla="*/ 1788930 h 2727859"/>
              <a:gd name="csX61" fmla="*/ 939475 w 2728404"/>
              <a:gd name="csY61" fmla="*/ 1788930 h 2727859"/>
              <a:gd name="csX62" fmla="*/ 939475 w 2728404"/>
              <a:gd name="csY62" fmla="*/ 476284 h 2727859"/>
              <a:gd name="csX63" fmla="*/ 2252121 w 2728404"/>
              <a:gd name="csY63" fmla="*/ 476284 h 2727859"/>
              <a:gd name="csX64" fmla="*/ 2252121 w 2728404"/>
              <a:gd name="csY64" fmla="*/ 476284 h 2727859"/>
              <a:gd name="csX65" fmla="*/ 2452891 w 2728404"/>
              <a:gd name="csY65" fmla="*/ 1132607 h 2727859"/>
              <a:gd name="csX66" fmla="*/ 1595252 w 2728404"/>
              <a:gd name="csY66" fmla="*/ 274968 h 2727859"/>
              <a:gd name="csX67" fmla="*/ 738159 w 2728404"/>
              <a:gd name="csY67" fmla="*/ 1132607 h 2727859"/>
              <a:gd name="csX68" fmla="*/ 1595252 w 2728404"/>
              <a:gd name="csY68" fmla="*/ 1989701 h 2727859"/>
              <a:gd name="csX69" fmla="*/ 2452891 w 2728404"/>
              <a:gd name="csY69" fmla="*/ 1132607 h 2727859"/>
              <a:gd name="csX70" fmla="*/ 2452891 w 2728404"/>
              <a:gd name="csY70" fmla="*/ 1132607 h 2727859"/>
              <a:gd name="csX71" fmla="*/ 636137 w 2728404"/>
              <a:gd name="csY71" fmla="*/ 1984245 h 2727859"/>
              <a:gd name="csX72" fmla="*/ 744160 w 2728404"/>
              <a:gd name="csY72" fmla="*/ 2092268 h 2727859"/>
              <a:gd name="csX73" fmla="*/ 877825 w 2728404"/>
              <a:gd name="csY73" fmla="*/ 1958603 h 2727859"/>
              <a:gd name="csX74" fmla="*/ 877825 w 2728404"/>
              <a:gd name="csY74" fmla="*/ 1958603 h 2727859"/>
              <a:gd name="csX75" fmla="*/ 925290 w 2728404"/>
              <a:gd name="csY75" fmla="*/ 1956421 h 2727859"/>
              <a:gd name="csX76" fmla="*/ 1650355 w 2728404"/>
              <a:gd name="csY76" fmla="*/ 2193745 h 2727859"/>
              <a:gd name="csX77" fmla="*/ 2657481 w 2728404"/>
              <a:gd name="csY77" fmla="*/ 1132607 h 2727859"/>
              <a:gd name="csX78" fmla="*/ 1595798 w 2728404"/>
              <a:gd name="csY78" fmla="*/ 70924 h 2727859"/>
              <a:gd name="csX79" fmla="*/ 535206 w 2728404"/>
              <a:gd name="csY79" fmla="*/ 1078596 h 2727859"/>
              <a:gd name="csX80" fmla="*/ 770893 w 2728404"/>
              <a:gd name="csY80" fmla="*/ 1801478 h 2727859"/>
              <a:gd name="csX81" fmla="*/ 770348 w 2728404"/>
              <a:gd name="csY81" fmla="*/ 1850580 h 2727859"/>
              <a:gd name="csX82" fmla="*/ 636137 w 2728404"/>
              <a:gd name="csY82" fmla="*/ 1984245 h 2727859"/>
              <a:gd name="csX83" fmla="*/ 782896 w 2728404"/>
              <a:gd name="csY83" fmla="*/ 2153918 h 2727859"/>
              <a:gd name="csX84" fmla="*/ 750161 w 2728404"/>
              <a:gd name="csY84" fmla="*/ 2279399 h 2727859"/>
              <a:gd name="csX85" fmla="*/ 338800 w 2728404"/>
              <a:gd name="csY85" fmla="*/ 2690215 h 2727859"/>
              <a:gd name="csX86" fmla="*/ 157125 w 2728404"/>
              <a:gd name="csY86" fmla="*/ 2690215 h 2727859"/>
              <a:gd name="csX87" fmla="*/ 37644 w 2728404"/>
              <a:gd name="csY87" fmla="*/ 2570735 h 2727859"/>
              <a:gd name="csX88" fmla="*/ 37644 w 2728404"/>
              <a:gd name="csY88" fmla="*/ 2389059 h 2727859"/>
              <a:gd name="csX89" fmla="*/ 448460 w 2728404"/>
              <a:gd name="csY89" fmla="*/ 1978244 h 2727859"/>
              <a:gd name="csX90" fmla="*/ 573942 w 2728404"/>
              <a:gd name="csY90" fmla="*/ 1945509 h 2727859"/>
              <a:gd name="csX91" fmla="*/ 696695 w 2728404"/>
              <a:gd name="csY91" fmla="*/ 1822756 h 2727859"/>
              <a:gd name="csX92" fmla="*/ 464282 w 2728404"/>
              <a:gd name="csY92" fmla="*/ 1074777 h 2727859"/>
              <a:gd name="csX93" fmla="*/ 1595798 w 2728404"/>
              <a:gd name="csY93" fmla="*/ 0 h 2727859"/>
              <a:gd name="csX94" fmla="*/ 2728405 w 2728404"/>
              <a:gd name="csY94" fmla="*/ 1132607 h 2727859"/>
              <a:gd name="csX95" fmla="*/ 1653628 w 2728404"/>
              <a:gd name="csY95" fmla="*/ 2263578 h 2727859"/>
              <a:gd name="csX96" fmla="*/ 905104 w 2728404"/>
              <a:gd name="csY96" fmla="*/ 2030619 h 2727859"/>
              <a:gd name="csX97" fmla="*/ 782896 w 2728404"/>
              <a:gd name="csY97" fmla="*/ 2153918 h 2727859"/>
              <a:gd name="csX98" fmla="*/ 579943 w 2728404"/>
              <a:gd name="csY98" fmla="*/ 2027891 h 2727859"/>
              <a:gd name="csX99" fmla="*/ 499198 w 2728404"/>
              <a:gd name="csY99" fmla="*/ 2028436 h 2727859"/>
              <a:gd name="csX100" fmla="*/ 87837 w 2728404"/>
              <a:gd name="csY100" fmla="*/ 2439798 h 2727859"/>
              <a:gd name="csX101" fmla="*/ 87837 w 2728404"/>
              <a:gd name="csY101" fmla="*/ 2521088 h 2727859"/>
              <a:gd name="csX102" fmla="*/ 207317 w 2728404"/>
              <a:gd name="csY102" fmla="*/ 2640568 h 2727859"/>
              <a:gd name="csX103" fmla="*/ 288608 w 2728404"/>
              <a:gd name="csY103" fmla="*/ 2640568 h 2727859"/>
              <a:gd name="csX104" fmla="*/ 699423 w 2728404"/>
              <a:gd name="csY104" fmla="*/ 2229752 h 2727859"/>
              <a:gd name="csX105" fmla="*/ 699423 w 2728404"/>
              <a:gd name="csY105" fmla="*/ 2148462 h 2727859"/>
              <a:gd name="csX106" fmla="*/ 579943 w 2728404"/>
              <a:gd name="csY106" fmla="*/ 2028982 h 2727859"/>
              <a:gd name="csX107" fmla="*/ 579943 w 2728404"/>
              <a:gd name="csY107" fmla="*/ 2027891 h 2727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728404" h="2727859">
                <a:moveTo>
                  <a:pt x="1531966" y="1171343"/>
                </a:moveTo>
                <a:lnTo>
                  <a:pt x="1499232" y="879462"/>
                </a:lnTo>
                <a:lnTo>
                  <a:pt x="1499232" y="879462"/>
                </a:lnTo>
                <a:lnTo>
                  <a:pt x="1499232" y="758345"/>
                </a:lnTo>
                <a:cubicBezTo>
                  <a:pt x="1499232" y="738704"/>
                  <a:pt x="1515053" y="722883"/>
                  <a:pt x="1534694" y="722883"/>
                </a:cubicBezTo>
                <a:lnTo>
                  <a:pt x="1665631" y="722883"/>
                </a:lnTo>
                <a:cubicBezTo>
                  <a:pt x="1685272" y="722883"/>
                  <a:pt x="1701093" y="738704"/>
                  <a:pt x="1701093" y="758345"/>
                </a:cubicBezTo>
                <a:lnTo>
                  <a:pt x="1700548" y="886009"/>
                </a:lnTo>
                <a:lnTo>
                  <a:pt x="1670541" y="1172980"/>
                </a:lnTo>
                <a:cubicBezTo>
                  <a:pt x="1668904" y="1190983"/>
                  <a:pt x="1653083" y="1204623"/>
                  <a:pt x="1635625" y="1204623"/>
                </a:cubicBezTo>
                <a:lnTo>
                  <a:pt x="1635625" y="1204623"/>
                </a:lnTo>
                <a:lnTo>
                  <a:pt x="1566883" y="1204623"/>
                </a:lnTo>
                <a:cubicBezTo>
                  <a:pt x="1548333" y="1205168"/>
                  <a:pt x="1532511" y="1189892"/>
                  <a:pt x="1531966" y="1171343"/>
                </a:cubicBezTo>
                <a:lnTo>
                  <a:pt x="1531966" y="1171343"/>
                </a:lnTo>
                <a:close/>
                <a:moveTo>
                  <a:pt x="1570156" y="878371"/>
                </a:moveTo>
                <a:lnTo>
                  <a:pt x="1598526" y="1134244"/>
                </a:lnTo>
                <a:lnTo>
                  <a:pt x="1603981" y="1134244"/>
                </a:lnTo>
                <a:lnTo>
                  <a:pt x="1630169" y="878916"/>
                </a:lnTo>
                <a:lnTo>
                  <a:pt x="1630169" y="793807"/>
                </a:lnTo>
                <a:lnTo>
                  <a:pt x="1569610" y="793807"/>
                </a:lnTo>
                <a:lnTo>
                  <a:pt x="1569610" y="878371"/>
                </a:lnTo>
                <a:close/>
                <a:moveTo>
                  <a:pt x="1504142" y="1396118"/>
                </a:moveTo>
                <a:lnTo>
                  <a:pt x="1504142" y="1294642"/>
                </a:lnTo>
                <a:cubicBezTo>
                  <a:pt x="1504142" y="1275002"/>
                  <a:pt x="1519963" y="1259180"/>
                  <a:pt x="1539604" y="1259180"/>
                </a:cubicBezTo>
                <a:lnTo>
                  <a:pt x="1661266" y="1259180"/>
                </a:lnTo>
                <a:cubicBezTo>
                  <a:pt x="1680907" y="1259180"/>
                  <a:pt x="1696729" y="1275002"/>
                  <a:pt x="1696729" y="1294642"/>
                </a:cubicBezTo>
                <a:lnTo>
                  <a:pt x="1696729" y="1396118"/>
                </a:lnTo>
                <a:cubicBezTo>
                  <a:pt x="1696729" y="1415759"/>
                  <a:pt x="1680907" y="1431581"/>
                  <a:pt x="1661266" y="1431581"/>
                </a:cubicBezTo>
                <a:lnTo>
                  <a:pt x="1539604" y="1431581"/>
                </a:lnTo>
                <a:cubicBezTo>
                  <a:pt x="1519963" y="1431581"/>
                  <a:pt x="1504142" y="1415759"/>
                  <a:pt x="1504142" y="1396118"/>
                </a:cubicBezTo>
                <a:lnTo>
                  <a:pt x="1504142" y="1396118"/>
                </a:lnTo>
                <a:close/>
                <a:moveTo>
                  <a:pt x="1575066" y="1330104"/>
                </a:moveTo>
                <a:lnTo>
                  <a:pt x="1575066" y="1360656"/>
                </a:lnTo>
                <a:lnTo>
                  <a:pt x="1625804" y="1360656"/>
                </a:lnTo>
                <a:lnTo>
                  <a:pt x="1625804" y="1330104"/>
                </a:lnTo>
                <a:lnTo>
                  <a:pt x="1575066" y="1330104"/>
                </a:lnTo>
                <a:close/>
                <a:moveTo>
                  <a:pt x="1709277" y="465373"/>
                </a:moveTo>
                <a:lnTo>
                  <a:pt x="2253758" y="1408667"/>
                </a:lnTo>
                <a:cubicBezTo>
                  <a:pt x="2302859" y="1493776"/>
                  <a:pt x="2240118" y="1597434"/>
                  <a:pt x="2144643" y="1597434"/>
                </a:cubicBezTo>
                <a:lnTo>
                  <a:pt x="1055682" y="1597434"/>
                </a:lnTo>
                <a:cubicBezTo>
                  <a:pt x="1033313" y="1597434"/>
                  <a:pt x="1010945" y="1591433"/>
                  <a:pt x="992395" y="1580522"/>
                </a:cubicBezTo>
                <a:lnTo>
                  <a:pt x="992395" y="1580522"/>
                </a:lnTo>
                <a:cubicBezTo>
                  <a:pt x="934019" y="1546696"/>
                  <a:pt x="910560" y="1470862"/>
                  <a:pt x="946567" y="1408667"/>
                </a:cubicBezTo>
                <a:cubicBezTo>
                  <a:pt x="1127697" y="1094963"/>
                  <a:pt x="1306099" y="776349"/>
                  <a:pt x="1491048" y="465373"/>
                </a:cubicBezTo>
                <a:lnTo>
                  <a:pt x="1491048" y="465373"/>
                </a:lnTo>
                <a:cubicBezTo>
                  <a:pt x="1540150" y="381355"/>
                  <a:pt x="1660721" y="381900"/>
                  <a:pt x="1709277" y="465373"/>
                </a:cubicBezTo>
                <a:lnTo>
                  <a:pt x="1709277" y="465373"/>
                </a:lnTo>
                <a:close/>
                <a:moveTo>
                  <a:pt x="1920413" y="972209"/>
                </a:moveTo>
                <a:lnTo>
                  <a:pt x="1648173" y="500835"/>
                </a:lnTo>
                <a:cubicBezTo>
                  <a:pt x="1626895" y="463736"/>
                  <a:pt x="1573975" y="464282"/>
                  <a:pt x="1552698" y="500835"/>
                </a:cubicBezTo>
                <a:lnTo>
                  <a:pt x="1552698" y="500835"/>
                </a:lnTo>
                <a:lnTo>
                  <a:pt x="1008217" y="1443583"/>
                </a:lnTo>
                <a:cubicBezTo>
                  <a:pt x="992395" y="1471407"/>
                  <a:pt x="1003307" y="1504687"/>
                  <a:pt x="1028403" y="1519418"/>
                </a:cubicBezTo>
                <a:lnTo>
                  <a:pt x="1028403" y="1519418"/>
                </a:lnTo>
                <a:cubicBezTo>
                  <a:pt x="1036041" y="1523782"/>
                  <a:pt x="1045861" y="1526510"/>
                  <a:pt x="1056227" y="1526510"/>
                </a:cubicBezTo>
                <a:lnTo>
                  <a:pt x="2144643" y="1526510"/>
                </a:lnTo>
                <a:cubicBezTo>
                  <a:pt x="2188835" y="1526510"/>
                  <a:pt x="2213385" y="1479591"/>
                  <a:pt x="2192653" y="1443583"/>
                </a:cubicBezTo>
                <a:lnTo>
                  <a:pt x="1921504" y="973846"/>
                </a:lnTo>
                <a:lnTo>
                  <a:pt x="1920413" y="972209"/>
                </a:lnTo>
                <a:close/>
                <a:moveTo>
                  <a:pt x="2252121" y="476284"/>
                </a:moveTo>
                <a:cubicBezTo>
                  <a:pt x="2614381" y="838544"/>
                  <a:pt x="2614381" y="1426671"/>
                  <a:pt x="2252121" y="1788930"/>
                </a:cubicBezTo>
                <a:cubicBezTo>
                  <a:pt x="1889861" y="2151190"/>
                  <a:pt x="1301735" y="2151190"/>
                  <a:pt x="939475" y="1788930"/>
                </a:cubicBezTo>
                <a:cubicBezTo>
                  <a:pt x="577215" y="1426671"/>
                  <a:pt x="577215" y="838544"/>
                  <a:pt x="939475" y="476284"/>
                </a:cubicBezTo>
                <a:cubicBezTo>
                  <a:pt x="1301735" y="114025"/>
                  <a:pt x="1889316" y="114025"/>
                  <a:pt x="2252121" y="476284"/>
                </a:cubicBezTo>
                <a:lnTo>
                  <a:pt x="2252121" y="476284"/>
                </a:lnTo>
                <a:close/>
                <a:moveTo>
                  <a:pt x="2452891" y="1132607"/>
                </a:moveTo>
                <a:cubicBezTo>
                  <a:pt x="2452891" y="659051"/>
                  <a:pt x="2068809" y="274968"/>
                  <a:pt x="1595252" y="274968"/>
                </a:cubicBezTo>
                <a:cubicBezTo>
                  <a:pt x="1121696" y="274968"/>
                  <a:pt x="738159" y="659051"/>
                  <a:pt x="738159" y="1132607"/>
                </a:cubicBezTo>
                <a:cubicBezTo>
                  <a:pt x="738159" y="1606164"/>
                  <a:pt x="1121696" y="1989701"/>
                  <a:pt x="1595252" y="1989701"/>
                </a:cubicBezTo>
                <a:cubicBezTo>
                  <a:pt x="2068809" y="1989701"/>
                  <a:pt x="2452891" y="1606164"/>
                  <a:pt x="2452891" y="1132607"/>
                </a:cubicBezTo>
                <a:lnTo>
                  <a:pt x="2452891" y="1132607"/>
                </a:lnTo>
                <a:close/>
                <a:moveTo>
                  <a:pt x="636137" y="1984245"/>
                </a:moveTo>
                <a:lnTo>
                  <a:pt x="744160" y="2092268"/>
                </a:lnTo>
                <a:lnTo>
                  <a:pt x="877825" y="1958603"/>
                </a:lnTo>
                <a:lnTo>
                  <a:pt x="877825" y="1958603"/>
                </a:lnTo>
                <a:cubicBezTo>
                  <a:pt x="890373" y="1946055"/>
                  <a:pt x="911105" y="1944418"/>
                  <a:pt x="925290" y="1956421"/>
                </a:cubicBezTo>
                <a:cubicBezTo>
                  <a:pt x="1134790" y="2127730"/>
                  <a:pt x="1394482" y="2206293"/>
                  <a:pt x="1650355" y="2193745"/>
                </a:cubicBezTo>
                <a:cubicBezTo>
                  <a:pt x="2214476" y="2164829"/>
                  <a:pt x="2657481" y="1698365"/>
                  <a:pt x="2657481" y="1132607"/>
                </a:cubicBezTo>
                <a:cubicBezTo>
                  <a:pt x="2657481" y="546117"/>
                  <a:pt x="2182288" y="70924"/>
                  <a:pt x="1595798" y="70924"/>
                </a:cubicBezTo>
                <a:cubicBezTo>
                  <a:pt x="1030040" y="70924"/>
                  <a:pt x="563576" y="513929"/>
                  <a:pt x="535206" y="1078596"/>
                </a:cubicBezTo>
                <a:cubicBezTo>
                  <a:pt x="522112" y="1333378"/>
                  <a:pt x="600675" y="1592524"/>
                  <a:pt x="770893" y="1801478"/>
                </a:cubicBezTo>
                <a:cubicBezTo>
                  <a:pt x="783987" y="1815663"/>
                  <a:pt x="783987" y="1836941"/>
                  <a:pt x="770348" y="1850580"/>
                </a:cubicBezTo>
                <a:lnTo>
                  <a:pt x="636137" y="1984245"/>
                </a:lnTo>
                <a:close/>
                <a:moveTo>
                  <a:pt x="782896" y="2153918"/>
                </a:moveTo>
                <a:cubicBezTo>
                  <a:pt x="794898" y="2197564"/>
                  <a:pt x="783441" y="2246120"/>
                  <a:pt x="750161" y="2279399"/>
                </a:cubicBezTo>
                <a:lnTo>
                  <a:pt x="338800" y="2690215"/>
                </a:lnTo>
                <a:cubicBezTo>
                  <a:pt x="288608" y="2740408"/>
                  <a:pt x="207317" y="2740408"/>
                  <a:pt x="157125" y="2690215"/>
                </a:cubicBezTo>
                <a:lnTo>
                  <a:pt x="37644" y="2570735"/>
                </a:lnTo>
                <a:cubicBezTo>
                  <a:pt x="-12548" y="2520542"/>
                  <a:pt x="-12548" y="2439252"/>
                  <a:pt x="37644" y="2389059"/>
                </a:cubicBezTo>
                <a:lnTo>
                  <a:pt x="448460" y="1978244"/>
                </a:lnTo>
                <a:cubicBezTo>
                  <a:pt x="481740" y="1944964"/>
                  <a:pt x="530296" y="1933507"/>
                  <a:pt x="573942" y="1945509"/>
                </a:cubicBezTo>
                <a:lnTo>
                  <a:pt x="696695" y="1822756"/>
                </a:lnTo>
                <a:cubicBezTo>
                  <a:pt x="528659" y="1603981"/>
                  <a:pt x="451188" y="1337197"/>
                  <a:pt x="464282" y="1074777"/>
                </a:cubicBezTo>
                <a:cubicBezTo>
                  <a:pt x="495379" y="472465"/>
                  <a:pt x="992395" y="0"/>
                  <a:pt x="1595798" y="0"/>
                </a:cubicBezTo>
                <a:cubicBezTo>
                  <a:pt x="2221023" y="0"/>
                  <a:pt x="2728405" y="507382"/>
                  <a:pt x="2728405" y="1132607"/>
                </a:cubicBezTo>
                <a:cubicBezTo>
                  <a:pt x="2728405" y="1735464"/>
                  <a:pt x="2255940" y="2233026"/>
                  <a:pt x="1653628" y="2263578"/>
                </a:cubicBezTo>
                <a:cubicBezTo>
                  <a:pt x="1390663" y="2277217"/>
                  <a:pt x="1124424" y="2199200"/>
                  <a:pt x="905104" y="2030619"/>
                </a:cubicBezTo>
                <a:lnTo>
                  <a:pt x="782896" y="2153918"/>
                </a:lnTo>
                <a:close/>
                <a:moveTo>
                  <a:pt x="579943" y="2027891"/>
                </a:moveTo>
                <a:cubicBezTo>
                  <a:pt x="557574" y="2006613"/>
                  <a:pt x="521567" y="2006613"/>
                  <a:pt x="499198" y="2028436"/>
                </a:cubicBezTo>
                <a:lnTo>
                  <a:pt x="87837" y="2439798"/>
                </a:lnTo>
                <a:cubicBezTo>
                  <a:pt x="65469" y="2462166"/>
                  <a:pt x="65469" y="2499265"/>
                  <a:pt x="87837" y="2521088"/>
                </a:cubicBezTo>
                <a:lnTo>
                  <a:pt x="207317" y="2640568"/>
                </a:lnTo>
                <a:cubicBezTo>
                  <a:pt x="229686" y="2662936"/>
                  <a:pt x="266239" y="2662936"/>
                  <a:pt x="288608" y="2640568"/>
                </a:cubicBezTo>
                <a:lnTo>
                  <a:pt x="699423" y="2229752"/>
                </a:lnTo>
                <a:cubicBezTo>
                  <a:pt x="721792" y="2207384"/>
                  <a:pt x="721792" y="2170285"/>
                  <a:pt x="699423" y="2148462"/>
                </a:cubicBezTo>
                <a:lnTo>
                  <a:pt x="579943" y="2028982"/>
                </a:lnTo>
                <a:lnTo>
                  <a:pt x="579943" y="2027891"/>
                </a:lnTo>
                <a:close/>
              </a:path>
            </a:pathLst>
          </a:custGeom>
          <a:solidFill>
            <a:srgbClr val="0084D4"/>
          </a:solidFill>
          <a:ln w="5451"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46" name="Forme libre : forme 45">
            <a:extLst>
              <a:ext uri="{FF2B5EF4-FFF2-40B4-BE49-F238E27FC236}">
                <a16:creationId xmlns:a16="http://schemas.microsoft.com/office/drawing/2014/main" id="{8B7CBDD1-95DC-5FC1-2751-1F05751FF76E}"/>
              </a:ext>
            </a:extLst>
          </p:cNvPr>
          <p:cNvSpPr>
            <a:spLocks noChangeAspect="1"/>
          </p:cNvSpPr>
          <p:nvPr/>
        </p:nvSpPr>
        <p:spPr>
          <a:xfrm>
            <a:off x="6576587" y="5712942"/>
            <a:ext cx="360000" cy="360000"/>
          </a:xfrm>
          <a:custGeom>
            <a:avLst/>
            <a:gdLst>
              <a:gd name="csX0" fmla="*/ 811114 w 855762"/>
              <a:gd name="csY0" fmla="*/ 773907 h 855762"/>
              <a:gd name="csX1" fmla="*/ 844600 w 855762"/>
              <a:gd name="csY1" fmla="*/ 773907 h 855762"/>
              <a:gd name="csX2" fmla="*/ 855762 w 855762"/>
              <a:gd name="csY2" fmla="*/ 785069 h 855762"/>
              <a:gd name="csX3" fmla="*/ 855762 w 855762"/>
              <a:gd name="csY3" fmla="*/ 844601 h 855762"/>
              <a:gd name="csX4" fmla="*/ 844600 w 855762"/>
              <a:gd name="csY4" fmla="*/ 855763 h 855762"/>
              <a:gd name="csX5" fmla="*/ 11162 w 855762"/>
              <a:gd name="csY5" fmla="*/ 855763 h 855762"/>
              <a:gd name="csX6" fmla="*/ 0 w 855762"/>
              <a:gd name="csY6" fmla="*/ 844601 h 855762"/>
              <a:gd name="csX7" fmla="*/ 0 w 855762"/>
              <a:gd name="csY7" fmla="*/ 785069 h 855762"/>
              <a:gd name="csX8" fmla="*/ 11162 w 855762"/>
              <a:gd name="csY8" fmla="*/ 773907 h 855762"/>
              <a:gd name="csX9" fmla="*/ 44648 w 855762"/>
              <a:gd name="csY9" fmla="*/ 773907 h 855762"/>
              <a:gd name="csX10" fmla="*/ 44648 w 855762"/>
              <a:gd name="csY10" fmla="*/ 755304 h 855762"/>
              <a:gd name="csX11" fmla="*/ 205345 w 855762"/>
              <a:gd name="csY11" fmla="*/ 567776 h 855762"/>
              <a:gd name="csX12" fmla="*/ 133944 w 855762"/>
              <a:gd name="csY12" fmla="*/ 442760 h 855762"/>
              <a:gd name="csX13" fmla="*/ 279048 w 855762"/>
              <a:gd name="csY13" fmla="*/ 297656 h 855762"/>
              <a:gd name="csX14" fmla="*/ 424152 w 855762"/>
              <a:gd name="csY14" fmla="*/ 442760 h 855762"/>
              <a:gd name="csX15" fmla="*/ 352752 w 855762"/>
              <a:gd name="csY15" fmla="*/ 567776 h 855762"/>
              <a:gd name="csX16" fmla="*/ 513448 w 855762"/>
              <a:gd name="csY16" fmla="*/ 755304 h 855762"/>
              <a:gd name="csX17" fmla="*/ 513448 w 855762"/>
              <a:gd name="csY17" fmla="*/ 773907 h 855762"/>
              <a:gd name="csX18" fmla="*/ 561817 w 855762"/>
              <a:gd name="csY18" fmla="*/ 773907 h 855762"/>
              <a:gd name="csX19" fmla="*/ 550655 w 855762"/>
              <a:gd name="csY19" fmla="*/ 740421 h 855762"/>
              <a:gd name="csX20" fmla="*/ 606465 w 855762"/>
              <a:gd name="csY20" fmla="*/ 684610 h 855762"/>
              <a:gd name="csX21" fmla="*/ 595303 w 855762"/>
              <a:gd name="csY21" fmla="*/ 651124 h 855762"/>
              <a:gd name="csX22" fmla="*/ 606465 w 855762"/>
              <a:gd name="csY22" fmla="*/ 617638 h 855762"/>
              <a:gd name="csX23" fmla="*/ 550655 w 855762"/>
              <a:gd name="csY23" fmla="*/ 561827 h 855762"/>
              <a:gd name="csX24" fmla="*/ 606465 w 855762"/>
              <a:gd name="csY24" fmla="*/ 506016 h 855762"/>
              <a:gd name="csX25" fmla="*/ 595303 w 855762"/>
              <a:gd name="csY25" fmla="*/ 472530 h 855762"/>
              <a:gd name="csX26" fmla="*/ 606465 w 855762"/>
              <a:gd name="csY26" fmla="*/ 439044 h 855762"/>
              <a:gd name="csX27" fmla="*/ 550655 w 855762"/>
              <a:gd name="csY27" fmla="*/ 383233 h 855762"/>
              <a:gd name="csX28" fmla="*/ 606465 w 855762"/>
              <a:gd name="csY28" fmla="*/ 327423 h 855762"/>
              <a:gd name="csX29" fmla="*/ 799937 w 855762"/>
              <a:gd name="csY29" fmla="*/ 327423 h 855762"/>
              <a:gd name="csX30" fmla="*/ 811099 w 855762"/>
              <a:gd name="csY30" fmla="*/ 338585 h 855762"/>
              <a:gd name="csX31" fmla="*/ 811099 w 855762"/>
              <a:gd name="csY31" fmla="*/ 416720 h 855762"/>
              <a:gd name="csX32" fmla="*/ 844586 w 855762"/>
              <a:gd name="csY32" fmla="*/ 416720 h 855762"/>
              <a:gd name="csX33" fmla="*/ 855748 w 855762"/>
              <a:gd name="csY33" fmla="*/ 427882 h 855762"/>
              <a:gd name="csX34" fmla="*/ 855748 w 855762"/>
              <a:gd name="csY34" fmla="*/ 517179 h 855762"/>
              <a:gd name="csX35" fmla="*/ 844586 w 855762"/>
              <a:gd name="csY35" fmla="*/ 528341 h 855762"/>
              <a:gd name="csX36" fmla="*/ 811099 w 855762"/>
              <a:gd name="csY36" fmla="*/ 528341 h 855762"/>
              <a:gd name="csX37" fmla="*/ 811099 w 855762"/>
              <a:gd name="csY37" fmla="*/ 595313 h 855762"/>
              <a:gd name="csX38" fmla="*/ 844586 w 855762"/>
              <a:gd name="csY38" fmla="*/ 595313 h 855762"/>
              <a:gd name="csX39" fmla="*/ 855748 w 855762"/>
              <a:gd name="csY39" fmla="*/ 606476 h 855762"/>
              <a:gd name="csX40" fmla="*/ 855748 w 855762"/>
              <a:gd name="csY40" fmla="*/ 695773 h 855762"/>
              <a:gd name="csX41" fmla="*/ 844586 w 855762"/>
              <a:gd name="csY41" fmla="*/ 706935 h 855762"/>
              <a:gd name="csX42" fmla="*/ 811099 w 855762"/>
              <a:gd name="csY42" fmla="*/ 706935 h 855762"/>
              <a:gd name="csX43" fmla="*/ 55810 w 855762"/>
              <a:gd name="csY43" fmla="*/ 796232 h 855762"/>
              <a:gd name="csX44" fmla="*/ 22324 w 855762"/>
              <a:gd name="csY44" fmla="*/ 796232 h 855762"/>
              <a:gd name="csX45" fmla="*/ 22324 w 855762"/>
              <a:gd name="csY45" fmla="*/ 833438 h 855762"/>
              <a:gd name="csX46" fmla="*/ 833435 w 855762"/>
              <a:gd name="csY46" fmla="*/ 833438 h 855762"/>
              <a:gd name="csX47" fmla="*/ 833435 w 855762"/>
              <a:gd name="csY47" fmla="*/ 796232 h 855762"/>
              <a:gd name="csX48" fmla="*/ 323700 w 855762"/>
              <a:gd name="csY48" fmla="*/ 587872 h 855762"/>
              <a:gd name="csX49" fmla="*/ 234404 w 855762"/>
              <a:gd name="csY49" fmla="*/ 587872 h 855762"/>
              <a:gd name="csX50" fmla="*/ 66973 w 855762"/>
              <a:gd name="csY50" fmla="*/ 755303 h 855762"/>
              <a:gd name="csX51" fmla="*/ 66973 w 855762"/>
              <a:gd name="csY51" fmla="*/ 773906 h 855762"/>
              <a:gd name="csX52" fmla="*/ 491131 w 855762"/>
              <a:gd name="csY52" fmla="*/ 773906 h 855762"/>
              <a:gd name="csX53" fmla="*/ 491131 w 855762"/>
              <a:gd name="csY53" fmla="*/ 755303 h 855762"/>
              <a:gd name="csX54" fmla="*/ 323700 w 855762"/>
              <a:gd name="csY54" fmla="*/ 587872 h 855762"/>
              <a:gd name="csX55" fmla="*/ 279052 w 855762"/>
              <a:gd name="csY55" fmla="*/ 565548 h 855762"/>
              <a:gd name="csX56" fmla="*/ 401839 w 855762"/>
              <a:gd name="csY56" fmla="*/ 442761 h 855762"/>
              <a:gd name="csX57" fmla="*/ 279052 w 855762"/>
              <a:gd name="csY57" fmla="*/ 319974 h 855762"/>
              <a:gd name="csX58" fmla="*/ 156265 w 855762"/>
              <a:gd name="csY58" fmla="*/ 442761 h 855762"/>
              <a:gd name="csX59" fmla="*/ 279052 w 855762"/>
              <a:gd name="csY59" fmla="*/ 565548 h 855762"/>
              <a:gd name="csX60" fmla="*/ 788792 w 855762"/>
              <a:gd name="csY60" fmla="*/ 706937 h 855762"/>
              <a:gd name="csX61" fmla="*/ 606474 w 855762"/>
              <a:gd name="csY61" fmla="*/ 706937 h 855762"/>
              <a:gd name="csX62" fmla="*/ 572988 w 855762"/>
              <a:gd name="csY62" fmla="*/ 740423 h 855762"/>
              <a:gd name="csX63" fmla="*/ 606474 w 855762"/>
              <a:gd name="csY63" fmla="*/ 773909 h 855762"/>
              <a:gd name="csX64" fmla="*/ 788792 w 855762"/>
              <a:gd name="csY64" fmla="*/ 773909 h 855762"/>
              <a:gd name="csX65" fmla="*/ 651127 w 855762"/>
              <a:gd name="csY65" fmla="*/ 617640 h 855762"/>
              <a:gd name="csX66" fmla="*/ 617641 w 855762"/>
              <a:gd name="csY66" fmla="*/ 651126 h 855762"/>
              <a:gd name="csX67" fmla="*/ 651127 w 855762"/>
              <a:gd name="csY67" fmla="*/ 684612 h 855762"/>
              <a:gd name="csX68" fmla="*/ 833445 w 855762"/>
              <a:gd name="csY68" fmla="*/ 684612 h 855762"/>
              <a:gd name="csX69" fmla="*/ 833445 w 855762"/>
              <a:gd name="csY69" fmla="*/ 617640 h 855762"/>
              <a:gd name="csX70" fmla="*/ 788792 w 855762"/>
              <a:gd name="csY70" fmla="*/ 528343 h 855762"/>
              <a:gd name="csX71" fmla="*/ 606474 w 855762"/>
              <a:gd name="csY71" fmla="*/ 528343 h 855762"/>
              <a:gd name="csX72" fmla="*/ 572988 w 855762"/>
              <a:gd name="csY72" fmla="*/ 561829 h 855762"/>
              <a:gd name="csX73" fmla="*/ 606474 w 855762"/>
              <a:gd name="csY73" fmla="*/ 595315 h 855762"/>
              <a:gd name="csX74" fmla="*/ 788792 w 855762"/>
              <a:gd name="csY74" fmla="*/ 595315 h 855762"/>
              <a:gd name="csX75" fmla="*/ 651127 w 855762"/>
              <a:gd name="csY75" fmla="*/ 439046 h 855762"/>
              <a:gd name="csX76" fmla="*/ 617641 w 855762"/>
              <a:gd name="csY76" fmla="*/ 472532 h 855762"/>
              <a:gd name="csX77" fmla="*/ 651127 w 855762"/>
              <a:gd name="csY77" fmla="*/ 506018 h 855762"/>
              <a:gd name="csX78" fmla="*/ 833445 w 855762"/>
              <a:gd name="csY78" fmla="*/ 506018 h 855762"/>
              <a:gd name="csX79" fmla="*/ 833445 w 855762"/>
              <a:gd name="csY79" fmla="*/ 439046 h 855762"/>
              <a:gd name="csX80" fmla="*/ 788792 w 855762"/>
              <a:gd name="csY80" fmla="*/ 416721 h 855762"/>
              <a:gd name="csX81" fmla="*/ 788792 w 855762"/>
              <a:gd name="csY81" fmla="*/ 349749 h 855762"/>
              <a:gd name="csX82" fmla="*/ 606474 w 855762"/>
              <a:gd name="csY82" fmla="*/ 349749 h 855762"/>
              <a:gd name="csX83" fmla="*/ 572988 w 855762"/>
              <a:gd name="csY83" fmla="*/ 383235 h 855762"/>
              <a:gd name="csX84" fmla="*/ 606474 w 855762"/>
              <a:gd name="csY84" fmla="*/ 416721 h 855762"/>
              <a:gd name="csX85" fmla="*/ 66006 w 855762"/>
              <a:gd name="csY85" fmla="*/ 84909 h 855762"/>
              <a:gd name="csX86" fmla="*/ 60537 w 855762"/>
              <a:gd name="csY86" fmla="*/ 70100 h 855762"/>
              <a:gd name="csX87" fmla="*/ 75345 w 855762"/>
              <a:gd name="csY87" fmla="*/ 64631 h 855762"/>
              <a:gd name="csX88" fmla="*/ 88405 w 855762"/>
              <a:gd name="csY88" fmla="*/ 70658 h 855762"/>
              <a:gd name="csX89" fmla="*/ 120589 w 855762"/>
              <a:gd name="csY89" fmla="*/ 126395 h 855762"/>
              <a:gd name="csX90" fmla="*/ 119287 w 855762"/>
              <a:gd name="csY90" fmla="*/ 140719 h 855762"/>
              <a:gd name="csX91" fmla="*/ 138597 w 855762"/>
              <a:gd name="csY91" fmla="*/ 174168 h 855762"/>
              <a:gd name="csX92" fmla="*/ 151657 w 855762"/>
              <a:gd name="csY92" fmla="*/ 180196 h 855762"/>
              <a:gd name="csX93" fmla="*/ 183841 w 855762"/>
              <a:gd name="csY93" fmla="*/ 235932 h 855762"/>
              <a:gd name="csX94" fmla="*/ 182538 w 855762"/>
              <a:gd name="csY94" fmla="*/ 250257 h 855762"/>
              <a:gd name="csX95" fmla="*/ 170409 w 855762"/>
              <a:gd name="csY95" fmla="*/ 260340 h 855762"/>
              <a:gd name="csX96" fmla="*/ 160289 w 855762"/>
              <a:gd name="csY96" fmla="*/ 248211 h 855762"/>
              <a:gd name="csX97" fmla="*/ 161591 w 855762"/>
              <a:gd name="csY97" fmla="*/ 233886 h 855762"/>
              <a:gd name="csX98" fmla="*/ 142281 w 855762"/>
              <a:gd name="csY98" fmla="*/ 200437 h 855762"/>
              <a:gd name="csX99" fmla="*/ 129221 w 855762"/>
              <a:gd name="csY99" fmla="*/ 194410 h 855762"/>
              <a:gd name="csX100" fmla="*/ 97037 w 855762"/>
              <a:gd name="csY100" fmla="*/ 138673 h 855762"/>
              <a:gd name="csX101" fmla="*/ 98340 w 855762"/>
              <a:gd name="csY101" fmla="*/ 124349 h 855762"/>
              <a:gd name="csX102" fmla="*/ 79030 w 855762"/>
              <a:gd name="csY102" fmla="*/ 90900 h 855762"/>
              <a:gd name="csX103" fmla="*/ 65970 w 855762"/>
              <a:gd name="csY103" fmla="*/ 84872 h 855762"/>
              <a:gd name="csX104" fmla="*/ 265774 w 855762"/>
              <a:gd name="csY104" fmla="*/ 17601 h 855762"/>
              <a:gd name="csX105" fmla="*/ 268453 w 855762"/>
              <a:gd name="csY105" fmla="*/ 2049 h 855762"/>
              <a:gd name="csX106" fmla="*/ 284006 w 855762"/>
              <a:gd name="csY106" fmla="*/ 4728 h 855762"/>
              <a:gd name="csX107" fmla="*/ 292303 w 855762"/>
              <a:gd name="csY107" fmla="*/ 16485 h 855762"/>
              <a:gd name="csX108" fmla="*/ 292303 w 855762"/>
              <a:gd name="csY108" fmla="*/ 80853 h 855762"/>
              <a:gd name="csX109" fmla="*/ 284006 w 855762"/>
              <a:gd name="csY109" fmla="*/ 92611 h 855762"/>
              <a:gd name="csX110" fmla="*/ 284006 w 855762"/>
              <a:gd name="csY110" fmla="*/ 131232 h 855762"/>
              <a:gd name="csX111" fmla="*/ 292303 w 855762"/>
              <a:gd name="csY111" fmla="*/ 142990 h 855762"/>
              <a:gd name="csX112" fmla="*/ 292303 w 855762"/>
              <a:gd name="csY112" fmla="*/ 207358 h 855762"/>
              <a:gd name="csX113" fmla="*/ 284006 w 855762"/>
              <a:gd name="csY113" fmla="*/ 219115 h 855762"/>
              <a:gd name="csX114" fmla="*/ 268453 w 855762"/>
              <a:gd name="csY114" fmla="*/ 221794 h 855762"/>
              <a:gd name="csX115" fmla="*/ 265774 w 855762"/>
              <a:gd name="csY115" fmla="*/ 206242 h 855762"/>
              <a:gd name="csX116" fmla="*/ 274071 w 855762"/>
              <a:gd name="csY116" fmla="*/ 194484 h 855762"/>
              <a:gd name="csX117" fmla="*/ 274071 w 855762"/>
              <a:gd name="csY117" fmla="*/ 155863 h 855762"/>
              <a:gd name="csX118" fmla="*/ 265774 w 855762"/>
              <a:gd name="csY118" fmla="*/ 144105 h 855762"/>
              <a:gd name="csX119" fmla="*/ 265774 w 855762"/>
              <a:gd name="csY119" fmla="*/ 79737 h 855762"/>
              <a:gd name="csX120" fmla="*/ 274071 w 855762"/>
              <a:gd name="csY120" fmla="*/ 67980 h 855762"/>
              <a:gd name="csX121" fmla="*/ 274071 w 855762"/>
              <a:gd name="csY121" fmla="*/ 29359 h 855762"/>
              <a:gd name="csX122" fmla="*/ 474800 w 855762"/>
              <a:gd name="csY122" fmla="*/ 70026 h 855762"/>
              <a:gd name="csX123" fmla="*/ 484921 w 855762"/>
              <a:gd name="csY123" fmla="*/ 57897 h 855762"/>
              <a:gd name="csX124" fmla="*/ 497050 w 855762"/>
              <a:gd name="csY124" fmla="*/ 68017 h 855762"/>
              <a:gd name="csX125" fmla="*/ 498352 w 855762"/>
              <a:gd name="csY125" fmla="*/ 82342 h 855762"/>
              <a:gd name="csX126" fmla="*/ 466168 w 855762"/>
              <a:gd name="csY126" fmla="*/ 138078 h 855762"/>
              <a:gd name="csX127" fmla="*/ 453108 w 855762"/>
              <a:gd name="csY127" fmla="*/ 144106 h 855762"/>
              <a:gd name="csX128" fmla="*/ 433798 w 855762"/>
              <a:gd name="csY128" fmla="*/ 177554 h 855762"/>
              <a:gd name="csX129" fmla="*/ 435101 w 855762"/>
              <a:gd name="csY129" fmla="*/ 191879 h 855762"/>
              <a:gd name="csX130" fmla="*/ 402916 w 855762"/>
              <a:gd name="csY130" fmla="*/ 247616 h 855762"/>
              <a:gd name="csX131" fmla="*/ 389857 w 855762"/>
              <a:gd name="csY131" fmla="*/ 253643 h 855762"/>
              <a:gd name="csX132" fmla="*/ 375048 w 855762"/>
              <a:gd name="csY132" fmla="*/ 248211 h 855762"/>
              <a:gd name="csX133" fmla="*/ 380518 w 855762"/>
              <a:gd name="csY133" fmla="*/ 233402 h 855762"/>
              <a:gd name="csX134" fmla="*/ 393577 w 855762"/>
              <a:gd name="csY134" fmla="*/ 227375 h 855762"/>
              <a:gd name="csX135" fmla="*/ 412887 w 855762"/>
              <a:gd name="csY135" fmla="*/ 193926 h 855762"/>
              <a:gd name="csX136" fmla="*/ 411585 w 855762"/>
              <a:gd name="csY136" fmla="*/ 179601 h 855762"/>
              <a:gd name="csX137" fmla="*/ 443769 w 855762"/>
              <a:gd name="csY137" fmla="*/ 123865 h 855762"/>
              <a:gd name="csX138" fmla="*/ 456829 w 855762"/>
              <a:gd name="csY138" fmla="*/ 117837 h 855762"/>
              <a:gd name="csX139" fmla="*/ 476139 w 855762"/>
              <a:gd name="csY139" fmla="*/ 84388 h 855762"/>
              <a:gd name="csX140" fmla="*/ 474837 w 855762"/>
              <a:gd name="csY140" fmla="*/ 70064 h 855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855762" h="855762">
                <a:moveTo>
                  <a:pt x="811114" y="773907"/>
                </a:moveTo>
                <a:lnTo>
                  <a:pt x="844600" y="773907"/>
                </a:lnTo>
                <a:cubicBezTo>
                  <a:pt x="850776" y="773907"/>
                  <a:pt x="855762" y="778893"/>
                  <a:pt x="855762" y="785069"/>
                </a:cubicBezTo>
                <a:lnTo>
                  <a:pt x="855762" y="844601"/>
                </a:lnTo>
                <a:cubicBezTo>
                  <a:pt x="855762" y="850777"/>
                  <a:pt x="850776" y="855763"/>
                  <a:pt x="844600" y="855763"/>
                </a:cubicBezTo>
                <a:lnTo>
                  <a:pt x="11162" y="855763"/>
                </a:lnTo>
                <a:cubicBezTo>
                  <a:pt x="4986" y="855763"/>
                  <a:pt x="0" y="850777"/>
                  <a:pt x="0" y="844601"/>
                </a:cubicBezTo>
                <a:lnTo>
                  <a:pt x="0" y="785069"/>
                </a:lnTo>
                <a:cubicBezTo>
                  <a:pt x="0" y="778893"/>
                  <a:pt x="4986" y="773907"/>
                  <a:pt x="11162" y="773907"/>
                </a:cubicBezTo>
                <a:lnTo>
                  <a:pt x="44648" y="773907"/>
                </a:lnTo>
                <a:lnTo>
                  <a:pt x="44648" y="755304"/>
                </a:lnTo>
                <a:cubicBezTo>
                  <a:pt x="44648" y="660389"/>
                  <a:pt x="114337" y="581768"/>
                  <a:pt x="205345" y="567776"/>
                </a:cubicBezTo>
                <a:cubicBezTo>
                  <a:pt x="162631" y="542512"/>
                  <a:pt x="133944" y="495966"/>
                  <a:pt x="133944" y="442760"/>
                </a:cubicBezTo>
                <a:cubicBezTo>
                  <a:pt x="133944" y="362691"/>
                  <a:pt x="198982" y="297656"/>
                  <a:pt x="279048" y="297656"/>
                </a:cubicBezTo>
                <a:cubicBezTo>
                  <a:pt x="359155" y="297656"/>
                  <a:pt x="424152" y="362694"/>
                  <a:pt x="424152" y="442760"/>
                </a:cubicBezTo>
                <a:cubicBezTo>
                  <a:pt x="424152" y="495966"/>
                  <a:pt x="395466" y="542477"/>
                  <a:pt x="352752" y="567776"/>
                </a:cubicBezTo>
                <a:cubicBezTo>
                  <a:pt x="443760" y="581766"/>
                  <a:pt x="513448" y="660421"/>
                  <a:pt x="513448" y="755304"/>
                </a:cubicBezTo>
                <a:lnTo>
                  <a:pt x="513448" y="773907"/>
                </a:lnTo>
                <a:lnTo>
                  <a:pt x="561817" y="773907"/>
                </a:lnTo>
                <a:cubicBezTo>
                  <a:pt x="554822" y="764605"/>
                  <a:pt x="550655" y="752997"/>
                  <a:pt x="550655" y="740421"/>
                </a:cubicBezTo>
                <a:cubicBezTo>
                  <a:pt x="550655" y="709613"/>
                  <a:pt x="575658" y="684610"/>
                  <a:pt x="606465" y="684610"/>
                </a:cubicBezTo>
                <a:cubicBezTo>
                  <a:pt x="599470" y="675308"/>
                  <a:pt x="595303" y="663700"/>
                  <a:pt x="595303" y="651124"/>
                </a:cubicBezTo>
                <a:cubicBezTo>
                  <a:pt x="595303" y="638548"/>
                  <a:pt x="599470" y="626976"/>
                  <a:pt x="606465" y="617638"/>
                </a:cubicBezTo>
                <a:cubicBezTo>
                  <a:pt x="575658" y="617638"/>
                  <a:pt x="550655" y="592635"/>
                  <a:pt x="550655" y="561827"/>
                </a:cubicBezTo>
                <a:cubicBezTo>
                  <a:pt x="550655" y="531020"/>
                  <a:pt x="575658" y="506016"/>
                  <a:pt x="606465" y="506016"/>
                </a:cubicBezTo>
                <a:cubicBezTo>
                  <a:pt x="599470" y="496715"/>
                  <a:pt x="595303" y="485106"/>
                  <a:pt x="595303" y="472530"/>
                </a:cubicBezTo>
                <a:cubicBezTo>
                  <a:pt x="595303" y="459954"/>
                  <a:pt x="599470" y="448383"/>
                  <a:pt x="606465" y="439044"/>
                </a:cubicBezTo>
                <a:cubicBezTo>
                  <a:pt x="575658" y="439044"/>
                  <a:pt x="550655" y="414041"/>
                  <a:pt x="550655" y="383233"/>
                </a:cubicBezTo>
                <a:cubicBezTo>
                  <a:pt x="550655" y="352426"/>
                  <a:pt x="575658" y="327423"/>
                  <a:pt x="606465" y="327423"/>
                </a:cubicBezTo>
                <a:lnTo>
                  <a:pt x="799937" y="327423"/>
                </a:lnTo>
                <a:cubicBezTo>
                  <a:pt x="806114" y="327423"/>
                  <a:pt x="811099" y="332408"/>
                  <a:pt x="811099" y="338585"/>
                </a:cubicBezTo>
                <a:lnTo>
                  <a:pt x="811099" y="416720"/>
                </a:lnTo>
                <a:lnTo>
                  <a:pt x="844586" y="416720"/>
                </a:lnTo>
                <a:cubicBezTo>
                  <a:pt x="850762" y="416720"/>
                  <a:pt x="855748" y="421705"/>
                  <a:pt x="855748" y="427882"/>
                </a:cubicBezTo>
                <a:lnTo>
                  <a:pt x="855748" y="517179"/>
                </a:lnTo>
                <a:cubicBezTo>
                  <a:pt x="855748" y="523355"/>
                  <a:pt x="850762" y="528341"/>
                  <a:pt x="844586" y="528341"/>
                </a:cubicBezTo>
                <a:lnTo>
                  <a:pt x="811099" y="528341"/>
                </a:lnTo>
                <a:lnTo>
                  <a:pt x="811099" y="595313"/>
                </a:lnTo>
                <a:lnTo>
                  <a:pt x="844586" y="595313"/>
                </a:lnTo>
                <a:cubicBezTo>
                  <a:pt x="850762" y="595313"/>
                  <a:pt x="855748" y="600299"/>
                  <a:pt x="855748" y="606476"/>
                </a:cubicBezTo>
                <a:lnTo>
                  <a:pt x="855748" y="695773"/>
                </a:lnTo>
                <a:cubicBezTo>
                  <a:pt x="855748" y="701949"/>
                  <a:pt x="850762" y="706935"/>
                  <a:pt x="844586" y="706935"/>
                </a:cubicBezTo>
                <a:lnTo>
                  <a:pt x="811099" y="706935"/>
                </a:lnTo>
                <a:close/>
                <a:moveTo>
                  <a:pt x="55810" y="796232"/>
                </a:moveTo>
                <a:lnTo>
                  <a:pt x="22324" y="796232"/>
                </a:lnTo>
                <a:lnTo>
                  <a:pt x="22324" y="833438"/>
                </a:lnTo>
                <a:lnTo>
                  <a:pt x="833435" y="833438"/>
                </a:lnTo>
                <a:lnTo>
                  <a:pt x="833435" y="796232"/>
                </a:lnTo>
                <a:close/>
                <a:moveTo>
                  <a:pt x="323700" y="587872"/>
                </a:moveTo>
                <a:lnTo>
                  <a:pt x="234404" y="587872"/>
                </a:lnTo>
                <a:cubicBezTo>
                  <a:pt x="141944" y="587872"/>
                  <a:pt x="66973" y="662845"/>
                  <a:pt x="66973" y="755303"/>
                </a:cubicBezTo>
                <a:lnTo>
                  <a:pt x="66973" y="773906"/>
                </a:lnTo>
                <a:lnTo>
                  <a:pt x="491131" y="773906"/>
                </a:lnTo>
                <a:lnTo>
                  <a:pt x="491131" y="755303"/>
                </a:lnTo>
                <a:cubicBezTo>
                  <a:pt x="491131" y="662844"/>
                  <a:pt x="416159" y="587872"/>
                  <a:pt x="323700" y="587872"/>
                </a:cubicBezTo>
                <a:close/>
                <a:moveTo>
                  <a:pt x="279052" y="565548"/>
                </a:moveTo>
                <a:cubicBezTo>
                  <a:pt x="346806" y="565548"/>
                  <a:pt x="401839" y="510556"/>
                  <a:pt x="401839" y="442761"/>
                </a:cubicBezTo>
                <a:cubicBezTo>
                  <a:pt x="401839" y="375007"/>
                  <a:pt x="346810" y="319974"/>
                  <a:pt x="279052" y="319974"/>
                </a:cubicBezTo>
                <a:cubicBezTo>
                  <a:pt x="211294" y="319974"/>
                  <a:pt x="156265" y="375003"/>
                  <a:pt x="156265" y="442761"/>
                </a:cubicBezTo>
                <a:cubicBezTo>
                  <a:pt x="156265" y="510552"/>
                  <a:pt x="211294" y="565548"/>
                  <a:pt x="279052" y="565548"/>
                </a:cubicBezTo>
                <a:close/>
                <a:moveTo>
                  <a:pt x="788792" y="706937"/>
                </a:moveTo>
                <a:lnTo>
                  <a:pt x="606474" y="706937"/>
                </a:lnTo>
                <a:cubicBezTo>
                  <a:pt x="587982" y="706937"/>
                  <a:pt x="572988" y="721931"/>
                  <a:pt x="572988" y="740423"/>
                </a:cubicBezTo>
                <a:cubicBezTo>
                  <a:pt x="572988" y="758915"/>
                  <a:pt x="587982" y="773909"/>
                  <a:pt x="606474" y="773909"/>
                </a:cubicBezTo>
                <a:lnTo>
                  <a:pt x="788792" y="773909"/>
                </a:lnTo>
                <a:close/>
                <a:moveTo>
                  <a:pt x="651127" y="617640"/>
                </a:moveTo>
                <a:cubicBezTo>
                  <a:pt x="632635" y="617640"/>
                  <a:pt x="617641" y="632634"/>
                  <a:pt x="617641" y="651126"/>
                </a:cubicBezTo>
                <a:cubicBezTo>
                  <a:pt x="617641" y="669618"/>
                  <a:pt x="632635" y="684612"/>
                  <a:pt x="651127" y="684612"/>
                </a:cubicBezTo>
                <a:lnTo>
                  <a:pt x="833445" y="684612"/>
                </a:lnTo>
                <a:lnTo>
                  <a:pt x="833445" y="617640"/>
                </a:lnTo>
                <a:close/>
                <a:moveTo>
                  <a:pt x="788792" y="528343"/>
                </a:moveTo>
                <a:lnTo>
                  <a:pt x="606474" y="528343"/>
                </a:lnTo>
                <a:cubicBezTo>
                  <a:pt x="587982" y="528343"/>
                  <a:pt x="572988" y="543337"/>
                  <a:pt x="572988" y="561829"/>
                </a:cubicBezTo>
                <a:cubicBezTo>
                  <a:pt x="572988" y="580321"/>
                  <a:pt x="587982" y="595315"/>
                  <a:pt x="606474" y="595315"/>
                </a:cubicBezTo>
                <a:lnTo>
                  <a:pt x="788792" y="595315"/>
                </a:lnTo>
                <a:close/>
                <a:moveTo>
                  <a:pt x="651127" y="439046"/>
                </a:moveTo>
                <a:cubicBezTo>
                  <a:pt x="632635" y="439046"/>
                  <a:pt x="617641" y="454040"/>
                  <a:pt x="617641" y="472532"/>
                </a:cubicBezTo>
                <a:cubicBezTo>
                  <a:pt x="617641" y="491024"/>
                  <a:pt x="632635" y="506018"/>
                  <a:pt x="651127" y="506018"/>
                </a:cubicBezTo>
                <a:lnTo>
                  <a:pt x="833445" y="506018"/>
                </a:lnTo>
                <a:lnTo>
                  <a:pt x="833445" y="439046"/>
                </a:lnTo>
                <a:close/>
                <a:moveTo>
                  <a:pt x="788792" y="416721"/>
                </a:moveTo>
                <a:lnTo>
                  <a:pt x="788792" y="349749"/>
                </a:lnTo>
                <a:lnTo>
                  <a:pt x="606474" y="349749"/>
                </a:lnTo>
                <a:cubicBezTo>
                  <a:pt x="587982" y="349749"/>
                  <a:pt x="572988" y="364744"/>
                  <a:pt x="572988" y="383235"/>
                </a:cubicBezTo>
                <a:cubicBezTo>
                  <a:pt x="572988" y="401727"/>
                  <a:pt x="587982" y="416721"/>
                  <a:pt x="606474" y="416721"/>
                </a:cubicBezTo>
                <a:close/>
                <a:moveTo>
                  <a:pt x="66006" y="84909"/>
                </a:moveTo>
                <a:cubicBezTo>
                  <a:pt x="60425" y="82341"/>
                  <a:pt x="57970" y="75681"/>
                  <a:pt x="60537" y="70100"/>
                </a:cubicBezTo>
                <a:cubicBezTo>
                  <a:pt x="63141" y="64519"/>
                  <a:pt x="69764" y="62063"/>
                  <a:pt x="75345" y="64631"/>
                </a:cubicBezTo>
                <a:lnTo>
                  <a:pt x="88405" y="70658"/>
                </a:lnTo>
                <a:cubicBezTo>
                  <a:pt x="109836" y="80555"/>
                  <a:pt x="122748" y="102879"/>
                  <a:pt x="120589" y="126395"/>
                </a:cubicBezTo>
                <a:lnTo>
                  <a:pt x="119287" y="140719"/>
                </a:lnTo>
                <a:cubicBezTo>
                  <a:pt x="117985" y="154858"/>
                  <a:pt x="125724" y="168252"/>
                  <a:pt x="138597" y="174168"/>
                </a:cubicBezTo>
                <a:lnTo>
                  <a:pt x="151657" y="180196"/>
                </a:lnTo>
                <a:cubicBezTo>
                  <a:pt x="173088" y="190093"/>
                  <a:pt x="185999" y="212417"/>
                  <a:pt x="183841" y="235932"/>
                </a:cubicBezTo>
                <a:lnTo>
                  <a:pt x="182538" y="250257"/>
                </a:lnTo>
                <a:cubicBezTo>
                  <a:pt x="181980" y="256396"/>
                  <a:pt x="176511" y="260898"/>
                  <a:pt x="170409" y="260340"/>
                </a:cubicBezTo>
                <a:cubicBezTo>
                  <a:pt x="164270" y="259782"/>
                  <a:pt x="159768" y="254350"/>
                  <a:pt x="160289" y="248211"/>
                </a:cubicBezTo>
                <a:lnTo>
                  <a:pt x="161591" y="233886"/>
                </a:lnTo>
                <a:cubicBezTo>
                  <a:pt x="162894" y="219784"/>
                  <a:pt x="155154" y="206390"/>
                  <a:pt x="142281" y="200437"/>
                </a:cubicBezTo>
                <a:lnTo>
                  <a:pt x="129221" y="194410"/>
                </a:lnTo>
                <a:cubicBezTo>
                  <a:pt x="107790" y="184512"/>
                  <a:pt x="94879" y="162189"/>
                  <a:pt x="97037" y="138673"/>
                </a:cubicBezTo>
                <a:lnTo>
                  <a:pt x="98340" y="124349"/>
                </a:lnTo>
                <a:cubicBezTo>
                  <a:pt x="99642" y="110247"/>
                  <a:pt x="91903" y="96853"/>
                  <a:pt x="79030" y="90900"/>
                </a:cubicBezTo>
                <a:lnTo>
                  <a:pt x="65970" y="84872"/>
                </a:lnTo>
                <a:close/>
                <a:moveTo>
                  <a:pt x="265774" y="17601"/>
                </a:moveTo>
                <a:cubicBezTo>
                  <a:pt x="262240" y="12578"/>
                  <a:pt x="263430" y="5583"/>
                  <a:pt x="268453" y="2049"/>
                </a:cubicBezTo>
                <a:cubicBezTo>
                  <a:pt x="273513" y="-1523"/>
                  <a:pt x="280471" y="-295"/>
                  <a:pt x="284006" y="4728"/>
                </a:cubicBezTo>
                <a:lnTo>
                  <a:pt x="292303" y="16485"/>
                </a:lnTo>
                <a:cubicBezTo>
                  <a:pt x="305921" y="35758"/>
                  <a:pt x="305921" y="61543"/>
                  <a:pt x="292303" y="80853"/>
                </a:cubicBezTo>
                <a:lnTo>
                  <a:pt x="284006" y="92611"/>
                </a:lnTo>
                <a:cubicBezTo>
                  <a:pt x="275820" y="104182"/>
                  <a:pt x="275820" y="119660"/>
                  <a:pt x="284006" y="131232"/>
                </a:cubicBezTo>
                <a:lnTo>
                  <a:pt x="292303" y="142990"/>
                </a:lnTo>
                <a:cubicBezTo>
                  <a:pt x="305921" y="162262"/>
                  <a:pt x="305921" y="188048"/>
                  <a:pt x="292303" y="207358"/>
                </a:cubicBezTo>
                <a:lnTo>
                  <a:pt x="284006" y="219115"/>
                </a:lnTo>
                <a:cubicBezTo>
                  <a:pt x="280471" y="224138"/>
                  <a:pt x="273476" y="225366"/>
                  <a:pt x="268453" y="221794"/>
                </a:cubicBezTo>
                <a:cubicBezTo>
                  <a:pt x="263430" y="218222"/>
                  <a:pt x="262240" y="211264"/>
                  <a:pt x="265774" y="206242"/>
                </a:cubicBezTo>
                <a:lnTo>
                  <a:pt x="274071" y="194484"/>
                </a:lnTo>
                <a:cubicBezTo>
                  <a:pt x="282220" y="182913"/>
                  <a:pt x="282220" y="167435"/>
                  <a:pt x="274071" y="155863"/>
                </a:cubicBezTo>
                <a:lnTo>
                  <a:pt x="265774" y="144105"/>
                </a:lnTo>
                <a:cubicBezTo>
                  <a:pt x="252156" y="124795"/>
                  <a:pt x="252156" y="99010"/>
                  <a:pt x="265774" y="79737"/>
                </a:cubicBezTo>
                <a:lnTo>
                  <a:pt x="274071" y="67980"/>
                </a:lnTo>
                <a:cubicBezTo>
                  <a:pt x="282220" y="56409"/>
                  <a:pt x="282220" y="40931"/>
                  <a:pt x="274071" y="29359"/>
                </a:cubicBezTo>
                <a:close/>
                <a:moveTo>
                  <a:pt x="474800" y="70026"/>
                </a:moveTo>
                <a:cubicBezTo>
                  <a:pt x="474242" y="63887"/>
                  <a:pt x="478744" y="58455"/>
                  <a:pt x="484921" y="57897"/>
                </a:cubicBezTo>
                <a:cubicBezTo>
                  <a:pt x="491060" y="57338"/>
                  <a:pt x="496492" y="61878"/>
                  <a:pt x="497050" y="68017"/>
                </a:cubicBezTo>
                <a:lnTo>
                  <a:pt x="498352" y="82342"/>
                </a:lnTo>
                <a:cubicBezTo>
                  <a:pt x="500510" y="105857"/>
                  <a:pt x="487599" y="128181"/>
                  <a:pt x="466168" y="138078"/>
                </a:cubicBezTo>
                <a:lnTo>
                  <a:pt x="453108" y="144106"/>
                </a:lnTo>
                <a:cubicBezTo>
                  <a:pt x="440234" y="150059"/>
                  <a:pt x="432495" y="163453"/>
                  <a:pt x="433798" y="177554"/>
                </a:cubicBezTo>
                <a:lnTo>
                  <a:pt x="435101" y="191879"/>
                </a:lnTo>
                <a:cubicBezTo>
                  <a:pt x="437258" y="215394"/>
                  <a:pt x="424348" y="237718"/>
                  <a:pt x="402916" y="247616"/>
                </a:cubicBezTo>
                <a:lnTo>
                  <a:pt x="389857" y="253643"/>
                </a:lnTo>
                <a:cubicBezTo>
                  <a:pt x="384276" y="256248"/>
                  <a:pt x="377615" y="253792"/>
                  <a:pt x="375048" y="248211"/>
                </a:cubicBezTo>
                <a:cubicBezTo>
                  <a:pt x="372481" y="242630"/>
                  <a:pt x="374899" y="235969"/>
                  <a:pt x="380518" y="233402"/>
                </a:cubicBezTo>
                <a:lnTo>
                  <a:pt x="393577" y="227375"/>
                </a:lnTo>
                <a:cubicBezTo>
                  <a:pt x="406451" y="221422"/>
                  <a:pt x="414190" y="208028"/>
                  <a:pt x="412887" y="193926"/>
                </a:cubicBezTo>
                <a:lnTo>
                  <a:pt x="411585" y="179601"/>
                </a:lnTo>
                <a:cubicBezTo>
                  <a:pt x="409427" y="156086"/>
                  <a:pt x="422338" y="133762"/>
                  <a:pt x="443769" y="123865"/>
                </a:cubicBezTo>
                <a:lnTo>
                  <a:pt x="456829" y="117837"/>
                </a:lnTo>
                <a:cubicBezTo>
                  <a:pt x="469703" y="111884"/>
                  <a:pt x="477442" y="98490"/>
                  <a:pt x="476139" y="84388"/>
                </a:cubicBezTo>
                <a:lnTo>
                  <a:pt x="474837" y="70064"/>
                </a:ln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7" name="Groupe 46">
            <a:extLst>
              <a:ext uri="{FF2B5EF4-FFF2-40B4-BE49-F238E27FC236}">
                <a16:creationId xmlns:a16="http://schemas.microsoft.com/office/drawing/2014/main" id="{AB36D7BF-E101-2A87-D4BA-DFD08136D775}"/>
              </a:ext>
            </a:extLst>
          </p:cNvPr>
          <p:cNvGrpSpPr>
            <a:grpSpLocks noChangeAspect="1"/>
          </p:cNvGrpSpPr>
          <p:nvPr/>
        </p:nvGrpSpPr>
        <p:grpSpPr>
          <a:xfrm>
            <a:off x="6565133" y="3009207"/>
            <a:ext cx="324003" cy="334422"/>
            <a:chOff x="8325332" y="3831448"/>
            <a:chExt cx="590607" cy="609601"/>
          </a:xfrm>
          <a:solidFill>
            <a:srgbClr val="0084D4"/>
          </a:solidFill>
        </p:grpSpPr>
        <p:sp>
          <p:nvSpPr>
            <p:cNvPr id="59" name="Ellipse 58">
              <a:extLst>
                <a:ext uri="{FF2B5EF4-FFF2-40B4-BE49-F238E27FC236}">
                  <a16:creationId xmlns:a16="http://schemas.microsoft.com/office/drawing/2014/main" id="{60405578-9CCB-6597-BEE5-49918028D34E}"/>
                </a:ext>
              </a:extLst>
            </p:cNvPr>
            <p:cNvSpPr/>
            <p:nvPr/>
          </p:nvSpPr>
          <p:spPr>
            <a:xfrm>
              <a:off x="8401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0" name="Forme libre : forme 59">
              <a:extLst>
                <a:ext uri="{FF2B5EF4-FFF2-40B4-BE49-F238E27FC236}">
                  <a16:creationId xmlns:a16="http://schemas.microsoft.com/office/drawing/2014/main" id="{A2ADDFAA-B8BD-944F-27CF-238F185005AE}"/>
                </a:ext>
              </a:extLst>
            </p:cNvPr>
            <p:cNvSpPr/>
            <p:nvPr/>
          </p:nvSpPr>
          <p:spPr>
            <a:xfrm>
              <a:off x="8325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3" name="Ellipse 62">
              <a:extLst>
                <a:ext uri="{FF2B5EF4-FFF2-40B4-BE49-F238E27FC236}">
                  <a16:creationId xmlns:a16="http://schemas.microsoft.com/office/drawing/2014/main" id="{E4F5ED6D-BF68-3DF1-5922-3AA1AFAAE746}"/>
                </a:ext>
              </a:extLst>
            </p:cNvPr>
            <p:cNvSpPr/>
            <p:nvPr/>
          </p:nvSpPr>
          <p:spPr>
            <a:xfrm>
              <a:off x="8592032" y="41552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4" name="Forme libre : forme 63">
              <a:extLst>
                <a:ext uri="{FF2B5EF4-FFF2-40B4-BE49-F238E27FC236}">
                  <a16:creationId xmlns:a16="http://schemas.microsoft.com/office/drawing/2014/main" id="{E5A5944E-C447-7853-2B74-637F1E71B435}"/>
                </a:ext>
              </a:extLst>
            </p:cNvPr>
            <p:cNvSpPr/>
            <p:nvPr/>
          </p:nvSpPr>
          <p:spPr>
            <a:xfrm>
              <a:off x="8515831" y="3831448"/>
              <a:ext cx="209570" cy="257175"/>
            </a:xfrm>
            <a:custGeom>
              <a:avLst/>
              <a:gdLst>
                <a:gd name="csX0" fmla="*/ 133350 w 209570"/>
                <a:gd name="csY0" fmla="*/ 236602 h 257175"/>
                <a:gd name="csX1" fmla="*/ 154400 w 209570"/>
                <a:gd name="csY1" fmla="*/ 197073 h 257175"/>
                <a:gd name="csX2" fmla="*/ 197053 w 209570"/>
                <a:gd name="csY2" fmla="*/ 55170 h 257175"/>
                <a:gd name="csX3" fmla="*/ 55150 w 209570"/>
                <a:gd name="csY3" fmla="*/ 12518 h 257175"/>
                <a:gd name="csX4" fmla="*/ 0 w 209570"/>
                <a:gd name="csY4" fmla="*/ 104776 h 257175"/>
                <a:gd name="csX5" fmla="*/ 57150 w 209570"/>
                <a:gd name="csY5" fmla="*/ 104776 h 257175"/>
                <a:gd name="csX6" fmla="*/ 104794 w 209570"/>
                <a:gd name="csY6" fmla="*/ 57170 h 257175"/>
                <a:gd name="csX7" fmla="*/ 152400 w 209570"/>
                <a:gd name="csY7" fmla="*/ 104814 h 257175"/>
                <a:gd name="csX8" fmla="*/ 127254 w 209570"/>
                <a:gd name="csY8" fmla="*/ 146781 h 257175"/>
                <a:gd name="csX9" fmla="*/ 76200 w 209570"/>
                <a:gd name="csY9" fmla="*/ 236602 h 257175"/>
                <a:gd name="csX10" fmla="*/ 76200 w 209570"/>
                <a:gd name="csY10" fmla="*/ 257176 h 257175"/>
                <a:gd name="csX11" fmla="*/ 133350 w 209570"/>
                <a:gd name="csY11" fmla="*/ 257176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570" h="257175">
                  <a:moveTo>
                    <a:pt x="133350" y="236602"/>
                  </a:moveTo>
                  <a:cubicBezTo>
                    <a:pt x="132718" y="220592"/>
                    <a:pt x="140763" y="205484"/>
                    <a:pt x="154400" y="197073"/>
                  </a:cubicBezTo>
                  <a:cubicBezTo>
                    <a:pt x="205364" y="169666"/>
                    <a:pt x="224460" y="106134"/>
                    <a:pt x="197053" y="55170"/>
                  </a:cubicBezTo>
                  <a:cubicBezTo>
                    <a:pt x="169645" y="4207"/>
                    <a:pt x="106113" y="-14889"/>
                    <a:pt x="55150" y="12518"/>
                  </a:cubicBezTo>
                  <a:cubicBezTo>
                    <a:pt x="21191" y="30780"/>
                    <a:pt x="7" y="66218"/>
                    <a:pt x="0" y="104776"/>
                  </a:cubicBezTo>
                  <a:lnTo>
                    <a:pt x="57150" y="104776"/>
                  </a:lnTo>
                  <a:cubicBezTo>
                    <a:pt x="57161" y="78473"/>
                    <a:pt x="78492" y="57159"/>
                    <a:pt x="104794" y="57170"/>
                  </a:cubicBezTo>
                  <a:cubicBezTo>
                    <a:pt x="131097" y="57180"/>
                    <a:pt x="152411" y="78511"/>
                    <a:pt x="152400" y="104814"/>
                  </a:cubicBezTo>
                  <a:cubicBezTo>
                    <a:pt x="152393" y="122368"/>
                    <a:pt x="142730" y="138495"/>
                    <a:pt x="127254" y="146781"/>
                  </a:cubicBezTo>
                  <a:cubicBezTo>
                    <a:pt x="95015" y="165056"/>
                    <a:pt x="75408" y="199552"/>
                    <a:pt x="76200" y="236602"/>
                  </a:cubicBezTo>
                  <a:lnTo>
                    <a:pt x="76200" y="257176"/>
                  </a:lnTo>
                  <a:lnTo>
                    <a:pt x="133350" y="257176"/>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5" name="Ellipse 64">
              <a:extLst>
                <a:ext uri="{FF2B5EF4-FFF2-40B4-BE49-F238E27FC236}">
                  <a16:creationId xmlns:a16="http://schemas.microsoft.com/office/drawing/2014/main" id="{0083C2F2-8B16-AAF4-40B7-3FA6C66D19BC}"/>
                </a:ext>
              </a:extLst>
            </p:cNvPr>
            <p:cNvSpPr/>
            <p:nvPr/>
          </p:nvSpPr>
          <p:spPr>
            <a:xfrm>
              <a:off x="8782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6" name="Forme libre : forme 65">
              <a:extLst>
                <a:ext uri="{FF2B5EF4-FFF2-40B4-BE49-F238E27FC236}">
                  <a16:creationId xmlns:a16="http://schemas.microsoft.com/office/drawing/2014/main" id="{8DAC7409-4A37-7F8F-35F2-B25B633F794C}"/>
                </a:ext>
              </a:extLst>
            </p:cNvPr>
            <p:cNvSpPr/>
            <p:nvPr/>
          </p:nvSpPr>
          <p:spPr>
            <a:xfrm>
              <a:off x="8706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67" name="Groupe 66">
            <a:extLst>
              <a:ext uri="{FF2B5EF4-FFF2-40B4-BE49-F238E27FC236}">
                <a16:creationId xmlns:a16="http://schemas.microsoft.com/office/drawing/2014/main" id="{4FEE173F-1175-29CE-28E4-42E95C56DDCA}"/>
              </a:ext>
            </a:extLst>
          </p:cNvPr>
          <p:cNvGrpSpPr>
            <a:grpSpLocks noChangeAspect="1"/>
          </p:cNvGrpSpPr>
          <p:nvPr/>
        </p:nvGrpSpPr>
        <p:grpSpPr>
          <a:xfrm>
            <a:off x="6601097" y="3474023"/>
            <a:ext cx="252001" cy="302212"/>
            <a:chOff x="5152131" y="3603800"/>
            <a:chExt cx="744593" cy="892968"/>
          </a:xfrm>
          <a:solidFill>
            <a:srgbClr val="0084D4"/>
          </a:solidFill>
        </p:grpSpPr>
        <p:sp>
          <p:nvSpPr>
            <p:cNvPr id="68" name="Forme libre : forme 67">
              <a:extLst>
                <a:ext uri="{FF2B5EF4-FFF2-40B4-BE49-F238E27FC236}">
                  <a16:creationId xmlns:a16="http://schemas.microsoft.com/office/drawing/2014/main" id="{E5F250E6-373A-27B2-1D4A-2DA3A6DDA576}"/>
                </a:ext>
              </a:extLst>
            </p:cNvPr>
            <p:cNvSpPr/>
            <p:nvPr/>
          </p:nvSpPr>
          <p:spPr>
            <a:xfrm>
              <a:off x="5660226" y="3984802"/>
              <a:ext cx="144028" cy="120998"/>
            </a:xfrm>
            <a:custGeom>
              <a:avLst/>
              <a:gdLst>
                <a:gd name="csX0" fmla="*/ 14883 w 144028"/>
                <a:gd name="csY0" fmla="*/ 0 h 120998"/>
                <a:gd name="csX1" fmla="*/ 0 w 144028"/>
                <a:gd name="csY1" fmla="*/ 14883 h 120998"/>
                <a:gd name="csX2" fmla="*/ 14883 w 144028"/>
                <a:gd name="csY2" fmla="*/ 29766 h 120998"/>
                <a:gd name="csX3" fmla="*/ 114743 w 144028"/>
                <a:gd name="csY3" fmla="*/ 109389 h 120998"/>
                <a:gd name="csX4" fmla="*/ 129179 w 144028"/>
                <a:gd name="csY4" fmla="*/ 120998 h 120998"/>
                <a:gd name="csX5" fmla="*/ 132453 w 144028"/>
                <a:gd name="csY5" fmla="*/ 120701 h 120998"/>
                <a:gd name="csX6" fmla="*/ 143616 w 144028"/>
                <a:gd name="csY6" fmla="*/ 102841 h 120998"/>
                <a:gd name="csX7" fmla="*/ 14733 w 144028"/>
                <a:gd name="csY7" fmla="*/ 0 h 120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28" h="120998">
                  <a:moveTo>
                    <a:pt x="14883" y="0"/>
                  </a:moveTo>
                  <a:cubicBezTo>
                    <a:pt x="6697" y="0"/>
                    <a:pt x="0" y="6698"/>
                    <a:pt x="0" y="14883"/>
                  </a:cubicBezTo>
                  <a:cubicBezTo>
                    <a:pt x="0" y="23069"/>
                    <a:pt x="6697" y="29766"/>
                    <a:pt x="14883" y="29766"/>
                  </a:cubicBezTo>
                  <a:cubicBezTo>
                    <a:pt x="62955" y="29766"/>
                    <a:pt x="104031" y="62508"/>
                    <a:pt x="114743" y="109389"/>
                  </a:cubicBezTo>
                  <a:cubicBezTo>
                    <a:pt x="116380" y="116235"/>
                    <a:pt x="122482" y="120998"/>
                    <a:pt x="129179" y="120998"/>
                  </a:cubicBezTo>
                  <a:cubicBezTo>
                    <a:pt x="130221" y="120998"/>
                    <a:pt x="131412" y="120998"/>
                    <a:pt x="132453" y="120701"/>
                  </a:cubicBezTo>
                  <a:cubicBezTo>
                    <a:pt x="140490" y="118915"/>
                    <a:pt x="145550" y="110879"/>
                    <a:pt x="143616" y="102841"/>
                  </a:cubicBezTo>
                  <a:cubicBezTo>
                    <a:pt x="129923" y="42268"/>
                    <a:pt x="76941" y="0"/>
                    <a:pt x="14733"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9" name="Forme libre : forme 68">
              <a:extLst>
                <a:ext uri="{FF2B5EF4-FFF2-40B4-BE49-F238E27FC236}">
                  <a16:creationId xmlns:a16="http://schemas.microsoft.com/office/drawing/2014/main" id="{8B7EF5C6-97E0-E087-31A2-CEE47F7C48AA}"/>
                </a:ext>
              </a:extLst>
            </p:cNvPr>
            <p:cNvSpPr/>
            <p:nvPr/>
          </p:nvSpPr>
          <p:spPr>
            <a:xfrm>
              <a:off x="5152131" y="3603800"/>
              <a:ext cx="744593" cy="892968"/>
            </a:xfrm>
            <a:custGeom>
              <a:avLst/>
              <a:gdLst>
                <a:gd name="csX0" fmla="*/ 739977 w 744593"/>
                <a:gd name="csY0" fmla="*/ 807103 h 892968"/>
                <a:gd name="csX1" fmla="*/ 660502 w 744593"/>
                <a:gd name="csY1" fmla="*/ 659313 h 892968"/>
                <a:gd name="csX2" fmla="*/ 723902 w 744593"/>
                <a:gd name="csY2" fmla="*/ 513162 h 892968"/>
                <a:gd name="csX3" fmla="*/ 669729 w 744593"/>
                <a:gd name="csY3" fmla="*/ 376240 h 892968"/>
                <a:gd name="csX4" fmla="*/ 669729 w 744593"/>
                <a:gd name="csY4" fmla="*/ 163413 h 892968"/>
                <a:gd name="csX5" fmla="*/ 669580 w 744593"/>
                <a:gd name="csY5" fmla="*/ 162520 h 892968"/>
                <a:gd name="csX6" fmla="*/ 668836 w 744593"/>
                <a:gd name="csY6" fmla="*/ 158502 h 892968"/>
                <a:gd name="csX7" fmla="*/ 668390 w 744593"/>
                <a:gd name="csY7" fmla="*/ 157163 h 892968"/>
                <a:gd name="csX8" fmla="*/ 665562 w 744593"/>
                <a:gd name="csY8" fmla="*/ 152995 h 892968"/>
                <a:gd name="csX9" fmla="*/ 516734 w 744593"/>
                <a:gd name="csY9" fmla="*/ 4167 h 892968"/>
                <a:gd name="csX10" fmla="*/ 512566 w 744593"/>
                <a:gd name="csY10" fmla="*/ 1339 h 892968"/>
                <a:gd name="csX11" fmla="*/ 511078 w 744593"/>
                <a:gd name="csY11" fmla="*/ 893 h 892968"/>
                <a:gd name="csX12" fmla="*/ 507209 w 744593"/>
                <a:gd name="csY12" fmla="*/ 149 h 892968"/>
                <a:gd name="csX13" fmla="*/ 506316 w 744593"/>
                <a:gd name="csY13" fmla="*/ 0 h 892968"/>
                <a:gd name="csX14" fmla="*/ 74414 w 744593"/>
                <a:gd name="csY14" fmla="*/ 0 h 892968"/>
                <a:gd name="csX15" fmla="*/ 0 w 744593"/>
                <a:gd name="csY15" fmla="*/ 74414 h 892968"/>
                <a:gd name="csX16" fmla="*/ 0 w 744593"/>
                <a:gd name="csY16" fmla="*/ 759023 h 892968"/>
                <a:gd name="csX17" fmla="*/ 74414 w 744593"/>
                <a:gd name="csY17" fmla="*/ 833438 h 892968"/>
                <a:gd name="csX18" fmla="*/ 592936 w 744593"/>
                <a:gd name="csY18" fmla="*/ 833438 h 892968"/>
                <a:gd name="csX19" fmla="*/ 606628 w 744593"/>
                <a:gd name="csY19" fmla="*/ 868412 h 892968"/>
                <a:gd name="csX20" fmla="*/ 640412 w 744593"/>
                <a:gd name="csY20" fmla="*/ 892969 h 892968"/>
                <a:gd name="csX21" fmla="*/ 692651 w 744593"/>
                <a:gd name="csY21" fmla="*/ 880021 h 892968"/>
                <a:gd name="csX22" fmla="*/ 736258 w 744593"/>
                <a:gd name="csY22" fmla="*/ 848767 h 892968"/>
                <a:gd name="csX23" fmla="*/ 739830 w 744593"/>
                <a:gd name="csY23" fmla="*/ 807392 h 892968"/>
                <a:gd name="csX24" fmla="*/ 522988 w 744593"/>
                <a:gd name="csY24" fmla="*/ 684317 h 892968"/>
                <a:gd name="csX25" fmla="*/ 351833 w 744593"/>
                <a:gd name="csY25" fmla="*/ 513162 h 892968"/>
                <a:gd name="csX26" fmla="*/ 522988 w 744593"/>
                <a:gd name="csY26" fmla="*/ 342007 h 892968"/>
                <a:gd name="csX27" fmla="*/ 694143 w 744593"/>
                <a:gd name="csY27" fmla="*/ 513162 h 892968"/>
                <a:gd name="csX28" fmla="*/ 522988 w 744593"/>
                <a:gd name="csY28" fmla="*/ 684317 h 892968"/>
                <a:gd name="csX29" fmla="*/ 520904 w 744593"/>
                <a:gd name="csY29" fmla="*/ 50456 h 892968"/>
                <a:gd name="csX30" fmla="*/ 618983 w 744593"/>
                <a:gd name="csY30" fmla="*/ 148535 h 892968"/>
                <a:gd name="csX31" fmla="*/ 550671 w 744593"/>
                <a:gd name="csY31" fmla="*/ 148535 h 892968"/>
                <a:gd name="csX32" fmla="*/ 520905 w 744593"/>
                <a:gd name="csY32" fmla="*/ 118770 h 892968"/>
                <a:gd name="csX33" fmla="*/ 74420 w 744593"/>
                <a:gd name="csY33" fmla="*/ 803379 h 892968"/>
                <a:gd name="csX34" fmla="*/ 29771 w 744593"/>
                <a:gd name="csY34" fmla="*/ 758731 h 892968"/>
                <a:gd name="csX35" fmla="*/ 29771 w 744593"/>
                <a:gd name="csY35" fmla="*/ 74121 h 892968"/>
                <a:gd name="csX36" fmla="*/ 74420 w 744593"/>
                <a:gd name="csY36" fmla="*/ 29473 h 892968"/>
                <a:gd name="csX37" fmla="*/ 491139 w 744593"/>
                <a:gd name="csY37" fmla="*/ 29473 h 892968"/>
                <a:gd name="csX38" fmla="*/ 491139 w 744593"/>
                <a:gd name="csY38" fmla="*/ 118770 h 892968"/>
                <a:gd name="csX39" fmla="*/ 550670 w 744593"/>
                <a:gd name="csY39" fmla="*/ 178301 h 892968"/>
                <a:gd name="csX40" fmla="*/ 639967 w 744593"/>
                <a:gd name="csY40" fmla="*/ 178301 h 892968"/>
                <a:gd name="csX41" fmla="*/ 639967 w 744593"/>
                <a:gd name="csY41" fmla="*/ 350046 h 892968"/>
                <a:gd name="csX42" fmla="*/ 522990 w 744593"/>
                <a:gd name="csY42" fmla="*/ 312243 h 892968"/>
                <a:gd name="csX43" fmla="*/ 343206 w 744593"/>
                <a:gd name="csY43" fmla="*/ 423867 h 892968"/>
                <a:gd name="csX44" fmla="*/ 253165 w 744593"/>
                <a:gd name="csY44" fmla="*/ 423867 h 892968"/>
                <a:gd name="csX45" fmla="*/ 238282 w 744593"/>
                <a:gd name="csY45" fmla="*/ 438750 h 892968"/>
                <a:gd name="csX46" fmla="*/ 253165 w 744593"/>
                <a:gd name="csY46" fmla="*/ 453632 h 892968"/>
                <a:gd name="csX47" fmla="*/ 331002 w 744593"/>
                <a:gd name="csY47" fmla="*/ 453632 h 892968"/>
                <a:gd name="csX48" fmla="*/ 321924 w 744593"/>
                <a:gd name="csY48" fmla="*/ 513164 h 892968"/>
                <a:gd name="csX49" fmla="*/ 361363 w 744593"/>
                <a:gd name="csY49" fmla="*/ 632226 h 892968"/>
                <a:gd name="csX50" fmla="*/ 253169 w 744593"/>
                <a:gd name="csY50" fmla="*/ 632226 h 892968"/>
                <a:gd name="csX51" fmla="*/ 238286 w 744593"/>
                <a:gd name="csY51" fmla="*/ 647109 h 892968"/>
                <a:gd name="csX52" fmla="*/ 253169 w 744593"/>
                <a:gd name="csY52" fmla="*/ 661992 h 892968"/>
                <a:gd name="csX53" fmla="*/ 388452 w 744593"/>
                <a:gd name="csY53" fmla="*/ 661992 h 892968"/>
                <a:gd name="csX54" fmla="*/ 522993 w 744593"/>
                <a:gd name="csY54" fmla="*/ 714082 h 892968"/>
                <a:gd name="csX55" fmla="*/ 545615 w 744593"/>
                <a:gd name="csY55" fmla="*/ 712743 h 892968"/>
                <a:gd name="csX56" fmla="*/ 581185 w 744593"/>
                <a:gd name="csY56" fmla="*/ 803379 h 892968"/>
                <a:gd name="csX57" fmla="*/ 713786 w 744593"/>
                <a:gd name="csY57" fmla="*/ 829126 h 892968"/>
                <a:gd name="csX58" fmla="*/ 680299 w 744593"/>
                <a:gd name="csY58" fmla="*/ 852641 h 892968"/>
                <a:gd name="csX59" fmla="*/ 640562 w 744593"/>
                <a:gd name="csY59" fmla="*/ 862910 h 892968"/>
                <a:gd name="csX60" fmla="*/ 634609 w 744593"/>
                <a:gd name="csY60" fmla="*/ 857701 h 892968"/>
                <a:gd name="csX61" fmla="*/ 575375 w 744593"/>
                <a:gd name="csY61" fmla="*/ 706787 h 892968"/>
                <a:gd name="csX62" fmla="*/ 636990 w 744593"/>
                <a:gd name="csY62" fmla="*/ 678361 h 892968"/>
                <a:gd name="csX63" fmla="*/ 713934 w 744593"/>
                <a:gd name="csY63" fmla="*/ 821388 h 892968"/>
                <a:gd name="csX64" fmla="*/ 713785 w 744593"/>
                <a:gd name="csY64" fmla="*/ 829127 h 892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744593" h="892968">
                  <a:moveTo>
                    <a:pt x="739977" y="807103"/>
                  </a:moveTo>
                  <a:lnTo>
                    <a:pt x="660502" y="659313"/>
                  </a:lnTo>
                  <a:cubicBezTo>
                    <a:pt x="699496" y="622701"/>
                    <a:pt x="723902" y="570760"/>
                    <a:pt x="723902" y="513162"/>
                  </a:cubicBezTo>
                  <a:cubicBezTo>
                    <a:pt x="723902" y="460328"/>
                    <a:pt x="703215" y="412254"/>
                    <a:pt x="669729" y="376240"/>
                  </a:cubicBezTo>
                  <a:lnTo>
                    <a:pt x="669729" y="163413"/>
                  </a:lnTo>
                  <a:cubicBezTo>
                    <a:pt x="669729" y="163413"/>
                    <a:pt x="669580" y="162818"/>
                    <a:pt x="669580" y="162520"/>
                  </a:cubicBezTo>
                  <a:cubicBezTo>
                    <a:pt x="669580" y="161181"/>
                    <a:pt x="669283" y="159841"/>
                    <a:pt x="668836" y="158502"/>
                  </a:cubicBezTo>
                  <a:lnTo>
                    <a:pt x="668390" y="157163"/>
                  </a:lnTo>
                  <a:cubicBezTo>
                    <a:pt x="667645" y="155674"/>
                    <a:pt x="666752" y="154186"/>
                    <a:pt x="665562" y="152995"/>
                  </a:cubicBezTo>
                  <a:lnTo>
                    <a:pt x="516734" y="4167"/>
                  </a:lnTo>
                  <a:cubicBezTo>
                    <a:pt x="515543" y="2977"/>
                    <a:pt x="514055" y="2084"/>
                    <a:pt x="512566" y="1339"/>
                  </a:cubicBezTo>
                  <a:cubicBezTo>
                    <a:pt x="512120" y="1191"/>
                    <a:pt x="511673" y="1042"/>
                    <a:pt x="511078" y="893"/>
                  </a:cubicBezTo>
                  <a:cubicBezTo>
                    <a:pt x="509888" y="446"/>
                    <a:pt x="508548" y="149"/>
                    <a:pt x="507209" y="149"/>
                  </a:cubicBezTo>
                  <a:cubicBezTo>
                    <a:pt x="506911" y="149"/>
                    <a:pt x="506613" y="0"/>
                    <a:pt x="506316" y="0"/>
                  </a:cubicBezTo>
                  <a:lnTo>
                    <a:pt x="74414" y="0"/>
                  </a:lnTo>
                  <a:cubicBezTo>
                    <a:pt x="33338" y="0"/>
                    <a:pt x="0" y="33338"/>
                    <a:pt x="0" y="74414"/>
                  </a:cubicBezTo>
                  <a:lnTo>
                    <a:pt x="0" y="759023"/>
                  </a:lnTo>
                  <a:cubicBezTo>
                    <a:pt x="0" y="800100"/>
                    <a:pt x="33338" y="833438"/>
                    <a:pt x="74414" y="833438"/>
                  </a:cubicBezTo>
                  <a:lnTo>
                    <a:pt x="592936" y="833438"/>
                  </a:lnTo>
                  <a:lnTo>
                    <a:pt x="606628" y="868412"/>
                  </a:lnTo>
                  <a:cubicBezTo>
                    <a:pt x="611837" y="883147"/>
                    <a:pt x="625381" y="892969"/>
                    <a:pt x="640412" y="892969"/>
                  </a:cubicBezTo>
                  <a:cubicBezTo>
                    <a:pt x="656486" y="892969"/>
                    <a:pt x="674047" y="888653"/>
                    <a:pt x="692651" y="880021"/>
                  </a:cubicBezTo>
                  <a:cubicBezTo>
                    <a:pt x="711404" y="871388"/>
                    <a:pt x="725989" y="860822"/>
                    <a:pt x="736258" y="848767"/>
                  </a:cubicBezTo>
                  <a:cubicBezTo>
                    <a:pt x="745931" y="837308"/>
                    <a:pt x="747271" y="820639"/>
                    <a:pt x="739830" y="807392"/>
                  </a:cubicBezTo>
                  <a:close/>
                  <a:moveTo>
                    <a:pt x="522988" y="684317"/>
                  </a:moveTo>
                  <a:cubicBezTo>
                    <a:pt x="428631" y="684317"/>
                    <a:pt x="351833" y="607521"/>
                    <a:pt x="351833" y="513162"/>
                  </a:cubicBezTo>
                  <a:cubicBezTo>
                    <a:pt x="351833" y="418802"/>
                    <a:pt x="428628" y="342007"/>
                    <a:pt x="522988" y="342007"/>
                  </a:cubicBezTo>
                  <a:cubicBezTo>
                    <a:pt x="617347" y="342007"/>
                    <a:pt x="694143" y="418802"/>
                    <a:pt x="694143" y="513162"/>
                  </a:cubicBezTo>
                  <a:cubicBezTo>
                    <a:pt x="694143" y="607521"/>
                    <a:pt x="617347" y="684317"/>
                    <a:pt x="522988" y="684317"/>
                  </a:cubicBezTo>
                  <a:close/>
                  <a:moveTo>
                    <a:pt x="520904" y="50456"/>
                  </a:moveTo>
                  <a:lnTo>
                    <a:pt x="618983" y="148535"/>
                  </a:lnTo>
                  <a:lnTo>
                    <a:pt x="550671" y="148535"/>
                  </a:lnTo>
                  <a:cubicBezTo>
                    <a:pt x="534299" y="148535"/>
                    <a:pt x="520905" y="135141"/>
                    <a:pt x="520905" y="118770"/>
                  </a:cubicBezTo>
                  <a:close/>
                  <a:moveTo>
                    <a:pt x="74420" y="803379"/>
                  </a:moveTo>
                  <a:cubicBezTo>
                    <a:pt x="49863" y="803379"/>
                    <a:pt x="29771" y="783287"/>
                    <a:pt x="29771" y="758731"/>
                  </a:cubicBezTo>
                  <a:lnTo>
                    <a:pt x="29771" y="74121"/>
                  </a:lnTo>
                  <a:cubicBezTo>
                    <a:pt x="29771" y="49565"/>
                    <a:pt x="49863" y="29473"/>
                    <a:pt x="74420" y="29473"/>
                  </a:cubicBezTo>
                  <a:lnTo>
                    <a:pt x="491139" y="29473"/>
                  </a:lnTo>
                  <a:lnTo>
                    <a:pt x="491139" y="118770"/>
                  </a:lnTo>
                  <a:cubicBezTo>
                    <a:pt x="491139" y="151660"/>
                    <a:pt x="517779" y="178301"/>
                    <a:pt x="550670" y="178301"/>
                  </a:cubicBezTo>
                  <a:lnTo>
                    <a:pt x="639967" y="178301"/>
                  </a:lnTo>
                  <a:lnTo>
                    <a:pt x="639967" y="350046"/>
                  </a:lnTo>
                  <a:cubicBezTo>
                    <a:pt x="606926" y="326382"/>
                    <a:pt x="566743" y="312243"/>
                    <a:pt x="522990" y="312243"/>
                  </a:cubicBezTo>
                  <a:cubicBezTo>
                    <a:pt x="444260" y="312243"/>
                    <a:pt x="376248" y="357784"/>
                    <a:pt x="343206" y="423867"/>
                  </a:cubicBezTo>
                  <a:lnTo>
                    <a:pt x="253165" y="423867"/>
                  </a:lnTo>
                  <a:cubicBezTo>
                    <a:pt x="244979" y="423867"/>
                    <a:pt x="238282" y="430564"/>
                    <a:pt x="238282" y="438750"/>
                  </a:cubicBezTo>
                  <a:cubicBezTo>
                    <a:pt x="238282" y="446935"/>
                    <a:pt x="244979" y="453632"/>
                    <a:pt x="253165" y="453632"/>
                  </a:cubicBezTo>
                  <a:lnTo>
                    <a:pt x="331002" y="453632"/>
                  </a:lnTo>
                  <a:cubicBezTo>
                    <a:pt x="325198" y="472385"/>
                    <a:pt x="321924" y="492476"/>
                    <a:pt x="321924" y="513164"/>
                  </a:cubicBezTo>
                  <a:cubicBezTo>
                    <a:pt x="321924" y="557812"/>
                    <a:pt x="336658" y="598889"/>
                    <a:pt x="361363" y="632226"/>
                  </a:cubicBezTo>
                  <a:lnTo>
                    <a:pt x="253169" y="632226"/>
                  </a:lnTo>
                  <a:cubicBezTo>
                    <a:pt x="244983" y="632226"/>
                    <a:pt x="238286" y="638923"/>
                    <a:pt x="238286" y="647109"/>
                  </a:cubicBezTo>
                  <a:cubicBezTo>
                    <a:pt x="238286" y="655295"/>
                    <a:pt x="244983" y="661992"/>
                    <a:pt x="253169" y="661992"/>
                  </a:cubicBezTo>
                  <a:lnTo>
                    <a:pt x="388452" y="661992"/>
                  </a:lnTo>
                  <a:cubicBezTo>
                    <a:pt x="424171" y="694287"/>
                    <a:pt x="471201" y="714082"/>
                    <a:pt x="522993" y="714082"/>
                  </a:cubicBezTo>
                  <a:cubicBezTo>
                    <a:pt x="530583" y="714082"/>
                    <a:pt x="538174" y="713487"/>
                    <a:pt x="545615" y="712743"/>
                  </a:cubicBezTo>
                  <a:lnTo>
                    <a:pt x="581185" y="803379"/>
                  </a:lnTo>
                  <a:close/>
                  <a:moveTo>
                    <a:pt x="713786" y="829126"/>
                  </a:moveTo>
                  <a:cubicBezTo>
                    <a:pt x="706493" y="837758"/>
                    <a:pt x="694884" y="845943"/>
                    <a:pt x="680299" y="852641"/>
                  </a:cubicBezTo>
                  <a:cubicBezTo>
                    <a:pt x="661993" y="861125"/>
                    <a:pt x="648599" y="862910"/>
                    <a:pt x="640562" y="862910"/>
                  </a:cubicBezTo>
                  <a:cubicBezTo>
                    <a:pt x="638181" y="862910"/>
                    <a:pt x="635800" y="860976"/>
                    <a:pt x="634609" y="857701"/>
                  </a:cubicBezTo>
                  <a:lnTo>
                    <a:pt x="575375" y="706787"/>
                  </a:lnTo>
                  <a:cubicBezTo>
                    <a:pt x="597700" y="700685"/>
                    <a:pt x="618534" y="691160"/>
                    <a:pt x="636990" y="678361"/>
                  </a:cubicBezTo>
                  <a:lnTo>
                    <a:pt x="713934" y="821388"/>
                  </a:lnTo>
                  <a:cubicBezTo>
                    <a:pt x="715422" y="824067"/>
                    <a:pt x="715422" y="827193"/>
                    <a:pt x="713785" y="829127"/>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0" name="Forme libre : forme 69">
              <a:extLst>
                <a:ext uri="{FF2B5EF4-FFF2-40B4-BE49-F238E27FC236}">
                  <a16:creationId xmlns:a16="http://schemas.microsoft.com/office/drawing/2014/main" id="{6036183F-B9CC-29AE-625A-384AF0723A21}"/>
                </a:ext>
              </a:extLst>
            </p:cNvPr>
            <p:cNvSpPr/>
            <p:nvPr/>
          </p:nvSpPr>
          <p:spPr>
            <a:xfrm>
              <a:off x="5241428" y="3782101"/>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1" name="Forme libre : forme 70">
              <a:extLst>
                <a:ext uri="{FF2B5EF4-FFF2-40B4-BE49-F238E27FC236}">
                  <a16:creationId xmlns:a16="http://schemas.microsoft.com/office/drawing/2014/main" id="{423587EC-3105-848C-86E3-B66AB3F4963E}"/>
                </a:ext>
              </a:extLst>
            </p:cNvPr>
            <p:cNvSpPr/>
            <p:nvPr/>
          </p:nvSpPr>
          <p:spPr>
            <a:xfrm>
              <a:off x="5390554" y="3819306"/>
              <a:ext cx="282473" cy="29765"/>
            </a:xfrm>
            <a:custGeom>
              <a:avLst/>
              <a:gdLst>
                <a:gd name="csX0" fmla="*/ 14883 w 282473"/>
                <a:gd name="csY0" fmla="*/ 29766 h 29765"/>
                <a:gd name="csX1" fmla="*/ 267591 w 282473"/>
                <a:gd name="csY1" fmla="*/ 29766 h 29765"/>
                <a:gd name="csX2" fmla="*/ 282473 w 282473"/>
                <a:gd name="csY2" fmla="*/ 14883 h 29765"/>
                <a:gd name="csX3" fmla="*/ 267591 w 282473"/>
                <a:gd name="csY3" fmla="*/ 0 h 29765"/>
                <a:gd name="csX4" fmla="*/ 14883 w 282473"/>
                <a:gd name="csY4" fmla="*/ 0 h 29765"/>
                <a:gd name="csX5" fmla="*/ 0 w 282473"/>
                <a:gd name="csY5" fmla="*/ 14883 h 29765"/>
                <a:gd name="csX6" fmla="*/ 14883 w 282473"/>
                <a:gd name="csY6" fmla="*/ 29766 h 29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2473" h="29765">
                  <a:moveTo>
                    <a:pt x="14883" y="29766"/>
                  </a:moveTo>
                  <a:lnTo>
                    <a:pt x="267591" y="29766"/>
                  </a:lnTo>
                  <a:cubicBezTo>
                    <a:pt x="275776" y="29766"/>
                    <a:pt x="282473" y="23068"/>
                    <a:pt x="282473" y="14883"/>
                  </a:cubicBezTo>
                  <a:cubicBezTo>
                    <a:pt x="282473" y="6697"/>
                    <a:pt x="275776" y="0"/>
                    <a:pt x="267591" y="0"/>
                  </a:cubicBezTo>
                  <a:lnTo>
                    <a:pt x="14883" y="0"/>
                  </a:lnTo>
                  <a:cubicBezTo>
                    <a:pt x="6697" y="0"/>
                    <a:pt x="0" y="6697"/>
                    <a:pt x="0" y="14883"/>
                  </a:cubicBezTo>
                  <a:cubicBezTo>
                    <a:pt x="0" y="23068"/>
                    <a:pt x="6697" y="29766"/>
                    <a:pt x="14883" y="2976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2" name="Forme libre : forme 71">
              <a:extLst>
                <a:ext uri="{FF2B5EF4-FFF2-40B4-BE49-F238E27FC236}">
                  <a16:creationId xmlns:a16="http://schemas.microsoft.com/office/drawing/2014/main" id="{9367AC80-218B-08F4-1A24-D04A3D71C022}"/>
                </a:ext>
              </a:extLst>
            </p:cNvPr>
            <p:cNvSpPr/>
            <p:nvPr/>
          </p:nvSpPr>
          <p:spPr>
            <a:xfrm>
              <a:off x="5241428" y="399046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3" name="Forme libre : forme 72">
              <a:extLst>
                <a:ext uri="{FF2B5EF4-FFF2-40B4-BE49-F238E27FC236}">
                  <a16:creationId xmlns:a16="http://schemas.microsoft.com/office/drawing/2014/main" id="{F8BFD46B-A4C4-9200-D8E0-F7DEE08DC970}"/>
                </a:ext>
              </a:extLst>
            </p:cNvPr>
            <p:cNvSpPr/>
            <p:nvPr/>
          </p:nvSpPr>
          <p:spPr>
            <a:xfrm>
              <a:off x="5241428" y="419882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74" name="Groupe 73">
            <a:extLst>
              <a:ext uri="{FF2B5EF4-FFF2-40B4-BE49-F238E27FC236}">
                <a16:creationId xmlns:a16="http://schemas.microsoft.com/office/drawing/2014/main" id="{4C5FCF6E-34F1-EEEE-AA15-66B8F89B96F5}"/>
              </a:ext>
            </a:extLst>
          </p:cNvPr>
          <p:cNvGrpSpPr>
            <a:grpSpLocks noChangeAspect="1"/>
          </p:cNvGrpSpPr>
          <p:nvPr/>
        </p:nvGrpSpPr>
        <p:grpSpPr>
          <a:xfrm>
            <a:off x="6547094" y="3906628"/>
            <a:ext cx="360001" cy="276739"/>
            <a:chOff x="4625545" y="4184041"/>
            <a:chExt cx="825253" cy="634390"/>
          </a:xfrm>
          <a:solidFill>
            <a:srgbClr val="0084D4"/>
          </a:solidFill>
        </p:grpSpPr>
        <p:sp>
          <p:nvSpPr>
            <p:cNvPr id="75" name="Forme libre : forme 74">
              <a:extLst>
                <a:ext uri="{FF2B5EF4-FFF2-40B4-BE49-F238E27FC236}">
                  <a16:creationId xmlns:a16="http://schemas.microsoft.com/office/drawing/2014/main" id="{81EBBA7B-1A21-F975-5530-CDA00F145931}"/>
                </a:ext>
              </a:extLst>
            </p:cNvPr>
            <p:cNvSpPr/>
            <p:nvPr/>
          </p:nvSpPr>
          <p:spPr>
            <a:xfrm>
              <a:off x="5043681" y="4555701"/>
              <a:ext cx="300238" cy="262688"/>
            </a:xfrm>
            <a:custGeom>
              <a:avLst/>
              <a:gdLst>
                <a:gd name="csX0" fmla="*/ 239947 w 300238"/>
                <a:gd name="csY0" fmla="*/ 44 h 262688"/>
                <a:gd name="csX1" fmla="*/ 194518 w 300238"/>
                <a:gd name="csY1" fmla="*/ 14369 h 262688"/>
                <a:gd name="csX2" fmla="*/ 140270 w 300238"/>
                <a:gd name="csY2" fmla="*/ 41753 h 262688"/>
                <a:gd name="csX3" fmla="*/ 49261 w 300238"/>
                <a:gd name="csY3" fmla="*/ 59612 h 262688"/>
                <a:gd name="csX4" fmla="*/ 15775 w 300238"/>
                <a:gd name="csY4" fmla="*/ 86179 h 262688"/>
                <a:gd name="csX5" fmla="*/ 0 w 300238"/>
                <a:gd name="csY5" fmla="*/ 120223 h 262688"/>
                <a:gd name="csX6" fmla="*/ 0 w 300238"/>
                <a:gd name="csY6" fmla="*/ 244419 h 262688"/>
                <a:gd name="csX7" fmla="*/ 0 w 300238"/>
                <a:gd name="csY7" fmla="*/ 244382 h 262688"/>
                <a:gd name="csX8" fmla="*/ 18306 w 300238"/>
                <a:gd name="csY8" fmla="*/ 262688 h 262688"/>
                <a:gd name="csX9" fmla="*/ 36612 w 300238"/>
                <a:gd name="csY9" fmla="*/ 244382 h 262688"/>
                <a:gd name="csX10" fmla="*/ 36612 w 300238"/>
                <a:gd name="csY10" fmla="*/ 120186 h 262688"/>
                <a:gd name="csX11" fmla="*/ 43123 w 300238"/>
                <a:gd name="csY11" fmla="*/ 110475 h 262688"/>
                <a:gd name="csX12" fmla="*/ 67531 w 300238"/>
                <a:gd name="csY12" fmla="*/ 91313 h 262688"/>
                <a:gd name="csX13" fmla="*/ 137852 w 300238"/>
                <a:gd name="csY13" fmla="*/ 78738 h 262688"/>
                <a:gd name="csX14" fmla="*/ 137890 w 300238"/>
                <a:gd name="csY14" fmla="*/ 78775 h 262688"/>
                <a:gd name="csX15" fmla="*/ 150875 w 300238"/>
                <a:gd name="csY15" fmla="*/ 77435 h 262688"/>
                <a:gd name="csX16" fmla="*/ 211820 w 300238"/>
                <a:gd name="csY16" fmla="*/ 46665 h 262688"/>
                <a:gd name="csX17" fmla="*/ 211820 w 300238"/>
                <a:gd name="csY17" fmla="*/ 46628 h 262688"/>
                <a:gd name="csX18" fmla="*/ 213420 w 300238"/>
                <a:gd name="csY18" fmla="*/ 45735 h 262688"/>
                <a:gd name="csX19" fmla="*/ 257138 w 300238"/>
                <a:gd name="csY19" fmla="*/ 40228 h 262688"/>
                <a:gd name="csX20" fmla="*/ 262533 w 300238"/>
                <a:gd name="csY20" fmla="*/ 47074 h 262688"/>
                <a:gd name="csX21" fmla="*/ 262607 w 300238"/>
                <a:gd name="csY21" fmla="*/ 47260 h 262688"/>
                <a:gd name="csX22" fmla="*/ 157794 w 300238"/>
                <a:gd name="csY22" fmla="*/ 106382 h 262688"/>
                <a:gd name="csX23" fmla="*/ 157831 w 300238"/>
                <a:gd name="csY23" fmla="*/ 106382 h 262688"/>
                <a:gd name="csX24" fmla="*/ 149199 w 300238"/>
                <a:gd name="csY24" fmla="*/ 117395 h 262688"/>
                <a:gd name="csX25" fmla="*/ 150873 w 300238"/>
                <a:gd name="csY25" fmla="*/ 131310 h 262688"/>
                <a:gd name="csX26" fmla="*/ 161924 w 300238"/>
                <a:gd name="csY26" fmla="*/ 139942 h 262688"/>
                <a:gd name="csX27" fmla="*/ 175839 w 300238"/>
                <a:gd name="csY27" fmla="*/ 138267 h 262688"/>
                <a:gd name="csX28" fmla="*/ 284786 w 300238"/>
                <a:gd name="csY28" fmla="*/ 76765 h 262688"/>
                <a:gd name="csX29" fmla="*/ 286944 w 300238"/>
                <a:gd name="csY29" fmla="*/ 75351 h 262688"/>
                <a:gd name="csX30" fmla="*/ 300227 w 300238"/>
                <a:gd name="csY30" fmla="*/ 50087 h 262688"/>
                <a:gd name="csX31" fmla="*/ 294385 w 300238"/>
                <a:gd name="csY31" fmla="*/ 28992 h 262688"/>
                <a:gd name="csX32" fmla="*/ 280209 w 300238"/>
                <a:gd name="csY32" fmla="*/ 11542 h 262688"/>
                <a:gd name="csX33" fmla="*/ 277456 w 300238"/>
                <a:gd name="csY33" fmla="*/ 9532 h 262688"/>
                <a:gd name="csX34" fmla="*/ 239951 w 300238"/>
                <a:gd name="csY34" fmla="*/ 45 h 262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300238" h="262688">
                  <a:moveTo>
                    <a:pt x="239947" y="44"/>
                  </a:moveTo>
                  <a:cubicBezTo>
                    <a:pt x="215949" y="862"/>
                    <a:pt x="197270" y="12583"/>
                    <a:pt x="194518" y="14369"/>
                  </a:cubicBezTo>
                  <a:lnTo>
                    <a:pt x="140270" y="41753"/>
                  </a:lnTo>
                  <a:cubicBezTo>
                    <a:pt x="106970" y="35205"/>
                    <a:pt x="74339" y="45176"/>
                    <a:pt x="49261" y="59612"/>
                  </a:cubicBezTo>
                  <a:cubicBezTo>
                    <a:pt x="35829" y="67351"/>
                    <a:pt x="24444" y="76430"/>
                    <a:pt x="15775" y="86179"/>
                  </a:cubicBezTo>
                  <a:cubicBezTo>
                    <a:pt x="7107" y="95927"/>
                    <a:pt x="0" y="105972"/>
                    <a:pt x="0" y="120223"/>
                  </a:cubicBezTo>
                  <a:lnTo>
                    <a:pt x="0" y="244419"/>
                  </a:lnTo>
                  <a:lnTo>
                    <a:pt x="0" y="244382"/>
                  </a:lnTo>
                  <a:cubicBezTo>
                    <a:pt x="0" y="254502"/>
                    <a:pt x="8186" y="262688"/>
                    <a:pt x="18306" y="262688"/>
                  </a:cubicBezTo>
                  <a:cubicBezTo>
                    <a:pt x="28427" y="262688"/>
                    <a:pt x="36612" y="254503"/>
                    <a:pt x="36612" y="244382"/>
                  </a:cubicBezTo>
                  <a:lnTo>
                    <a:pt x="36612" y="120186"/>
                  </a:lnTo>
                  <a:cubicBezTo>
                    <a:pt x="36612" y="122120"/>
                    <a:pt x="37691" y="116614"/>
                    <a:pt x="43123" y="110475"/>
                  </a:cubicBezTo>
                  <a:cubicBezTo>
                    <a:pt x="48556" y="104336"/>
                    <a:pt x="57225" y="97229"/>
                    <a:pt x="67531" y="91313"/>
                  </a:cubicBezTo>
                  <a:cubicBezTo>
                    <a:pt x="88144" y="79444"/>
                    <a:pt x="114784" y="72561"/>
                    <a:pt x="137852" y="78738"/>
                  </a:cubicBezTo>
                  <a:lnTo>
                    <a:pt x="137890" y="78775"/>
                  </a:lnTo>
                  <a:cubicBezTo>
                    <a:pt x="142243" y="79928"/>
                    <a:pt x="146856" y="79444"/>
                    <a:pt x="150875" y="77435"/>
                  </a:cubicBezTo>
                  <a:lnTo>
                    <a:pt x="211820" y="46665"/>
                  </a:lnTo>
                  <a:lnTo>
                    <a:pt x="211820" y="46628"/>
                  </a:lnTo>
                  <a:cubicBezTo>
                    <a:pt x="212378" y="46367"/>
                    <a:pt x="212899" y="46070"/>
                    <a:pt x="213420" y="45735"/>
                  </a:cubicBezTo>
                  <a:cubicBezTo>
                    <a:pt x="213420" y="45735"/>
                    <a:pt x="239241" y="31336"/>
                    <a:pt x="257138" y="40228"/>
                  </a:cubicBezTo>
                  <a:cubicBezTo>
                    <a:pt x="258440" y="41567"/>
                    <a:pt x="260933" y="44209"/>
                    <a:pt x="262533" y="47074"/>
                  </a:cubicBezTo>
                  <a:cubicBezTo>
                    <a:pt x="262607" y="47149"/>
                    <a:pt x="262607" y="47186"/>
                    <a:pt x="262607" y="47260"/>
                  </a:cubicBezTo>
                  <a:lnTo>
                    <a:pt x="157794" y="106382"/>
                  </a:lnTo>
                  <a:lnTo>
                    <a:pt x="157831" y="106382"/>
                  </a:lnTo>
                  <a:cubicBezTo>
                    <a:pt x="153590" y="108763"/>
                    <a:pt x="150501" y="112707"/>
                    <a:pt x="149199" y="117395"/>
                  </a:cubicBezTo>
                  <a:cubicBezTo>
                    <a:pt x="147897" y="122083"/>
                    <a:pt x="148492" y="127068"/>
                    <a:pt x="150873" y="131310"/>
                  </a:cubicBezTo>
                  <a:cubicBezTo>
                    <a:pt x="153255" y="135551"/>
                    <a:pt x="157236" y="138639"/>
                    <a:pt x="161924" y="139942"/>
                  </a:cubicBezTo>
                  <a:cubicBezTo>
                    <a:pt x="166612" y="141244"/>
                    <a:pt x="171598" y="140649"/>
                    <a:pt x="175839" y="138267"/>
                  </a:cubicBezTo>
                  <a:lnTo>
                    <a:pt x="284786" y="76765"/>
                  </a:lnTo>
                  <a:cubicBezTo>
                    <a:pt x="285531" y="76355"/>
                    <a:pt x="286275" y="75872"/>
                    <a:pt x="286944" y="75351"/>
                  </a:cubicBezTo>
                  <a:cubicBezTo>
                    <a:pt x="294907" y="69211"/>
                    <a:pt x="300004" y="58979"/>
                    <a:pt x="300227" y="50087"/>
                  </a:cubicBezTo>
                  <a:cubicBezTo>
                    <a:pt x="300450" y="41195"/>
                    <a:pt x="297436" y="34349"/>
                    <a:pt x="294385" y="28992"/>
                  </a:cubicBezTo>
                  <a:cubicBezTo>
                    <a:pt x="288321" y="18313"/>
                    <a:pt x="280209" y="11542"/>
                    <a:pt x="280209" y="11542"/>
                  </a:cubicBezTo>
                  <a:cubicBezTo>
                    <a:pt x="279354" y="10798"/>
                    <a:pt x="278423" y="10091"/>
                    <a:pt x="277456" y="9532"/>
                  </a:cubicBezTo>
                  <a:cubicBezTo>
                    <a:pt x="264695" y="1979"/>
                    <a:pt x="251746" y="-365"/>
                    <a:pt x="239951" y="45"/>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6" name="Forme libre : forme 75">
              <a:extLst>
                <a:ext uri="{FF2B5EF4-FFF2-40B4-BE49-F238E27FC236}">
                  <a16:creationId xmlns:a16="http://schemas.microsoft.com/office/drawing/2014/main" id="{7F8B887B-78B1-2F5C-0D9F-300307374444}"/>
                </a:ext>
              </a:extLst>
            </p:cNvPr>
            <p:cNvSpPr/>
            <p:nvPr/>
          </p:nvSpPr>
          <p:spPr>
            <a:xfrm>
              <a:off x="5190872" y="4410936"/>
              <a:ext cx="259926" cy="407495"/>
            </a:xfrm>
            <a:custGeom>
              <a:avLst/>
              <a:gdLst>
                <a:gd name="csX0" fmla="*/ 222867 w 259926"/>
                <a:gd name="csY0" fmla="*/ 1 h 407495"/>
                <a:gd name="csX1" fmla="*/ 190832 w 259926"/>
                <a:gd name="csY1" fmla="*/ 6289 h 407495"/>
                <a:gd name="csX2" fmla="*/ 145588 w 259926"/>
                <a:gd name="csY2" fmla="*/ 51644 h 407495"/>
                <a:gd name="csX3" fmla="*/ 115041 w 259926"/>
                <a:gd name="csY3" fmla="*/ 165649 h 407495"/>
                <a:gd name="csX4" fmla="*/ 116864 w 259926"/>
                <a:gd name="csY4" fmla="*/ 179527 h 407495"/>
                <a:gd name="csX5" fmla="*/ 127989 w 259926"/>
                <a:gd name="csY5" fmla="*/ 188084 h 407495"/>
                <a:gd name="csX6" fmla="*/ 150426 w 259926"/>
                <a:gd name="csY6" fmla="*/ 175136 h 407495"/>
                <a:gd name="csX7" fmla="*/ 180972 w 259926"/>
                <a:gd name="csY7" fmla="*/ 61131 h 407495"/>
                <a:gd name="csX8" fmla="*/ 203147 w 259926"/>
                <a:gd name="csY8" fmla="*/ 40779 h 407495"/>
                <a:gd name="csX9" fmla="*/ 218067 w 259926"/>
                <a:gd name="csY9" fmla="*/ 37207 h 407495"/>
                <a:gd name="csX10" fmla="*/ 222830 w 259926"/>
                <a:gd name="csY10" fmla="*/ 44946 h 407495"/>
                <a:gd name="csX11" fmla="*/ 168768 w 259926"/>
                <a:gd name="csY11" fmla="*/ 246724 h 407495"/>
                <a:gd name="csX12" fmla="*/ 8967 w 259926"/>
                <a:gd name="csY12" fmla="*/ 341863 h 407495"/>
                <a:gd name="csX13" fmla="*/ 0 w 259926"/>
                <a:gd name="csY13" fmla="*/ 357601 h 407495"/>
                <a:gd name="csX14" fmla="*/ 0 w 259926"/>
                <a:gd name="csY14" fmla="*/ 389152 h 407495"/>
                <a:gd name="csX15" fmla="*/ 18306 w 259926"/>
                <a:gd name="csY15" fmla="*/ 407495 h 407495"/>
                <a:gd name="csX16" fmla="*/ 36612 w 259926"/>
                <a:gd name="csY16" fmla="*/ 389152 h 407495"/>
                <a:gd name="csX17" fmla="*/ 36612 w 259926"/>
                <a:gd name="csY17" fmla="*/ 367981 h 407495"/>
                <a:gd name="csX18" fmla="*/ 193889 w 259926"/>
                <a:gd name="csY18" fmla="*/ 274331 h 407495"/>
                <a:gd name="csX19" fmla="*/ 193889 w 259926"/>
                <a:gd name="csY19" fmla="*/ 274368 h 407495"/>
                <a:gd name="csX20" fmla="*/ 202186 w 259926"/>
                <a:gd name="csY20" fmla="*/ 263393 h 407495"/>
                <a:gd name="csX21" fmla="*/ 259299 w 259926"/>
                <a:gd name="csY21" fmla="*/ 50271 h 407495"/>
                <a:gd name="csX22" fmla="*/ 259857 w 259926"/>
                <a:gd name="csY22" fmla="*/ 43760 h 407495"/>
                <a:gd name="csX23" fmla="*/ 232621 w 259926"/>
                <a:gd name="csY23" fmla="*/ 2535 h 407495"/>
                <a:gd name="csX24" fmla="*/ 232584 w 259926"/>
                <a:gd name="csY24" fmla="*/ 2535 h 407495"/>
                <a:gd name="csX25" fmla="*/ 222836 w 259926"/>
                <a:gd name="csY25" fmla="*/ 4 h 407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59926" h="407495">
                  <a:moveTo>
                    <a:pt x="222867" y="1"/>
                  </a:moveTo>
                  <a:cubicBezTo>
                    <a:pt x="222867" y="1"/>
                    <a:pt x="207686" y="261"/>
                    <a:pt x="190832" y="6289"/>
                  </a:cubicBezTo>
                  <a:cubicBezTo>
                    <a:pt x="173977" y="12316"/>
                    <a:pt x="152509" y="25785"/>
                    <a:pt x="145588" y="51644"/>
                  </a:cubicBezTo>
                  <a:lnTo>
                    <a:pt x="115041" y="165649"/>
                  </a:lnTo>
                  <a:cubicBezTo>
                    <a:pt x="113776" y="170337"/>
                    <a:pt x="114446" y="175322"/>
                    <a:pt x="116864" y="179527"/>
                  </a:cubicBezTo>
                  <a:cubicBezTo>
                    <a:pt x="119283" y="183731"/>
                    <a:pt x="123301" y="186819"/>
                    <a:pt x="127989" y="188084"/>
                  </a:cubicBezTo>
                  <a:cubicBezTo>
                    <a:pt x="137737" y="190689"/>
                    <a:pt x="147783" y="184884"/>
                    <a:pt x="150426" y="175136"/>
                  </a:cubicBezTo>
                  <a:lnTo>
                    <a:pt x="180972" y="61131"/>
                  </a:lnTo>
                  <a:cubicBezTo>
                    <a:pt x="183912" y="50156"/>
                    <a:pt x="192469" y="44611"/>
                    <a:pt x="203147" y="40779"/>
                  </a:cubicBezTo>
                  <a:cubicBezTo>
                    <a:pt x="208989" y="38696"/>
                    <a:pt x="214160" y="37728"/>
                    <a:pt x="218067" y="37207"/>
                  </a:cubicBezTo>
                  <a:cubicBezTo>
                    <a:pt x="221007" y="40072"/>
                    <a:pt x="222272" y="42937"/>
                    <a:pt x="222830" y="44946"/>
                  </a:cubicBezTo>
                  <a:lnTo>
                    <a:pt x="168768" y="246724"/>
                  </a:lnTo>
                  <a:lnTo>
                    <a:pt x="8967" y="341863"/>
                  </a:lnTo>
                  <a:cubicBezTo>
                    <a:pt x="3423" y="345174"/>
                    <a:pt x="0" y="351164"/>
                    <a:pt x="0" y="357601"/>
                  </a:cubicBezTo>
                  <a:lnTo>
                    <a:pt x="0" y="389152"/>
                  </a:lnTo>
                  <a:cubicBezTo>
                    <a:pt x="0" y="399273"/>
                    <a:pt x="8186" y="407458"/>
                    <a:pt x="18306" y="407495"/>
                  </a:cubicBezTo>
                  <a:cubicBezTo>
                    <a:pt x="28426" y="407458"/>
                    <a:pt x="36612" y="399273"/>
                    <a:pt x="36612" y="389152"/>
                  </a:cubicBezTo>
                  <a:lnTo>
                    <a:pt x="36612" y="367981"/>
                  </a:lnTo>
                  <a:lnTo>
                    <a:pt x="193889" y="274331"/>
                  </a:lnTo>
                  <a:lnTo>
                    <a:pt x="193889" y="274368"/>
                  </a:lnTo>
                  <a:cubicBezTo>
                    <a:pt x="197982" y="271950"/>
                    <a:pt x="200958" y="268006"/>
                    <a:pt x="202186" y="263393"/>
                  </a:cubicBezTo>
                  <a:lnTo>
                    <a:pt x="259299" y="50271"/>
                  </a:lnTo>
                  <a:cubicBezTo>
                    <a:pt x="259857" y="48150"/>
                    <a:pt x="260043" y="45918"/>
                    <a:pt x="259857" y="43760"/>
                  </a:cubicBezTo>
                  <a:cubicBezTo>
                    <a:pt x="259857" y="43760"/>
                    <a:pt x="256955" y="16859"/>
                    <a:pt x="232621" y="2535"/>
                  </a:cubicBezTo>
                  <a:lnTo>
                    <a:pt x="232584" y="2535"/>
                  </a:lnTo>
                  <a:cubicBezTo>
                    <a:pt x="229645" y="786"/>
                    <a:pt x="226259" y="-70"/>
                    <a:pt x="222836" y="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7" name="Forme libre : forme 76">
              <a:extLst>
                <a:ext uri="{FF2B5EF4-FFF2-40B4-BE49-F238E27FC236}">
                  <a16:creationId xmlns:a16="http://schemas.microsoft.com/office/drawing/2014/main" id="{19AA3BBA-EC61-8B54-192B-72F7FFFF2CCB}"/>
                </a:ext>
              </a:extLst>
            </p:cNvPr>
            <p:cNvSpPr/>
            <p:nvPr/>
          </p:nvSpPr>
          <p:spPr>
            <a:xfrm>
              <a:off x="4732422" y="4555700"/>
              <a:ext cx="300239" cy="262687"/>
            </a:xfrm>
            <a:custGeom>
              <a:avLst/>
              <a:gdLst>
                <a:gd name="csX0" fmla="*/ 60287 w 300239"/>
                <a:gd name="csY0" fmla="*/ 45 h 262687"/>
                <a:gd name="csX1" fmla="*/ 22783 w 300239"/>
                <a:gd name="csY1" fmla="*/ 9532 h 262687"/>
                <a:gd name="csX2" fmla="*/ 20029 w 300239"/>
                <a:gd name="csY2" fmla="*/ 11542 h 262687"/>
                <a:gd name="csX3" fmla="*/ 5853 w 300239"/>
                <a:gd name="csY3" fmla="*/ 28991 h 262687"/>
                <a:gd name="csX4" fmla="*/ 12 w 300239"/>
                <a:gd name="csY4" fmla="*/ 50087 h 262687"/>
                <a:gd name="csX5" fmla="*/ 13294 w 300239"/>
                <a:gd name="csY5" fmla="*/ 75351 h 262687"/>
                <a:gd name="csX6" fmla="*/ 15452 w 300239"/>
                <a:gd name="csY6" fmla="*/ 76764 h 262687"/>
                <a:gd name="csX7" fmla="*/ 124399 w 300239"/>
                <a:gd name="csY7" fmla="*/ 138267 h 262687"/>
                <a:gd name="csX8" fmla="*/ 149328 w 300239"/>
                <a:gd name="csY8" fmla="*/ 131310 h 262687"/>
                <a:gd name="csX9" fmla="*/ 142408 w 300239"/>
                <a:gd name="csY9" fmla="*/ 106381 h 262687"/>
                <a:gd name="csX10" fmla="*/ 37633 w 300239"/>
                <a:gd name="csY10" fmla="*/ 47259 h 262687"/>
                <a:gd name="csX11" fmla="*/ 37707 w 300239"/>
                <a:gd name="csY11" fmla="*/ 47073 h 262687"/>
                <a:gd name="csX12" fmla="*/ 43102 w 300239"/>
                <a:gd name="csY12" fmla="*/ 40227 h 262687"/>
                <a:gd name="csX13" fmla="*/ 86820 w 300239"/>
                <a:gd name="csY13" fmla="*/ 45734 h 262687"/>
                <a:gd name="csX14" fmla="*/ 88420 w 300239"/>
                <a:gd name="csY14" fmla="*/ 46627 h 262687"/>
                <a:gd name="csX15" fmla="*/ 149365 w 300239"/>
                <a:gd name="csY15" fmla="*/ 77397 h 262687"/>
                <a:gd name="csX16" fmla="*/ 149365 w 300239"/>
                <a:gd name="csY16" fmla="*/ 77434 h 262687"/>
                <a:gd name="csX17" fmla="*/ 162350 w 300239"/>
                <a:gd name="csY17" fmla="*/ 78774 h 262687"/>
                <a:gd name="csX18" fmla="*/ 232671 w 300239"/>
                <a:gd name="csY18" fmla="*/ 91350 h 262687"/>
                <a:gd name="csX19" fmla="*/ 257079 w 300239"/>
                <a:gd name="csY19" fmla="*/ 110511 h 262687"/>
                <a:gd name="csX20" fmla="*/ 263590 w 300239"/>
                <a:gd name="csY20" fmla="*/ 120222 h 262687"/>
                <a:gd name="csX21" fmla="*/ 263590 w 300239"/>
                <a:gd name="csY21" fmla="*/ 244418 h 262687"/>
                <a:gd name="csX22" fmla="*/ 263627 w 300239"/>
                <a:gd name="csY22" fmla="*/ 244381 h 262687"/>
                <a:gd name="csX23" fmla="*/ 281934 w 300239"/>
                <a:gd name="csY23" fmla="*/ 262687 h 262687"/>
                <a:gd name="csX24" fmla="*/ 300240 w 300239"/>
                <a:gd name="csY24" fmla="*/ 244381 h 262687"/>
                <a:gd name="csX25" fmla="*/ 300240 w 300239"/>
                <a:gd name="csY25" fmla="*/ 120185 h 262687"/>
                <a:gd name="csX26" fmla="*/ 284464 w 300239"/>
                <a:gd name="csY26" fmla="*/ 86140 h 262687"/>
                <a:gd name="csX27" fmla="*/ 250978 w 300239"/>
                <a:gd name="csY27" fmla="*/ 59574 h 262687"/>
                <a:gd name="csX28" fmla="*/ 159970 w 300239"/>
                <a:gd name="csY28" fmla="*/ 41715 h 262687"/>
                <a:gd name="csX29" fmla="*/ 105722 w 300239"/>
                <a:gd name="csY29" fmla="*/ 14330 h 262687"/>
                <a:gd name="csX30" fmla="*/ 60292 w 300239"/>
                <a:gd name="csY30" fmla="*/ 6 h 262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00239" h="262687">
                  <a:moveTo>
                    <a:pt x="60287" y="45"/>
                  </a:moveTo>
                  <a:cubicBezTo>
                    <a:pt x="48492" y="-365"/>
                    <a:pt x="35544" y="1979"/>
                    <a:pt x="22783" y="9532"/>
                  </a:cubicBezTo>
                  <a:cubicBezTo>
                    <a:pt x="21815" y="10091"/>
                    <a:pt x="20885" y="10797"/>
                    <a:pt x="20029" y="11542"/>
                  </a:cubicBezTo>
                  <a:cubicBezTo>
                    <a:pt x="20029" y="11542"/>
                    <a:pt x="11918" y="18276"/>
                    <a:pt x="5853" y="28991"/>
                  </a:cubicBezTo>
                  <a:cubicBezTo>
                    <a:pt x="2802" y="34349"/>
                    <a:pt x="-212" y="41195"/>
                    <a:pt x="12" y="50087"/>
                  </a:cubicBezTo>
                  <a:cubicBezTo>
                    <a:pt x="235" y="58980"/>
                    <a:pt x="5332" y="69249"/>
                    <a:pt x="13294" y="75351"/>
                  </a:cubicBezTo>
                  <a:cubicBezTo>
                    <a:pt x="13964" y="75871"/>
                    <a:pt x="14708" y="76355"/>
                    <a:pt x="15452" y="76764"/>
                  </a:cubicBezTo>
                  <a:lnTo>
                    <a:pt x="124399" y="138267"/>
                  </a:lnTo>
                  <a:cubicBezTo>
                    <a:pt x="133217" y="143216"/>
                    <a:pt x="144380" y="140128"/>
                    <a:pt x="149328" y="131310"/>
                  </a:cubicBezTo>
                  <a:cubicBezTo>
                    <a:pt x="154314" y="122492"/>
                    <a:pt x="151188" y="111329"/>
                    <a:pt x="142408" y="106381"/>
                  </a:cubicBezTo>
                  <a:lnTo>
                    <a:pt x="37633" y="47259"/>
                  </a:lnTo>
                  <a:cubicBezTo>
                    <a:pt x="37707" y="47185"/>
                    <a:pt x="37633" y="47148"/>
                    <a:pt x="37707" y="47073"/>
                  </a:cubicBezTo>
                  <a:cubicBezTo>
                    <a:pt x="39344" y="44208"/>
                    <a:pt x="41800" y="41567"/>
                    <a:pt x="43102" y="40227"/>
                  </a:cubicBezTo>
                  <a:cubicBezTo>
                    <a:pt x="60999" y="31335"/>
                    <a:pt x="86820" y="45734"/>
                    <a:pt x="86820" y="45734"/>
                  </a:cubicBezTo>
                  <a:cubicBezTo>
                    <a:pt x="87341" y="46068"/>
                    <a:pt x="87862" y="46366"/>
                    <a:pt x="88420" y="46627"/>
                  </a:cubicBezTo>
                  <a:lnTo>
                    <a:pt x="149365" y="77397"/>
                  </a:lnTo>
                  <a:lnTo>
                    <a:pt x="149365" y="77434"/>
                  </a:lnTo>
                  <a:cubicBezTo>
                    <a:pt x="153383" y="79443"/>
                    <a:pt x="157997" y="79927"/>
                    <a:pt x="162350" y="78774"/>
                  </a:cubicBezTo>
                  <a:cubicBezTo>
                    <a:pt x="185419" y="72597"/>
                    <a:pt x="212096" y="79481"/>
                    <a:pt x="232671" y="91350"/>
                  </a:cubicBezTo>
                  <a:cubicBezTo>
                    <a:pt x="242977" y="97303"/>
                    <a:pt x="251647" y="104409"/>
                    <a:pt x="257079" y="110511"/>
                  </a:cubicBezTo>
                  <a:cubicBezTo>
                    <a:pt x="262511" y="116650"/>
                    <a:pt x="263590" y="122120"/>
                    <a:pt x="263590" y="120222"/>
                  </a:cubicBezTo>
                  <a:lnTo>
                    <a:pt x="263590" y="244418"/>
                  </a:lnTo>
                  <a:lnTo>
                    <a:pt x="263627" y="244381"/>
                  </a:lnTo>
                  <a:cubicBezTo>
                    <a:pt x="263627" y="254501"/>
                    <a:pt x="271813" y="262687"/>
                    <a:pt x="281934" y="262687"/>
                  </a:cubicBezTo>
                  <a:cubicBezTo>
                    <a:pt x="292054" y="262687"/>
                    <a:pt x="300240" y="254502"/>
                    <a:pt x="300240" y="244381"/>
                  </a:cubicBezTo>
                  <a:lnTo>
                    <a:pt x="300240" y="120185"/>
                  </a:lnTo>
                  <a:cubicBezTo>
                    <a:pt x="300240" y="105934"/>
                    <a:pt x="293133" y="95888"/>
                    <a:pt x="284464" y="86140"/>
                  </a:cubicBezTo>
                  <a:cubicBezTo>
                    <a:pt x="275795" y="76392"/>
                    <a:pt x="264409" y="67313"/>
                    <a:pt x="250978" y="59574"/>
                  </a:cubicBezTo>
                  <a:cubicBezTo>
                    <a:pt x="225901" y="45138"/>
                    <a:pt x="193307" y="35203"/>
                    <a:pt x="159970" y="41715"/>
                  </a:cubicBezTo>
                  <a:lnTo>
                    <a:pt x="105722" y="14330"/>
                  </a:lnTo>
                  <a:cubicBezTo>
                    <a:pt x="102969" y="12507"/>
                    <a:pt x="84291" y="787"/>
                    <a:pt x="60292" y="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8" name="Forme libre : forme 77">
              <a:extLst>
                <a:ext uri="{FF2B5EF4-FFF2-40B4-BE49-F238E27FC236}">
                  <a16:creationId xmlns:a16="http://schemas.microsoft.com/office/drawing/2014/main" id="{10DC0F86-947D-E09F-0F96-9BCD23836AB0}"/>
                </a:ext>
              </a:extLst>
            </p:cNvPr>
            <p:cNvSpPr/>
            <p:nvPr/>
          </p:nvSpPr>
          <p:spPr>
            <a:xfrm>
              <a:off x="4625545" y="4410932"/>
              <a:ext cx="259925" cy="407458"/>
            </a:xfrm>
            <a:custGeom>
              <a:avLst/>
              <a:gdLst>
                <a:gd name="csX0" fmla="*/ 37091 w 259925"/>
                <a:gd name="csY0" fmla="*/ 4 h 407458"/>
                <a:gd name="csX1" fmla="*/ 27343 w 259925"/>
                <a:gd name="csY1" fmla="*/ 2535 h 407458"/>
                <a:gd name="csX2" fmla="*/ 107 w 259925"/>
                <a:gd name="csY2" fmla="*/ 43760 h 407458"/>
                <a:gd name="csX3" fmla="*/ 70 w 259925"/>
                <a:gd name="csY3" fmla="*/ 43722 h 407458"/>
                <a:gd name="csX4" fmla="*/ 628 w 259925"/>
                <a:gd name="csY4" fmla="*/ 50271 h 407458"/>
                <a:gd name="csX5" fmla="*/ 57741 w 259925"/>
                <a:gd name="csY5" fmla="*/ 263393 h 407458"/>
                <a:gd name="csX6" fmla="*/ 66038 w 259925"/>
                <a:gd name="csY6" fmla="*/ 274368 h 407458"/>
                <a:gd name="csX7" fmla="*/ 223277 w 259925"/>
                <a:gd name="csY7" fmla="*/ 368018 h 407458"/>
                <a:gd name="csX8" fmla="*/ 223277 w 259925"/>
                <a:gd name="csY8" fmla="*/ 389189 h 407458"/>
                <a:gd name="csX9" fmla="*/ 223314 w 259925"/>
                <a:gd name="csY9" fmla="*/ 389152 h 407458"/>
                <a:gd name="csX10" fmla="*/ 241620 w 259925"/>
                <a:gd name="csY10" fmla="*/ 407458 h 407458"/>
                <a:gd name="csX11" fmla="*/ 259926 w 259925"/>
                <a:gd name="csY11" fmla="*/ 389152 h 407458"/>
                <a:gd name="csX12" fmla="*/ 259926 w 259925"/>
                <a:gd name="csY12" fmla="*/ 357601 h 407458"/>
                <a:gd name="csX13" fmla="*/ 250959 w 259925"/>
                <a:gd name="csY13" fmla="*/ 341863 h 407458"/>
                <a:gd name="csX14" fmla="*/ 91196 w 259925"/>
                <a:gd name="csY14" fmla="*/ 246724 h 407458"/>
                <a:gd name="csX15" fmla="*/ 37097 w 259925"/>
                <a:gd name="csY15" fmla="*/ 44946 h 407458"/>
                <a:gd name="csX16" fmla="*/ 41860 w 259925"/>
                <a:gd name="csY16" fmla="*/ 37207 h 407458"/>
                <a:gd name="csX17" fmla="*/ 56780 w 259925"/>
                <a:gd name="csY17" fmla="*/ 40779 h 407458"/>
                <a:gd name="csX18" fmla="*/ 78992 w 259925"/>
                <a:gd name="csY18" fmla="*/ 61131 h 407458"/>
                <a:gd name="csX19" fmla="*/ 109501 w 259925"/>
                <a:gd name="csY19" fmla="*/ 175136 h 407458"/>
                <a:gd name="csX20" fmla="*/ 118059 w 259925"/>
                <a:gd name="csY20" fmla="*/ 186261 h 407458"/>
                <a:gd name="csX21" fmla="*/ 131937 w 259925"/>
                <a:gd name="csY21" fmla="*/ 188084 h 407458"/>
                <a:gd name="csX22" fmla="*/ 143062 w 259925"/>
                <a:gd name="csY22" fmla="*/ 179564 h 407458"/>
                <a:gd name="csX23" fmla="*/ 144885 w 259925"/>
                <a:gd name="csY23" fmla="*/ 165649 h 407458"/>
                <a:gd name="csX24" fmla="*/ 114339 w 259925"/>
                <a:gd name="csY24" fmla="*/ 51644 h 407458"/>
                <a:gd name="csX25" fmla="*/ 69095 w 259925"/>
                <a:gd name="csY25" fmla="*/ 6289 h 407458"/>
                <a:gd name="csX26" fmla="*/ 37097 w 259925"/>
                <a:gd name="csY26" fmla="*/ 1 h 407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59925" h="407458">
                  <a:moveTo>
                    <a:pt x="37091" y="4"/>
                  </a:moveTo>
                  <a:cubicBezTo>
                    <a:pt x="33668" y="-70"/>
                    <a:pt x="30282" y="786"/>
                    <a:pt x="27343" y="2535"/>
                  </a:cubicBezTo>
                  <a:cubicBezTo>
                    <a:pt x="2972" y="16859"/>
                    <a:pt x="107" y="43760"/>
                    <a:pt x="107" y="43760"/>
                  </a:cubicBezTo>
                  <a:lnTo>
                    <a:pt x="70" y="43722"/>
                  </a:lnTo>
                  <a:cubicBezTo>
                    <a:pt x="-116" y="45918"/>
                    <a:pt x="70" y="48150"/>
                    <a:pt x="628" y="50271"/>
                  </a:cubicBezTo>
                  <a:lnTo>
                    <a:pt x="57741" y="263393"/>
                  </a:lnTo>
                  <a:cubicBezTo>
                    <a:pt x="58969" y="267969"/>
                    <a:pt x="61945" y="271913"/>
                    <a:pt x="66038" y="274368"/>
                  </a:cubicBezTo>
                  <a:lnTo>
                    <a:pt x="223277" y="368018"/>
                  </a:lnTo>
                  <a:lnTo>
                    <a:pt x="223277" y="389189"/>
                  </a:lnTo>
                  <a:lnTo>
                    <a:pt x="223314" y="389152"/>
                  </a:lnTo>
                  <a:cubicBezTo>
                    <a:pt x="223314" y="399273"/>
                    <a:pt x="231499" y="407458"/>
                    <a:pt x="241620" y="407458"/>
                  </a:cubicBezTo>
                  <a:cubicBezTo>
                    <a:pt x="251740" y="407458"/>
                    <a:pt x="259926" y="399273"/>
                    <a:pt x="259926" y="389152"/>
                  </a:cubicBezTo>
                  <a:lnTo>
                    <a:pt x="259926" y="357601"/>
                  </a:lnTo>
                  <a:cubicBezTo>
                    <a:pt x="259926" y="351164"/>
                    <a:pt x="256503" y="345173"/>
                    <a:pt x="250959" y="341863"/>
                  </a:cubicBezTo>
                  <a:lnTo>
                    <a:pt x="91196" y="246724"/>
                  </a:lnTo>
                  <a:lnTo>
                    <a:pt x="37097" y="44946"/>
                  </a:lnTo>
                  <a:cubicBezTo>
                    <a:pt x="37655" y="42937"/>
                    <a:pt x="38920" y="40072"/>
                    <a:pt x="41860" y="37207"/>
                  </a:cubicBezTo>
                  <a:cubicBezTo>
                    <a:pt x="45766" y="37728"/>
                    <a:pt x="50938" y="38696"/>
                    <a:pt x="56780" y="40779"/>
                  </a:cubicBezTo>
                  <a:cubicBezTo>
                    <a:pt x="67495" y="44611"/>
                    <a:pt x="76052" y="50155"/>
                    <a:pt x="78992" y="61131"/>
                  </a:cubicBezTo>
                  <a:lnTo>
                    <a:pt x="109501" y="175136"/>
                  </a:lnTo>
                  <a:cubicBezTo>
                    <a:pt x="110766" y="179824"/>
                    <a:pt x="113855" y="183842"/>
                    <a:pt x="118059" y="186261"/>
                  </a:cubicBezTo>
                  <a:cubicBezTo>
                    <a:pt x="122263" y="188680"/>
                    <a:pt x="127249" y="189349"/>
                    <a:pt x="131937" y="188084"/>
                  </a:cubicBezTo>
                  <a:cubicBezTo>
                    <a:pt x="136625" y="186819"/>
                    <a:pt x="140643" y="183768"/>
                    <a:pt x="143062" y="179564"/>
                  </a:cubicBezTo>
                  <a:cubicBezTo>
                    <a:pt x="145481" y="175360"/>
                    <a:pt x="146150" y="170337"/>
                    <a:pt x="144885" y="165649"/>
                  </a:cubicBezTo>
                  <a:lnTo>
                    <a:pt x="114339" y="51644"/>
                  </a:lnTo>
                  <a:cubicBezTo>
                    <a:pt x="107418" y="25786"/>
                    <a:pt x="85949" y="12316"/>
                    <a:pt x="69095" y="6289"/>
                  </a:cubicBezTo>
                  <a:cubicBezTo>
                    <a:pt x="52240" y="261"/>
                    <a:pt x="37097" y="1"/>
                    <a:pt x="37097"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7" name="Forme libre : forme 106">
              <a:extLst>
                <a:ext uri="{FF2B5EF4-FFF2-40B4-BE49-F238E27FC236}">
                  <a16:creationId xmlns:a16="http://schemas.microsoft.com/office/drawing/2014/main" id="{C46379C2-7A81-A262-584C-0A6A97BF0C9C}"/>
                </a:ext>
              </a:extLst>
            </p:cNvPr>
            <p:cNvSpPr/>
            <p:nvPr/>
          </p:nvSpPr>
          <p:spPr>
            <a:xfrm>
              <a:off x="4954603" y="42189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8" name="Forme libre : forme 107">
              <a:extLst>
                <a:ext uri="{FF2B5EF4-FFF2-40B4-BE49-F238E27FC236}">
                  <a16:creationId xmlns:a16="http://schemas.microsoft.com/office/drawing/2014/main" id="{B870E10B-1DD5-D8CA-986B-4D0BFF709846}"/>
                </a:ext>
              </a:extLst>
            </p:cNvPr>
            <p:cNvSpPr/>
            <p:nvPr/>
          </p:nvSpPr>
          <p:spPr>
            <a:xfrm>
              <a:off x="4902142" y="4368741"/>
              <a:ext cx="272163" cy="255688"/>
            </a:xfrm>
            <a:custGeom>
              <a:avLst/>
              <a:gdLst>
                <a:gd name="csX0" fmla="*/ 136065 w 272163"/>
                <a:gd name="csY0" fmla="*/ 0 h 255688"/>
                <a:gd name="csX1" fmla="*/ 0 w 272163"/>
                <a:gd name="csY1" fmla="*/ 136103 h 255688"/>
                <a:gd name="csX2" fmla="*/ 0 w 272163"/>
                <a:gd name="csY2" fmla="*/ 237382 h 255688"/>
                <a:gd name="csX3" fmla="*/ 18306 w 272163"/>
                <a:gd name="csY3" fmla="*/ 255688 h 255688"/>
                <a:gd name="csX4" fmla="*/ 36612 w 272163"/>
                <a:gd name="csY4" fmla="*/ 237382 h 255688"/>
                <a:gd name="csX5" fmla="*/ 36612 w 272163"/>
                <a:gd name="csY5" fmla="*/ 136103 h 255688"/>
                <a:gd name="csX6" fmla="*/ 136063 w 272163"/>
                <a:gd name="csY6" fmla="*/ 36614 h 255688"/>
                <a:gd name="csX7" fmla="*/ 235551 w 272163"/>
                <a:gd name="csY7" fmla="*/ 136103 h 255688"/>
                <a:gd name="csX8" fmla="*/ 235551 w 272163"/>
                <a:gd name="csY8" fmla="*/ 237382 h 255688"/>
                <a:gd name="csX9" fmla="*/ 253857 w 272163"/>
                <a:gd name="csY9" fmla="*/ 255688 h 255688"/>
                <a:gd name="csX10" fmla="*/ 266806 w 272163"/>
                <a:gd name="csY10" fmla="*/ 250293 h 255688"/>
                <a:gd name="csX11" fmla="*/ 272164 w 272163"/>
                <a:gd name="csY11" fmla="*/ 237382 h 255688"/>
                <a:gd name="csX12" fmla="*/ 272164 w 272163"/>
                <a:gd name="csY12" fmla="*/ 136103 h 255688"/>
                <a:gd name="csX13" fmla="*/ 136061 w 272163"/>
                <a:gd name="csY13" fmla="*/ 0 h 255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2163" h="255688">
                  <a:moveTo>
                    <a:pt x="136065" y="0"/>
                  </a:moveTo>
                  <a:cubicBezTo>
                    <a:pt x="61130" y="0"/>
                    <a:pt x="0" y="61132"/>
                    <a:pt x="0" y="136103"/>
                  </a:cubicBezTo>
                  <a:lnTo>
                    <a:pt x="0" y="237382"/>
                  </a:lnTo>
                  <a:cubicBezTo>
                    <a:pt x="0" y="247465"/>
                    <a:pt x="8186" y="255688"/>
                    <a:pt x="18306" y="255688"/>
                  </a:cubicBezTo>
                  <a:cubicBezTo>
                    <a:pt x="28389" y="255688"/>
                    <a:pt x="36612" y="247466"/>
                    <a:pt x="36612" y="237382"/>
                  </a:cubicBezTo>
                  <a:lnTo>
                    <a:pt x="36612" y="136103"/>
                  </a:lnTo>
                  <a:cubicBezTo>
                    <a:pt x="36612" y="80962"/>
                    <a:pt x="80925" y="36652"/>
                    <a:pt x="136063" y="36614"/>
                  </a:cubicBezTo>
                  <a:cubicBezTo>
                    <a:pt x="191204" y="36614"/>
                    <a:pt x="235551" y="80927"/>
                    <a:pt x="235551" y="136103"/>
                  </a:cubicBezTo>
                  <a:lnTo>
                    <a:pt x="235551" y="237382"/>
                  </a:lnTo>
                  <a:cubicBezTo>
                    <a:pt x="235551" y="247465"/>
                    <a:pt x="243737" y="255688"/>
                    <a:pt x="253857" y="255688"/>
                  </a:cubicBezTo>
                  <a:cubicBezTo>
                    <a:pt x="258694" y="255688"/>
                    <a:pt x="263382" y="253754"/>
                    <a:pt x="266806" y="250293"/>
                  </a:cubicBezTo>
                  <a:cubicBezTo>
                    <a:pt x="270229" y="246870"/>
                    <a:pt x="272164" y="242219"/>
                    <a:pt x="272164" y="237382"/>
                  </a:cubicBezTo>
                  <a:lnTo>
                    <a:pt x="272164" y="136103"/>
                  </a:lnTo>
                  <a:cubicBezTo>
                    <a:pt x="272164" y="61168"/>
                    <a:pt x="210995" y="0"/>
                    <a:pt x="136061"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9" name="Forme libre : forme 108">
              <a:extLst>
                <a:ext uri="{FF2B5EF4-FFF2-40B4-BE49-F238E27FC236}">
                  <a16:creationId xmlns:a16="http://schemas.microsoft.com/office/drawing/2014/main" id="{A237A136-664D-AEBC-8E10-B4D559059193}"/>
                </a:ext>
              </a:extLst>
            </p:cNvPr>
            <p:cNvSpPr/>
            <p:nvPr/>
          </p:nvSpPr>
          <p:spPr>
            <a:xfrm>
              <a:off x="4741662"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0" name="Forme libre : forme 109">
              <a:extLst>
                <a:ext uri="{FF2B5EF4-FFF2-40B4-BE49-F238E27FC236}">
                  <a16:creationId xmlns:a16="http://schemas.microsoft.com/office/drawing/2014/main" id="{A5D6068F-386E-24EC-04F1-8AD47E14D70C}"/>
                </a:ext>
              </a:extLst>
            </p:cNvPr>
            <p:cNvSpPr/>
            <p:nvPr/>
          </p:nvSpPr>
          <p:spPr>
            <a:xfrm>
              <a:off x="4693188" y="4333841"/>
              <a:ext cx="264168" cy="123931"/>
            </a:xfrm>
            <a:custGeom>
              <a:avLst/>
              <a:gdLst>
                <a:gd name="csX0" fmla="*/ 132077 w 264168"/>
                <a:gd name="csY0" fmla="*/ 0 h 123931"/>
                <a:gd name="csX1" fmla="*/ 623 w 264168"/>
                <a:gd name="csY1" fmla="*/ 100870 h 123931"/>
                <a:gd name="csX2" fmla="*/ 13571 w 264168"/>
                <a:gd name="csY2" fmla="*/ 123306 h 123931"/>
                <a:gd name="csX3" fmla="*/ 36007 w 264168"/>
                <a:gd name="csY3" fmla="*/ 110358 h 123931"/>
                <a:gd name="csX4" fmla="*/ 132114 w 264168"/>
                <a:gd name="csY4" fmla="*/ 36613 h 123931"/>
                <a:gd name="csX5" fmla="*/ 228184 w 264168"/>
                <a:gd name="csY5" fmla="*/ 110358 h 123931"/>
                <a:gd name="csX6" fmla="*/ 250583 w 264168"/>
                <a:gd name="csY6" fmla="*/ 123306 h 123931"/>
                <a:gd name="csX7" fmla="*/ 263531 w 264168"/>
                <a:gd name="csY7" fmla="*/ 100870 h 123931"/>
                <a:gd name="csX8" fmla="*/ 132076 w 264168"/>
                <a:gd name="csY8" fmla="*/ 0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168" h="123931">
                  <a:moveTo>
                    <a:pt x="132077" y="0"/>
                  </a:moveTo>
                  <a:cubicBezTo>
                    <a:pt x="70574" y="0"/>
                    <a:pt x="16549" y="41449"/>
                    <a:pt x="623" y="100870"/>
                  </a:cubicBezTo>
                  <a:cubicBezTo>
                    <a:pt x="-1982" y="110655"/>
                    <a:pt x="3823" y="120701"/>
                    <a:pt x="13571" y="123306"/>
                  </a:cubicBezTo>
                  <a:cubicBezTo>
                    <a:pt x="23356" y="125910"/>
                    <a:pt x="33365" y="120143"/>
                    <a:pt x="36007" y="110358"/>
                  </a:cubicBezTo>
                  <a:cubicBezTo>
                    <a:pt x="47691" y="66788"/>
                    <a:pt x="86981" y="36613"/>
                    <a:pt x="132114" y="36613"/>
                  </a:cubicBezTo>
                  <a:cubicBezTo>
                    <a:pt x="177210" y="36613"/>
                    <a:pt x="216537" y="66751"/>
                    <a:pt x="228184" y="110358"/>
                  </a:cubicBezTo>
                  <a:cubicBezTo>
                    <a:pt x="230788" y="120143"/>
                    <a:pt x="240834" y="125910"/>
                    <a:pt x="250583" y="123306"/>
                  </a:cubicBezTo>
                  <a:cubicBezTo>
                    <a:pt x="260368" y="120701"/>
                    <a:pt x="266172" y="110656"/>
                    <a:pt x="263531" y="100870"/>
                  </a:cubicBezTo>
                  <a:cubicBezTo>
                    <a:pt x="247606" y="41450"/>
                    <a:pt x="193581" y="0"/>
                    <a:pt x="132076"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1" name="Forme libre : forme 110">
              <a:extLst>
                <a:ext uri="{FF2B5EF4-FFF2-40B4-BE49-F238E27FC236}">
                  <a16:creationId xmlns:a16="http://schemas.microsoft.com/office/drawing/2014/main" id="{7CFC0F4B-EDCA-7BAF-FEC1-B85ED9E72FFE}"/>
                </a:ext>
              </a:extLst>
            </p:cNvPr>
            <p:cNvSpPr/>
            <p:nvPr/>
          </p:nvSpPr>
          <p:spPr>
            <a:xfrm>
              <a:off x="5171554"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2" name="Forme libre : forme 111">
              <a:extLst>
                <a:ext uri="{FF2B5EF4-FFF2-40B4-BE49-F238E27FC236}">
                  <a16:creationId xmlns:a16="http://schemas.microsoft.com/office/drawing/2014/main" id="{5EB2EBB8-E86B-AA47-DC09-F2C3C12B8D50}"/>
                </a:ext>
              </a:extLst>
            </p:cNvPr>
            <p:cNvSpPr/>
            <p:nvPr/>
          </p:nvSpPr>
          <p:spPr>
            <a:xfrm>
              <a:off x="5123065" y="4333841"/>
              <a:ext cx="264173" cy="123931"/>
            </a:xfrm>
            <a:custGeom>
              <a:avLst/>
              <a:gdLst>
                <a:gd name="csX0" fmla="*/ 132092 w 264173"/>
                <a:gd name="csY0" fmla="*/ 0 h 123931"/>
                <a:gd name="csX1" fmla="*/ 638 w 264173"/>
                <a:gd name="csY1" fmla="*/ 100870 h 123931"/>
                <a:gd name="csX2" fmla="*/ 13586 w 264173"/>
                <a:gd name="csY2" fmla="*/ 123306 h 123931"/>
                <a:gd name="csX3" fmla="*/ 35985 w 264173"/>
                <a:gd name="csY3" fmla="*/ 110358 h 123931"/>
                <a:gd name="csX4" fmla="*/ 132092 w 264173"/>
                <a:gd name="csY4" fmla="*/ 36613 h 123931"/>
                <a:gd name="csX5" fmla="*/ 228162 w 264173"/>
                <a:gd name="csY5" fmla="*/ 110358 h 123931"/>
                <a:gd name="csX6" fmla="*/ 250598 w 264173"/>
                <a:gd name="csY6" fmla="*/ 123306 h 123931"/>
                <a:gd name="csX7" fmla="*/ 261723 w 264173"/>
                <a:gd name="csY7" fmla="*/ 114786 h 123931"/>
                <a:gd name="csX8" fmla="*/ 263546 w 264173"/>
                <a:gd name="csY8" fmla="*/ 100870 h 123931"/>
                <a:gd name="csX9" fmla="*/ 132092 w 264173"/>
                <a:gd name="csY9" fmla="*/ 1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173" h="123931">
                  <a:moveTo>
                    <a:pt x="132092" y="0"/>
                  </a:moveTo>
                  <a:cubicBezTo>
                    <a:pt x="70589" y="0"/>
                    <a:pt x="16564" y="41449"/>
                    <a:pt x="638" y="100870"/>
                  </a:cubicBezTo>
                  <a:cubicBezTo>
                    <a:pt x="-2004" y="110655"/>
                    <a:pt x="3801" y="120701"/>
                    <a:pt x="13586" y="123306"/>
                  </a:cubicBezTo>
                  <a:cubicBezTo>
                    <a:pt x="23334" y="125910"/>
                    <a:pt x="33380" y="120143"/>
                    <a:pt x="35985" y="110358"/>
                  </a:cubicBezTo>
                  <a:cubicBezTo>
                    <a:pt x="47669" y="66788"/>
                    <a:pt x="86959" y="36613"/>
                    <a:pt x="132092" y="36613"/>
                  </a:cubicBezTo>
                  <a:cubicBezTo>
                    <a:pt x="177188" y="36613"/>
                    <a:pt x="216515" y="66751"/>
                    <a:pt x="228162" y="110358"/>
                  </a:cubicBezTo>
                  <a:cubicBezTo>
                    <a:pt x="230803" y="120143"/>
                    <a:pt x="240812" y="125910"/>
                    <a:pt x="250598" y="123306"/>
                  </a:cubicBezTo>
                  <a:cubicBezTo>
                    <a:pt x="255286" y="122041"/>
                    <a:pt x="259267" y="118990"/>
                    <a:pt x="261723" y="114786"/>
                  </a:cubicBezTo>
                  <a:cubicBezTo>
                    <a:pt x="264141" y="110581"/>
                    <a:pt x="264811" y="105595"/>
                    <a:pt x="263546" y="100870"/>
                  </a:cubicBezTo>
                  <a:cubicBezTo>
                    <a:pt x="247621" y="41451"/>
                    <a:pt x="193596" y="1"/>
                    <a:pt x="132092"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sp>
        <p:nvSpPr>
          <p:cNvPr id="113" name="Forme libre : forme 112">
            <a:extLst>
              <a:ext uri="{FF2B5EF4-FFF2-40B4-BE49-F238E27FC236}">
                <a16:creationId xmlns:a16="http://schemas.microsoft.com/office/drawing/2014/main" id="{7C34CF42-57DD-003F-7935-0935B2C7F6DE}"/>
              </a:ext>
            </a:extLst>
          </p:cNvPr>
          <p:cNvSpPr>
            <a:spLocks noChangeAspect="1"/>
          </p:cNvSpPr>
          <p:nvPr/>
        </p:nvSpPr>
        <p:spPr>
          <a:xfrm>
            <a:off x="6547091" y="4732095"/>
            <a:ext cx="360000" cy="359985"/>
          </a:xfrm>
          <a:custGeom>
            <a:avLst/>
            <a:gdLst>
              <a:gd name="csX0" fmla="*/ 214758 w 871518"/>
              <a:gd name="csY0" fmla="*/ 600024 h 871485"/>
              <a:gd name="csX1" fmla="*/ 221753 w 871518"/>
              <a:gd name="csY1" fmla="*/ 614646 h 871485"/>
              <a:gd name="csX2" fmla="*/ 207131 w 871518"/>
              <a:gd name="csY2" fmla="*/ 621641 h 871485"/>
              <a:gd name="csX3" fmla="*/ 0 w 871518"/>
              <a:gd name="csY3" fmla="*/ 356389 h 871485"/>
              <a:gd name="csX4" fmla="*/ 167545 w 871518"/>
              <a:gd name="csY4" fmla="*/ 107882 h 871485"/>
              <a:gd name="csX5" fmla="*/ 164419 w 871518"/>
              <a:gd name="csY5" fmla="*/ 25432 h 871485"/>
              <a:gd name="csX6" fmla="*/ 202668 w 871518"/>
              <a:gd name="csY6" fmla="*/ 4298 h 871485"/>
              <a:gd name="csX7" fmla="*/ 300375 w 871518"/>
              <a:gd name="csY7" fmla="*/ 70935 h 871485"/>
              <a:gd name="csX8" fmla="*/ 315816 w 871518"/>
              <a:gd name="csY8" fmla="*/ 69856 h 871485"/>
              <a:gd name="csX9" fmla="*/ 571687 w 871518"/>
              <a:gd name="csY9" fmla="*/ 152828 h 871485"/>
              <a:gd name="csX10" fmla="*/ 655440 w 871518"/>
              <a:gd name="csY10" fmla="*/ 441892 h 871485"/>
              <a:gd name="csX11" fmla="*/ 640780 w 871518"/>
              <a:gd name="csY11" fmla="*/ 448776 h 871485"/>
              <a:gd name="csX12" fmla="*/ 633897 w 871518"/>
              <a:gd name="csY12" fmla="*/ 434116 h 871485"/>
              <a:gd name="csX13" fmla="*/ 556878 w 871518"/>
              <a:gd name="csY13" fmla="*/ 170283 h 871485"/>
              <a:gd name="csX14" fmla="*/ 316896 w 871518"/>
              <a:gd name="csY14" fmla="*/ 92781 h 871485"/>
              <a:gd name="csX15" fmla="*/ 298925 w 871518"/>
              <a:gd name="csY15" fmla="*/ 94120 h 871485"/>
              <a:gd name="csX16" fmla="*/ 290851 w 871518"/>
              <a:gd name="csY16" fmla="*/ 92223 h 871485"/>
              <a:gd name="csX17" fmla="*/ 189019 w 871518"/>
              <a:gd name="csY17" fmla="*/ 22944 h 871485"/>
              <a:gd name="csX18" fmla="*/ 187308 w 871518"/>
              <a:gd name="csY18" fmla="*/ 24655 h 871485"/>
              <a:gd name="csX19" fmla="*/ 190694 w 871518"/>
              <a:gd name="csY19" fmla="*/ 114547 h 871485"/>
              <a:gd name="csX20" fmla="*/ 184108 w 871518"/>
              <a:gd name="csY20" fmla="*/ 125337 h 871485"/>
              <a:gd name="csX21" fmla="*/ 23002 w 871518"/>
              <a:gd name="csY21" fmla="*/ 356433 h 871485"/>
              <a:gd name="csX22" fmla="*/ 214769 w 871518"/>
              <a:gd name="csY22" fmla="*/ 600025 h 871485"/>
              <a:gd name="csX23" fmla="*/ 561526 w 871518"/>
              <a:gd name="csY23" fmla="*/ 495439 h 871485"/>
              <a:gd name="csX24" fmla="*/ 260964 w 871518"/>
              <a:gd name="csY24" fmla="*/ 653678 h 871485"/>
              <a:gd name="csX25" fmla="*/ 260964 w 871518"/>
              <a:gd name="csY25" fmla="*/ 713246 h 871485"/>
              <a:gd name="csX26" fmla="*/ 561526 w 871518"/>
              <a:gd name="csY26" fmla="*/ 871485 h 871485"/>
              <a:gd name="csX27" fmla="*/ 862087 w 871518"/>
              <a:gd name="csY27" fmla="*/ 713246 h 871485"/>
              <a:gd name="csX28" fmla="*/ 862087 w 871518"/>
              <a:gd name="csY28" fmla="*/ 653678 h 871485"/>
              <a:gd name="csX29" fmla="*/ 561526 w 871518"/>
              <a:gd name="csY29" fmla="*/ 495439 h 871485"/>
              <a:gd name="csX30" fmla="*/ 720441 w 871518"/>
              <a:gd name="csY30" fmla="*/ 557500 h 871485"/>
              <a:gd name="csX31" fmla="*/ 402658 w 871518"/>
              <a:gd name="csY31" fmla="*/ 557500 h 871485"/>
              <a:gd name="csX32" fmla="*/ 279833 w 871518"/>
              <a:gd name="csY32" fmla="*/ 666704 h 871485"/>
              <a:gd name="csX33" fmla="*/ 279833 w 871518"/>
              <a:gd name="csY33" fmla="*/ 700265 h 871485"/>
              <a:gd name="csX34" fmla="*/ 561564 w 871518"/>
              <a:gd name="csY34" fmla="*/ 848531 h 871485"/>
              <a:gd name="csX35" fmla="*/ 843294 w 871518"/>
              <a:gd name="csY35" fmla="*/ 700265 h 871485"/>
              <a:gd name="csX36" fmla="*/ 843294 w 871518"/>
              <a:gd name="csY36" fmla="*/ 666704 h 871485"/>
              <a:gd name="csX37" fmla="*/ 720441 w 871518"/>
              <a:gd name="csY37" fmla="*/ 557500 h 871485"/>
              <a:gd name="csX38" fmla="*/ 561526 w 871518"/>
              <a:gd name="csY38" fmla="*/ 571974 h 871485"/>
              <a:gd name="csX39" fmla="*/ 450016 w 871518"/>
              <a:gd name="csY39" fmla="*/ 683483 h 871485"/>
              <a:gd name="csX40" fmla="*/ 561526 w 871518"/>
              <a:gd name="csY40" fmla="*/ 794992 h 871485"/>
              <a:gd name="csX41" fmla="*/ 673035 w 871518"/>
              <a:gd name="csY41" fmla="*/ 683483 h 871485"/>
              <a:gd name="csX42" fmla="*/ 561526 w 871518"/>
              <a:gd name="csY42" fmla="*/ 571974 h 871485"/>
              <a:gd name="csX43" fmla="*/ 624108 w 871518"/>
              <a:gd name="csY43" fmla="*/ 620863 h 871485"/>
              <a:gd name="csX44" fmla="*/ 498902 w 871518"/>
              <a:gd name="csY44" fmla="*/ 620863 h 871485"/>
              <a:gd name="csX45" fmla="*/ 498902 w 871518"/>
              <a:gd name="csY45" fmla="*/ 746070 h 871485"/>
              <a:gd name="csX46" fmla="*/ 624108 w 871518"/>
              <a:gd name="csY46" fmla="*/ 746070 h 871485"/>
              <a:gd name="csX47" fmla="*/ 624108 w 871518"/>
              <a:gd name="csY47" fmla="*/ 620863 h 871485"/>
              <a:gd name="csX48" fmla="*/ 356103 w 871518"/>
              <a:gd name="csY48" fmla="*/ 489152 h 871485"/>
              <a:gd name="csX49" fmla="*/ 344643 w 871518"/>
              <a:gd name="csY49" fmla="*/ 477655 h 871485"/>
              <a:gd name="csX50" fmla="*/ 344643 w 871518"/>
              <a:gd name="csY50" fmla="*/ 299842 h 871485"/>
              <a:gd name="csX51" fmla="*/ 335304 w 871518"/>
              <a:gd name="csY51" fmla="*/ 290541 h 871485"/>
              <a:gd name="csX52" fmla="*/ 318598 w 871518"/>
              <a:gd name="csY52" fmla="*/ 290541 h 871485"/>
              <a:gd name="csX53" fmla="*/ 316552 w 871518"/>
              <a:gd name="csY53" fmla="*/ 308884 h 871485"/>
              <a:gd name="csX54" fmla="*/ 326003 w 871518"/>
              <a:gd name="csY54" fmla="*/ 320195 h 871485"/>
              <a:gd name="csX55" fmla="*/ 326003 w 871518"/>
              <a:gd name="csY55" fmla="*/ 477653 h 871485"/>
              <a:gd name="csX56" fmla="*/ 313538 w 871518"/>
              <a:gd name="csY56" fmla="*/ 489149 h 871485"/>
              <a:gd name="csX57" fmla="*/ 306990 w 871518"/>
              <a:gd name="csY57" fmla="*/ 505000 h 871485"/>
              <a:gd name="csX58" fmla="*/ 313538 w 871518"/>
              <a:gd name="csY58" fmla="*/ 507716 h 871485"/>
              <a:gd name="csX59" fmla="*/ 357033 w 871518"/>
              <a:gd name="csY59" fmla="*/ 507716 h 871485"/>
              <a:gd name="csX60" fmla="*/ 363582 w 871518"/>
              <a:gd name="csY60" fmla="*/ 491865 h 871485"/>
              <a:gd name="csX61" fmla="*/ 356103 w 871518"/>
              <a:gd name="csY61" fmla="*/ 489149 h 871485"/>
              <a:gd name="csX62" fmla="*/ 367525 w 871518"/>
              <a:gd name="csY62" fmla="*/ 467906 h 871485"/>
              <a:gd name="csX63" fmla="*/ 367525 w 871518"/>
              <a:gd name="csY63" fmla="*/ 299838 h 871485"/>
              <a:gd name="csX64" fmla="*/ 335304 w 871518"/>
              <a:gd name="csY64" fmla="*/ 267579 h 871485"/>
              <a:gd name="csX65" fmla="*/ 318598 w 871518"/>
              <a:gd name="csY65" fmla="*/ 267579 h 871485"/>
              <a:gd name="csX66" fmla="*/ 295790 w 871518"/>
              <a:gd name="csY66" fmla="*/ 277030 h 871485"/>
              <a:gd name="csX67" fmla="*/ 303009 w 871518"/>
              <a:gd name="csY67" fmla="*/ 328078 h 871485"/>
              <a:gd name="csX68" fmla="*/ 303009 w 871518"/>
              <a:gd name="csY68" fmla="*/ 467905 h 871485"/>
              <a:gd name="csX69" fmla="*/ 290730 w 871518"/>
              <a:gd name="csY69" fmla="*/ 475607 h 871485"/>
              <a:gd name="csX70" fmla="*/ 313538 w 871518"/>
              <a:gd name="csY70" fmla="*/ 530673 h 871485"/>
              <a:gd name="csX71" fmla="*/ 357033 w 871518"/>
              <a:gd name="csY71" fmla="*/ 530673 h 871485"/>
              <a:gd name="csX72" fmla="*/ 379840 w 871518"/>
              <a:gd name="csY72" fmla="*/ 521222 h 871485"/>
              <a:gd name="csX73" fmla="*/ 367524 w 871518"/>
              <a:gd name="csY73" fmla="*/ 467904 h 871485"/>
              <a:gd name="csX74" fmla="*/ 335304 w 871518"/>
              <a:gd name="csY74" fmla="*/ 180480 h 871485"/>
              <a:gd name="csX75" fmla="*/ 294302 w 871518"/>
              <a:gd name="csY75" fmla="*/ 221482 h 871485"/>
              <a:gd name="csX76" fmla="*/ 364289 w 871518"/>
              <a:gd name="csY76" fmla="*/ 250467 h 871485"/>
              <a:gd name="csX77" fmla="*/ 335304 w 871518"/>
              <a:gd name="csY77" fmla="*/ 180480 h 871485"/>
              <a:gd name="csX78" fmla="*/ 348066 w 871518"/>
              <a:gd name="csY78" fmla="*/ 208720 h 871485"/>
              <a:gd name="csX79" fmla="*/ 317295 w 871518"/>
              <a:gd name="csY79" fmla="*/ 221481 h 871485"/>
              <a:gd name="csX80" fmla="*/ 348066 w 871518"/>
              <a:gd name="csY80" fmla="*/ 234243 h 871485"/>
              <a:gd name="csX81" fmla="*/ 348066 w 871518"/>
              <a:gd name="csY81" fmla="*/ 208719 h 871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871518" h="871485">
                <a:moveTo>
                  <a:pt x="214758" y="600024"/>
                </a:moveTo>
                <a:cubicBezTo>
                  <a:pt x="220749" y="602145"/>
                  <a:pt x="223874" y="608693"/>
                  <a:pt x="221753" y="614646"/>
                </a:cubicBezTo>
                <a:cubicBezTo>
                  <a:pt x="219633" y="620637"/>
                  <a:pt x="213084" y="623762"/>
                  <a:pt x="207131" y="621641"/>
                </a:cubicBezTo>
                <a:cubicBezTo>
                  <a:pt x="91154" y="580676"/>
                  <a:pt x="0" y="480814"/>
                  <a:pt x="0" y="356389"/>
                </a:cubicBezTo>
                <a:cubicBezTo>
                  <a:pt x="0" y="247042"/>
                  <a:pt x="70619" y="155878"/>
                  <a:pt x="167545" y="107882"/>
                </a:cubicBezTo>
                <a:lnTo>
                  <a:pt x="164419" y="25432"/>
                </a:lnTo>
                <a:cubicBezTo>
                  <a:pt x="163675" y="5377"/>
                  <a:pt x="186074" y="-7012"/>
                  <a:pt x="202668" y="4298"/>
                </a:cubicBezTo>
                <a:lnTo>
                  <a:pt x="300375" y="70935"/>
                </a:lnTo>
                <a:cubicBezTo>
                  <a:pt x="305510" y="70489"/>
                  <a:pt x="310644" y="70117"/>
                  <a:pt x="315816" y="69856"/>
                </a:cubicBezTo>
                <a:cubicBezTo>
                  <a:pt x="413933" y="64945"/>
                  <a:pt x="505688" y="96646"/>
                  <a:pt x="571687" y="152828"/>
                </a:cubicBezTo>
                <a:cubicBezTo>
                  <a:pt x="658230" y="226461"/>
                  <a:pt x="693540" y="337041"/>
                  <a:pt x="655440" y="441892"/>
                </a:cubicBezTo>
                <a:cubicBezTo>
                  <a:pt x="653282" y="447846"/>
                  <a:pt x="646696" y="450897"/>
                  <a:pt x="640780" y="448776"/>
                </a:cubicBezTo>
                <a:cubicBezTo>
                  <a:pt x="634827" y="446618"/>
                  <a:pt x="631776" y="440032"/>
                  <a:pt x="633897" y="434116"/>
                </a:cubicBezTo>
                <a:cubicBezTo>
                  <a:pt x="668610" y="338533"/>
                  <a:pt x="635980" y="237587"/>
                  <a:pt x="556878" y="170283"/>
                </a:cubicBezTo>
                <a:cubicBezTo>
                  <a:pt x="495301" y="117895"/>
                  <a:pt x="408755" y="88204"/>
                  <a:pt x="316896" y="92781"/>
                </a:cubicBezTo>
                <a:cubicBezTo>
                  <a:pt x="310831" y="93079"/>
                  <a:pt x="304841" y="93525"/>
                  <a:pt x="298925" y="94120"/>
                </a:cubicBezTo>
                <a:cubicBezTo>
                  <a:pt x="296209" y="94492"/>
                  <a:pt x="293307" y="93897"/>
                  <a:pt x="290851" y="92223"/>
                </a:cubicBezTo>
                <a:lnTo>
                  <a:pt x="189019" y="22944"/>
                </a:lnTo>
                <a:cubicBezTo>
                  <a:pt x="188461" y="22906"/>
                  <a:pt x="187234" y="23278"/>
                  <a:pt x="187308" y="24655"/>
                </a:cubicBezTo>
                <a:lnTo>
                  <a:pt x="190694" y="114547"/>
                </a:lnTo>
                <a:cubicBezTo>
                  <a:pt x="190843" y="119012"/>
                  <a:pt x="188387" y="123328"/>
                  <a:pt x="184108" y="125337"/>
                </a:cubicBezTo>
                <a:cubicBezTo>
                  <a:pt x="91946" y="168497"/>
                  <a:pt x="23002" y="253591"/>
                  <a:pt x="23002" y="356433"/>
                </a:cubicBezTo>
                <a:cubicBezTo>
                  <a:pt x="23002" y="471066"/>
                  <a:pt x="107797" y="562116"/>
                  <a:pt x="214769" y="600025"/>
                </a:cubicBezTo>
                <a:close/>
                <a:moveTo>
                  <a:pt x="561526" y="495439"/>
                </a:moveTo>
                <a:cubicBezTo>
                  <a:pt x="440120" y="495439"/>
                  <a:pt x="328611" y="555343"/>
                  <a:pt x="260964" y="653678"/>
                </a:cubicBezTo>
                <a:cubicBezTo>
                  <a:pt x="248388" y="671984"/>
                  <a:pt x="248388" y="694940"/>
                  <a:pt x="260964" y="713246"/>
                </a:cubicBezTo>
                <a:cubicBezTo>
                  <a:pt x="328607" y="811583"/>
                  <a:pt x="440149" y="871485"/>
                  <a:pt x="561526" y="871485"/>
                </a:cubicBezTo>
                <a:cubicBezTo>
                  <a:pt x="682931" y="871485"/>
                  <a:pt x="794479" y="811582"/>
                  <a:pt x="862087" y="713246"/>
                </a:cubicBezTo>
                <a:cubicBezTo>
                  <a:pt x="874663" y="694940"/>
                  <a:pt x="874663" y="671984"/>
                  <a:pt x="862087" y="653678"/>
                </a:cubicBezTo>
                <a:cubicBezTo>
                  <a:pt x="794481" y="555342"/>
                  <a:pt x="682903" y="495439"/>
                  <a:pt x="561526" y="495439"/>
                </a:cubicBezTo>
                <a:close/>
                <a:moveTo>
                  <a:pt x="720441" y="557500"/>
                </a:moveTo>
                <a:cubicBezTo>
                  <a:pt x="621362" y="505336"/>
                  <a:pt x="501699" y="505336"/>
                  <a:pt x="402658" y="557500"/>
                </a:cubicBezTo>
                <a:cubicBezTo>
                  <a:pt x="353359" y="583434"/>
                  <a:pt x="311203" y="621087"/>
                  <a:pt x="279833" y="666704"/>
                </a:cubicBezTo>
                <a:cubicBezTo>
                  <a:pt x="272764" y="677010"/>
                  <a:pt x="272764" y="689959"/>
                  <a:pt x="279833" y="700265"/>
                </a:cubicBezTo>
                <a:cubicBezTo>
                  <a:pt x="343272" y="792501"/>
                  <a:pt x="447711" y="848531"/>
                  <a:pt x="561564" y="848531"/>
                </a:cubicBezTo>
                <a:cubicBezTo>
                  <a:pt x="675416" y="848531"/>
                  <a:pt x="779858" y="792460"/>
                  <a:pt x="843294" y="700265"/>
                </a:cubicBezTo>
                <a:cubicBezTo>
                  <a:pt x="850364" y="689959"/>
                  <a:pt x="850364" y="677010"/>
                  <a:pt x="843294" y="666704"/>
                </a:cubicBezTo>
                <a:cubicBezTo>
                  <a:pt x="811854" y="621051"/>
                  <a:pt x="769698" y="583435"/>
                  <a:pt x="720441" y="557500"/>
                </a:cubicBezTo>
                <a:close/>
                <a:moveTo>
                  <a:pt x="561526" y="571974"/>
                </a:moveTo>
                <a:cubicBezTo>
                  <a:pt x="499948" y="571974"/>
                  <a:pt x="450016" y="621905"/>
                  <a:pt x="450016" y="683483"/>
                </a:cubicBezTo>
                <a:cubicBezTo>
                  <a:pt x="450016" y="745060"/>
                  <a:pt x="499948" y="794992"/>
                  <a:pt x="561526" y="794992"/>
                </a:cubicBezTo>
                <a:cubicBezTo>
                  <a:pt x="623103" y="794992"/>
                  <a:pt x="673035" y="745060"/>
                  <a:pt x="673035" y="683483"/>
                </a:cubicBezTo>
                <a:cubicBezTo>
                  <a:pt x="672998" y="621867"/>
                  <a:pt x="623103" y="571974"/>
                  <a:pt x="561526" y="571974"/>
                </a:cubicBezTo>
                <a:close/>
                <a:moveTo>
                  <a:pt x="624108" y="620863"/>
                </a:moveTo>
                <a:cubicBezTo>
                  <a:pt x="589542" y="586298"/>
                  <a:pt x="533472" y="586298"/>
                  <a:pt x="498902" y="620863"/>
                </a:cubicBezTo>
                <a:cubicBezTo>
                  <a:pt x="464332" y="655429"/>
                  <a:pt x="464336" y="711500"/>
                  <a:pt x="498902" y="746070"/>
                </a:cubicBezTo>
                <a:cubicBezTo>
                  <a:pt x="533467" y="780640"/>
                  <a:pt x="589538" y="780635"/>
                  <a:pt x="624108" y="746070"/>
                </a:cubicBezTo>
                <a:cubicBezTo>
                  <a:pt x="658673" y="711504"/>
                  <a:pt x="658673" y="655433"/>
                  <a:pt x="624108" y="620863"/>
                </a:cubicBezTo>
                <a:close/>
                <a:moveTo>
                  <a:pt x="356103" y="489152"/>
                </a:moveTo>
                <a:cubicBezTo>
                  <a:pt x="349778" y="489152"/>
                  <a:pt x="344643" y="483980"/>
                  <a:pt x="344643" y="477655"/>
                </a:cubicBezTo>
                <a:lnTo>
                  <a:pt x="344643" y="299842"/>
                </a:lnTo>
                <a:cubicBezTo>
                  <a:pt x="344643" y="294708"/>
                  <a:pt x="340439" y="290541"/>
                  <a:pt x="335304" y="290541"/>
                </a:cubicBezTo>
                <a:lnTo>
                  <a:pt x="318598" y="290541"/>
                </a:lnTo>
                <a:cubicBezTo>
                  <a:pt x="307510" y="290541"/>
                  <a:pt x="305985" y="306763"/>
                  <a:pt x="316552" y="308884"/>
                </a:cubicBezTo>
                <a:cubicBezTo>
                  <a:pt x="321947" y="309851"/>
                  <a:pt x="326003" y="314539"/>
                  <a:pt x="326003" y="320195"/>
                </a:cubicBezTo>
                <a:lnTo>
                  <a:pt x="326003" y="477653"/>
                </a:lnTo>
                <a:cubicBezTo>
                  <a:pt x="326003" y="484387"/>
                  <a:pt x="320905" y="489149"/>
                  <a:pt x="313538" y="489149"/>
                </a:cubicBezTo>
                <a:cubicBezTo>
                  <a:pt x="305315" y="489149"/>
                  <a:pt x="301148" y="499158"/>
                  <a:pt x="306990" y="505000"/>
                </a:cubicBezTo>
                <a:cubicBezTo>
                  <a:pt x="308664" y="506674"/>
                  <a:pt x="311008" y="507716"/>
                  <a:pt x="313538" y="507716"/>
                </a:cubicBezTo>
                <a:lnTo>
                  <a:pt x="357033" y="507716"/>
                </a:lnTo>
                <a:cubicBezTo>
                  <a:pt x="365256" y="507716"/>
                  <a:pt x="369423" y="497707"/>
                  <a:pt x="363582" y="491865"/>
                </a:cubicBezTo>
                <a:cubicBezTo>
                  <a:pt x="361386" y="489633"/>
                  <a:pt x="359117" y="489149"/>
                  <a:pt x="356103" y="489149"/>
                </a:cubicBezTo>
                <a:close/>
                <a:moveTo>
                  <a:pt x="367525" y="467906"/>
                </a:moveTo>
                <a:lnTo>
                  <a:pt x="367525" y="299838"/>
                </a:lnTo>
                <a:cubicBezTo>
                  <a:pt x="367525" y="282015"/>
                  <a:pt x="353126" y="267579"/>
                  <a:pt x="335304" y="267579"/>
                </a:cubicBezTo>
                <a:lnTo>
                  <a:pt x="318598" y="267579"/>
                </a:lnTo>
                <a:cubicBezTo>
                  <a:pt x="309706" y="267579"/>
                  <a:pt x="301632" y="271188"/>
                  <a:pt x="295790" y="277030"/>
                </a:cubicBezTo>
                <a:cubicBezTo>
                  <a:pt x="280535" y="292285"/>
                  <a:pt x="284294" y="317734"/>
                  <a:pt x="303009" y="328078"/>
                </a:cubicBezTo>
                <a:lnTo>
                  <a:pt x="303009" y="467905"/>
                </a:lnTo>
                <a:cubicBezTo>
                  <a:pt x="298321" y="469542"/>
                  <a:pt x="294116" y="472184"/>
                  <a:pt x="290730" y="475607"/>
                </a:cubicBezTo>
                <a:cubicBezTo>
                  <a:pt x="270415" y="495922"/>
                  <a:pt x="284926" y="530673"/>
                  <a:pt x="313538" y="530673"/>
                </a:cubicBezTo>
                <a:lnTo>
                  <a:pt x="357033" y="530673"/>
                </a:lnTo>
                <a:cubicBezTo>
                  <a:pt x="365925" y="530673"/>
                  <a:pt x="373998" y="527064"/>
                  <a:pt x="379840" y="521222"/>
                </a:cubicBezTo>
                <a:cubicBezTo>
                  <a:pt x="396844" y="504294"/>
                  <a:pt x="389923" y="475606"/>
                  <a:pt x="367524" y="467904"/>
                </a:cubicBezTo>
                <a:close/>
                <a:moveTo>
                  <a:pt x="335304" y="180480"/>
                </a:moveTo>
                <a:cubicBezTo>
                  <a:pt x="312645" y="180480"/>
                  <a:pt x="294302" y="198860"/>
                  <a:pt x="294302" y="221482"/>
                </a:cubicBezTo>
                <a:cubicBezTo>
                  <a:pt x="294302" y="257870"/>
                  <a:pt x="338541" y="276251"/>
                  <a:pt x="364289" y="250467"/>
                </a:cubicBezTo>
                <a:cubicBezTo>
                  <a:pt x="390073" y="224720"/>
                  <a:pt x="371730" y="180480"/>
                  <a:pt x="335304" y="180480"/>
                </a:cubicBezTo>
                <a:close/>
                <a:moveTo>
                  <a:pt x="348066" y="208720"/>
                </a:moveTo>
                <a:cubicBezTo>
                  <a:pt x="336755" y="197409"/>
                  <a:pt x="317295" y="205445"/>
                  <a:pt x="317295" y="221481"/>
                </a:cubicBezTo>
                <a:cubicBezTo>
                  <a:pt x="317295" y="237480"/>
                  <a:pt x="336718" y="245554"/>
                  <a:pt x="348066" y="234243"/>
                </a:cubicBezTo>
                <a:cubicBezTo>
                  <a:pt x="355098" y="227173"/>
                  <a:pt x="355098" y="215788"/>
                  <a:pt x="348066" y="208719"/>
                </a:cubicBez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114" name="Groupe 113">
            <a:extLst>
              <a:ext uri="{FF2B5EF4-FFF2-40B4-BE49-F238E27FC236}">
                <a16:creationId xmlns:a16="http://schemas.microsoft.com/office/drawing/2014/main" id="{4711CA8D-14A7-3592-24A3-55EE1ADBA6DB}"/>
              </a:ext>
            </a:extLst>
          </p:cNvPr>
          <p:cNvGrpSpPr>
            <a:grpSpLocks noChangeAspect="1"/>
          </p:cNvGrpSpPr>
          <p:nvPr/>
        </p:nvGrpSpPr>
        <p:grpSpPr>
          <a:xfrm>
            <a:off x="6547092" y="5222472"/>
            <a:ext cx="360000" cy="360075"/>
            <a:chOff x="3081492" y="3157692"/>
            <a:chExt cx="552215" cy="552332"/>
          </a:xfrm>
          <a:solidFill>
            <a:srgbClr val="0084D4"/>
          </a:solidFill>
        </p:grpSpPr>
        <p:sp>
          <p:nvSpPr>
            <p:cNvPr id="119" name="Forme libre : forme 118">
              <a:extLst>
                <a:ext uri="{FF2B5EF4-FFF2-40B4-BE49-F238E27FC236}">
                  <a16:creationId xmlns:a16="http://schemas.microsoft.com/office/drawing/2014/main" id="{1B1094B4-59B3-8AB9-3E6B-E30BB7AEE7AF}"/>
                </a:ext>
              </a:extLst>
            </p:cNvPr>
            <p:cNvSpPr/>
            <p:nvPr/>
          </p:nvSpPr>
          <p:spPr>
            <a:xfrm>
              <a:off x="3119475" y="3195675"/>
              <a:ext cx="476250" cy="476250"/>
            </a:xfrm>
            <a:custGeom>
              <a:avLst/>
              <a:gdLst>
                <a:gd name="csX0" fmla="*/ 238125 w 476250"/>
                <a:gd name="csY0" fmla="*/ 476250 h 476250"/>
                <a:gd name="csX1" fmla="*/ 0 w 476250"/>
                <a:gd name="csY1" fmla="*/ 238125 h 476250"/>
                <a:gd name="csX2" fmla="*/ 238125 w 476250"/>
                <a:gd name="csY2" fmla="*/ 0 h 476250"/>
                <a:gd name="csX3" fmla="*/ 476250 w 476250"/>
                <a:gd name="csY3" fmla="*/ 238125 h 476250"/>
                <a:gd name="csX4" fmla="*/ 238125 w 476250"/>
                <a:gd name="csY4" fmla="*/ 476250 h 476250"/>
                <a:gd name="csX5" fmla="*/ 238125 w 476250"/>
                <a:gd name="csY5" fmla="*/ 19050 h 476250"/>
                <a:gd name="csX6" fmla="*/ 19050 w 476250"/>
                <a:gd name="csY6" fmla="*/ 238125 h 476250"/>
                <a:gd name="csX7" fmla="*/ 238125 w 476250"/>
                <a:gd name="csY7" fmla="*/ 457200 h 476250"/>
                <a:gd name="csX8" fmla="*/ 457200 w 476250"/>
                <a:gd name="csY8" fmla="*/ 238125 h 476250"/>
                <a:gd name="csX9" fmla="*/ 238125 w 476250"/>
                <a:gd name="csY9" fmla="*/ 1905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6250" h="476250">
                  <a:moveTo>
                    <a:pt x="238125" y="476250"/>
                  </a:moveTo>
                  <a:cubicBezTo>
                    <a:pt x="106612" y="476250"/>
                    <a:pt x="0" y="369638"/>
                    <a:pt x="0" y="238125"/>
                  </a:cubicBezTo>
                  <a:cubicBezTo>
                    <a:pt x="0" y="106612"/>
                    <a:pt x="106612" y="0"/>
                    <a:pt x="238125" y="0"/>
                  </a:cubicBezTo>
                  <a:cubicBezTo>
                    <a:pt x="369638" y="0"/>
                    <a:pt x="476250" y="106612"/>
                    <a:pt x="476250" y="238125"/>
                  </a:cubicBezTo>
                  <a:cubicBezTo>
                    <a:pt x="476102" y="369577"/>
                    <a:pt x="369577" y="476102"/>
                    <a:pt x="238125" y="476250"/>
                  </a:cubicBezTo>
                  <a:close/>
                  <a:moveTo>
                    <a:pt x="238125" y="19050"/>
                  </a:moveTo>
                  <a:cubicBezTo>
                    <a:pt x="117133" y="19050"/>
                    <a:pt x="19050" y="117133"/>
                    <a:pt x="19050" y="238125"/>
                  </a:cubicBezTo>
                  <a:cubicBezTo>
                    <a:pt x="19050" y="359117"/>
                    <a:pt x="117133" y="457200"/>
                    <a:pt x="238125" y="457200"/>
                  </a:cubicBezTo>
                  <a:cubicBezTo>
                    <a:pt x="359117" y="457200"/>
                    <a:pt x="457200" y="359117"/>
                    <a:pt x="457200" y="238125"/>
                  </a:cubicBezTo>
                  <a:cubicBezTo>
                    <a:pt x="457066" y="117189"/>
                    <a:pt x="359061" y="19184"/>
                    <a:pt x="238125" y="190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0" name="Forme libre : forme 119">
              <a:extLst>
                <a:ext uri="{FF2B5EF4-FFF2-40B4-BE49-F238E27FC236}">
                  <a16:creationId xmlns:a16="http://schemas.microsoft.com/office/drawing/2014/main" id="{97EAF6FF-8B0F-47D6-4D37-4449FC1B3937}"/>
                </a:ext>
              </a:extLst>
            </p:cNvPr>
            <p:cNvSpPr/>
            <p:nvPr/>
          </p:nvSpPr>
          <p:spPr>
            <a:xfrm>
              <a:off x="3309977" y="3157692"/>
              <a:ext cx="57148" cy="95132"/>
            </a:xfrm>
            <a:custGeom>
              <a:avLst/>
              <a:gdLst>
                <a:gd name="csX0" fmla="*/ 9523 w 57148"/>
                <a:gd name="csY0" fmla="*/ 95133 h 95132"/>
                <a:gd name="csX1" fmla="*/ 0 w 57148"/>
                <a:gd name="csY1" fmla="*/ 85606 h 95132"/>
                <a:gd name="csX2" fmla="*/ 2789 w 57148"/>
                <a:gd name="csY2" fmla="*/ 78874 h 95132"/>
                <a:gd name="csX3" fmla="*/ 34154 w 57148"/>
                <a:gd name="csY3" fmla="*/ 47508 h 95132"/>
                <a:gd name="csX4" fmla="*/ 2789 w 57148"/>
                <a:gd name="csY4" fmla="*/ 16142 h 95132"/>
                <a:gd name="csX5" fmla="*/ 3023 w 57148"/>
                <a:gd name="csY5" fmla="*/ 2674 h 95132"/>
                <a:gd name="csX6" fmla="*/ 16257 w 57148"/>
                <a:gd name="csY6" fmla="*/ 2674 h 95132"/>
                <a:gd name="csX7" fmla="*/ 54357 w 57148"/>
                <a:gd name="csY7" fmla="*/ 40774 h 95132"/>
                <a:gd name="csX8" fmla="*/ 54363 w 57148"/>
                <a:gd name="csY8" fmla="*/ 54236 h 95132"/>
                <a:gd name="csX9" fmla="*/ 54357 w 57148"/>
                <a:gd name="csY9" fmla="*/ 54242 h 95132"/>
                <a:gd name="csX10" fmla="*/ 16257 w 57148"/>
                <a:gd name="csY10" fmla="*/ 92342 h 95132"/>
                <a:gd name="csX11" fmla="*/ 9523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9523" y="95133"/>
                  </a:moveTo>
                  <a:cubicBezTo>
                    <a:pt x="4262" y="95132"/>
                    <a:pt x="-1" y="90866"/>
                    <a:pt x="0" y="85606"/>
                  </a:cubicBezTo>
                  <a:cubicBezTo>
                    <a:pt x="1" y="83081"/>
                    <a:pt x="1004" y="80659"/>
                    <a:pt x="2789" y="78874"/>
                  </a:cubicBezTo>
                  <a:lnTo>
                    <a:pt x="34154" y="47508"/>
                  </a:lnTo>
                  <a:lnTo>
                    <a:pt x="2789" y="16142"/>
                  </a:lnTo>
                  <a:cubicBezTo>
                    <a:pt x="-866" y="12358"/>
                    <a:pt x="-761" y="6328"/>
                    <a:pt x="3023" y="2674"/>
                  </a:cubicBezTo>
                  <a:cubicBezTo>
                    <a:pt x="6714" y="-891"/>
                    <a:pt x="12566" y="-891"/>
                    <a:pt x="16257" y="2674"/>
                  </a:cubicBezTo>
                  <a:lnTo>
                    <a:pt x="54357" y="40774"/>
                  </a:lnTo>
                  <a:cubicBezTo>
                    <a:pt x="58076" y="44490"/>
                    <a:pt x="58079" y="50517"/>
                    <a:pt x="54363" y="54236"/>
                  </a:cubicBezTo>
                  <a:cubicBezTo>
                    <a:pt x="54361" y="54238"/>
                    <a:pt x="54359" y="54240"/>
                    <a:pt x="54357" y="54242"/>
                  </a:cubicBezTo>
                  <a:lnTo>
                    <a:pt x="16257" y="92342"/>
                  </a:lnTo>
                  <a:cubicBezTo>
                    <a:pt x="14473" y="94131"/>
                    <a:pt x="12050" y="95136"/>
                    <a:pt x="9523"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1" name="Forme libre : forme 120">
              <a:extLst>
                <a:ext uri="{FF2B5EF4-FFF2-40B4-BE49-F238E27FC236}">
                  <a16:creationId xmlns:a16="http://schemas.microsoft.com/office/drawing/2014/main" id="{683D7832-1728-B933-9D92-83A03FBAD6A3}"/>
                </a:ext>
              </a:extLst>
            </p:cNvPr>
            <p:cNvSpPr/>
            <p:nvPr/>
          </p:nvSpPr>
          <p:spPr>
            <a:xfrm>
              <a:off x="3348074" y="3614892"/>
              <a:ext cx="57148" cy="95132"/>
            </a:xfrm>
            <a:custGeom>
              <a:avLst/>
              <a:gdLst>
                <a:gd name="csX0" fmla="*/ 47625 w 57148"/>
                <a:gd name="csY0" fmla="*/ 95133 h 95132"/>
                <a:gd name="csX1" fmla="*/ 40891 w 57148"/>
                <a:gd name="csY1" fmla="*/ 92342 h 95132"/>
                <a:gd name="csX2" fmla="*/ 2791 w 57148"/>
                <a:gd name="csY2" fmla="*/ 54242 h 95132"/>
                <a:gd name="csX3" fmla="*/ 2785 w 57148"/>
                <a:gd name="csY3" fmla="*/ 40780 h 95132"/>
                <a:gd name="csX4" fmla="*/ 2791 w 57148"/>
                <a:gd name="csY4" fmla="*/ 40774 h 95132"/>
                <a:gd name="csX5" fmla="*/ 40891 w 57148"/>
                <a:gd name="csY5" fmla="*/ 2674 h 95132"/>
                <a:gd name="csX6" fmla="*/ 54360 w 57148"/>
                <a:gd name="csY6" fmla="*/ 2908 h 95132"/>
                <a:gd name="csX7" fmla="*/ 54360 w 57148"/>
                <a:gd name="csY7" fmla="*/ 16142 h 95132"/>
                <a:gd name="csX8" fmla="*/ 22995 w 57148"/>
                <a:gd name="csY8" fmla="*/ 47508 h 95132"/>
                <a:gd name="csX9" fmla="*/ 54360 w 57148"/>
                <a:gd name="csY9" fmla="*/ 78874 h 95132"/>
                <a:gd name="csX10" fmla="*/ 54357 w 57148"/>
                <a:gd name="csY10" fmla="*/ 92344 h 95132"/>
                <a:gd name="csX11" fmla="*/ 47625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47625" y="95133"/>
                  </a:moveTo>
                  <a:cubicBezTo>
                    <a:pt x="45099" y="95136"/>
                    <a:pt x="42675" y="94132"/>
                    <a:pt x="40891" y="92342"/>
                  </a:cubicBezTo>
                  <a:lnTo>
                    <a:pt x="2791" y="54242"/>
                  </a:lnTo>
                  <a:cubicBezTo>
                    <a:pt x="-928" y="50526"/>
                    <a:pt x="-931" y="44499"/>
                    <a:pt x="2785" y="40780"/>
                  </a:cubicBezTo>
                  <a:cubicBezTo>
                    <a:pt x="2787" y="40778"/>
                    <a:pt x="2789" y="40776"/>
                    <a:pt x="2791" y="40774"/>
                  </a:cubicBezTo>
                  <a:lnTo>
                    <a:pt x="40891" y="2674"/>
                  </a:lnTo>
                  <a:cubicBezTo>
                    <a:pt x="44675" y="-981"/>
                    <a:pt x="50705" y="-876"/>
                    <a:pt x="54360" y="2908"/>
                  </a:cubicBezTo>
                  <a:cubicBezTo>
                    <a:pt x="57925" y="6599"/>
                    <a:pt x="57925" y="12451"/>
                    <a:pt x="54360" y="16142"/>
                  </a:cubicBezTo>
                  <a:lnTo>
                    <a:pt x="22995" y="47508"/>
                  </a:lnTo>
                  <a:lnTo>
                    <a:pt x="54360" y="78874"/>
                  </a:lnTo>
                  <a:cubicBezTo>
                    <a:pt x="58079" y="82594"/>
                    <a:pt x="58078" y="88625"/>
                    <a:pt x="54357" y="92344"/>
                  </a:cubicBezTo>
                  <a:cubicBezTo>
                    <a:pt x="52572" y="94129"/>
                    <a:pt x="50150" y="95132"/>
                    <a:pt x="47625"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2" name="Forme libre : forme 121">
              <a:extLst>
                <a:ext uri="{FF2B5EF4-FFF2-40B4-BE49-F238E27FC236}">
                  <a16:creationId xmlns:a16="http://schemas.microsoft.com/office/drawing/2014/main" id="{A4AB39EF-338E-09E1-F467-49C76CFD28FB}"/>
                </a:ext>
              </a:extLst>
            </p:cNvPr>
            <p:cNvSpPr/>
            <p:nvPr/>
          </p:nvSpPr>
          <p:spPr>
            <a:xfrm>
              <a:off x="3538692" y="3386292"/>
              <a:ext cx="95015" cy="57032"/>
            </a:xfrm>
            <a:custGeom>
              <a:avLst/>
              <a:gdLst>
                <a:gd name="csX0" fmla="*/ 47508 w 95015"/>
                <a:gd name="csY0" fmla="*/ 57033 h 57032"/>
                <a:gd name="csX1" fmla="*/ 40774 w 95015"/>
                <a:gd name="csY1" fmla="*/ 54242 h 57032"/>
                <a:gd name="csX2" fmla="*/ 2674 w 95015"/>
                <a:gd name="csY2" fmla="*/ 16142 h 57032"/>
                <a:gd name="csX3" fmla="*/ 2908 w 95015"/>
                <a:gd name="csY3" fmla="*/ 2674 h 57032"/>
                <a:gd name="csX4" fmla="*/ 16142 w 95015"/>
                <a:gd name="csY4" fmla="*/ 2674 h 57032"/>
                <a:gd name="csX5" fmla="*/ 47508 w 95015"/>
                <a:gd name="csY5" fmla="*/ 34039 h 57032"/>
                <a:gd name="csX6" fmla="*/ 78874 w 95015"/>
                <a:gd name="csY6" fmla="*/ 2674 h 57032"/>
                <a:gd name="csX7" fmla="*/ 92342 w 95015"/>
                <a:gd name="csY7" fmla="*/ 2908 h 57032"/>
                <a:gd name="csX8" fmla="*/ 92342 w 95015"/>
                <a:gd name="csY8" fmla="*/ 16142 h 57032"/>
                <a:gd name="csX9" fmla="*/ 54242 w 95015"/>
                <a:gd name="csY9" fmla="*/ 54242 h 57032"/>
                <a:gd name="csX10" fmla="*/ 47508 w 95015"/>
                <a:gd name="csY10" fmla="*/ 57033 h 57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5015" h="57032">
                  <a:moveTo>
                    <a:pt x="47508" y="57033"/>
                  </a:moveTo>
                  <a:cubicBezTo>
                    <a:pt x="44981" y="57036"/>
                    <a:pt x="42558" y="56032"/>
                    <a:pt x="40774" y="54242"/>
                  </a:cubicBezTo>
                  <a:lnTo>
                    <a:pt x="2674" y="16142"/>
                  </a:lnTo>
                  <a:cubicBezTo>
                    <a:pt x="-981" y="12358"/>
                    <a:pt x="-876" y="6328"/>
                    <a:pt x="2908" y="2674"/>
                  </a:cubicBezTo>
                  <a:cubicBezTo>
                    <a:pt x="6599" y="-891"/>
                    <a:pt x="12451" y="-891"/>
                    <a:pt x="16142" y="2674"/>
                  </a:cubicBezTo>
                  <a:lnTo>
                    <a:pt x="47508" y="34039"/>
                  </a:lnTo>
                  <a:lnTo>
                    <a:pt x="78874" y="2674"/>
                  </a:lnTo>
                  <a:cubicBezTo>
                    <a:pt x="82658" y="-981"/>
                    <a:pt x="88688" y="-876"/>
                    <a:pt x="92342" y="2908"/>
                  </a:cubicBezTo>
                  <a:cubicBezTo>
                    <a:pt x="95907" y="6599"/>
                    <a:pt x="95907" y="12451"/>
                    <a:pt x="92342" y="16142"/>
                  </a:cubicBezTo>
                  <a:lnTo>
                    <a:pt x="54242" y="54242"/>
                  </a:lnTo>
                  <a:cubicBezTo>
                    <a:pt x="52458" y="56032"/>
                    <a:pt x="50035" y="57036"/>
                    <a:pt x="47508" y="570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3" name="Forme libre : forme 122">
              <a:extLst>
                <a:ext uri="{FF2B5EF4-FFF2-40B4-BE49-F238E27FC236}">
                  <a16:creationId xmlns:a16="http://schemas.microsoft.com/office/drawing/2014/main" id="{EE4F16FF-AFE1-CD2F-8941-43B4A384D8A2}"/>
                </a:ext>
              </a:extLst>
            </p:cNvPr>
            <p:cNvSpPr/>
            <p:nvPr/>
          </p:nvSpPr>
          <p:spPr>
            <a:xfrm>
              <a:off x="3081492" y="3424274"/>
              <a:ext cx="95130" cy="57150"/>
            </a:xfrm>
            <a:custGeom>
              <a:avLst/>
              <a:gdLst>
                <a:gd name="csX0" fmla="*/ 85608 w 95130"/>
                <a:gd name="csY0" fmla="*/ 57150 h 57150"/>
                <a:gd name="csX1" fmla="*/ 78874 w 95130"/>
                <a:gd name="csY1" fmla="*/ 54360 h 57150"/>
                <a:gd name="csX2" fmla="*/ 47508 w 95130"/>
                <a:gd name="csY2" fmla="*/ 22995 h 57150"/>
                <a:gd name="csX3" fmla="*/ 16142 w 95130"/>
                <a:gd name="csY3" fmla="*/ 54360 h 57150"/>
                <a:gd name="csX4" fmla="*/ 2674 w 95130"/>
                <a:gd name="csY4" fmla="*/ 54125 h 57150"/>
                <a:gd name="csX5" fmla="*/ 2674 w 95130"/>
                <a:gd name="csY5" fmla="*/ 40891 h 57150"/>
                <a:gd name="csX6" fmla="*/ 40774 w 95130"/>
                <a:gd name="csY6" fmla="*/ 2791 h 57150"/>
                <a:gd name="csX7" fmla="*/ 54236 w 95130"/>
                <a:gd name="csY7" fmla="*/ 2785 h 57150"/>
                <a:gd name="csX8" fmla="*/ 54242 w 95130"/>
                <a:gd name="csY8" fmla="*/ 2791 h 57150"/>
                <a:gd name="csX9" fmla="*/ 92342 w 95130"/>
                <a:gd name="csY9" fmla="*/ 40891 h 57150"/>
                <a:gd name="csX10" fmla="*/ 92340 w 95130"/>
                <a:gd name="csY10" fmla="*/ 54362 h 57150"/>
                <a:gd name="csX11" fmla="*/ 85608 w 95130"/>
                <a:gd name="csY11" fmla="*/ 57150 h 5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5130" h="57150">
                  <a:moveTo>
                    <a:pt x="85608" y="57150"/>
                  </a:moveTo>
                  <a:cubicBezTo>
                    <a:pt x="83081" y="57153"/>
                    <a:pt x="80658" y="56149"/>
                    <a:pt x="78874" y="54360"/>
                  </a:cubicBezTo>
                  <a:lnTo>
                    <a:pt x="47508" y="22995"/>
                  </a:lnTo>
                  <a:lnTo>
                    <a:pt x="16142" y="54360"/>
                  </a:lnTo>
                  <a:cubicBezTo>
                    <a:pt x="12358" y="58014"/>
                    <a:pt x="6328" y="57909"/>
                    <a:pt x="2674" y="54125"/>
                  </a:cubicBezTo>
                  <a:cubicBezTo>
                    <a:pt x="-891" y="50434"/>
                    <a:pt x="-891" y="44582"/>
                    <a:pt x="2674" y="40891"/>
                  </a:cubicBezTo>
                  <a:lnTo>
                    <a:pt x="40774" y="2791"/>
                  </a:lnTo>
                  <a:cubicBezTo>
                    <a:pt x="44490" y="-928"/>
                    <a:pt x="50517" y="-931"/>
                    <a:pt x="54236" y="2785"/>
                  </a:cubicBezTo>
                  <a:cubicBezTo>
                    <a:pt x="54238" y="2787"/>
                    <a:pt x="54240" y="2789"/>
                    <a:pt x="54242" y="2791"/>
                  </a:cubicBezTo>
                  <a:lnTo>
                    <a:pt x="92342" y="40891"/>
                  </a:lnTo>
                  <a:cubicBezTo>
                    <a:pt x="96061" y="44611"/>
                    <a:pt x="96060" y="50642"/>
                    <a:pt x="92340" y="54362"/>
                  </a:cubicBezTo>
                  <a:cubicBezTo>
                    <a:pt x="90554" y="56147"/>
                    <a:pt x="88133" y="57150"/>
                    <a:pt x="85608" y="571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4" name="Forme libre : forme 123">
              <a:extLst>
                <a:ext uri="{FF2B5EF4-FFF2-40B4-BE49-F238E27FC236}">
                  <a16:creationId xmlns:a16="http://schemas.microsoft.com/office/drawing/2014/main" id="{9B6B42C0-D43C-E880-A2F4-01A04402C419}"/>
                </a:ext>
              </a:extLst>
            </p:cNvPr>
            <p:cNvSpPr/>
            <p:nvPr/>
          </p:nvSpPr>
          <p:spPr>
            <a:xfrm>
              <a:off x="3243299" y="3425027"/>
              <a:ext cx="228600" cy="123072"/>
            </a:xfrm>
            <a:custGeom>
              <a:avLst/>
              <a:gdLst>
                <a:gd name="csX0" fmla="*/ 190617 w 228600"/>
                <a:gd name="csY0" fmla="*/ 0 h 123072"/>
                <a:gd name="csX1" fmla="*/ 75606 w 228600"/>
                <a:gd name="csY1" fmla="*/ 37623 h 123072"/>
                <a:gd name="csX2" fmla="*/ 37983 w 228600"/>
                <a:gd name="csY2" fmla="*/ 0 h 123072"/>
                <a:gd name="csX3" fmla="*/ 0 w 228600"/>
                <a:gd name="csY3" fmla="*/ 84973 h 123072"/>
                <a:gd name="csX4" fmla="*/ 0 w 228600"/>
                <a:gd name="csY4" fmla="*/ 113548 h 123072"/>
                <a:gd name="csX5" fmla="*/ 9525 w 228600"/>
                <a:gd name="csY5" fmla="*/ 123073 h 123072"/>
                <a:gd name="csX6" fmla="*/ 219075 w 228600"/>
                <a:gd name="csY6" fmla="*/ 123073 h 123072"/>
                <a:gd name="csX7" fmla="*/ 228600 w 228600"/>
                <a:gd name="csY7" fmla="*/ 113548 h 123072"/>
                <a:gd name="csX8" fmla="*/ 228600 w 228600"/>
                <a:gd name="csY8" fmla="*/ 84973 h 123072"/>
                <a:gd name="csX9" fmla="*/ 190617 w 228600"/>
                <a:gd name="csY9" fmla="*/ 0 h 123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8600" h="123072">
                  <a:moveTo>
                    <a:pt x="190617" y="0"/>
                  </a:moveTo>
                  <a:cubicBezTo>
                    <a:pt x="169247" y="42149"/>
                    <a:pt x="117755" y="58993"/>
                    <a:pt x="75606" y="37623"/>
                  </a:cubicBezTo>
                  <a:cubicBezTo>
                    <a:pt x="59385" y="29399"/>
                    <a:pt x="46207" y="16221"/>
                    <a:pt x="37983" y="0"/>
                  </a:cubicBezTo>
                  <a:cubicBezTo>
                    <a:pt x="13782" y="21610"/>
                    <a:pt x="-39" y="52527"/>
                    <a:pt x="0" y="84973"/>
                  </a:cubicBezTo>
                  <a:lnTo>
                    <a:pt x="0" y="113548"/>
                  </a:lnTo>
                  <a:cubicBezTo>
                    <a:pt x="0" y="118808"/>
                    <a:pt x="4265" y="123073"/>
                    <a:pt x="9525" y="123073"/>
                  </a:cubicBezTo>
                  <a:lnTo>
                    <a:pt x="219075" y="123073"/>
                  </a:lnTo>
                  <a:cubicBezTo>
                    <a:pt x="224336" y="123073"/>
                    <a:pt x="228600" y="118808"/>
                    <a:pt x="228600" y="113548"/>
                  </a:cubicBezTo>
                  <a:lnTo>
                    <a:pt x="228600" y="84973"/>
                  </a:lnTo>
                  <a:cubicBezTo>
                    <a:pt x="228638" y="52527"/>
                    <a:pt x="214818" y="21610"/>
                    <a:pt x="190617"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5" name="Ellipse 124">
              <a:extLst>
                <a:ext uri="{FF2B5EF4-FFF2-40B4-BE49-F238E27FC236}">
                  <a16:creationId xmlns:a16="http://schemas.microsoft.com/office/drawing/2014/main" id="{0D0AC5C5-8DCA-37CB-F1AA-CC2920BF25A5}"/>
                </a:ext>
              </a:extLst>
            </p:cNvPr>
            <p:cNvSpPr/>
            <p:nvPr/>
          </p:nvSpPr>
          <p:spPr>
            <a:xfrm>
              <a:off x="3290925" y="3319500"/>
              <a:ext cx="133350" cy="1333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40" name="Groupe 39">
            <a:extLst>
              <a:ext uri="{FF2B5EF4-FFF2-40B4-BE49-F238E27FC236}">
                <a16:creationId xmlns:a16="http://schemas.microsoft.com/office/drawing/2014/main" id="{FC908A7C-595B-270B-B225-E9A1DDE537A6}"/>
              </a:ext>
            </a:extLst>
          </p:cNvPr>
          <p:cNvGrpSpPr/>
          <p:nvPr/>
        </p:nvGrpSpPr>
        <p:grpSpPr>
          <a:xfrm>
            <a:off x="3611761" y="6331759"/>
            <a:ext cx="4968478" cy="504000"/>
            <a:chOff x="4115283" y="6331759"/>
            <a:chExt cx="4968478" cy="504000"/>
          </a:xfrm>
        </p:grpSpPr>
        <p:sp>
          <p:nvSpPr>
            <p:cNvPr id="21" name="Rectangle : coins arrondis 20">
              <a:extLst>
                <a:ext uri="{FF2B5EF4-FFF2-40B4-BE49-F238E27FC236}">
                  <a16:creationId xmlns:a16="http://schemas.microsoft.com/office/drawing/2014/main" id="{42039A6E-FBE4-B4D5-A379-A539F8E0B34D}"/>
                </a:ext>
              </a:extLst>
            </p:cNvPr>
            <p:cNvSpPr/>
            <p:nvPr/>
          </p:nvSpPr>
          <p:spPr>
            <a:xfrm>
              <a:off x="4416612" y="6485140"/>
              <a:ext cx="4500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2" name="Rectangle 21">
              <a:extLst>
                <a:ext uri="{FF2B5EF4-FFF2-40B4-BE49-F238E27FC236}">
                  <a16:creationId xmlns:a16="http://schemas.microsoft.com/office/drawing/2014/main" id="{91E7D380-2B3A-03CE-CA85-467E84912FCF}"/>
                </a:ext>
              </a:extLst>
            </p:cNvPr>
            <p:cNvSpPr/>
            <p:nvPr/>
          </p:nvSpPr>
          <p:spPr>
            <a:xfrm>
              <a:off x="4583761" y="6440235"/>
              <a:ext cx="4500000"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lumMod val="75000"/>
                      <a:lumOff val="25000"/>
                    </a:srgbClr>
                  </a:solidFill>
                  <a:effectLst/>
                  <a:uLnTx/>
                  <a:uFillTx/>
                  <a:latin typeface="Avenir LT Std 45 Book" panose="020B0502020203020204" pitchFamily="34" charset="0"/>
                  <a:ea typeface="+mn-ea"/>
                  <a:cs typeface="+mn-cs"/>
                </a:rPr>
                <a:t>Merci à la BU TER HDF pour le partage de ces bonnes pratiques</a:t>
              </a:r>
            </a:p>
          </p:txBody>
        </p:sp>
        <p:grpSp>
          <p:nvGrpSpPr>
            <p:cNvPr id="39" name="Groupe 38">
              <a:extLst>
                <a:ext uri="{FF2B5EF4-FFF2-40B4-BE49-F238E27FC236}">
                  <a16:creationId xmlns:a16="http://schemas.microsoft.com/office/drawing/2014/main" id="{3CBA09D0-8D84-BDC9-608C-01EBCF6BAFE5}"/>
                </a:ext>
              </a:extLst>
            </p:cNvPr>
            <p:cNvGrpSpPr/>
            <p:nvPr/>
          </p:nvGrpSpPr>
          <p:grpSpPr>
            <a:xfrm>
              <a:off x="4115283" y="6331759"/>
              <a:ext cx="504000" cy="504000"/>
              <a:chOff x="2021007" y="6331759"/>
              <a:chExt cx="504000" cy="504000"/>
            </a:xfrm>
          </p:grpSpPr>
          <p:pic>
            <p:nvPicPr>
              <p:cNvPr id="16" name="Graphique 15" descr="Informations contour">
                <a:extLst>
                  <a:ext uri="{FF2B5EF4-FFF2-40B4-BE49-F238E27FC236}">
                    <a16:creationId xmlns:a16="http://schemas.microsoft.com/office/drawing/2014/main" id="{133F046E-6B78-5F56-0708-F180AD2553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92329" y="6443982"/>
                <a:ext cx="324000" cy="324000"/>
              </a:xfrm>
              <a:prstGeom prst="rect">
                <a:avLst/>
              </a:prstGeom>
            </p:spPr>
          </p:pic>
          <p:sp>
            <p:nvSpPr>
              <p:cNvPr id="23" name="Étoile : 10 branches 22">
                <a:extLst>
                  <a:ext uri="{FF2B5EF4-FFF2-40B4-BE49-F238E27FC236}">
                    <a16:creationId xmlns:a16="http://schemas.microsoft.com/office/drawing/2014/main" id="{E4D4724D-8D63-00BB-5B7D-9A65DE7E34E0}"/>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5" name="Étoile : 10 branches 24">
                <a:extLst>
                  <a:ext uri="{FF2B5EF4-FFF2-40B4-BE49-F238E27FC236}">
                    <a16:creationId xmlns:a16="http://schemas.microsoft.com/office/drawing/2014/main" id="{C8A18C88-80FE-116F-6FB0-EC298158D922}"/>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7" name="Forme libre : forme 26">
                <a:extLst>
                  <a:ext uri="{FF2B5EF4-FFF2-40B4-BE49-F238E27FC236}">
                    <a16:creationId xmlns:a16="http://schemas.microsoft.com/office/drawing/2014/main" id="{5EB555EC-9CA5-47DD-418E-8C6F1F072F9C}"/>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2827F"/>
                  </a:solidFill>
                  <a:effectLst/>
                  <a:uLnTx/>
                  <a:uFillTx/>
                  <a:latin typeface="Arial"/>
                  <a:ea typeface="+mn-ea"/>
                  <a:cs typeface="+mn-cs"/>
                </a:endParaRPr>
              </a:p>
            </p:txBody>
          </p:sp>
        </p:grpSp>
      </p:grpSp>
      <p:grpSp>
        <p:nvGrpSpPr>
          <p:cNvPr id="11" name="Groupe 10">
            <a:extLst>
              <a:ext uri="{FF2B5EF4-FFF2-40B4-BE49-F238E27FC236}">
                <a16:creationId xmlns:a16="http://schemas.microsoft.com/office/drawing/2014/main" id="{74B97B2F-5DCA-BD6D-CB09-926CB9CFA104}"/>
              </a:ext>
            </a:extLst>
          </p:cNvPr>
          <p:cNvGrpSpPr>
            <a:grpSpLocks noChangeAspect="1"/>
          </p:cNvGrpSpPr>
          <p:nvPr/>
        </p:nvGrpSpPr>
        <p:grpSpPr>
          <a:xfrm>
            <a:off x="11001871" y="6336764"/>
            <a:ext cx="1082632" cy="444130"/>
            <a:chOff x="5810" y="1578917"/>
            <a:chExt cx="559801" cy="229645"/>
          </a:xfrm>
        </p:grpSpPr>
        <p:sp>
          <p:nvSpPr>
            <p:cNvPr id="12" name="Rectangle : coins arrondis 11">
              <a:hlinkClick r:id="rId8" action="ppaction://hlinksldjump"/>
              <a:extLst>
                <a:ext uri="{FF2B5EF4-FFF2-40B4-BE49-F238E27FC236}">
                  <a16:creationId xmlns:a16="http://schemas.microsoft.com/office/drawing/2014/main" id="{CEA643C2-AD42-2BE4-20DE-00594EBFA46F}"/>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8"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8" action="ppaction://hlinksldjump"/>
              <a:extLst>
                <a:ext uri="{FF2B5EF4-FFF2-40B4-BE49-F238E27FC236}">
                  <a16:creationId xmlns:a16="http://schemas.microsoft.com/office/drawing/2014/main" id="{0AE8A5CE-DF59-2EAC-1068-6A50A00944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55071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C5225-B4D1-FFBD-A98F-1BAB9940017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16C8AF6-A36E-4043-9EEC-93E01F56DE0C}"/>
              </a:ext>
            </a:extLst>
          </p:cNvPr>
          <p:cNvSpPr/>
          <p:nvPr/>
        </p:nvSpPr>
        <p:spPr>
          <a:xfrm>
            <a:off x="364570" y="4321630"/>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5AE2F195-09FA-521A-7608-EA722C73ED6E}"/>
              </a:ext>
            </a:extLst>
          </p:cNvPr>
          <p:cNvSpPr/>
          <p:nvPr/>
        </p:nvSpPr>
        <p:spPr>
          <a:xfrm>
            <a:off x="364569" y="2729756"/>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FB00D21D-89D7-F908-47BD-1F27C6D6E9F1}"/>
              </a:ext>
            </a:extLst>
          </p:cNvPr>
          <p:cNvSpPr/>
          <p:nvPr/>
        </p:nvSpPr>
        <p:spPr>
          <a:xfrm>
            <a:off x="364570" y="1198718"/>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51" name="ZoneTexte 150">
            <a:hlinkClick r:id="rId3" action="ppaction://hlinksldjump"/>
            <a:extLst>
              <a:ext uri="{FF2B5EF4-FFF2-40B4-BE49-F238E27FC236}">
                <a16:creationId xmlns:a16="http://schemas.microsoft.com/office/drawing/2014/main" id="{1DE96E09-BA61-0BB2-DD3A-ADA4AF66295D}"/>
              </a:ext>
            </a:extLst>
          </p:cNvPr>
          <p:cNvSpPr txBox="1"/>
          <p:nvPr/>
        </p:nvSpPr>
        <p:spPr>
          <a:xfrm>
            <a:off x="2259470" y="1239099"/>
            <a:ext cx="76283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COMPRENDRE ET S’INFORMER</a:t>
            </a:r>
            <a:endParaRPr kumimoji="0" lang="fr-FR" sz="1400" b="0" i="0" u="none" strike="noStrike" kern="1200" cap="none" spc="0" normalizeH="0" baseline="0" noProof="0">
              <a:ln>
                <a:noFill/>
              </a:ln>
              <a:solidFill>
                <a:srgbClr val="306A92"/>
              </a:solidFill>
              <a:effectLst/>
              <a:uLnTx/>
              <a:uFillTx/>
              <a:latin typeface="Avenir LT Std 55 Roman" panose="020B0503020203020204" pitchFamily="34" charset="0"/>
              <a:ea typeface="+mn-ea"/>
              <a:cs typeface="+mn-cs"/>
            </a:endParaRPr>
          </a:p>
        </p:txBody>
      </p:sp>
      <p:sp>
        <p:nvSpPr>
          <p:cNvPr id="124" name="ZoneTexte 123">
            <a:hlinkClick r:id="" action="ppaction://noaction"/>
            <a:extLst>
              <a:ext uri="{FF2B5EF4-FFF2-40B4-BE49-F238E27FC236}">
                <a16:creationId xmlns:a16="http://schemas.microsoft.com/office/drawing/2014/main" id="{62FD3068-512D-0CF6-A1E5-5766E7DB96FB}"/>
              </a:ext>
            </a:extLst>
          </p:cNvPr>
          <p:cNvSpPr txBox="1"/>
          <p:nvPr/>
        </p:nvSpPr>
        <p:spPr>
          <a:xfrm>
            <a:off x="2948047" y="4376312"/>
            <a:ext cx="655601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A4C8E1">
                    <a:lumMod val="50000"/>
                  </a:srgbClr>
                </a:solidFill>
                <a:effectLst/>
                <a:uLnTx/>
                <a:uFillTx/>
                <a:latin typeface="Avenir LT Std 65 Medium" panose="020B0803020203020204" pitchFamily="34" charset="0"/>
                <a:ea typeface="+mn-ea"/>
                <a:cs typeface="+mn-cs"/>
              </a:rPr>
              <a:t>COMMENT ACCOMPAGNER ET TRAITER LES SITUATIONS DIFFICILES</a:t>
            </a:r>
          </a:p>
        </p:txBody>
      </p:sp>
      <p:sp>
        <p:nvSpPr>
          <p:cNvPr id="126" name="ZoneTexte 125">
            <a:hlinkClick r:id="" action="ppaction://noaction"/>
            <a:extLst>
              <a:ext uri="{FF2B5EF4-FFF2-40B4-BE49-F238E27FC236}">
                <a16:creationId xmlns:a16="http://schemas.microsoft.com/office/drawing/2014/main" id="{A97298B7-EB3F-EC52-A234-DC5436B49FBC}"/>
              </a:ext>
            </a:extLst>
          </p:cNvPr>
          <p:cNvSpPr txBox="1"/>
          <p:nvPr/>
        </p:nvSpPr>
        <p:spPr>
          <a:xfrm>
            <a:off x="2419733" y="2811617"/>
            <a:ext cx="735253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A4C8E1">
                    <a:lumMod val="50000"/>
                  </a:srgbClr>
                </a:solidFill>
                <a:effectLst/>
                <a:uLnTx/>
                <a:uFillTx/>
                <a:latin typeface="Avenir LT Std 65 Medium" panose="020B0803020203020204" pitchFamily="34" charset="0"/>
                <a:ea typeface="+mn-ea"/>
                <a:cs typeface="+mn-cs"/>
              </a:rPr>
              <a:t>COMMENT AGIR POUR PRÉVENIR LES RPS</a:t>
            </a:r>
            <a:endParaRPr kumimoji="0" lang="fr-FR" sz="1400" b="0" i="0"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mn-cs"/>
            </a:endParaRPr>
          </a:p>
        </p:txBody>
      </p:sp>
      <p:grpSp>
        <p:nvGrpSpPr>
          <p:cNvPr id="16" name="Groupe 15">
            <a:extLst>
              <a:ext uri="{FF2B5EF4-FFF2-40B4-BE49-F238E27FC236}">
                <a16:creationId xmlns:a16="http://schemas.microsoft.com/office/drawing/2014/main" id="{5F53F794-9A24-8605-7B8A-0E079C947BB4}"/>
              </a:ext>
            </a:extLst>
          </p:cNvPr>
          <p:cNvGrpSpPr/>
          <p:nvPr/>
        </p:nvGrpSpPr>
        <p:grpSpPr>
          <a:xfrm>
            <a:off x="5569655" y="4698449"/>
            <a:ext cx="1008000" cy="849386"/>
            <a:chOff x="6911977" y="2672115"/>
            <a:chExt cx="1008000" cy="849386"/>
          </a:xfrm>
        </p:grpSpPr>
        <p:sp>
          <p:nvSpPr>
            <p:cNvPr id="15" name="Rectangle : coins arrondis 14">
              <a:extLst>
                <a:ext uri="{FF2B5EF4-FFF2-40B4-BE49-F238E27FC236}">
                  <a16:creationId xmlns:a16="http://schemas.microsoft.com/office/drawing/2014/main" id="{6F98A5B3-BFCE-AF22-6808-F6951180F4E8}"/>
                </a:ext>
              </a:extLst>
            </p:cNvPr>
            <p:cNvSpPr/>
            <p:nvPr/>
          </p:nvSpPr>
          <p:spPr>
            <a:xfrm>
              <a:off x="6995317" y="2672115"/>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8" name="Image 17">
              <a:hlinkClick r:id="" action="ppaction://noaction"/>
              <a:extLst>
                <a:ext uri="{FF2B5EF4-FFF2-40B4-BE49-F238E27FC236}">
                  <a16:creationId xmlns:a16="http://schemas.microsoft.com/office/drawing/2014/main" id="{C55E12AB-7AFF-8032-168A-B834B5388767}"/>
                </a:ext>
              </a:extLst>
            </p:cNvPr>
            <p:cNvPicPr>
              <a:picLocks noChangeAspect="1"/>
            </p:cNvPicPr>
            <p:nvPr/>
          </p:nvPicPr>
          <p:blipFill>
            <a:blip r:embed="rId4">
              <a:duotone>
                <a:schemeClr val="bg2">
                  <a:shade val="45000"/>
                  <a:satMod val="135000"/>
                </a:schemeClr>
                <a:prstClr val="white"/>
              </a:duotone>
            </a:blip>
            <a:stretch>
              <a:fillRect/>
            </a:stretch>
          </p:blipFill>
          <p:spPr>
            <a:xfrm>
              <a:off x="6911977" y="2821363"/>
              <a:ext cx="1008000" cy="700138"/>
            </a:xfrm>
            <a:prstGeom prst="rect">
              <a:avLst/>
            </a:prstGeom>
          </p:spPr>
        </p:pic>
      </p:grpSp>
      <p:grpSp>
        <p:nvGrpSpPr>
          <p:cNvPr id="22" name="Groupe 21">
            <a:extLst>
              <a:ext uri="{FF2B5EF4-FFF2-40B4-BE49-F238E27FC236}">
                <a16:creationId xmlns:a16="http://schemas.microsoft.com/office/drawing/2014/main" id="{FCE3AFEF-4D0F-3145-07E1-55BFF3267B02}"/>
              </a:ext>
            </a:extLst>
          </p:cNvPr>
          <p:cNvGrpSpPr/>
          <p:nvPr/>
        </p:nvGrpSpPr>
        <p:grpSpPr>
          <a:xfrm>
            <a:off x="5652995" y="3146735"/>
            <a:ext cx="841321" cy="841321"/>
            <a:chOff x="8172481" y="3424452"/>
            <a:chExt cx="841321" cy="841321"/>
          </a:xfrm>
        </p:grpSpPr>
        <p:sp>
          <p:nvSpPr>
            <p:cNvPr id="21" name="Rectangle : coins arrondis 20">
              <a:extLst>
                <a:ext uri="{FF2B5EF4-FFF2-40B4-BE49-F238E27FC236}">
                  <a16:creationId xmlns:a16="http://schemas.microsoft.com/office/drawing/2014/main" id="{C3A24A98-2B03-F7D8-3472-5EB793DE9F70}"/>
                </a:ext>
              </a:extLst>
            </p:cNvPr>
            <p:cNvSpPr/>
            <p:nvPr/>
          </p:nvSpPr>
          <p:spPr>
            <a:xfrm>
              <a:off x="8172481" y="3424452"/>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Image 10">
              <a:hlinkClick r:id="" action="ppaction://noaction"/>
              <a:extLst>
                <a:ext uri="{FF2B5EF4-FFF2-40B4-BE49-F238E27FC236}">
                  <a16:creationId xmlns:a16="http://schemas.microsoft.com/office/drawing/2014/main" id="{81DBD956-2097-27AB-3E5A-F8FE55C053CE}"/>
                </a:ext>
              </a:extLst>
            </p:cNvPr>
            <p:cNvPicPr>
              <a:picLocks noChangeAspect="1"/>
            </p:cNvPicPr>
            <p:nvPr/>
          </p:nvPicPr>
          <p:blipFill>
            <a:blip r:embed="rId5">
              <a:duotone>
                <a:schemeClr val="bg2">
                  <a:shade val="45000"/>
                  <a:satMod val="135000"/>
                </a:schemeClr>
                <a:prstClr val="white"/>
              </a:duotone>
            </a:blip>
            <a:stretch>
              <a:fillRect/>
            </a:stretch>
          </p:blipFill>
          <p:spPr>
            <a:xfrm>
              <a:off x="8288315" y="3500658"/>
              <a:ext cx="609653" cy="688908"/>
            </a:xfrm>
            <a:prstGeom prst="rect">
              <a:avLst/>
            </a:prstGeom>
          </p:spPr>
        </p:pic>
      </p:grpSp>
      <p:grpSp>
        <p:nvGrpSpPr>
          <p:cNvPr id="27" name="Groupe 26">
            <a:extLst>
              <a:ext uri="{FF2B5EF4-FFF2-40B4-BE49-F238E27FC236}">
                <a16:creationId xmlns:a16="http://schemas.microsoft.com/office/drawing/2014/main" id="{8824BD51-0BF6-0558-5D51-7A8F4A125B52}"/>
              </a:ext>
            </a:extLst>
          </p:cNvPr>
          <p:cNvGrpSpPr/>
          <p:nvPr/>
        </p:nvGrpSpPr>
        <p:grpSpPr>
          <a:xfrm>
            <a:off x="5652995" y="1572744"/>
            <a:ext cx="841321" cy="841321"/>
            <a:chOff x="6942958" y="5245134"/>
            <a:chExt cx="841321" cy="841321"/>
          </a:xfrm>
        </p:grpSpPr>
        <p:sp>
          <p:nvSpPr>
            <p:cNvPr id="23" name="Rectangle : coins arrondis 22">
              <a:extLst>
                <a:ext uri="{FF2B5EF4-FFF2-40B4-BE49-F238E27FC236}">
                  <a16:creationId xmlns:a16="http://schemas.microsoft.com/office/drawing/2014/main" id="{C427BF0B-AF17-403A-4C91-7BDEF78C8355}"/>
                </a:ext>
              </a:extLst>
            </p:cNvPr>
            <p:cNvSpPr/>
            <p:nvPr/>
          </p:nvSpPr>
          <p:spPr>
            <a:xfrm>
              <a:off x="6942958" y="5245134"/>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3" name="Image 12">
              <a:hlinkClick r:id="rId3" action="ppaction://hlinksldjump"/>
              <a:extLst>
                <a:ext uri="{FF2B5EF4-FFF2-40B4-BE49-F238E27FC236}">
                  <a16:creationId xmlns:a16="http://schemas.microsoft.com/office/drawing/2014/main" id="{286509CA-6744-2623-23D0-5DFD440F97CF}"/>
                </a:ext>
              </a:extLst>
            </p:cNvPr>
            <p:cNvPicPr>
              <a:picLocks noChangeAspect="1"/>
            </p:cNvPicPr>
            <p:nvPr/>
          </p:nvPicPr>
          <p:blipFill>
            <a:blip r:embed="rId6">
              <a:duotone>
                <a:schemeClr val="bg2">
                  <a:shade val="45000"/>
                  <a:satMod val="135000"/>
                </a:schemeClr>
                <a:prstClr val="white"/>
              </a:duotone>
            </a:blip>
            <a:stretch>
              <a:fillRect/>
            </a:stretch>
          </p:blipFill>
          <p:spPr>
            <a:xfrm>
              <a:off x="6949618" y="5373559"/>
              <a:ext cx="828000" cy="584470"/>
            </a:xfrm>
            <a:prstGeom prst="rect">
              <a:avLst/>
            </a:prstGeom>
          </p:spPr>
        </p:pic>
      </p:grpSp>
      <p:grpSp>
        <p:nvGrpSpPr>
          <p:cNvPr id="2" name="Groupe 1">
            <a:extLst>
              <a:ext uri="{FF2B5EF4-FFF2-40B4-BE49-F238E27FC236}">
                <a16:creationId xmlns:a16="http://schemas.microsoft.com/office/drawing/2014/main" id="{42E1FD9B-7898-4041-0BCF-1AC79E13B43D}"/>
              </a:ext>
            </a:extLst>
          </p:cNvPr>
          <p:cNvGrpSpPr>
            <a:grpSpLocks noChangeAspect="1"/>
          </p:cNvGrpSpPr>
          <p:nvPr/>
        </p:nvGrpSpPr>
        <p:grpSpPr>
          <a:xfrm>
            <a:off x="11001871" y="6336764"/>
            <a:ext cx="1082632" cy="444130"/>
            <a:chOff x="5810" y="1578917"/>
            <a:chExt cx="559801" cy="229645"/>
          </a:xfrm>
        </p:grpSpPr>
        <p:sp>
          <p:nvSpPr>
            <p:cNvPr id="4" name="Rectangle : coins arrondis 3">
              <a:hlinkClick r:id="rId7" action="ppaction://hlinksldjump"/>
              <a:extLst>
                <a:ext uri="{FF2B5EF4-FFF2-40B4-BE49-F238E27FC236}">
                  <a16:creationId xmlns:a16="http://schemas.microsoft.com/office/drawing/2014/main" id="{D0F50ACE-AE30-607D-762F-D10955F30E7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7"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6" name="Graphique 5" descr="Retour avec un remplissage uni">
              <a:hlinkClick r:id="rId7" action="ppaction://hlinksldjump"/>
              <a:extLst>
                <a:ext uri="{FF2B5EF4-FFF2-40B4-BE49-F238E27FC236}">
                  <a16:creationId xmlns:a16="http://schemas.microsoft.com/office/drawing/2014/main" id="{7023C8E8-6010-DDBF-0BCA-0B6BC352FF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A872EB1B-6710-27FA-4E66-F39BA76128CA}"/>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12" name="Forme libre : forme 11">
            <a:hlinkClick r:id="" action="ppaction://noaction"/>
            <a:extLst>
              <a:ext uri="{FF2B5EF4-FFF2-40B4-BE49-F238E27FC236}">
                <a16:creationId xmlns:a16="http://schemas.microsoft.com/office/drawing/2014/main" id="{5C5D9F80-6163-E5D8-EC30-A8B4C139FA55}"/>
              </a:ext>
            </a:extLst>
          </p:cNvPr>
          <p:cNvSpPr>
            <a:spLocks noChangeAspect="1"/>
          </p:cNvSpPr>
          <p:nvPr/>
        </p:nvSpPr>
        <p:spPr>
          <a:xfrm rot="18678108">
            <a:off x="6469479" y="3587084"/>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orme libre : forme 24">
            <a:hlinkClick r:id="rId3" action="ppaction://hlinksldjump"/>
            <a:extLst>
              <a:ext uri="{FF2B5EF4-FFF2-40B4-BE49-F238E27FC236}">
                <a16:creationId xmlns:a16="http://schemas.microsoft.com/office/drawing/2014/main" id="{F381CD12-AE87-AAAF-9213-9290F7F20D38}"/>
              </a:ext>
            </a:extLst>
          </p:cNvPr>
          <p:cNvSpPr>
            <a:spLocks noChangeAspect="1"/>
          </p:cNvSpPr>
          <p:nvPr/>
        </p:nvSpPr>
        <p:spPr>
          <a:xfrm rot="18678108">
            <a:off x="6469479" y="2059491"/>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orme libre : forme 25">
            <a:hlinkClick r:id="" action="ppaction://noaction"/>
            <a:extLst>
              <a:ext uri="{FF2B5EF4-FFF2-40B4-BE49-F238E27FC236}">
                <a16:creationId xmlns:a16="http://schemas.microsoft.com/office/drawing/2014/main" id="{56B6163C-E9FA-991B-B544-8FD67982B5FA}"/>
              </a:ext>
            </a:extLst>
          </p:cNvPr>
          <p:cNvSpPr>
            <a:spLocks noChangeAspect="1"/>
          </p:cNvSpPr>
          <p:nvPr/>
        </p:nvSpPr>
        <p:spPr>
          <a:xfrm rot="18678108">
            <a:off x="6469479" y="5145916"/>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Flèche : chevron 8 - 2 - 1">
            <a:extLst>
              <a:ext uri="{FF2B5EF4-FFF2-40B4-BE49-F238E27FC236}">
                <a16:creationId xmlns:a16="http://schemas.microsoft.com/office/drawing/2014/main" id="{AF9FC115-F05B-BFCA-0B0D-F587670C3365}"/>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comprendre et s’informer</a:t>
            </a:r>
          </a:p>
        </p:txBody>
      </p:sp>
      <p:sp>
        <p:nvSpPr>
          <p:cNvPr id="9" name="Flèche : chevron 8 - 2 - 1">
            <a:extLst>
              <a:ext uri="{FF2B5EF4-FFF2-40B4-BE49-F238E27FC236}">
                <a16:creationId xmlns:a16="http://schemas.microsoft.com/office/drawing/2014/main" id="{8B68B9CD-08C1-FC59-CE5E-F6AE5534DAC5}"/>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19" name="Flèche : pentagone 3">
            <a:extLst>
              <a:ext uri="{FF2B5EF4-FFF2-40B4-BE49-F238E27FC236}">
                <a16:creationId xmlns:a16="http://schemas.microsoft.com/office/drawing/2014/main" id="{E43A2F7D-7D30-3684-8C54-E2A6E87EF10B}"/>
              </a:ext>
            </a:extLst>
          </p:cNvPr>
          <p:cNvSpPr/>
          <p:nvPr/>
        </p:nvSpPr>
        <p:spPr>
          <a:xfrm>
            <a:off x="-2" y="21771"/>
            <a:ext cx="1800000" cy="288000"/>
          </a:xfrm>
          <a:prstGeom prst="homePlate">
            <a:avLst>
              <a:gd name="adj" fmla="val 26503"/>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Cas d’usage</a:t>
            </a:r>
          </a:p>
        </p:txBody>
      </p:sp>
      <p:sp>
        <p:nvSpPr>
          <p:cNvPr id="20" name="Flèche : chevron 8 - 2 - 1">
            <a:extLst>
              <a:ext uri="{FF2B5EF4-FFF2-40B4-BE49-F238E27FC236}">
                <a16:creationId xmlns:a16="http://schemas.microsoft.com/office/drawing/2014/main" id="{A3C5D31E-6EEF-A59F-771A-17FD02A5808A}"/>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28" name="Flèche : chevron 8 - 2 - 1">
            <a:extLst>
              <a:ext uri="{FF2B5EF4-FFF2-40B4-BE49-F238E27FC236}">
                <a16:creationId xmlns:a16="http://schemas.microsoft.com/office/drawing/2014/main" id="{3584DEA5-B999-4EBF-6135-8F7CC80C7B4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complémentaires</a:t>
            </a:r>
          </a:p>
        </p:txBody>
      </p:sp>
    </p:spTree>
    <p:extLst>
      <p:ext uri="{BB962C8B-B14F-4D97-AF65-F5344CB8AC3E}">
        <p14:creationId xmlns:p14="http://schemas.microsoft.com/office/powerpoint/2010/main" val="211271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EB61-3AFE-A0EC-CD17-8EB674029E75}"/>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2A98C18-B8A0-3531-031E-F1EC5B51047F}"/>
              </a:ext>
            </a:extLst>
          </p:cNvPr>
          <p:cNvSpPr txBox="1"/>
          <p:nvPr/>
        </p:nvSpPr>
        <p:spPr>
          <a:xfrm>
            <a:off x="1739303" y="1534344"/>
            <a:ext cx="8713393" cy="4088299"/>
          </a:xfrm>
          <a:prstGeom prst="rect">
            <a:avLst/>
          </a:prstGeom>
          <a:noFill/>
        </p:spPr>
        <p:txBody>
          <a:bodyPr wrap="square">
            <a:spAutoFit/>
          </a:bodyPr>
          <a:lstStyle>
            <a:defPPr>
              <a:defRPr lang="fr-FR"/>
            </a:defPPr>
            <a:lvl1pPr marL="258762" lvl="0" indent="-171450" algn="just" defTabSz="908712">
              <a:spcAft>
                <a:spcPts val="800"/>
              </a:spcAft>
              <a:buFont typeface="Arial" panose="020B0604020202020204" pitchFamily="34" charset="0"/>
              <a:buChar char="•"/>
              <a:defRPr sz="900">
                <a:solidFill>
                  <a:srgbClr val="3C3732"/>
                </a:solidFill>
                <a:latin typeface="Avenir LT Std 55 Roman" panose="020B0503020203020204" pitchFamily="34" charset="0"/>
              </a:defRPr>
            </a:lvl1pPr>
          </a:lstStyle>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Se questionner sur sa capacité à comprendre, prévenir et accompagner les RPS</a:t>
            </a:r>
            <a:endParaRPr kumimoji="0" lang="fr-FR" sz="11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Analyser ses pratiques managériales </a:t>
            </a: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(réguler ses propres émotions…)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Être sensibilisé et sensibiliser les équipes aux RPS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Situer les experts RPS à solliciter</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Ecouter les agents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(individuellement et collectivement)</a:t>
            </a:r>
            <a:r>
              <a:rPr kumimoji="0" lang="fr-FR" sz="1200" b="1"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 </a:t>
            </a: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pour comprendre la situation</a:t>
            </a:r>
            <a:r>
              <a:rPr kumimoji="0" lang="fr-FR" sz="1200" b="0" i="0" u="none" strike="noStrike" kern="1200" cap="none" spc="0" normalizeH="0" baseline="0" noProof="0">
                <a:ln>
                  <a:noFill/>
                </a:ln>
                <a:solidFill>
                  <a:srgbClr val="306A92"/>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(savoir détecter les signaux faibles)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Connaître et vigiler les indicateurs de suivi des RPS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Contribuer au dialogue social de proximité autour de la santé au travail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(connaitre les obligations d’information en instance, qui informer, dans quel cas)</a:t>
            </a:r>
            <a:endParaRPr kumimoji="0" lang="fr-FR" sz="1200" b="1"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endParaRP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Agir sur les facteurs de risque </a:t>
            </a:r>
            <a:r>
              <a:rPr kumimoji="0" lang="fr-FR" sz="1200" b="0" i="0" u="none" strike="noStrike" kern="1200" cap="none" spc="-50" normalizeH="0" baseline="0" noProof="0">
                <a:ln>
                  <a:noFill/>
                </a:ln>
                <a:solidFill>
                  <a:sysClr val="windowText" lastClr="000000"/>
                </a:solidFill>
                <a:effectLst/>
                <a:uLnTx/>
                <a:uFillTx/>
                <a:latin typeface="Avenir LT Std 45 Book" panose="020B0502020203020204" pitchFamily="34" charset="0"/>
                <a:ea typeface="+mn-ea"/>
                <a:cs typeface="+mn-cs"/>
              </a:rPr>
              <a:t>(évaluation de la charge de travail, charge cognitive, perte de sens, perte de repères sur l’avenir…)</a:t>
            </a:r>
            <a:endParaRPr kumimoji="0" lang="fr-FR" sz="10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endParaRPr>
          </a:p>
        </p:txBody>
      </p:sp>
      <p:grpSp>
        <p:nvGrpSpPr>
          <p:cNvPr id="56" name="Groupe 55">
            <a:extLst>
              <a:ext uri="{FF2B5EF4-FFF2-40B4-BE49-F238E27FC236}">
                <a16:creationId xmlns:a16="http://schemas.microsoft.com/office/drawing/2014/main" id="{F318BF41-061D-06B9-6CE4-F4B31E68A251}"/>
              </a:ext>
            </a:extLst>
          </p:cNvPr>
          <p:cNvGrpSpPr/>
          <p:nvPr/>
        </p:nvGrpSpPr>
        <p:grpSpPr>
          <a:xfrm>
            <a:off x="1528589" y="1498328"/>
            <a:ext cx="302577" cy="302577"/>
            <a:chOff x="229671" y="2122077"/>
            <a:chExt cx="302577" cy="302577"/>
          </a:xfrm>
        </p:grpSpPr>
        <p:sp>
          <p:nvSpPr>
            <p:cNvPr id="57" name="Bouton d’action : vide 56">
              <a:hlinkClick r:id="" action="ppaction://noaction" highlightClick="1"/>
              <a:extLst>
                <a:ext uri="{FF2B5EF4-FFF2-40B4-BE49-F238E27FC236}">
                  <a16:creationId xmlns:a16="http://schemas.microsoft.com/office/drawing/2014/main" id="{B0964ABA-D8A3-5887-3703-8E6A516794ED}"/>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59" name="Graphique 58" descr="Coche avec un remplissage uni">
              <a:extLst>
                <a:ext uri="{FF2B5EF4-FFF2-40B4-BE49-F238E27FC236}">
                  <a16:creationId xmlns:a16="http://schemas.microsoft.com/office/drawing/2014/main" id="{8114D058-8017-5E96-EB8F-BCCCDF93DF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60" name="Bouton d’action : vide 59">
            <a:hlinkClick r:id="" action="ppaction://noaction" highlightClick="1"/>
            <a:extLst>
              <a:ext uri="{FF2B5EF4-FFF2-40B4-BE49-F238E27FC236}">
                <a16:creationId xmlns:a16="http://schemas.microsoft.com/office/drawing/2014/main" id="{803E6FC4-78B4-A8A5-3227-785CC0738CCB}"/>
              </a:ext>
            </a:extLst>
          </p:cNvPr>
          <p:cNvSpPr/>
          <p:nvPr/>
        </p:nvSpPr>
        <p:spPr>
          <a:xfrm>
            <a:off x="1565203" y="20595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05A77992-E4E2-E2D6-AC48-57E9A6AB43F4}"/>
              </a:ext>
            </a:extLst>
          </p:cNvPr>
          <p:cNvSpPr/>
          <p:nvPr/>
        </p:nvSpPr>
        <p:spPr>
          <a:xfrm>
            <a:off x="1565203" y="257015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2" name="Bouton d’action : vide 61">
            <a:hlinkClick r:id="" action="ppaction://noaction" highlightClick="1"/>
            <a:extLst>
              <a:ext uri="{FF2B5EF4-FFF2-40B4-BE49-F238E27FC236}">
                <a16:creationId xmlns:a16="http://schemas.microsoft.com/office/drawing/2014/main" id="{52DA35F9-1905-CDDF-5EC5-8A37B1C42D13}"/>
              </a:ext>
            </a:extLst>
          </p:cNvPr>
          <p:cNvSpPr/>
          <p:nvPr/>
        </p:nvSpPr>
        <p:spPr>
          <a:xfrm>
            <a:off x="1565203" y="308077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3" name="Bouton d’action : vide 62">
            <a:hlinkClick r:id="" action="ppaction://noaction" highlightClick="1"/>
            <a:extLst>
              <a:ext uri="{FF2B5EF4-FFF2-40B4-BE49-F238E27FC236}">
                <a16:creationId xmlns:a16="http://schemas.microsoft.com/office/drawing/2014/main" id="{22829E9A-1A6E-06E8-24E4-61E3C6B10A74}"/>
              </a:ext>
            </a:extLst>
          </p:cNvPr>
          <p:cNvSpPr/>
          <p:nvPr/>
        </p:nvSpPr>
        <p:spPr>
          <a:xfrm>
            <a:off x="1565203" y="35708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1035E2F4-E2C8-B598-A138-F9EAC5296EA7}"/>
              </a:ext>
            </a:extLst>
          </p:cNvPr>
          <p:cNvSpPr/>
          <p:nvPr/>
        </p:nvSpPr>
        <p:spPr>
          <a:xfrm>
            <a:off x="1565203" y="4118746"/>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168444F8-35A0-F445-1238-34EA3C8131A5}"/>
              </a:ext>
            </a:extLst>
          </p:cNvPr>
          <p:cNvSpPr/>
          <p:nvPr/>
        </p:nvSpPr>
        <p:spPr>
          <a:xfrm>
            <a:off x="1565203" y="4734570"/>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C928ECF0-43C6-269D-0649-C0D5672A8723}"/>
              </a:ext>
            </a:extLst>
          </p:cNvPr>
          <p:cNvSpPr/>
          <p:nvPr/>
        </p:nvSpPr>
        <p:spPr>
          <a:xfrm>
            <a:off x="1565203" y="5303119"/>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grpSp>
        <p:nvGrpSpPr>
          <p:cNvPr id="13" name="Groupe 12">
            <a:extLst>
              <a:ext uri="{FF2B5EF4-FFF2-40B4-BE49-F238E27FC236}">
                <a16:creationId xmlns:a16="http://schemas.microsoft.com/office/drawing/2014/main" id="{05AC217A-50E7-AED6-CB47-8EB3B5E90BBD}"/>
              </a:ext>
            </a:extLst>
          </p:cNvPr>
          <p:cNvGrpSpPr/>
          <p:nvPr/>
        </p:nvGrpSpPr>
        <p:grpSpPr>
          <a:xfrm>
            <a:off x="5199260" y="6206107"/>
            <a:ext cx="1793481" cy="412124"/>
            <a:chOff x="6678161" y="6206107"/>
            <a:chExt cx="1793481" cy="412124"/>
          </a:xfrm>
        </p:grpSpPr>
        <p:pic>
          <p:nvPicPr>
            <p:cNvPr id="3" name="Graphique 2" descr="Loupe avec un remplissage uni">
              <a:hlinkClick r:id="rId4" action="ppaction://hlinksldjump"/>
              <a:extLst>
                <a:ext uri="{FF2B5EF4-FFF2-40B4-BE49-F238E27FC236}">
                  <a16:creationId xmlns:a16="http://schemas.microsoft.com/office/drawing/2014/main" id="{7D54D17C-21CB-354F-346D-84C7FB89A9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78161" y="6250259"/>
              <a:ext cx="323819" cy="323819"/>
            </a:xfrm>
            <a:prstGeom prst="rect">
              <a:avLst/>
            </a:prstGeom>
          </p:spPr>
        </p:pic>
        <p:sp>
          <p:nvSpPr>
            <p:cNvPr id="5" name="Rectangle 4">
              <a:hlinkClick r:id="rId4" action="ppaction://hlinksldjump"/>
              <a:extLst>
                <a:ext uri="{FF2B5EF4-FFF2-40B4-BE49-F238E27FC236}">
                  <a16:creationId xmlns:a16="http://schemas.microsoft.com/office/drawing/2014/main" id="{AB028BEC-318E-33BD-65AF-612B3CC2EEAD}"/>
                </a:ext>
              </a:extLst>
            </p:cNvPr>
            <p:cNvSpPr/>
            <p:nvPr/>
          </p:nvSpPr>
          <p:spPr>
            <a:xfrm>
              <a:off x="6716107" y="6206107"/>
              <a:ext cx="1755535"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grpSp>
      <p:sp>
        <p:nvSpPr>
          <p:cNvPr id="12" name="Rectangle 11">
            <a:extLst>
              <a:ext uri="{FF2B5EF4-FFF2-40B4-BE49-F238E27FC236}">
                <a16:creationId xmlns:a16="http://schemas.microsoft.com/office/drawing/2014/main" id="{DC76FF13-E008-757C-69B3-94C58A04EF8F}"/>
              </a:ext>
            </a:extLst>
          </p:cNvPr>
          <p:cNvSpPr/>
          <p:nvPr/>
        </p:nvSpPr>
        <p:spPr>
          <a:xfrm>
            <a:off x="1318012" y="849084"/>
            <a:ext cx="9000000"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4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grpSp>
        <p:nvGrpSpPr>
          <p:cNvPr id="7" name="Groupe 6">
            <a:extLst>
              <a:ext uri="{FF2B5EF4-FFF2-40B4-BE49-F238E27FC236}">
                <a16:creationId xmlns:a16="http://schemas.microsoft.com/office/drawing/2014/main" id="{CBB6CF24-33EE-E001-F08E-532266D6BFF2}"/>
              </a:ext>
            </a:extLst>
          </p:cNvPr>
          <p:cNvGrpSpPr>
            <a:grpSpLocks noChangeAspect="1"/>
          </p:cNvGrpSpPr>
          <p:nvPr/>
        </p:nvGrpSpPr>
        <p:grpSpPr>
          <a:xfrm>
            <a:off x="11001871" y="6336764"/>
            <a:ext cx="1082632" cy="444130"/>
            <a:chOff x="5810" y="1578917"/>
            <a:chExt cx="559801" cy="229645"/>
          </a:xfrm>
        </p:grpSpPr>
        <p:sp>
          <p:nvSpPr>
            <p:cNvPr id="8" name="Rectangle : coins arrondis 7">
              <a:hlinkClick r:id="rId6" action="ppaction://hlinksldjump"/>
              <a:extLst>
                <a:ext uri="{FF2B5EF4-FFF2-40B4-BE49-F238E27FC236}">
                  <a16:creationId xmlns:a16="http://schemas.microsoft.com/office/drawing/2014/main" id="{1353798D-103C-F796-D339-B99836A5E2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6"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10" name="Graphique 9" descr="Retour avec un remplissage uni">
              <a:hlinkClick r:id="rId6" action="ppaction://hlinksldjump"/>
              <a:extLst>
                <a:ext uri="{FF2B5EF4-FFF2-40B4-BE49-F238E27FC236}">
                  <a16:creationId xmlns:a16="http://schemas.microsoft.com/office/drawing/2014/main" id="{396383A4-E58A-FFA3-84E7-10FCABC7C4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46A952CD-D84A-B036-9B06-82891A85350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6" name="Flèche : chevron 8 - 2 - 1">
            <a:extLst>
              <a:ext uri="{FF2B5EF4-FFF2-40B4-BE49-F238E27FC236}">
                <a16:creationId xmlns:a16="http://schemas.microsoft.com/office/drawing/2014/main" id="{F2E04CBA-0261-86D1-F2A1-59B2223C0805}"/>
              </a:ext>
            </a:extLst>
          </p:cNvPr>
          <p:cNvSpPr/>
          <p:nvPr/>
        </p:nvSpPr>
        <p:spPr>
          <a:xfrm>
            <a:off x="1832999" y="21771"/>
            <a:ext cx="2448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Checklist pour comprendre et s’informer</a:t>
            </a:r>
          </a:p>
        </p:txBody>
      </p:sp>
      <p:sp>
        <p:nvSpPr>
          <p:cNvPr id="9" name="Flèche : chevron 8 - 2 - 1">
            <a:extLst>
              <a:ext uri="{FF2B5EF4-FFF2-40B4-BE49-F238E27FC236}">
                <a16:creationId xmlns:a16="http://schemas.microsoft.com/office/drawing/2014/main" id="{BE2460B1-642A-DA79-3BE3-5E744E1E1173}"/>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11" name="Flèche : pentagone 3">
            <a:extLst>
              <a:ext uri="{FF2B5EF4-FFF2-40B4-BE49-F238E27FC236}">
                <a16:creationId xmlns:a16="http://schemas.microsoft.com/office/drawing/2014/main" id="{5F01E3AF-CCE1-9292-FFAE-EF3FC29B6B4E}"/>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15" name="Flèche : chevron 8 - 2 - 1">
            <a:extLst>
              <a:ext uri="{FF2B5EF4-FFF2-40B4-BE49-F238E27FC236}">
                <a16:creationId xmlns:a16="http://schemas.microsoft.com/office/drawing/2014/main" id="{3D5ECD3D-D616-8A4B-CF5D-B5D65A5124B5}"/>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16" name="Flèche : chevron 8 - 2 - 1">
            <a:extLst>
              <a:ext uri="{FF2B5EF4-FFF2-40B4-BE49-F238E27FC236}">
                <a16:creationId xmlns:a16="http://schemas.microsoft.com/office/drawing/2014/main" id="{C56450CE-71D5-8566-886A-AE553CE0AD6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complémentaires</a:t>
            </a:r>
          </a:p>
        </p:txBody>
      </p:sp>
    </p:spTree>
    <p:extLst>
      <p:ext uri="{BB962C8B-B14F-4D97-AF65-F5344CB8AC3E}">
        <p14:creationId xmlns:p14="http://schemas.microsoft.com/office/powerpoint/2010/main" val="1165257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DC83-55E5-CB5A-FDCB-4ED706BC4185}"/>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9E1F3D73-4235-DE23-926F-1C0EFDF13CD6}"/>
              </a:ext>
            </a:extLst>
          </p:cNvPr>
          <p:cNvSpPr/>
          <p:nvPr/>
        </p:nvSpPr>
        <p:spPr>
          <a:xfrm>
            <a:off x="457200" y="5123683"/>
            <a:ext cx="11487726" cy="1244299"/>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68" name="Rectangle : coins arrondis 167">
            <a:extLst>
              <a:ext uri="{FF2B5EF4-FFF2-40B4-BE49-F238E27FC236}">
                <a16:creationId xmlns:a16="http://schemas.microsoft.com/office/drawing/2014/main" id="{EE8722E5-63AB-5C67-6583-D2576C653BF0}"/>
              </a:ext>
            </a:extLst>
          </p:cNvPr>
          <p:cNvSpPr/>
          <p:nvPr/>
        </p:nvSpPr>
        <p:spPr>
          <a:xfrm>
            <a:off x="1185745" y="998575"/>
            <a:ext cx="9808951" cy="4039589"/>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8" name="Rectangle : coins arrondis 17">
            <a:extLst>
              <a:ext uri="{FF2B5EF4-FFF2-40B4-BE49-F238E27FC236}">
                <a16:creationId xmlns:a16="http://schemas.microsoft.com/office/drawing/2014/main" id="{EFAE8F27-5ABE-0457-84A4-D6F91B9AF886}"/>
              </a:ext>
            </a:extLst>
          </p:cNvPr>
          <p:cNvSpPr/>
          <p:nvPr/>
        </p:nvSpPr>
        <p:spPr>
          <a:xfrm>
            <a:off x="1197304" y="591519"/>
            <a:ext cx="9808951"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43" name="Ellipse 42">
            <a:extLst>
              <a:ext uri="{FF2B5EF4-FFF2-40B4-BE49-F238E27FC236}">
                <a16:creationId xmlns:a16="http://schemas.microsoft.com/office/drawing/2014/main" id="{9C7E8CF1-8B70-EC36-953D-AEF995D914DD}"/>
              </a:ext>
            </a:extLst>
          </p:cNvPr>
          <p:cNvSpPr/>
          <p:nvPr/>
        </p:nvSpPr>
        <p:spPr>
          <a:xfrm>
            <a:off x="1645928" y="596204"/>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0A319B21-826E-3DFF-D126-E8E87350DAA5}"/>
              </a:ext>
            </a:extLst>
          </p:cNvPr>
          <p:cNvPicPr>
            <a:picLocks noChangeAspect="1"/>
          </p:cNvPicPr>
          <p:nvPr/>
        </p:nvPicPr>
        <p:blipFill>
          <a:blip r:embed="rId3"/>
          <a:stretch>
            <a:fillRect/>
          </a:stretch>
        </p:blipFill>
        <p:spPr>
          <a:xfrm>
            <a:off x="1770045" y="589928"/>
            <a:ext cx="485486" cy="621422"/>
          </a:xfrm>
          <a:prstGeom prst="rect">
            <a:avLst/>
          </a:prstGeom>
        </p:spPr>
      </p:pic>
      <p:sp>
        <p:nvSpPr>
          <p:cNvPr id="85" name="Rectangle : coins arrondis 84">
            <a:extLst>
              <a:ext uri="{FF2B5EF4-FFF2-40B4-BE49-F238E27FC236}">
                <a16:creationId xmlns:a16="http://schemas.microsoft.com/office/drawing/2014/main" id="{39866807-02A7-4B6C-9AED-F055D837C56D}"/>
              </a:ext>
            </a:extLst>
          </p:cNvPr>
          <p:cNvSpPr/>
          <p:nvPr/>
        </p:nvSpPr>
        <p:spPr>
          <a:xfrm>
            <a:off x="1381384" y="1246364"/>
            <a:ext cx="2504302" cy="36735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A0D0534A-CB7B-73AD-93B3-E67DCE036BA5}"/>
              </a:ext>
            </a:extLst>
          </p:cNvPr>
          <p:cNvSpPr/>
          <p:nvPr/>
        </p:nvSpPr>
        <p:spPr>
          <a:xfrm>
            <a:off x="4388386" y="1246364"/>
            <a:ext cx="4402497"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pic>
        <p:nvPicPr>
          <p:cNvPr id="146" name="Graphique 145" descr="Cœur avec un remplissage uni">
            <a:extLst>
              <a:ext uri="{FF2B5EF4-FFF2-40B4-BE49-F238E27FC236}">
                <a16:creationId xmlns:a16="http://schemas.microsoft.com/office/drawing/2014/main" id="{21CFAE1A-6870-5BE8-747D-D99B81DF7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869" y="1235218"/>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7B71D3C9-E387-B041-AEC3-269BFEB2B2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2377" y="1238471"/>
            <a:ext cx="281763" cy="281763"/>
          </a:xfrm>
          <a:prstGeom prst="rect">
            <a:avLst/>
          </a:prstGeom>
        </p:spPr>
      </p:pic>
      <p:sp>
        <p:nvSpPr>
          <p:cNvPr id="7" name="Rectangle : coins arrondis 6">
            <a:extLst>
              <a:ext uri="{FF2B5EF4-FFF2-40B4-BE49-F238E27FC236}">
                <a16:creationId xmlns:a16="http://schemas.microsoft.com/office/drawing/2014/main" id="{3F324DA5-6DCE-D8CE-2393-B5885CC6CFFF}"/>
              </a:ext>
            </a:extLst>
          </p:cNvPr>
          <p:cNvSpPr/>
          <p:nvPr/>
        </p:nvSpPr>
        <p:spPr>
          <a:xfrm>
            <a:off x="2291494" y="1556508"/>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8">
            <a:hlinkClick r:id="rId6" action="ppaction://hlinksldjump"/>
            <a:extLst>
              <a:ext uri="{FF2B5EF4-FFF2-40B4-BE49-F238E27FC236}">
                <a16:creationId xmlns:a16="http://schemas.microsoft.com/office/drawing/2014/main" id="{7B53318F-254B-D492-B675-1CEDC550E9E8}"/>
              </a:ext>
            </a:extLst>
          </p:cNvPr>
          <p:cNvSpPr/>
          <p:nvPr/>
        </p:nvSpPr>
        <p:spPr>
          <a:xfrm>
            <a:off x="1949357" y="1688506"/>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aborder la charge de travail avec les équipes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10" name="Rectangle 9">
            <a:hlinkClick r:id="rId6" action="ppaction://hlinksldjump"/>
            <a:extLst>
              <a:ext uri="{FF2B5EF4-FFF2-40B4-BE49-F238E27FC236}">
                <a16:creationId xmlns:a16="http://schemas.microsoft.com/office/drawing/2014/main" id="{205E9665-E6A6-EF3C-72F6-6E2500ABF6D4}"/>
              </a:ext>
            </a:extLst>
          </p:cNvPr>
          <p:cNvSpPr/>
          <p:nvPr/>
        </p:nvSpPr>
        <p:spPr>
          <a:xfrm>
            <a:off x="4388386" y="168850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pour aborder la charge de travail pour soi-même et avec les équipes</a:t>
            </a:r>
          </a:p>
        </p:txBody>
      </p:sp>
      <p:sp>
        <p:nvSpPr>
          <p:cNvPr id="13" name="Rectangle 12">
            <a:extLst>
              <a:ext uri="{FF2B5EF4-FFF2-40B4-BE49-F238E27FC236}">
                <a16:creationId xmlns:a16="http://schemas.microsoft.com/office/drawing/2014/main" id="{638F63C7-C4B6-7A1B-B67C-317DEF830D2D}"/>
              </a:ext>
            </a:extLst>
          </p:cNvPr>
          <p:cNvSpPr/>
          <p:nvPr/>
        </p:nvSpPr>
        <p:spPr>
          <a:xfrm>
            <a:off x="9486011" y="1688506"/>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8 min </a:t>
            </a:r>
          </a:p>
        </p:txBody>
      </p:sp>
      <p:grpSp>
        <p:nvGrpSpPr>
          <p:cNvPr id="14" name="Groupe 13">
            <a:extLst>
              <a:ext uri="{FF2B5EF4-FFF2-40B4-BE49-F238E27FC236}">
                <a16:creationId xmlns:a16="http://schemas.microsoft.com/office/drawing/2014/main" id="{1261DACB-4AE5-7394-F318-364FDD55818B}"/>
              </a:ext>
            </a:extLst>
          </p:cNvPr>
          <p:cNvGrpSpPr/>
          <p:nvPr/>
        </p:nvGrpSpPr>
        <p:grpSpPr>
          <a:xfrm>
            <a:off x="10337243" y="1752304"/>
            <a:ext cx="315567" cy="274775"/>
            <a:chOff x="11492282" y="2015291"/>
            <a:chExt cx="315567" cy="274775"/>
          </a:xfrm>
        </p:grpSpPr>
        <p:pic>
          <p:nvPicPr>
            <p:cNvPr id="17" name="Graphique 16" descr="Cœur contour">
              <a:extLst>
                <a:ext uri="{FF2B5EF4-FFF2-40B4-BE49-F238E27FC236}">
                  <a16:creationId xmlns:a16="http://schemas.microsoft.com/office/drawing/2014/main" id="{03C6E548-A043-7287-91EC-DB8EDAA6C3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B92E32A8-874D-F87D-75E2-8CD117EF72F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2</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22" name="Image 21">
            <a:hlinkClick r:id="rId6" action="ppaction://hlinksldjump"/>
            <a:extLst>
              <a:ext uri="{FF2B5EF4-FFF2-40B4-BE49-F238E27FC236}">
                <a16:creationId xmlns:a16="http://schemas.microsoft.com/office/drawing/2014/main" id="{48C5C452-30B4-BA4A-3374-37C760AD90C5}"/>
              </a:ext>
            </a:extLst>
          </p:cNvPr>
          <p:cNvPicPr>
            <a:picLocks noChangeAspect="1"/>
          </p:cNvPicPr>
          <p:nvPr/>
        </p:nvPicPr>
        <p:blipFill>
          <a:blip r:embed="rId8"/>
          <a:stretch>
            <a:fillRect/>
          </a:stretch>
        </p:blipFill>
        <p:spPr>
          <a:xfrm>
            <a:off x="1488962" y="1673264"/>
            <a:ext cx="335309" cy="432854"/>
          </a:xfrm>
          <a:prstGeom prst="rect">
            <a:avLst/>
          </a:prstGeom>
        </p:spPr>
      </p:pic>
      <p:sp>
        <p:nvSpPr>
          <p:cNvPr id="26" name="Rectangle 25">
            <a:hlinkClick r:id="" action="ppaction://noaction"/>
            <a:extLst>
              <a:ext uri="{FF2B5EF4-FFF2-40B4-BE49-F238E27FC236}">
                <a16:creationId xmlns:a16="http://schemas.microsoft.com/office/drawing/2014/main" id="{B3CB4CB9-0FA9-0A61-BCC1-B1CBF3F652E3}"/>
              </a:ext>
            </a:extLst>
          </p:cNvPr>
          <p:cNvSpPr/>
          <p:nvPr/>
        </p:nvSpPr>
        <p:spPr>
          <a:xfrm>
            <a:off x="1913464" y="3334288"/>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ajuster le cap ensemble pour préserver l’équipe ? </a:t>
            </a:r>
          </a:p>
        </p:txBody>
      </p:sp>
      <p:sp>
        <p:nvSpPr>
          <p:cNvPr id="31" name="Rectangle 30">
            <a:extLst>
              <a:ext uri="{FF2B5EF4-FFF2-40B4-BE49-F238E27FC236}">
                <a16:creationId xmlns:a16="http://schemas.microsoft.com/office/drawing/2014/main" id="{6DDB50C6-4500-5ED2-2DDE-D599B3F6404B}"/>
              </a:ext>
            </a:extLst>
          </p:cNvPr>
          <p:cNvSpPr/>
          <p:nvPr/>
        </p:nvSpPr>
        <p:spPr>
          <a:xfrm>
            <a:off x="1913465" y="3894229"/>
            <a:ext cx="2306150" cy="4976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Formation « Comprendre, évaluer, prendre en charge les RPS pour moi et pour mon collectif de travail» </a:t>
            </a:r>
          </a:p>
        </p:txBody>
      </p:sp>
      <p:sp>
        <p:nvSpPr>
          <p:cNvPr id="33" name="Rectangle 32">
            <a:hlinkClick r:id="" action="ppaction://noaction"/>
            <a:extLst>
              <a:ext uri="{FF2B5EF4-FFF2-40B4-BE49-F238E27FC236}">
                <a16:creationId xmlns:a16="http://schemas.microsoft.com/office/drawing/2014/main" id="{28407B8A-303A-52AC-69D6-2BFACFC6880A}"/>
              </a:ext>
            </a:extLst>
          </p:cNvPr>
          <p:cNvSpPr/>
          <p:nvPr/>
        </p:nvSpPr>
        <p:spPr>
          <a:xfrm>
            <a:off x="1913464" y="4477351"/>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pic>
        <p:nvPicPr>
          <p:cNvPr id="35" name="Graphique 34" descr="Livre fermé avec un remplissage uni">
            <a:extLst>
              <a:ext uri="{FF2B5EF4-FFF2-40B4-BE49-F238E27FC236}">
                <a16:creationId xmlns:a16="http://schemas.microsoft.com/office/drawing/2014/main" id="{89A4FCAE-E6ED-AF47-E8C5-F0C55C5AD50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53069" y="3902153"/>
            <a:ext cx="394447" cy="394447"/>
          </a:xfrm>
          <a:prstGeom prst="rect">
            <a:avLst/>
          </a:prstGeom>
        </p:spPr>
      </p:pic>
      <p:sp>
        <p:nvSpPr>
          <p:cNvPr id="34" name="Rectangle 33">
            <a:extLst>
              <a:ext uri="{FF2B5EF4-FFF2-40B4-BE49-F238E27FC236}">
                <a16:creationId xmlns:a16="http://schemas.microsoft.com/office/drawing/2014/main" id="{8B53CC36-569B-1F9C-E4BB-3C6699537882}"/>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pic>
        <p:nvPicPr>
          <p:cNvPr id="36" name="Graphique 35" descr="Outils avec un remplissage uni">
            <a:hlinkClick r:id="" action="ppaction://noaction"/>
            <a:extLst>
              <a:ext uri="{FF2B5EF4-FFF2-40B4-BE49-F238E27FC236}">
                <a16:creationId xmlns:a16="http://schemas.microsoft.com/office/drawing/2014/main" id="{8FA537D1-835B-2646-1CF1-F1FE5E2A977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1492327" y="3396779"/>
            <a:ext cx="290825" cy="290825"/>
          </a:xfrm>
          <a:prstGeom prst="rect">
            <a:avLst/>
          </a:prstGeom>
        </p:spPr>
      </p:pic>
      <p:sp>
        <p:nvSpPr>
          <p:cNvPr id="37" name="Rectangle 36">
            <a:hlinkClick r:id="" action="ppaction://noaction"/>
            <a:extLst>
              <a:ext uri="{FF2B5EF4-FFF2-40B4-BE49-F238E27FC236}">
                <a16:creationId xmlns:a16="http://schemas.microsoft.com/office/drawing/2014/main" id="{07FC0C59-2A79-7A71-7DEC-68832056EB07}"/>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Outil pour prendre du recul en équipe et identifier collectivement ce qu'il faut continuer, arrêter, faire plus ou moins et commencer</a:t>
            </a:r>
          </a:p>
        </p:txBody>
      </p:sp>
      <p:sp>
        <p:nvSpPr>
          <p:cNvPr id="39" name="Rectangle 38">
            <a:extLst>
              <a:ext uri="{FF2B5EF4-FFF2-40B4-BE49-F238E27FC236}">
                <a16:creationId xmlns:a16="http://schemas.microsoft.com/office/drawing/2014/main" id="{875867BD-4EF1-C06E-B715-F61B967374FB}"/>
              </a:ext>
            </a:extLst>
          </p:cNvPr>
          <p:cNvSpPr/>
          <p:nvPr/>
        </p:nvSpPr>
        <p:spPr>
          <a:xfrm>
            <a:off x="9459258" y="3331083"/>
            <a:ext cx="648000"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60 min </a:t>
            </a:r>
          </a:p>
        </p:txBody>
      </p:sp>
      <p:grpSp>
        <p:nvGrpSpPr>
          <p:cNvPr id="40" name="Groupe 39">
            <a:extLst>
              <a:ext uri="{FF2B5EF4-FFF2-40B4-BE49-F238E27FC236}">
                <a16:creationId xmlns:a16="http://schemas.microsoft.com/office/drawing/2014/main" id="{8980C3D9-D9B3-E7FE-D21F-010823E3C650}"/>
              </a:ext>
            </a:extLst>
          </p:cNvPr>
          <p:cNvGrpSpPr/>
          <p:nvPr/>
        </p:nvGrpSpPr>
        <p:grpSpPr>
          <a:xfrm>
            <a:off x="10337243" y="3428443"/>
            <a:ext cx="315567" cy="274775"/>
            <a:chOff x="11492282" y="2015291"/>
            <a:chExt cx="315567" cy="274775"/>
          </a:xfrm>
        </p:grpSpPr>
        <p:pic>
          <p:nvPicPr>
            <p:cNvPr id="41" name="Graphique 40" descr="Cœur contour">
              <a:extLst>
                <a:ext uri="{FF2B5EF4-FFF2-40B4-BE49-F238E27FC236}">
                  <a16:creationId xmlns:a16="http://schemas.microsoft.com/office/drawing/2014/main" id="{FD426B1C-D3D8-D20F-5F08-C2D79C3D59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44" name="Rectangle 43">
              <a:extLst>
                <a:ext uri="{FF2B5EF4-FFF2-40B4-BE49-F238E27FC236}">
                  <a16:creationId xmlns:a16="http://schemas.microsoft.com/office/drawing/2014/main" id="{311DFBC3-90BB-583B-7A23-512AFE2583C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306A92"/>
                  </a:solidFill>
                  <a:effectLst/>
                  <a:uLnTx/>
                  <a:uFillTx/>
                  <a:latin typeface="Arial"/>
                  <a:ea typeface="+mn-ea"/>
                  <a:cs typeface="+mn-cs"/>
                </a:rPr>
                <a:t>3</a:t>
              </a:r>
            </a:p>
          </p:txBody>
        </p:sp>
      </p:grpSp>
      <p:grpSp>
        <p:nvGrpSpPr>
          <p:cNvPr id="27" name="Groupe 26">
            <a:extLst>
              <a:ext uri="{FF2B5EF4-FFF2-40B4-BE49-F238E27FC236}">
                <a16:creationId xmlns:a16="http://schemas.microsoft.com/office/drawing/2014/main" id="{6C50A285-BEF9-4CBC-2196-2AC930C7E7E3}"/>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1" action="ppaction://hlinksldjump"/>
              <a:extLst>
                <a:ext uri="{FF2B5EF4-FFF2-40B4-BE49-F238E27FC236}">
                  <a16:creationId xmlns:a16="http://schemas.microsoft.com/office/drawing/2014/main" id="{8B2C5A0B-CEC2-BEAE-467C-00FF4D51D5A5}"/>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11"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29" name="Graphique 28" descr="Retour avec un remplissage uni">
              <a:hlinkClick r:id="rId11" action="ppaction://hlinksldjump"/>
              <a:extLst>
                <a:ext uri="{FF2B5EF4-FFF2-40B4-BE49-F238E27FC236}">
                  <a16:creationId xmlns:a16="http://schemas.microsoft.com/office/drawing/2014/main" id="{DFA953D9-669C-3053-DD06-DDF363FD48B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4" name="Rectangle : coins arrondis 3">
            <a:extLst>
              <a:ext uri="{FF2B5EF4-FFF2-40B4-BE49-F238E27FC236}">
                <a16:creationId xmlns:a16="http://schemas.microsoft.com/office/drawing/2014/main" id="{0BB6E502-F73B-12D4-93CF-FF42D197305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2" name="Rectangle : coins arrondis 1">
            <a:extLst>
              <a:ext uri="{FF2B5EF4-FFF2-40B4-BE49-F238E27FC236}">
                <a16:creationId xmlns:a16="http://schemas.microsoft.com/office/drawing/2014/main" id="{7D1BDCF1-3009-C9BC-5947-D99181C3AA89}"/>
              </a:ext>
            </a:extLst>
          </p:cNvPr>
          <p:cNvSpPr/>
          <p:nvPr/>
        </p:nvSpPr>
        <p:spPr>
          <a:xfrm>
            <a:off x="7052664" y="401337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hlinkClick r:id="" action="ppaction://noaction"/>
            <a:extLst>
              <a:ext uri="{FF2B5EF4-FFF2-40B4-BE49-F238E27FC236}">
                <a16:creationId xmlns:a16="http://schemas.microsoft.com/office/drawing/2014/main" id="{0C396C5C-1236-9FD4-6750-D246FE504205}"/>
              </a:ext>
            </a:extLst>
          </p:cNvPr>
          <p:cNvSpPr/>
          <p:nvPr/>
        </p:nvSpPr>
        <p:spPr>
          <a:xfrm>
            <a:off x="1913464" y="2237669"/>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relais humains pour prévenir et accompagner les RPS</a:t>
            </a:r>
          </a:p>
        </p:txBody>
      </p:sp>
      <p:sp>
        <p:nvSpPr>
          <p:cNvPr id="6" name="Rectangle 5">
            <a:hlinkClick r:id="" action="ppaction://noaction"/>
            <a:extLst>
              <a:ext uri="{FF2B5EF4-FFF2-40B4-BE49-F238E27FC236}">
                <a16:creationId xmlns:a16="http://schemas.microsoft.com/office/drawing/2014/main" id="{AD576B38-5B1A-71D4-D0E3-9E43F2EAA8F8}"/>
              </a:ext>
            </a:extLst>
          </p:cNvPr>
          <p:cNvSpPr/>
          <p:nvPr/>
        </p:nvSpPr>
        <p:spPr>
          <a:xfrm>
            <a:off x="4388386" y="225885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relais pour prévenir et accompagner les RPS : identifier les personnes clés, leurs rôles et leurs contacts pour savoir sur qui s’appuyer</a:t>
            </a:r>
          </a:p>
        </p:txBody>
      </p:sp>
      <p:sp>
        <p:nvSpPr>
          <p:cNvPr id="8" name="Rectangle 7">
            <a:extLst>
              <a:ext uri="{FF2B5EF4-FFF2-40B4-BE49-F238E27FC236}">
                <a16:creationId xmlns:a16="http://schemas.microsoft.com/office/drawing/2014/main" id="{7D2E90C3-AB13-DAE7-CDAD-70ED2A97BF5F}"/>
              </a:ext>
            </a:extLst>
          </p:cNvPr>
          <p:cNvSpPr/>
          <p:nvPr/>
        </p:nvSpPr>
        <p:spPr>
          <a:xfrm>
            <a:off x="9452980" y="2258855"/>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1" name="Image 10">
            <a:hlinkClick r:id="" action="ppaction://noaction"/>
            <a:extLst>
              <a:ext uri="{FF2B5EF4-FFF2-40B4-BE49-F238E27FC236}">
                <a16:creationId xmlns:a16="http://schemas.microsoft.com/office/drawing/2014/main" id="{7BDECCC6-75F4-A371-F93B-F1D1D904236A}"/>
              </a:ext>
            </a:extLst>
          </p:cNvPr>
          <p:cNvPicPr>
            <a:picLocks noChangeAspect="1"/>
          </p:cNvPicPr>
          <p:nvPr/>
        </p:nvPicPr>
        <p:blipFill>
          <a:blip r:embed="rId8"/>
          <a:stretch>
            <a:fillRect/>
          </a:stretch>
        </p:blipFill>
        <p:spPr>
          <a:xfrm>
            <a:off x="1478273" y="2243615"/>
            <a:ext cx="335309" cy="432854"/>
          </a:xfrm>
          <a:prstGeom prst="rect">
            <a:avLst/>
          </a:prstGeom>
        </p:spPr>
      </p:pic>
      <p:grpSp>
        <p:nvGrpSpPr>
          <p:cNvPr id="12" name="Groupe 11">
            <a:extLst>
              <a:ext uri="{FF2B5EF4-FFF2-40B4-BE49-F238E27FC236}">
                <a16:creationId xmlns:a16="http://schemas.microsoft.com/office/drawing/2014/main" id="{B49C6392-774B-63D2-8B56-2D5F95FCCE23}"/>
              </a:ext>
            </a:extLst>
          </p:cNvPr>
          <p:cNvGrpSpPr/>
          <p:nvPr/>
        </p:nvGrpSpPr>
        <p:grpSpPr>
          <a:xfrm>
            <a:off x="10337243" y="2333640"/>
            <a:ext cx="315567" cy="274775"/>
            <a:chOff x="11492282" y="2015291"/>
            <a:chExt cx="315567" cy="274775"/>
          </a:xfrm>
        </p:grpSpPr>
        <p:pic>
          <p:nvPicPr>
            <p:cNvPr id="15" name="Graphique 14" descr="Cœur contour">
              <a:extLst>
                <a:ext uri="{FF2B5EF4-FFF2-40B4-BE49-F238E27FC236}">
                  <a16:creationId xmlns:a16="http://schemas.microsoft.com/office/drawing/2014/main" id="{31019A10-23E0-F4D9-D8E4-2D80B65E46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6" name="Rectangle 15">
              <a:extLst>
                <a:ext uri="{FF2B5EF4-FFF2-40B4-BE49-F238E27FC236}">
                  <a16:creationId xmlns:a16="http://schemas.microsoft.com/office/drawing/2014/main" id="{29901000-7ED9-9FD6-870D-548F8815AD85}"/>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20" name="Rectangle 19">
            <a:hlinkClick r:id="" action="ppaction://noaction"/>
            <a:extLst>
              <a:ext uri="{FF2B5EF4-FFF2-40B4-BE49-F238E27FC236}">
                <a16:creationId xmlns:a16="http://schemas.microsoft.com/office/drawing/2014/main" id="{687E3BDF-10A6-EE3C-390E-11FCF058C9FD}"/>
              </a:ext>
            </a:extLst>
          </p:cNvPr>
          <p:cNvSpPr/>
          <p:nvPr/>
        </p:nvSpPr>
        <p:spPr>
          <a:xfrm>
            <a:off x="4388386" y="3936577"/>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De la théorie et des techniques pratiques pour mieux comprendre les RPS et le rôle du manager, savoir repérer les signaux faibles et accompagner un collaborateur en difficulté </a:t>
            </a:r>
          </a:p>
        </p:txBody>
      </p:sp>
      <p:sp>
        <p:nvSpPr>
          <p:cNvPr id="23" name="Rectangle 22">
            <a:extLst>
              <a:ext uri="{FF2B5EF4-FFF2-40B4-BE49-F238E27FC236}">
                <a16:creationId xmlns:a16="http://schemas.microsoft.com/office/drawing/2014/main" id="{568912C7-3976-C5F6-0A64-8C4B728D609D}"/>
              </a:ext>
            </a:extLst>
          </p:cNvPr>
          <p:cNvSpPr/>
          <p:nvPr/>
        </p:nvSpPr>
        <p:spPr>
          <a:xfrm>
            <a:off x="9565340" y="3877828"/>
            <a:ext cx="541917"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1 j</a:t>
            </a:r>
          </a:p>
        </p:txBody>
      </p:sp>
      <p:grpSp>
        <p:nvGrpSpPr>
          <p:cNvPr id="24" name="Groupe 23">
            <a:extLst>
              <a:ext uri="{FF2B5EF4-FFF2-40B4-BE49-F238E27FC236}">
                <a16:creationId xmlns:a16="http://schemas.microsoft.com/office/drawing/2014/main" id="{A829163A-D37D-CFE3-E572-94885AA9C5A7}"/>
              </a:ext>
            </a:extLst>
          </p:cNvPr>
          <p:cNvGrpSpPr/>
          <p:nvPr/>
        </p:nvGrpSpPr>
        <p:grpSpPr>
          <a:xfrm>
            <a:off x="10337243" y="3936577"/>
            <a:ext cx="315567" cy="274775"/>
            <a:chOff x="11492282" y="2015291"/>
            <a:chExt cx="315567" cy="274775"/>
          </a:xfrm>
        </p:grpSpPr>
        <p:pic>
          <p:nvPicPr>
            <p:cNvPr id="25" name="Graphique 24" descr="Cœur contour">
              <a:extLst>
                <a:ext uri="{FF2B5EF4-FFF2-40B4-BE49-F238E27FC236}">
                  <a16:creationId xmlns:a16="http://schemas.microsoft.com/office/drawing/2014/main" id="{5768E878-D08F-1105-22FB-93ACDA1DC3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30" name="Rectangle 29">
              <a:extLst>
                <a:ext uri="{FF2B5EF4-FFF2-40B4-BE49-F238E27FC236}">
                  <a16:creationId xmlns:a16="http://schemas.microsoft.com/office/drawing/2014/main" id="{FED39100-016E-7C7B-8D63-F5EF86012243}"/>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306A92"/>
                  </a:solidFill>
                  <a:effectLst/>
                  <a:uLnTx/>
                  <a:uFillTx/>
                  <a:latin typeface="Arial"/>
                  <a:ea typeface="+mn-ea"/>
                  <a:cs typeface="+mn-cs"/>
                </a:rPr>
                <a:t>3</a:t>
              </a:r>
            </a:p>
          </p:txBody>
        </p:sp>
      </p:grpSp>
      <p:sp>
        <p:nvSpPr>
          <p:cNvPr id="32" name="Flèche : chevron 8 - 2 - 1">
            <a:extLst>
              <a:ext uri="{FF2B5EF4-FFF2-40B4-BE49-F238E27FC236}">
                <a16:creationId xmlns:a16="http://schemas.microsoft.com/office/drawing/2014/main" id="{8BB3060E-6E4E-B89C-3114-CEA3F2034F62}"/>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comprendre et s’informer</a:t>
            </a:r>
          </a:p>
        </p:txBody>
      </p:sp>
      <p:sp>
        <p:nvSpPr>
          <p:cNvPr id="38" name="Flèche : chevron 8 - 2 - 1">
            <a:extLst>
              <a:ext uri="{FF2B5EF4-FFF2-40B4-BE49-F238E27FC236}">
                <a16:creationId xmlns:a16="http://schemas.microsoft.com/office/drawing/2014/main" id="{56D8B7E0-E958-4A2B-CE1D-CD4A84677A79}"/>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45" name="Flèche : pentagone 3">
            <a:extLst>
              <a:ext uri="{FF2B5EF4-FFF2-40B4-BE49-F238E27FC236}">
                <a16:creationId xmlns:a16="http://schemas.microsoft.com/office/drawing/2014/main" id="{EDF7B0A3-D358-9B4C-256D-B721DED077EA}"/>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46" name="Flèche : chevron 8 - 2 - 1">
            <a:extLst>
              <a:ext uri="{FF2B5EF4-FFF2-40B4-BE49-F238E27FC236}">
                <a16:creationId xmlns:a16="http://schemas.microsoft.com/office/drawing/2014/main" id="{3AA8D3D2-D186-0F0D-B2B8-70A0F1C04EEC}"/>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47" name="Flèche : chevron 8 - 2 - 1">
            <a:extLst>
              <a:ext uri="{FF2B5EF4-FFF2-40B4-BE49-F238E27FC236}">
                <a16:creationId xmlns:a16="http://schemas.microsoft.com/office/drawing/2014/main" id="{426169D7-2FFB-244A-740F-C62669D797F8}"/>
              </a:ext>
            </a:extLst>
          </p:cNvPr>
          <p:cNvSpPr/>
          <p:nvPr/>
        </p:nvSpPr>
        <p:spPr>
          <a:xfrm>
            <a:off x="10392000" y="21771"/>
            <a:ext cx="1800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Ressources complémentaires</a:t>
            </a:r>
          </a:p>
        </p:txBody>
      </p:sp>
      <p:sp>
        <p:nvSpPr>
          <p:cNvPr id="49" name="Rectangle 48">
            <a:hlinkClick r:id="" action="ppaction://noaction"/>
            <a:extLst>
              <a:ext uri="{FF2B5EF4-FFF2-40B4-BE49-F238E27FC236}">
                <a16:creationId xmlns:a16="http://schemas.microsoft.com/office/drawing/2014/main" id="{EA2956C7-0080-A4AB-779B-1EF474BBD327}"/>
              </a:ext>
            </a:extLst>
          </p:cNvPr>
          <p:cNvSpPr/>
          <p:nvPr/>
        </p:nvSpPr>
        <p:spPr>
          <a:xfrm>
            <a:off x="1913464" y="2766135"/>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Boîte à idées pour bâtir un plan d’actions pour améliorer la QVT</a:t>
            </a:r>
          </a:p>
        </p:txBody>
      </p:sp>
      <p:sp>
        <p:nvSpPr>
          <p:cNvPr id="50" name="Rectangle 49">
            <a:hlinkClick r:id="" action="ppaction://noaction"/>
            <a:extLst>
              <a:ext uri="{FF2B5EF4-FFF2-40B4-BE49-F238E27FC236}">
                <a16:creationId xmlns:a16="http://schemas.microsoft.com/office/drawing/2014/main" id="{316F4DD4-2F9C-CD3F-CA20-C9FEC6E8AC1F}"/>
              </a:ext>
            </a:extLst>
          </p:cNvPr>
          <p:cNvSpPr/>
          <p:nvPr/>
        </p:nvSpPr>
        <p:spPr>
          <a:xfrm>
            <a:off x="4388386" y="2787322"/>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Proposition d’actions simples et rapides sur lesquelles travailler pour améliorer l’organisation du travail et la qualité de vie au travail</a:t>
            </a:r>
          </a:p>
        </p:txBody>
      </p:sp>
      <p:sp>
        <p:nvSpPr>
          <p:cNvPr id="51" name="Rectangle 50">
            <a:extLst>
              <a:ext uri="{FF2B5EF4-FFF2-40B4-BE49-F238E27FC236}">
                <a16:creationId xmlns:a16="http://schemas.microsoft.com/office/drawing/2014/main" id="{DEC5868F-5D78-097E-F384-2BA5AA1D6849}"/>
              </a:ext>
            </a:extLst>
          </p:cNvPr>
          <p:cNvSpPr/>
          <p:nvPr/>
        </p:nvSpPr>
        <p:spPr>
          <a:xfrm>
            <a:off x="9452980" y="278732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52" name="Image 51">
            <a:hlinkClick r:id="" action="ppaction://noaction"/>
            <a:extLst>
              <a:ext uri="{FF2B5EF4-FFF2-40B4-BE49-F238E27FC236}">
                <a16:creationId xmlns:a16="http://schemas.microsoft.com/office/drawing/2014/main" id="{C44CCD7E-1492-E817-3271-B68CDBCFAF29}"/>
              </a:ext>
            </a:extLst>
          </p:cNvPr>
          <p:cNvPicPr>
            <a:picLocks noChangeAspect="1"/>
          </p:cNvPicPr>
          <p:nvPr/>
        </p:nvPicPr>
        <p:blipFill>
          <a:blip r:embed="rId8"/>
          <a:stretch>
            <a:fillRect/>
          </a:stretch>
        </p:blipFill>
        <p:spPr>
          <a:xfrm>
            <a:off x="1478273" y="2772081"/>
            <a:ext cx="335309" cy="432854"/>
          </a:xfrm>
          <a:prstGeom prst="rect">
            <a:avLst/>
          </a:prstGeom>
        </p:spPr>
      </p:pic>
      <p:grpSp>
        <p:nvGrpSpPr>
          <p:cNvPr id="53" name="Groupe 52">
            <a:extLst>
              <a:ext uri="{FF2B5EF4-FFF2-40B4-BE49-F238E27FC236}">
                <a16:creationId xmlns:a16="http://schemas.microsoft.com/office/drawing/2014/main" id="{00356882-8D68-44A5-04FA-0C76A46DA85B}"/>
              </a:ext>
            </a:extLst>
          </p:cNvPr>
          <p:cNvGrpSpPr/>
          <p:nvPr/>
        </p:nvGrpSpPr>
        <p:grpSpPr>
          <a:xfrm>
            <a:off x="10337243" y="2862106"/>
            <a:ext cx="315567" cy="274775"/>
            <a:chOff x="11492282" y="2015291"/>
            <a:chExt cx="315567" cy="274775"/>
          </a:xfrm>
        </p:grpSpPr>
        <p:pic>
          <p:nvPicPr>
            <p:cNvPr id="54" name="Graphique 53" descr="Cœur contour">
              <a:extLst>
                <a:ext uri="{FF2B5EF4-FFF2-40B4-BE49-F238E27FC236}">
                  <a16:creationId xmlns:a16="http://schemas.microsoft.com/office/drawing/2014/main" id="{D2B7477D-2574-9DDF-F3D8-9C757F72D4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55" name="Rectangle 54">
              <a:extLst>
                <a:ext uri="{FF2B5EF4-FFF2-40B4-BE49-F238E27FC236}">
                  <a16:creationId xmlns:a16="http://schemas.microsoft.com/office/drawing/2014/main" id="{BE9B3E32-EFA6-5F8F-5100-DFE69872E1BB}"/>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Tree>
    <p:extLst>
      <p:ext uri="{BB962C8B-B14F-4D97-AF65-F5344CB8AC3E}">
        <p14:creationId xmlns:p14="http://schemas.microsoft.com/office/powerpoint/2010/main" val="2447700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F774-E5F7-60DD-3755-EA371C8B39F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331905-D2DB-51BD-1DDE-08376C6F573E}"/>
              </a:ext>
            </a:extLst>
          </p:cNvPr>
          <p:cNvSpPr>
            <a:spLocks noGrp="1" noRot="1" noMove="1" noResize="1" noEditPoints="1" noAdjustHandles="1" noChangeArrowheads="1" noChangeShapeType="1"/>
          </p:cNvSpPr>
          <p:nvPr/>
        </p:nvSpPr>
        <p:spPr>
          <a:xfrm>
            <a:off x="13840" y="-1274"/>
            <a:ext cx="12160800" cy="6840000"/>
          </a:xfrm>
          <a:prstGeom prst="rect">
            <a:avLst/>
          </a:prstGeom>
          <a:solidFill>
            <a:schemeClr val="bg1"/>
          </a:solidFill>
          <a:ln w="28575">
            <a:gradFill>
              <a:gsLst>
                <a:gs pos="0">
                  <a:srgbClr val="00205B"/>
                </a:gs>
                <a:gs pos="100000">
                  <a:srgbClr val="0084D4"/>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grpSp>
        <p:nvGrpSpPr>
          <p:cNvPr id="143" name="Groupe 142">
            <a:extLst>
              <a:ext uri="{FF2B5EF4-FFF2-40B4-BE49-F238E27FC236}">
                <a16:creationId xmlns:a16="http://schemas.microsoft.com/office/drawing/2014/main" id="{23499A1B-F4A9-6466-7A29-68CFEF9ECD35}"/>
              </a:ext>
            </a:extLst>
          </p:cNvPr>
          <p:cNvGrpSpPr/>
          <p:nvPr/>
        </p:nvGrpSpPr>
        <p:grpSpPr>
          <a:xfrm>
            <a:off x="2798375" y="996293"/>
            <a:ext cx="8555760" cy="4923222"/>
            <a:chOff x="2578000" y="972786"/>
            <a:chExt cx="8555760" cy="4923222"/>
          </a:xfrm>
        </p:grpSpPr>
        <p:sp>
          <p:nvSpPr>
            <p:cNvPr id="140" name="Forme libre : forme 139">
              <a:extLst>
                <a:ext uri="{FF2B5EF4-FFF2-40B4-BE49-F238E27FC236}">
                  <a16:creationId xmlns:a16="http://schemas.microsoft.com/office/drawing/2014/main" id="{B9A5372C-8FF2-1BB1-212F-543D8C8A892A}"/>
                </a:ext>
              </a:extLst>
            </p:cNvPr>
            <p:cNvSpPr/>
            <p:nvPr/>
          </p:nvSpPr>
          <p:spPr>
            <a:xfrm>
              <a:off x="2657227" y="984331"/>
              <a:ext cx="8370144" cy="491167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9" name="Forme libre : forme 138">
              <a:extLst>
                <a:ext uri="{FF2B5EF4-FFF2-40B4-BE49-F238E27FC236}">
                  <a16:creationId xmlns:a16="http://schemas.microsoft.com/office/drawing/2014/main" id="{2520F347-C1B4-0F5C-2876-7BD47B06903B}"/>
                </a:ext>
              </a:extLst>
            </p:cNvPr>
            <p:cNvSpPr/>
            <p:nvPr/>
          </p:nvSpPr>
          <p:spPr>
            <a:xfrm>
              <a:off x="2728451" y="102657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8" name="Forme libre : forme 137">
              <a:extLst>
                <a:ext uri="{FF2B5EF4-FFF2-40B4-BE49-F238E27FC236}">
                  <a16:creationId xmlns:a16="http://schemas.microsoft.com/office/drawing/2014/main" id="{763BC3F4-69B8-9887-9981-88BC790B780F}"/>
                </a:ext>
              </a:extLst>
            </p:cNvPr>
            <p:cNvSpPr/>
            <p:nvPr/>
          </p:nvSpPr>
          <p:spPr>
            <a:xfrm>
              <a:off x="2578000" y="97278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 coins arrondis 4">
            <a:extLst>
              <a:ext uri="{FF2B5EF4-FFF2-40B4-BE49-F238E27FC236}">
                <a16:creationId xmlns:a16="http://schemas.microsoft.com/office/drawing/2014/main" id="{42915670-9175-850D-938A-5FC28B726CB2}"/>
              </a:ext>
            </a:extLst>
          </p:cNvPr>
          <p:cNvSpPr/>
          <p:nvPr/>
        </p:nvSpPr>
        <p:spPr>
          <a:xfrm>
            <a:off x="57901" y="473937"/>
            <a:ext cx="12074378" cy="60358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 charge de travail se situe au carrefour des objectifs de chacun et des ressources dont ils disposent. Son déséquilibre (surcharge, sous-charge)  peut générer des risques psychosociaux. Son analyse régulière permet de repérer les situations en écart et d'y répondre avec le collectif. </a:t>
            </a:r>
            <a:r>
              <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manager joue un rôle central : en parler sans tabou pour mieux l’organiser.</a:t>
            </a:r>
          </a:p>
        </p:txBody>
      </p:sp>
      <p:sp>
        <p:nvSpPr>
          <p:cNvPr id="25" name="Titre 7">
            <a:extLst>
              <a:ext uri="{FF2B5EF4-FFF2-40B4-BE49-F238E27FC236}">
                <a16:creationId xmlns:a16="http://schemas.microsoft.com/office/drawing/2014/main" id="{BD3AFBD6-DB2D-1DFA-0B23-DA1AA8BD5465}"/>
              </a:ext>
            </a:extLst>
          </p:cNvPr>
          <p:cNvSpPr>
            <a:spLocks noGrp="1"/>
          </p:cNvSpPr>
          <p:nvPr>
            <p:ph type="title"/>
          </p:nvPr>
        </p:nvSpPr>
        <p:spPr>
          <a:xfrm>
            <a:off x="477881" y="104074"/>
            <a:ext cx="11308752" cy="281103"/>
          </a:xfrm>
        </p:spPr>
        <p:txBody>
          <a:bodyPr/>
          <a:lstStyle/>
          <a:p>
            <a:pPr algn="ctr"/>
            <a:r>
              <a:rPr lang="fr-FR" sz="2000">
                <a:solidFill>
                  <a:schemeClr val="accent1"/>
                </a:solidFill>
                <a:latin typeface="Avenir LT Std 45 Book" panose="020B0502020203020204" pitchFamily="34" charset="0"/>
              </a:rPr>
              <a:t>ABORDER LA CHARGE DE TRAVAIL AVEC LES ÉQUIPES</a:t>
            </a:r>
          </a:p>
        </p:txBody>
      </p:sp>
      <p:pic>
        <p:nvPicPr>
          <p:cNvPr id="8" name="Graphique 7" descr="Ampoule et engrenage contour">
            <a:extLst>
              <a:ext uri="{FF2B5EF4-FFF2-40B4-BE49-F238E27FC236}">
                <a16:creationId xmlns:a16="http://schemas.microsoft.com/office/drawing/2014/main" id="{2B3F5246-E20A-DB0F-CA45-CFF2E6125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22" y="540786"/>
            <a:ext cx="432000" cy="432000"/>
          </a:xfrm>
          <a:prstGeom prst="rect">
            <a:avLst/>
          </a:prstGeom>
        </p:spPr>
      </p:pic>
      <p:sp>
        <p:nvSpPr>
          <p:cNvPr id="2" name="Rectangle : coins arrondis 1">
            <a:extLst>
              <a:ext uri="{FF2B5EF4-FFF2-40B4-BE49-F238E27FC236}">
                <a16:creationId xmlns:a16="http://schemas.microsoft.com/office/drawing/2014/main" id="{9C2E9785-DC00-3E3C-1FA7-641117B6D857}"/>
              </a:ext>
            </a:extLst>
          </p:cNvPr>
          <p:cNvSpPr/>
          <p:nvPr/>
        </p:nvSpPr>
        <p:spPr>
          <a:xfrm>
            <a:off x="746121" y="1438897"/>
            <a:ext cx="5371184" cy="548469"/>
          </a:xfrm>
          <a:prstGeom prst="roundRect">
            <a:avLst>
              <a:gd name="adj" fmla="val 1870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Ne pas attendre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une situation dégradée pour l’évoquer</a:t>
            </a:r>
          </a:p>
          <a:p>
            <a:pPr marL="0" marR="0" lvl="0" indent="0" algn="l" defTabSz="2286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 réévaluer régulièrement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pour mieux piloter l’activité et prévenir les RPS</a:t>
            </a:r>
          </a:p>
        </p:txBody>
      </p:sp>
      <p:sp>
        <p:nvSpPr>
          <p:cNvPr id="6" name="Rectangle : coins arrondis 5">
            <a:extLst>
              <a:ext uri="{FF2B5EF4-FFF2-40B4-BE49-F238E27FC236}">
                <a16:creationId xmlns:a16="http://schemas.microsoft.com/office/drawing/2014/main" id="{21BF8EB2-E58D-B75D-8FAA-820C6BD87F7E}"/>
              </a:ext>
            </a:extLst>
          </p:cNvPr>
          <p:cNvSpPr/>
          <p:nvPr/>
        </p:nvSpPr>
        <p:spPr>
          <a:xfrm>
            <a:off x="100181" y="2359926"/>
            <a:ext cx="5235139" cy="3945275"/>
          </a:xfrm>
          <a:prstGeom prst="roundRect">
            <a:avLst>
              <a:gd name="adj" fmla="val 3297"/>
            </a:avLst>
          </a:prstGeom>
          <a:solidFill>
            <a:srgbClr val="FBD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2" name="Rectangle : coins arrondis 11">
            <a:extLst>
              <a:ext uri="{FF2B5EF4-FFF2-40B4-BE49-F238E27FC236}">
                <a16:creationId xmlns:a16="http://schemas.microsoft.com/office/drawing/2014/main" id="{98AEB5C2-C8D7-14A0-A63D-59B83F16E2EA}"/>
              </a:ext>
            </a:extLst>
          </p:cNvPr>
          <p:cNvSpPr/>
          <p:nvPr/>
        </p:nvSpPr>
        <p:spPr>
          <a:xfrm>
            <a:off x="6330336" y="1405296"/>
            <a:ext cx="5791267" cy="3733477"/>
          </a:xfrm>
          <a:prstGeom prst="roundRect">
            <a:avLst>
              <a:gd name="adj" fmla="val 4269"/>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0" name="Rectangle : coins arrondis 19">
            <a:extLst>
              <a:ext uri="{FF2B5EF4-FFF2-40B4-BE49-F238E27FC236}">
                <a16:creationId xmlns:a16="http://schemas.microsoft.com/office/drawing/2014/main" id="{B25BCFAF-A541-FC26-BD6E-D96C107790D1}"/>
              </a:ext>
            </a:extLst>
          </p:cNvPr>
          <p:cNvSpPr/>
          <p:nvPr/>
        </p:nvSpPr>
        <p:spPr>
          <a:xfrm>
            <a:off x="5417350" y="5533218"/>
            <a:ext cx="5580000" cy="1224000"/>
          </a:xfrm>
          <a:prstGeom prst="roundRect">
            <a:avLst>
              <a:gd name="adj" fmla="val 11814"/>
            </a:avLst>
          </a:prstGeom>
          <a:solidFill>
            <a:srgbClr val="F0EA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6" name="Titre 7">
            <a:extLst>
              <a:ext uri="{FF2B5EF4-FFF2-40B4-BE49-F238E27FC236}">
                <a16:creationId xmlns:a16="http://schemas.microsoft.com/office/drawing/2014/main" id="{D6A4704E-F6EF-3781-D1A2-E815FBA69EF3}"/>
              </a:ext>
            </a:extLst>
          </p:cNvPr>
          <p:cNvSpPr txBox="1">
            <a:spLocks/>
          </p:cNvSpPr>
          <p:nvPr/>
        </p:nvSpPr>
        <p:spPr>
          <a:xfrm>
            <a:off x="1183010" y="1256222"/>
            <a:ext cx="1265194"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AAA00"/>
                </a:solidFill>
                <a:effectLst/>
                <a:uLnTx/>
                <a:uFillTx/>
                <a:latin typeface="Avenir LT Std 65 Medium" panose="020B0803020203020204" pitchFamily="34" charset="0"/>
                <a:ea typeface="+mj-ea"/>
                <a:cs typeface="Arial" panose="020B0604020202020204" pitchFamily="34" charset="0"/>
              </a:rPr>
              <a:t>QUAND</a:t>
            </a:r>
          </a:p>
        </p:txBody>
      </p:sp>
      <p:pic>
        <p:nvPicPr>
          <p:cNvPr id="38" name="Graphique 37" descr="Horloge contour">
            <a:extLst>
              <a:ext uri="{FF2B5EF4-FFF2-40B4-BE49-F238E27FC236}">
                <a16:creationId xmlns:a16="http://schemas.microsoft.com/office/drawing/2014/main" id="{7F3EF7A5-8AD7-9851-9C43-5EBAF206FF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160" y="1158076"/>
            <a:ext cx="361950" cy="361950"/>
          </a:xfrm>
          <a:prstGeom prst="rect">
            <a:avLst/>
          </a:prstGeom>
        </p:spPr>
      </p:pic>
      <p:sp>
        <p:nvSpPr>
          <p:cNvPr id="39" name="Titre 7">
            <a:extLst>
              <a:ext uri="{FF2B5EF4-FFF2-40B4-BE49-F238E27FC236}">
                <a16:creationId xmlns:a16="http://schemas.microsoft.com/office/drawing/2014/main" id="{68B37409-5787-661F-7D7D-42069A63E0C4}"/>
              </a:ext>
            </a:extLst>
          </p:cNvPr>
          <p:cNvSpPr txBox="1">
            <a:spLocks/>
          </p:cNvSpPr>
          <p:nvPr/>
        </p:nvSpPr>
        <p:spPr>
          <a:xfrm>
            <a:off x="537069" y="2166027"/>
            <a:ext cx="1497530"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C582A"/>
                </a:solidFill>
                <a:effectLst/>
                <a:uLnTx/>
                <a:uFillTx/>
                <a:latin typeface="Avenir LT Std 65 Medium" panose="020B0803020203020204" pitchFamily="34" charset="0"/>
                <a:ea typeface="+mj-ea"/>
                <a:cs typeface="Arial" panose="020B0604020202020204" pitchFamily="34" charset="0"/>
              </a:rPr>
              <a:t>COMMENT</a:t>
            </a:r>
          </a:p>
        </p:txBody>
      </p:sp>
      <p:pic>
        <p:nvPicPr>
          <p:cNvPr id="43" name="Graphique 42" descr="Loupe contour">
            <a:extLst>
              <a:ext uri="{FF2B5EF4-FFF2-40B4-BE49-F238E27FC236}">
                <a16:creationId xmlns:a16="http://schemas.microsoft.com/office/drawing/2014/main" id="{B76F18F4-4177-A21B-9FE5-65771EF632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1957" y="2105814"/>
            <a:ext cx="333375" cy="333375"/>
          </a:xfrm>
          <a:prstGeom prst="rect">
            <a:avLst/>
          </a:prstGeom>
        </p:spPr>
      </p:pic>
      <p:sp>
        <p:nvSpPr>
          <p:cNvPr id="46" name="Google Shape;5120;p20">
            <a:extLst>
              <a:ext uri="{FF2B5EF4-FFF2-40B4-BE49-F238E27FC236}">
                <a16:creationId xmlns:a16="http://schemas.microsoft.com/office/drawing/2014/main" id="{42FDBDEE-C0BC-416C-00C5-9AD2B2F09DEC}"/>
              </a:ext>
            </a:extLst>
          </p:cNvPr>
          <p:cNvSpPr/>
          <p:nvPr/>
        </p:nvSpPr>
        <p:spPr>
          <a:xfrm rot="7192736">
            <a:off x="225538" y="2525397"/>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7" name="Google Shape;5120;p20">
            <a:extLst>
              <a:ext uri="{FF2B5EF4-FFF2-40B4-BE49-F238E27FC236}">
                <a16:creationId xmlns:a16="http://schemas.microsoft.com/office/drawing/2014/main" id="{1AF73423-BAB2-7632-3119-B5631C3242CD}"/>
              </a:ext>
            </a:extLst>
          </p:cNvPr>
          <p:cNvSpPr/>
          <p:nvPr/>
        </p:nvSpPr>
        <p:spPr>
          <a:xfrm rot="7192736">
            <a:off x="225538" y="575817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ZoneTexte 52">
            <a:extLst>
              <a:ext uri="{FF2B5EF4-FFF2-40B4-BE49-F238E27FC236}">
                <a16:creationId xmlns:a16="http://schemas.microsoft.com/office/drawing/2014/main" id="{D5A53FCC-D556-86E1-D19B-232C60DCE75E}"/>
              </a:ext>
            </a:extLst>
          </p:cNvPr>
          <p:cNvSpPr txBox="1"/>
          <p:nvPr/>
        </p:nvSpPr>
        <p:spPr>
          <a:xfrm>
            <a:off x="497379" y="2490232"/>
            <a:ext cx="4835798"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Mettre en évidence une charge au plus proche de la réalité en prenant en compte les 3 dimensions de la charge de travail :</a:t>
            </a:r>
          </a:p>
        </p:txBody>
      </p:sp>
      <p:sp>
        <p:nvSpPr>
          <p:cNvPr id="56" name="Rectangle : coins arrondis 55">
            <a:extLst>
              <a:ext uri="{FF2B5EF4-FFF2-40B4-BE49-F238E27FC236}">
                <a16:creationId xmlns:a16="http://schemas.microsoft.com/office/drawing/2014/main" id="{AF0F70DC-3D84-0EAC-9F5C-D69ED1B3225B}"/>
              </a:ext>
            </a:extLst>
          </p:cNvPr>
          <p:cNvSpPr/>
          <p:nvPr/>
        </p:nvSpPr>
        <p:spPr>
          <a:xfrm>
            <a:off x="448873" y="3009070"/>
            <a:ext cx="4824000" cy="504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Objectiver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nécessaire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pour réaliser les missions du poste et les activités complémentaires</a:t>
            </a:r>
            <a:r>
              <a:rPr kumimoji="0" lang="fr-FR" sz="1050" b="0"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(lettre de mission, projet…)</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en tenant compte de la récurrence des tâches</a:t>
            </a:r>
          </a:p>
        </p:txBody>
      </p:sp>
      <p:sp>
        <p:nvSpPr>
          <p:cNvPr id="59" name="ZoneTexte 58">
            <a:extLst>
              <a:ext uri="{FF2B5EF4-FFF2-40B4-BE49-F238E27FC236}">
                <a16:creationId xmlns:a16="http://schemas.microsoft.com/office/drawing/2014/main" id="{6C05BE55-4AB5-F474-1747-2B31C1A0A3AC}"/>
              </a:ext>
            </a:extLst>
          </p:cNvPr>
          <p:cNvSpPr txBox="1"/>
          <p:nvPr/>
        </p:nvSpPr>
        <p:spPr>
          <a:xfrm>
            <a:off x="497379" y="5698231"/>
            <a:ext cx="4835798" cy="57708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Identifier les autres impacts indirects sur la charge de travail des équipes </a:t>
            </a:r>
            <a:r>
              <a:rPr kumimoji="0" lang="fr-FR" sz="1050" b="0"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(projet de transformation, évolution de fonctionnement, absences imprévues dans l’équipe…)</a:t>
            </a:r>
          </a:p>
        </p:txBody>
      </p:sp>
      <p:sp>
        <p:nvSpPr>
          <p:cNvPr id="60" name="Rectangle : coins arrondis 59">
            <a:extLst>
              <a:ext uri="{FF2B5EF4-FFF2-40B4-BE49-F238E27FC236}">
                <a16:creationId xmlns:a16="http://schemas.microsoft.com/office/drawing/2014/main" id="{9C8E8FB2-7ABD-B1FD-C3DF-E8D0D416EC97}"/>
              </a:ext>
            </a:extLst>
          </p:cNvPr>
          <p:cNvSpPr/>
          <p:nvPr/>
        </p:nvSpPr>
        <p:spPr>
          <a:xfrm>
            <a:off x="448873" y="4907923"/>
            <a:ext cx="4824000" cy="576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Tenir compte de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ressentie par le collaborateur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(impact des contraintes externes (temps de trajet, contraintes familiales…), caractéristiques personnelles (expérience, santé…), engagement, difficultés perçues…)</a:t>
            </a:r>
            <a:endPar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58" name="Rectangle : coins arrondis 57">
            <a:extLst>
              <a:ext uri="{FF2B5EF4-FFF2-40B4-BE49-F238E27FC236}">
                <a16:creationId xmlns:a16="http://schemas.microsoft.com/office/drawing/2014/main" id="{55992063-0E06-C83E-CBDA-728691E7DD1A}"/>
              </a:ext>
            </a:extLst>
          </p:cNvPr>
          <p:cNvSpPr/>
          <p:nvPr/>
        </p:nvSpPr>
        <p:spPr>
          <a:xfrm>
            <a:off x="448873" y="3579208"/>
            <a:ext cx="4824000" cy="1260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Intégrer les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conditions réelles qui influent sur la charge</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de travail :</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Aléa</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(imprévu, dysfonctionnement…)</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Coordination</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(échanges entre collègues, entraide, rituels...)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Compétences</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(apprentissage d’un nouvel outil, évolution des compétences…)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Conditions de travail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(ressources / outils insuffisants ou facilitants, interruption fréquente, environnement physique, impact du télétravail…)</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Temps « improductif »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(pauses, prise de recul, délais de route…)</a:t>
            </a:r>
          </a:p>
        </p:txBody>
      </p:sp>
      <p:pic>
        <p:nvPicPr>
          <p:cNvPr id="94" name="Graphique 93" descr="Flèche : pivoter à gauche avec un remplissage uni">
            <a:extLst>
              <a:ext uri="{FF2B5EF4-FFF2-40B4-BE49-F238E27FC236}">
                <a16:creationId xmlns:a16="http://schemas.microsoft.com/office/drawing/2014/main" id="{E4E2F53F-A605-2999-F775-CD3F0C4EB6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1" y="3440258"/>
            <a:ext cx="440048" cy="440048"/>
          </a:xfrm>
          <a:prstGeom prst="rect">
            <a:avLst/>
          </a:prstGeom>
        </p:spPr>
      </p:pic>
      <p:pic>
        <p:nvPicPr>
          <p:cNvPr id="105" name="Graphique 104" descr="Flèche : pivoter à gauche avec un remplissage uni">
            <a:extLst>
              <a:ext uri="{FF2B5EF4-FFF2-40B4-BE49-F238E27FC236}">
                <a16:creationId xmlns:a16="http://schemas.microsoft.com/office/drawing/2014/main" id="{C7123466-2F2A-9347-D850-DF6568553F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2" y="4752826"/>
            <a:ext cx="440048" cy="440048"/>
          </a:xfrm>
          <a:prstGeom prst="rect">
            <a:avLst/>
          </a:prstGeom>
        </p:spPr>
      </p:pic>
      <p:sp>
        <p:nvSpPr>
          <p:cNvPr id="106" name="Titre 7">
            <a:extLst>
              <a:ext uri="{FF2B5EF4-FFF2-40B4-BE49-F238E27FC236}">
                <a16:creationId xmlns:a16="http://schemas.microsoft.com/office/drawing/2014/main" id="{C223AA49-E884-49C8-EA8B-8B5DC8C47E36}"/>
              </a:ext>
            </a:extLst>
          </p:cNvPr>
          <p:cNvSpPr txBox="1">
            <a:spLocks/>
          </p:cNvSpPr>
          <p:nvPr/>
        </p:nvSpPr>
        <p:spPr>
          <a:xfrm>
            <a:off x="6916021" y="1198522"/>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1990D8"/>
                </a:solidFill>
                <a:effectLst/>
                <a:uLnTx/>
                <a:uFillTx/>
                <a:latin typeface="Avenir LT Std 65 Medium" panose="020B0803020203020204" pitchFamily="34" charset="0"/>
                <a:ea typeface="+mj-ea"/>
                <a:cs typeface="Arial" panose="020B0604020202020204" pitchFamily="34" charset="0"/>
              </a:rPr>
              <a:t>LES OCCASIONS POUR LE FAIRE</a:t>
            </a:r>
          </a:p>
        </p:txBody>
      </p:sp>
      <p:pic>
        <p:nvPicPr>
          <p:cNvPr id="110" name="Graphique 109" descr="Chat contour">
            <a:extLst>
              <a:ext uri="{FF2B5EF4-FFF2-40B4-BE49-F238E27FC236}">
                <a16:creationId xmlns:a16="http://schemas.microsoft.com/office/drawing/2014/main" id="{8E2249A1-8CF0-0B0E-C0D5-DB7FDCC079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675" y="1113251"/>
            <a:ext cx="432000" cy="448190"/>
          </a:xfrm>
          <a:prstGeom prst="rect">
            <a:avLst/>
          </a:prstGeom>
        </p:spPr>
      </p:pic>
      <p:sp>
        <p:nvSpPr>
          <p:cNvPr id="111" name="Google Shape;5120;p20">
            <a:extLst>
              <a:ext uri="{FF2B5EF4-FFF2-40B4-BE49-F238E27FC236}">
                <a16:creationId xmlns:a16="http://schemas.microsoft.com/office/drawing/2014/main" id="{6264CE12-E5DE-0003-581C-B7B670E8308D}"/>
              </a:ext>
            </a:extLst>
          </p:cNvPr>
          <p:cNvSpPr/>
          <p:nvPr/>
        </p:nvSpPr>
        <p:spPr>
          <a:xfrm rot="7192736">
            <a:off x="6513183" y="1509614"/>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2" name="ZoneTexte 111">
            <a:extLst>
              <a:ext uri="{FF2B5EF4-FFF2-40B4-BE49-F238E27FC236}">
                <a16:creationId xmlns:a16="http://schemas.microsoft.com/office/drawing/2014/main" id="{062DFA21-9296-D369-C44A-BF1753E8CDA9}"/>
              </a:ext>
            </a:extLst>
          </p:cNvPr>
          <p:cNvSpPr txBox="1"/>
          <p:nvPr/>
        </p:nvSpPr>
        <p:spPr>
          <a:xfrm>
            <a:off x="6838813" y="1438988"/>
            <a:ext cx="5203225"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entretien individuel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(entretien annuel, entretien forfait jour, entretien à la demande…)</a:t>
            </a:r>
          </a:p>
        </p:txBody>
      </p:sp>
      <p:sp>
        <p:nvSpPr>
          <p:cNvPr id="113" name="Google Shape;5120;p20">
            <a:extLst>
              <a:ext uri="{FF2B5EF4-FFF2-40B4-BE49-F238E27FC236}">
                <a16:creationId xmlns:a16="http://schemas.microsoft.com/office/drawing/2014/main" id="{D1443224-5E46-453E-C1F3-CC46AAA4FC2A}"/>
              </a:ext>
            </a:extLst>
          </p:cNvPr>
          <p:cNvSpPr/>
          <p:nvPr/>
        </p:nvSpPr>
        <p:spPr>
          <a:xfrm rot="7192736">
            <a:off x="6513183" y="3361932"/>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4" name="ZoneTexte 113">
            <a:extLst>
              <a:ext uri="{FF2B5EF4-FFF2-40B4-BE49-F238E27FC236}">
                <a16:creationId xmlns:a16="http://schemas.microsoft.com/office/drawing/2014/main" id="{994A6283-349C-5C2A-A18E-20D02C8A0E55}"/>
              </a:ext>
            </a:extLst>
          </p:cNvPr>
          <p:cNvSpPr txBox="1"/>
          <p:nvPr/>
        </p:nvSpPr>
        <p:spPr>
          <a:xfrm>
            <a:off x="6838813" y="3287011"/>
            <a:ext cx="5394930"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collectif pour aborder la répartition de la charge collective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(réunion d’équipe, point d’activité, réunion dédiée…)</a:t>
            </a:r>
          </a:p>
        </p:txBody>
      </p:sp>
      <p:sp>
        <p:nvSpPr>
          <p:cNvPr id="115" name="Rectangle : coins arrondis 114">
            <a:extLst>
              <a:ext uri="{FF2B5EF4-FFF2-40B4-BE49-F238E27FC236}">
                <a16:creationId xmlns:a16="http://schemas.microsoft.com/office/drawing/2014/main" id="{742CDE37-F4C7-9163-D0EC-1F35443AA8BF}"/>
              </a:ext>
            </a:extLst>
          </p:cNvPr>
          <p:cNvSpPr/>
          <p:nvPr/>
        </p:nvSpPr>
        <p:spPr>
          <a:xfrm>
            <a:off x="6790781" y="1858547"/>
            <a:ext cx="121315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Avant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proposer au collaborateur de préparer son analyse, préparer la votre, planifier un temps dédié distinct de tout autre sujet</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6" name="Rectangle : coins arrondis 115">
            <a:extLst>
              <a:ext uri="{FF2B5EF4-FFF2-40B4-BE49-F238E27FC236}">
                <a16:creationId xmlns:a16="http://schemas.microsoft.com/office/drawing/2014/main" id="{33E6B5E2-681C-538A-C2D1-A9945F4A284C}"/>
              </a:ext>
            </a:extLst>
          </p:cNvPr>
          <p:cNvSpPr/>
          <p:nvPr/>
        </p:nvSpPr>
        <p:spPr>
          <a:xfrm>
            <a:off x="8083791" y="1858547"/>
            <a:ext cx="2441899"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 entretien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y accorder de l’importance, questionner les conditions réelles, explorer le ressenti, discuter des priorités, échanger sur les ajustements utiles, demander à être alerté sur les besoins de renoncement, s’engager à accompagner les difficultés</a:t>
            </a:r>
          </a:p>
        </p:txBody>
      </p:sp>
      <p:sp>
        <p:nvSpPr>
          <p:cNvPr id="117" name="Rectangle : coins arrondis 116">
            <a:extLst>
              <a:ext uri="{FF2B5EF4-FFF2-40B4-BE49-F238E27FC236}">
                <a16:creationId xmlns:a16="http://schemas.microsoft.com/office/drawing/2014/main" id="{553ECBD4-9DD9-75FB-F004-335871002E51}"/>
              </a:ext>
            </a:extLst>
          </p:cNvPr>
          <p:cNvSpPr/>
          <p:nvPr/>
        </p:nvSpPr>
        <p:spPr>
          <a:xfrm>
            <a:off x="10605543" y="1858547"/>
            <a:ext cx="144148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Après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escalader si nécessaire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(hiérarchie, RH, médecine du travail, préventeur)</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identifier les solutions d’aménagement, assurer un suivi </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8" name="Google Shape;5120;p20">
            <a:extLst>
              <a:ext uri="{FF2B5EF4-FFF2-40B4-BE49-F238E27FC236}">
                <a16:creationId xmlns:a16="http://schemas.microsoft.com/office/drawing/2014/main" id="{F4F0BB6A-549D-56B4-3D00-5FE3BBD381BA}"/>
              </a:ext>
            </a:extLst>
          </p:cNvPr>
          <p:cNvSpPr/>
          <p:nvPr/>
        </p:nvSpPr>
        <p:spPr>
          <a:xfrm rot="7192736">
            <a:off x="6513183" y="477760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9" name="ZoneTexte 118">
            <a:extLst>
              <a:ext uri="{FF2B5EF4-FFF2-40B4-BE49-F238E27FC236}">
                <a16:creationId xmlns:a16="http://schemas.microsoft.com/office/drawing/2014/main" id="{8FEC18A0-6892-7667-51B5-8A02C0B85919}"/>
              </a:ext>
            </a:extLst>
          </p:cNvPr>
          <p:cNvSpPr txBox="1"/>
          <p:nvPr/>
        </p:nvSpPr>
        <p:spPr>
          <a:xfrm>
            <a:off x="6838813" y="4802078"/>
            <a:ext cx="5203225"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Au besoin, </a:t>
            </a: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déployer une démarche d’écoute du collectif</a:t>
            </a:r>
            <a:endPar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endParaRPr>
          </a:p>
        </p:txBody>
      </p:sp>
      <p:sp>
        <p:nvSpPr>
          <p:cNvPr id="120" name="Rectangle : coins arrondis 119">
            <a:extLst>
              <a:ext uri="{FF2B5EF4-FFF2-40B4-BE49-F238E27FC236}">
                <a16:creationId xmlns:a16="http://schemas.microsoft.com/office/drawing/2014/main" id="{3FD90B73-4B95-B020-6C60-D6268BEE56CC}"/>
              </a:ext>
            </a:extLst>
          </p:cNvPr>
          <p:cNvSpPr/>
          <p:nvPr/>
        </p:nvSpPr>
        <p:spPr>
          <a:xfrm>
            <a:off x="6790780" y="3724356"/>
            <a:ext cx="5256251" cy="1020546"/>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Valoriser les succès </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Partager des repères collectifs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(niveau de qualité, priorités, fonctionnement)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Laisser au collectif la marge de manœuvre de proposer des ajustements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(entraide, binôme…)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et les arbitrer en tenant compte des souhaits et compétences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Prévenir l’éventuelle mauvaise répartition de la charge en toute transparence avec le collectif</a:t>
            </a:r>
          </a:p>
        </p:txBody>
      </p:sp>
      <p:sp>
        <p:nvSpPr>
          <p:cNvPr id="121" name="Titre 7">
            <a:extLst>
              <a:ext uri="{FF2B5EF4-FFF2-40B4-BE49-F238E27FC236}">
                <a16:creationId xmlns:a16="http://schemas.microsoft.com/office/drawing/2014/main" id="{FC033AAB-5B5C-0FD1-DEA9-D1D4907AE0E3}"/>
              </a:ext>
            </a:extLst>
          </p:cNvPr>
          <p:cNvSpPr txBox="1">
            <a:spLocks/>
          </p:cNvSpPr>
          <p:nvPr/>
        </p:nvSpPr>
        <p:spPr>
          <a:xfrm>
            <a:off x="6003036" y="5347645"/>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8374D1"/>
                </a:solidFill>
                <a:effectLst/>
                <a:uLnTx/>
                <a:uFillTx/>
                <a:latin typeface="Avenir LT Std 65 Medium" panose="020B0803020203020204" pitchFamily="34" charset="0"/>
                <a:ea typeface="+mj-ea"/>
                <a:cs typeface="Arial" panose="020B0604020202020204" pitchFamily="34" charset="0"/>
              </a:rPr>
              <a:t>AVEC QUELLE POSTURE </a:t>
            </a:r>
          </a:p>
        </p:txBody>
      </p:sp>
      <p:pic>
        <p:nvPicPr>
          <p:cNvPr id="123" name="Graphique 122" descr="Commande vocale contour">
            <a:extLst>
              <a:ext uri="{FF2B5EF4-FFF2-40B4-BE49-F238E27FC236}">
                <a16:creationId xmlns:a16="http://schemas.microsoft.com/office/drawing/2014/main" id="{86D71C86-1428-8E51-2DD4-37D3B3BE69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29690" y="5265106"/>
            <a:ext cx="396000" cy="396000"/>
          </a:xfrm>
          <a:prstGeom prst="rect">
            <a:avLst/>
          </a:prstGeom>
        </p:spPr>
      </p:pic>
      <p:sp>
        <p:nvSpPr>
          <p:cNvPr id="125" name="ZoneTexte 124">
            <a:extLst>
              <a:ext uri="{FF2B5EF4-FFF2-40B4-BE49-F238E27FC236}">
                <a16:creationId xmlns:a16="http://schemas.microsoft.com/office/drawing/2014/main" id="{E49DBF9B-94FC-DF11-1ED6-D70FC67BDB3F}"/>
              </a:ext>
            </a:extLst>
          </p:cNvPr>
          <p:cNvSpPr txBox="1"/>
          <p:nvPr/>
        </p:nvSpPr>
        <p:spPr>
          <a:xfrm>
            <a:off x="5540691" y="5607791"/>
            <a:ext cx="1340202"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Libérer la parole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6" name="ZoneTexte 125">
            <a:extLst>
              <a:ext uri="{FF2B5EF4-FFF2-40B4-BE49-F238E27FC236}">
                <a16:creationId xmlns:a16="http://schemas.microsoft.com/office/drawing/2014/main" id="{D85D3880-9406-EE61-9AE2-1B0D65CDC355}"/>
              </a:ext>
            </a:extLst>
          </p:cNvPr>
          <p:cNvSpPr txBox="1"/>
          <p:nvPr/>
        </p:nvSpPr>
        <p:spPr>
          <a:xfrm>
            <a:off x="7280995"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Écouter activement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7" name="ZoneTexte 126">
            <a:extLst>
              <a:ext uri="{FF2B5EF4-FFF2-40B4-BE49-F238E27FC236}">
                <a16:creationId xmlns:a16="http://schemas.microsoft.com/office/drawing/2014/main" id="{DED2418D-3CE4-D342-7927-B37A1BE2FD1F}"/>
              </a:ext>
            </a:extLst>
          </p:cNvPr>
          <p:cNvSpPr txBox="1"/>
          <p:nvPr/>
        </p:nvSpPr>
        <p:spPr>
          <a:xfrm>
            <a:off x="5441516" y="5803478"/>
            <a:ext cx="1802412" cy="861774"/>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prendre l’initiative, ouvrir un espace bienveillant, être exemplaire, prendre le temps d’en parler à tous les niveaux</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8" name="ZoneTexte 127">
            <a:extLst>
              <a:ext uri="{FF2B5EF4-FFF2-40B4-BE49-F238E27FC236}">
                <a16:creationId xmlns:a16="http://schemas.microsoft.com/office/drawing/2014/main" id="{DC366EE1-18A2-CAE5-CB9B-FBB021230C78}"/>
              </a:ext>
            </a:extLst>
          </p:cNvPr>
          <p:cNvSpPr txBox="1"/>
          <p:nvPr/>
        </p:nvSpPr>
        <p:spPr>
          <a:xfrm>
            <a:off x="7280995" y="5803478"/>
            <a:ext cx="1924363"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ne pas interrompre, reformuler pour vérifier la compréhension, poser des questions ouvertes, rester attentif aux signaux non verbaux contradictoires </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9" name="ZoneTexte 128">
            <a:extLst>
              <a:ext uri="{FF2B5EF4-FFF2-40B4-BE49-F238E27FC236}">
                <a16:creationId xmlns:a16="http://schemas.microsoft.com/office/drawing/2014/main" id="{1C769A75-61E7-08D5-F5DD-C402E8480D39}"/>
              </a:ext>
            </a:extLst>
          </p:cNvPr>
          <p:cNvSpPr txBox="1"/>
          <p:nvPr/>
        </p:nvSpPr>
        <p:spPr>
          <a:xfrm>
            <a:off x="9224428"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Favoriser le dialogue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0" name="ZoneTexte 129">
            <a:extLst>
              <a:ext uri="{FF2B5EF4-FFF2-40B4-BE49-F238E27FC236}">
                <a16:creationId xmlns:a16="http://schemas.microsoft.com/office/drawing/2014/main" id="{66B9CFBD-FCD2-CC11-9DB0-EF17B4CA435B}"/>
              </a:ext>
            </a:extLst>
          </p:cNvPr>
          <p:cNvSpPr txBox="1"/>
          <p:nvPr/>
        </p:nvSpPr>
        <p:spPr>
          <a:xfrm>
            <a:off x="9224428" y="5803478"/>
            <a:ext cx="1860334"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accueillir les émotions sans les minimiser, ne pas se justifier ni être sur la défensive, prendre le temps de réfléchir et coconstruire les solutions</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2" name="Forme libre : forme 131">
            <a:extLst>
              <a:ext uri="{FF2B5EF4-FFF2-40B4-BE49-F238E27FC236}">
                <a16:creationId xmlns:a16="http://schemas.microsoft.com/office/drawing/2014/main" id="{9B1A0DE9-A26C-75E5-D345-DD6677788212}"/>
              </a:ext>
            </a:extLst>
          </p:cNvPr>
          <p:cNvSpPr>
            <a:spLocks noChangeAspect="1"/>
          </p:cNvSpPr>
          <p:nvPr/>
        </p:nvSpPr>
        <p:spPr>
          <a:xfrm>
            <a:off x="6390482" y="2362741"/>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34" name="Forme libre : forme 133">
            <a:extLst>
              <a:ext uri="{FF2B5EF4-FFF2-40B4-BE49-F238E27FC236}">
                <a16:creationId xmlns:a16="http://schemas.microsoft.com/office/drawing/2014/main" id="{47AF40BD-FF0F-E1BE-9D92-391AC2525292}"/>
              </a:ext>
            </a:extLst>
          </p:cNvPr>
          <p:cNvSpPr>
            <a:spLocks noChangeAspect="1"/>
          </p:cNvSpPr>
          <p:nvPr/>
        </p:nvSpPr>
        <p:spPr>
          <a:xfrm>
            <a:off x="6390482" y="4023810"/>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7" name="Groupe 6">
            <a:extLst>
              <a:ext uri="{FF2B5EF4-FFF2-40B4-BE49-F238E27FC236}">
                <a16:creationId xmlns:a16="http://schemas.microsoft.com/office/drawing/2014/main" id="{1BCCD99A-1ED3-794B-403D-19CB5DA6E7C4}"/>
              </a:ext>
            </a:extLst>
          </p:cNvPr>
          <p:cNvGrpSpPr>
            <a:grpSpLocks noChangeAspect="1"/>
          </p:cNvGrpSpPr>
          <p:nvPr/>
        </p:nvGrpSpPr>
        <p:grpSpPr>
          <a:xfrm>
            <a:off x="11001871" y="6336764"/>
            <a:ext cx="1082632" cy="444130"/>
            <a:chOff x="5810" y="1578917"/>
            <a:chExt cx="559801" cy="229645"/>
          </a:xfrm>
        </p:grpSpPr>
        <p:sp>
          <p:nvSpPr>
            <p:cNvPr id="9" name="Rectangle : coins arrondis 8">
              <a:hlinkClick r:id="rId9" action="ppaction://hlinksldjump"/>
              <a:extLst>
                <a:ext uri="{FF2B5EF4-FFF2-40B4-BE49-F238E27FC236}">
                  <a16:creationId xmlns:a16="http://schemas.microsoft.com/office/drawing/2014/main" id="{A33DDAF2-9E21-6547-1DB8-EF905263B8BA}"/>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1" name="Graphique 10" descr="Retour avec un remplissage uni">
              <a:hlinkClick r:id="rId9" action="ppaction://hlinksldjump"/>
              <a:extLst>
                <a:ext uri="{FF2B5EF4-FFF2-40B4-BE49-F238E27FC236}">
                  <a16:creationId xmlns:a16="http://schemas.microsoft.com/office/drawing/2014/main" id="{83D942B8-E35A-929A-9FC2-E73AF95894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747078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B2A0-C196-1CB1-A904-595A97948157}"/>
            </a:ext>
          </a:extLst>
        </p:cNvPr>
        <p:cNvGrpSpPr/>
        <p:nvPr/>
      </p:nvGrpSpPr>
      <p:grpSpPr>
        <a:xfrm>
          <a:off x="0" y="0"/>
          <a:ext cx="0" cy="0"/>
          <a:chOff x="0" y="0"/>
          <a:chExt cx="0" cy="0"/>
        </a:xfrm>
      </p:grpSpPr>
      <p:sp>
        <p:nvSpPr>
          <p:cNvPr id="51" name="Rectangle 50">
            <a:hlinkClick r:id="rId3" action="ppaction://hlinksldjump"/>
            <a:extLst>
              <a:ext uri="{FF2B5EF4-FFF2-40B4-BE49-F238E27FC236}">
                <a16:creationId xmlns:a16="http://schemas.microsoft.com/office/drawing/2014/main" id="{CAFD9FC0-E65E-170D-004C-802152C396FF}"/>
              </a:ext>
            </a:extLst>
          </p:cNvPr>
          <p:cNvSpPr/>
          <p:nvPr/>
        </p:nvSpPr>
        <p:spPr>
          <a:xfrm>
            <a:off x="6450267" y="1395096"/>
            <a:ext cx="4768645" cy="4320000"/>
          </a:xfrm>
          <a:prstGeom prst="rect">
            <a:avLst/>
          </a:prstGeom>
          <a:noFill/>
          <a:ln w="28575">
            <a:solidFill>
              <a:srgbClr val="326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Rectangle 53">
            <a:hlinkClick r:id="rId4" action="ppaction://hlinksldjump"/>
            <a:extLst>
              <a:ext uri="{FF2B5EF4-FFF2-40B4-BE49-F238E27FC236}">
                <a16:creationId xmlns:a16="http://schemas.microsoft.com/office/drawing/2014/main" id="{38D7BF8E-BC4E-1CB9-B91C-9F447A7CFEEB}"/>
              </a:ext>
            </a:extLst>
          </p:cNvPr>
          <p:cNvSpPr/>
          <p:nvPr/>
        </p:nvSpPr>
        <p:spPr>
          <a:xfrm>
            <a:off x="905066" y="1395096"/>
            <a:ext cx="4768645"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itre 1">
            <a:extLst>
              <a:ext uri="{FF2B5EF4-FFF2-40B4-BE49-F238E27FC236}">
                <a16:creationId xmlns:a16="http://schemas.microsoft.com/office/drawing/2014/main" id="{BCE957AE-0310-CFB5-3C2A-F6EAB5B81132}"/>
              </a:ext>
            </a:extLst>
          </p:cNvPr>
          <p:cNvSpPr txBox="1">
            <a:spLocks/>
          </p:cNvSpPr>
          <p:nvPr/>
        </p:nvSpPr>
        <p:spPr bwMode="gray">
          <a:xfrm>
            <a:off x="905066" y="400122"/>
            <a:ext cx="9538816" cy="620713"/>
          </a:xfrm>
          <a:prstGeom prst="rect">
            <a:avLst/>
          </a:prstGeom>
        </p:spPr>
        <p:txBody>
          <a:bodyPr vert="horz" wrap="square" lIns="0" tIns="0" rIns="0" bIns="0" numCol="1" anchor="t" anchorCtr="0" compatLnSpc="1">
            <a:prstTxWarp prst="textNoShape">
              <a:avLst/>
            </a:prstTxWarp>
            <a:normAutofit/>
          </a:bodyPr>
          <a:lstStyle>
            <a:lvl1pPr algn="l" rtl="0" eaLnBrk="0" fontAlgn="base" hangingPunct="0">
              <a:lnSpc>
                <a:spcPct val="90000"/>
              </a:lnSpc>
              <a:spcBef>
                <a:spcPct val="0"/>
              </a:spcBef>
              <a:spcAft>
                <a:spcPct val="0"/>
              </a:spcAft>
              <a:defRPr sz="3200" kern="1200" cap="all">
                <a:solidFill>
                  <a:schemeClr val="accent1"/>
                </a:solidFill>
                <a:latin typeface="+mj-lt"/>
                <a:ea typeface="ＭＳ Ｐゴシック" charset="-128"/>
                <a:cs typeface="+mj-cs"/>
              </a:defRPr>
            </a:lvl1pPr>
            <a:lvl2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2pPr>
            <a:lvl3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3pPr>
            <a:lvl4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4pPr>
            <a:lvl5pPr algn="l" rtl="0" eaLnBrk="0" fontAlgn="base" hangingPunct="0">
              <a:lnSpc>
                <a:spcPct val="90000"/>
              </a:lnSpc>
              <a:spcBef>
                <a:spcPct val="0"/>
              </a:spcBef>
              <a:spcAft>
                <a:spcPct val="0"/>
              </a:spcAft>
              <a:defRPr sz="3200">
                <a:solidFill>
                  <a:schemeClr val="accent1"/>
                </a:solidFill>
                <a:latin typeface="Avenir LT Std 65 Medium" charset="0"/>
                <a:ea typeface="ＭＳ Ｐゴシック" charset="-128"/>
              </a:defRPr>
            </a:lvl5pPr>
            <a:lvl6pPr marL="454358" algn="l" rtl="0" fontAlgn="base">
              <a:lnSpc>
                <a:spcPct val="90000"/>
              </a:lnSpc>
              <a:spcBef>
                <a:spcPct val="0"/>
              </a:spcBef>
              <a:spcAft>
                <a:spcPct val="0"/>
              </a:spcAft>
              <a:defRPr sz="3200">
                <a:solidFill>
                  <a:schemeClr val="accent1"/>
                </a:solidFill>
                <a:latin typeface="Avenir LT Std 65 Medium" charset="0"/>
                <a:ea typeface="ＭＳ Ｐゴシック" charset="-128"/>
              </a:defRPr>
            </a:lvl6pPr>
            <a:lvl7pPr marL="908712" algn="l" rtl="0" fontAlgn="base">
              <a:lnSpc>
                <a:spcPct val="90000"/>
              </a:lnSpc>
              <a:spcBef>
                <a:spcPct val="0"/>
              </a:spcBef>
              <a:spcAft>
                <a:spcPct val="0"/>
              </a:spcAft>
              <a:defRPr sz="3200">
                <a:solidFill>
                  <a:schemeClr val="accent1"/>
                </a:solidFill>
                <a:latin typeface="Avenir LT Std 65 Medium" charset="0"/>
                <a:ea typeface="ＭＳ Ｐゴシック" charset="-128"/>
              </a:defRPr>
            </a:lvl7pPr>
            <a:lvl8pPr marL="1363055" algn="l" rtl="0" fontAlgn="base">
              <a:lnSpc>
                <a:spcPct val="90000"/>
              </a:lnSpc>
              <a:spcBef>
                <a:spcPct val="0"/>
              </a:spcBef>
              <a:spcAft>
                <a:spcPct val="0"/>
              </a:spcAft>
              <a:defRPr sz="3200">
                <a:solidFill>
                  <a:schemeClr val="accent1"/>
                </a:solidFill>
                <a:latin typeface="Avenir LT Std 65 Medium" charset="0"/>
                <a:ea typeface="ＭＳ Ｐゴシック" charset="-128"/>
              </a:defRPr>
            </a:lvl8pPr>
            <a:lvl9pPr marL="1817417" algn="l" rtl="0" fontAlgn="base">
              <a:lnSpc>
                <a:spcPct val="90000"/>
              </a:lnSpc>
              <a:spcBef>
                <a:spcPct val="0"/>
              </a:spcBef>
              <a:spcAft>
                <a:spcPct val="0"/>
              </a:spcAft>
              <a:defRPr sz="3200">
                <a:solidFill>
                  <a:schemeClr val="accent1"/>
                </a:solidFill>
                <a:latin typeface="Avenir LT Std 65 Medium" charset="0"/>
                <a:ea typeface="ＭＳ Ｐゴシック"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fr-FR" sz="2400" b="1" i="0" u="none" strike="noStrike" kern="1200" cap="all" spc="0" normalizeH="0" baseline="0" noProof="0">
                <a:ln>
                  <a:noFill/>
                </a:ln>
                <a:solidFill>
                  <a:srgbClr val="009AA6"/>
                </a:solidFill>
                <a:effectLst/>
                <a:uLnTx/>
                <a:uFillTx/>
                <a:latin typeface="Avenir LT Std 65 Medium" panose="020B0803020203020204" pitchFamily="34" charset="0"/>
                <a:ea typeface="ＭＳ Ｐゴシック" charset="-128"/>
                <a:cs typeface="+mj-cs"/>
              </a:rPr>
              <a:t>Bienvenue, quel est votre Besoin ?</a:t>
            </a:r>
          </a:p>
        </p:txBody>
      </p:sp>
      <p:grpSp>
        <p:nvGrpSpPr>
          <p:cNvPr id="17" name="Groupe 16">
            <a:extLst>
              <a:ext uri="{FF2B5EF4-FFF2-40B4-BE49-F238E27FC236}">
                <a16:creationId xmlns:a16="http://schemas.microsoft.com/office/drawing/2014/main" id="{A1F74A6E-8279-9EB4-B2A5-B3FDD1E76B51}"/>
              </a:ext>
            </a:extLst>
          </p:cNvPr>
          <p:cNvGrpSpPr/>
          <p:nvPr/>
        </p:nvGrpSpPr>
        <p:grpSpPr>
          <a:xfrm>
            <a:off x="7803749" y="1607371"/>
            <a:ext cx="2160000" cy="3071505"/>
            <a:chOff x="6964028" y="5761065"/>
            <a:chExt cx="755346" cy="1074096"/>
          </a:xfrm>
        </p:grpSpPr>
        <p:sp>
          <p:nvSpPr>
            <p:cNvPr id="18" name="Forme libre : forme 17">
              <a:extLst>
                <a:ext uri="{FF2B5EF4-FFF2-40B4-BE49-F238E27FC236}">
                  <a16:creationId xmlns:a16="http://schemas.microsoft.com/office/drawing/2014/main" id="{EA7C23BF-0780-09BB-959C-3366EA220F52}"/>
                </a:ext>
              </a:extLst>
            </p:cNvPr>
            <p:cNvSpPr/>
            <p:nvPr/>
          </p:nvSpPr>
          <p:spPr>
            <a:xfrm>
              <a:off x="6979414" y="6722405"/>
              <a:ext cx="35048" cy="57572"/>
            </a:xfrm>
            <a:custGeom>
              <a:avLst/>
              <a:gdLst>
                <a:gd name="csX0" fmla="*/ 631 w 35048"/>
                <a:gd name="csY0" fmla="*/ 57548 h 57572"/>
                <a:gd name="csX1" fmla="*/ -216 w 35048"/>
                <a:gd name="csY1" fmla="*/ 57301 h 57572"/>
                <a:gd name="csX2" fmla="*/ 34241 w 35048"/>
                <a:gd name="csY2" fmla="*/ -25 h 57572"/>
                <a:gd name="csX3" fmla="*/ 34833 w 35048"/>
                <a:gd name="csY3" fmla="*/ 629 h 57572"/>
                <a:gd name="csX4" fmla="*/ 631 w 35048"/>
                <a:gd name="csY4" fmla="*/ 57548 h 57572"/>
              </a:gdLst>
              <a:ahLst/>
              <a:cxnLst>
                <a:cxn ang="0">
                  <a:pos x="csX0" y="csY0"/>
                </a:cxn>
                <a:cxn ang="0">
                  <a:pos x="csX1" y="csY1"/>
                </a:cxn>
                <a:cxn ang="0">
                  <a:pos x="csX2" y="csY2"/>
                </a:cxn>
                <a:cxn ang="0">
                  <a:pos x="csX3" y="csY3"/>
                </a:cxn>
                <a:cxn ang="0">
                  <a:pos x="csX4" y="csY4"/>
                </a:cxn>
              </a:cxnLst>
              <a:rect l="l" t="t" r="r" b="b"/>
              <a:pathLst>
                <a:path w="35048" h="57572">
                  <a:moveTo>
                    <a:pt x="631" y="57548"/>
                  </a:moveTo>
                  <a:lnTo>
                    <a:pt x="-216" y="57301"/>
                  </a:lnTo>
                  <a:cubicBezTo>
                    <a:pt x="6352" y="35637"/>
                    <a:pt x="18191" y="15940"/>
                    <a:pt x="34241" y="-25"/>
                  </a:cubicBezTo>
                  <a:lnTo>
                    <a:pt x="34833" y="629"/>
                  </a:lnTo>
                  <a:cubicBezTo>
                    <a:pt x="18902" y="16483"/>
                    <a:pt x="7151" y="36039"/>
                    <a:pt x="631" y="57548"/>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aphique 2">
              <a:extLst>
                <a:ext uri="{FF2B5EF4-FFF2-40B4-BE49-F238E27FC236}">
                  <a16:creationId xmlns:a16="http://schemas.microsoft.com/office/drawing/2014/main" id="{952B830F-34BE-13EB-AB07-8A4D6C5DC9A0}"/>
                </a:ext>
              </a:extLst>
            </p:cNvPr>
            <p:cNvGrpSpPr/>
            <p:nvPr/>
          </p:nvGrpSpPr>
          <p:grpSpPr>
            <a:xfrm>
              <a:off x="7427517" y="6083736"/>
              <a:ext cx="291857" cy="297460"/>
              <a:chOff x="7427517" y="6083736"/>
              <a:chExt cx="291857" cy="297460"/>
            </a:xfrm>
          </p:grpSpPr>
          <p:sp>
            <p:nvSpPr>
              <p:cNvPr id="41" name="Forme libre : forme 40">
                <a:extLst>
                  <a:ext uri="{FF2B5EF4-FFF2-40B4-BE49-F238E27FC236}">
                    <a16:creationId xmlns:a16="http://schemas.microsoft.com/office/drawing/2014/main" id="{3C566EE8-ECA5-DDDA-7F97-FD36AD940C09}"/>
                  </a:ext>
                </a:extLst>
              </p:cNvPr>
              <p:cNvSpPr/>
              <p:nvPr/>
            </p:nvSpPr>
            <p:spPr>
              <a:xfrm>
                <a:off x="7427517" y="6083736"/>
                <a:ext cx="291857" cy="297460"/>
              </a:xfrm>
              <a:custGeom>
                <a:avLst/>
                <a:gdLst>
                  <a:gd name="csX0" fmla="*/ 132764 w 291857"/>
                  <a:gd name="csY0" fmla="*/ 296116 h 297460"/>
                  <a:gd name="csX1" fmla="*/ 288789 w 291857"/>
                  <a:gd name="csY1" fmla="*/ 186765 h 297460"/>
                  <a:gd name="csX2" fmla="*/ 290426 w 291857"/>
                  <a:gd name="csY2" fmla="*/ 177444 h 297460"/>
                  <a:gd name="csX3" fmla="*/ 167965 w 291857"/>
                  <a:gd name="csY3" fmla="*/ 2712 h 297460"/>
                  <a:gd name="csX4" fmla="*/ 158644 w 291857"/>
                  <a:gd name="csY4" fmla="*/ 1074 h 297460"/>
                  <a:gd name="csX5" fmla="*/ 2626 w 291857"/>
                  <a:gd name="csY5" fmla="*/ 110432 h 297460"/>
                  <a:gd name="csX6" fmla="*/ 988 w 291857"/>
                  <a:gd name="csY6" fmla="*/ 119753 h 297460"/>
                  <a:gd name="csX7" fmla="*/ 123447 w 291857"/>
                  <a:gd name="csY7" fmla="*/ 294485 h 297460"/>
                  <a:gd name="csX8" fmla="*/ 132764 w 291857"/>
                  <a:gd name="csY8" fmla="*/ 296115 h 2974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91857" h="297460">
                    <a:moveTo>
                      <a:pt x="132764" y="296116"/>
                    </a:moveTo>
                    <a:lnTo>
                      <a:pt x="288789" y="186765"/>
                    </a:lnTo>
                    <a:cubicBezTo>
                      <a:pt x="291810" y="184641"/>
                      <a:pt x="292543" y="180471"/>
                      <a:pt x="290426" y="177444"/>
                    </a:cubicBezTo>
                    <a:lnTo>
                      <a:pt x="167965" y="2712"/>
                    </a:lnTo>
                    <a:cubicBezTo>
                      <a:pt x="165840" y="-310"/>
                      <a:pt x="161671" y="-1042"/>
                      <a:pt x="158644" y="1074"/>
                    </a:cubicBezTo>
                    <a:lnTo>
                      <a:pt x="2626" y="110432"/>
                    </a:lnTo>
                    <a:cubicBezTo>
                      <a:pt x="-396" y="112556"/>
                      <a:pt x="-1128" y="116726"/>
                      <a:pt x="988" y="119753"/>
                    </a:cubicBezTo>
                    <a:lnTo>
                      <a:pt x="123447" y="294485"/>
                    </a:lnTo>
                    <a:cubicBezTo>
                      <a:pt x="125574" y="297502"/>
                      <a:pt x="129739" y="298230"/>
                      <a:pt x="132764" y="296115"/>
                    </a:cubicBezTo>
                    <a:close/>
                  </a:path>
                </a:pathLst>
              </a:custGeom>
              <a:solidFill>
                <a:srgbClr val="C3E9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orme libre : forme 41">
                <a:extLst>
                  <a:ext uri="{FF2B5EF4-FFF2-40B4-BE49-F238E27FC236}">
                    <a16:creationId xmlns:a16="http://schemas.microsoft.com/office/drawing/2014/main" id="{721DA89C-C0ED-2A7F-6954-D38A43913830}"/>
                  </a:ext>
                </a:extLst>
              </p:cNvPr>
              <p:cNvSpPr/>
              <p:nvPr/>
            </p:nvSpPr>
            <p:spPr>
              <a:xfrm>
                <a:off x="7509917" y="6179258"/>
                <a:ext cx="111246" cy="83859"/>
              </a:xfrm>
              <a:custGeom>
                <a:avLst/>
                <a:gdLst>
                  <a:gd name="csX0" fmla="*/ 15279 w 111246"/>
                  <a:gd name="csY0" fmla="*/ 81954 h 83859"/>
                  <a:gd name="csX1" fmla="*/ 106832 w 111246"/>
                  <a:gd name="csY1" fmla="*/ 17788 h 83859"/>
                  <a:gd name="csX2" fmla="*/ 109245 w 111246"/>
                  <a:gd name="csY2" fmla="*/ 4074 h 83859"/>
                  <a:gd name="csX3" fmla="*/ 95531 w 111246"/>
                  <a:gd name="csY3" fmla="*/ 1661 h 83859"/>
                  <a:gd name="csX4" fmla="*/ 3978 w 111246"/>
                  <a:gd name="csY4" fmla="*/ 65827 h 83859"/>
                  <a:gd name="csX5" fmla="*/ 1565 w 111246"/>
                  <a:gd name="csY5" fmla="*/ 79541 h 83859"/>
                  <a:gd name="csX6" fmla="*/ 15279 w 111246"/>
                  <a:gd name="csY6" fmla="*/ 81954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279" y="81954"/>
                    </a:moveTo>
                    <a:lnTo>
                      <a:pt x="106832" y="17788"/>
                    </a:lnTo>
                    <a:cubicBezTo>
                      <a:pt x="111285" y="14667"/>
                      <a:pt x="112365" y="8528"/>
                      <a:pt x="109245" y="4074"/>
                    </a:cubicBezTo>
                    <a:cubicBezTo>
                      <a:pt x="106124" y="-379"/>
                      <a:pt x="99984" y="-1459"/>
                      <a:pt x="95531" y="1661"/>
                    </a:cubicBezTo>
                    <a:lnTo>
                      <a:pt x="3978" y="65827"/>
                    </a:lnTo>
                    <a:cubicBezTo>
                      <a:pt x="-475" y="68947"/>
                      <a:pt x="-1556" y="75087"/>
                      <a:pt x="1565" y="79541"/>
                    </a:cubicBezTo>
                    <a:cubicBezTo>
                      <a:pt x="4686" y="83994"/>
                      <a:pt x="10825" y="85074"/>
                      <a:pt x="15279" y="81954"/>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orme libre : forme 42">
                <a:extLst>
                  <a:ext uri="{FF2B5EF4-FFF2-40B4-BE49-F238E27FC236}">
                    <a16:creationId xmlns:a16="http://schemas.microsoft.com/office/drawing/2014/main" id="{BF43115D-E5FB-1F76-0468-4C49C31944E1}"/>
                  </a:ext>
                </a:extLst>
              </p:cNvPr>
              <p:cNvSpPr/>
              <p:nvPr/>
            </p:nvSpPr>
            <p:spPr>
              <a:xfrm>
                <a:off x="7530929" y="6209238"/>
                <a:ext cx="111246" cy="83859"/>
              </a:xfrm>
              <a:custGeom>
                <a:avLst/>
                <a:gdLst>
                  <a:gd name="csX0" fmla="*/ 15304 w 111246"/>
                  <a:gd name="csY0" fmla="*/ 81958 h 83859"/>
                  <a:gd name="csX1" fmla="*/ 106857 w 111246"/>
                  <a:gd name="csY1" fmla="*/ 17792 h 83859"/>
                  <a:gd name="csX2" fmla="*/ 109270 w 111246"/>
                  <a:gd name="csY2" fmla="*/ 4078 h 83859"/>
                  <a:gd name="csX3" fmla="*/ 95557 w 111246"/>
                  <a:gd name="csY3" fmla="*/ 1665 h 83859"/>
                  <a:gd name="csX4" fmla="*/ 4004 w 111246"/>
                  <a:gd name="csY4" fmla="*/ 65831 h 83859"/>
                  <a:gd name="csX5" fmla="*/ 1590 w 111246"/>
                  <a:gd name="csY5" fmla="*/ 79545 h 83859"/>
                  <a:gd name="csX6" fmla="*/ 15304 w 111246"/>
                  <a:gd name="csY6" fmla="*/ 81958 h 838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46" h="83859">
                    <a:moveTo>
                      <a:pt x="15304" y="81958"/>
                    </a:moveTo>
                    <a:lnTo>
                      <a:pt x="106857" y="17792"/>
                    </a:lnTo>
                    <a:cubicBezTo>
                      <a:pt x="111311" y="14672"/>
                      <a:pt x="112391" y="8532"/>
                      <a:pt x="109270" y="4078"/>
                    </a:cubicBezTo>
                    <a:cubicBezTo>
                      <a:pt x="106150" y="-375"/>
                      <a:pt x="100010" y="-1455"/>
                      <a:pt x="95557" y="1665"/>
                    </a:cubicBezTo>
                    <a:lnTo>
                      <a:pt x="4004" y="65831"/>
                    </a:lnTo>
                    <a:cubicBezTo>
                      <a:pt x="-450" y="68951"/>
                      <a:pt x="-1530" y="75091"/>
                      <a:pt x="1590" y="79545"/>
                    </a:cubicBezTo>
                    <a:cubicBezTo>
                      <a:pt x="4711" y="83998"/>
                      <a:pt x="10851" y="85078"/>
                      <a:pt x="15304" y="81958"/>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orme libre : forme 44">
                <a:extLst>
                  <a:ext uri="{FF2B5EF4-FFF2-40B4-BE49-F238E27FC236}">
                    <a16:creationId xmlns:a16="http://schemas.microsoft.com/office/drawing/2014/main" id="{E4C56C36-2EB6-416E-0B1E-45B40CDCA1BA}"/>
                  </a:ext>
                </a:extLst>
              </p:cNvPr>
              <p:cNvSpPr/>
              <p:nvPr/>
            </p:nvSpPr>
            <p:spPr>
              <a:xfrm>
                <a:off x="7552162" y="6239540"/>
                <a:ext cx="111251" cy="83862"/>
              </a:xfrm>
              <a:custGeom>
                <a:avLst/>
                <a:gdLst>
                  <a:gd name="csX0" fmla="*/ 15334 w 111251"/>
                  <a:gd name="csY0" fmla="*/ 81962 h 83862"/>
                  <a:gd name="csX1" fmla="*/ 106887 w 111251"/>
                  <a:gd name="csY1" fmla="*/ 17796 h 83862"/>
                  <a:gd name="csX2" fmla="*/ 109300 w 111251"/>
                  <a:gd name="csY2" fmla="*/ 4083 h 83862"/>
                  <a:gd name="csX3" fmla="*/ 95587 w 111251"/>
                  <a:gd name="csY3" fmla="*/ 1669 h 83862"/>
                  <a:gd name="csX4" fmla="*/ 4029 w 111251"/>
                  <a:gd name="csY4" fmla="*/ 65838 h 83862"/>
                  <a:gd name="csX5" fmla="*/ 1616 w 111251"/>
                  <a:gd name="csY5" fmla="*/ 79552 h 83862"/>
                  <a:gd name="csX6" fmla="*/ 15330 w 111251"/>
                  <a:gd name="csY6" fmla="*/ 81965 h 838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1251" h="83862">
                    <a:moveTo>
                      <a:pt x="15334" y="81962"/>
                    </a:moveTo>
                    <a:lnTo>
                      <a:pt x="106887" y="17796"/>
                    </a:lnTo>
                    <a:cubicBezTo>
                      <a:pt x="111341" y="14676"/>
                      <a:pt x="112421" y="8536"/>
                      <a:pt x="109300" y="4083"/>
                    </a:cubicBezTo>
                    <a:cubicBezTo>
                      <a:pt x="106180" y="-371"/>
                      <a:pt x="100040" y="-1451"/>
                      <a:pt x="95587" y="1669"/>
                    </a:cubicBezTo>
                    <a:lnTo>
                      <a:pt x="4029" y="65838"/>
                    </a:lnTo>
                    <a:cubicBezTo>
                      <a:pt x="-424" y="68959"/>
                      <a:pt x="-1504" y="75098"/>
                      <a:pt x="1616" y="79552"/>
                    </a:cubicBezTo>
                    <a:cubicBezTo>
                      <a:pt x="4737" y="84005"/>
                      <a:pt x="10877" y="85086"/>
                      <a:pt x="15330" y="81965"/>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orme libre : forme 46">
                <a:extLst>
                  <a:ext uri="{FF2B5EF4-FFF2-40B4-BE49-F238E27FC236}">
                    <a16:creationId xmlns:a16="http://schemas.microsoft.com/office/drawing/2014/main" id="{A2AB3552-8108-AEEF-A7B3-C8329E721121}"/>
                  </a:ext>
                </a:extLst>
              </p:cNvPr>
              <p:cNvSpPr/>
              <p:nvPr/>
            </p:nvSpPr>
            <p:spPr>
              <a:xfrm>
                <a:off x="7510174" y="6159260"/>
                <a:ext cx="55154" cy="44549"/>
              </a:xfrm>
              <a:custGeom>
                <a:avLst/>
                <a:gdLst>
                  <a:gd name="csX0" fmla="*/ 15249 w 55154"/>
                  <a:gd name="csY0" fmla="*/ 42641 h 44549"/>
                  <a:gd name="csX1" fmla="*/ 50710 w 55154"/>
                  <a:gd name="csY1" fmla="*/ 17785 h 44549"/>
                  <a:gd name="csX2" fmla="*/ 53123 w 55154"/>
                  <a:gd name="csY2" fmla="*/ 4072 h 44549"/>
                  <a:gd name="csX3" fmla="*/ 39409 w 55154"/>
                  <a:gd name="csY3" fmla="*/ 1658 h 44549"/>
                  <a:gd name="csX4" fmla="*/ 3948 w 55154"/>
                  <a:gd name="csY4" fmla="*/ 26515 h 44549"/>
                  <a:gd name="csX5" fmla="*/ 1535 w 55154"/>
                  <a:gd name="csY5" fmla="*/ 40228 h 44549"/>
                  <a:gd name="csX6" fmla="*/ 15249 w 55154"/>
                  <a:gd name="csY6" fmla="*/ 42641 h 445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154" h="44549">
                    <a:moveTo>
                      <a:pt x="15249" y="42641"/>
                    </a:moveTo>
                    <a:lnTo>
                      <a:pt x="50710" y="17785"/>
                    </a:lnTo>
                    <a:cubicBezTo>
                      <a:pt x="55163" y="14665"/>
                      <a:pt x="56244" y="8525"/>
                      <a:pt x="53123" y="4072"/>
                    </a:cubicBezTo>
                    <a:cubicBezTo>
                      <a:pt x="50002" y="-382"/>
                      <a:pt x="43863" y="-1462"/>
                      <a:pt x="39409" y="1658"/>
                    </a:cubicBezTo>
                    <a:lnTo>
                      <a:pt x="3948" y="26515"/>
                    </a:lnTo>
                    <a:cubicBezTo>
                      <a:pt x="-505" y="29635"/>
                      <a:pt x="-1586" y="35775"/>
                      <a:pt x="1535" y="40228"/>
                    </a:cubicBezTo>
                    <a:cubicBezTo>
                      <a:pt x="4656" y="44682"/>
                      <a:pt x="10795" y="45762"/>
                      <a:pt x="15249" y="42641"/>
                    </a:cubicBezTo>
                    <a:close/>
                  </a:path>
                </a:pathLst>
              </a:custGeom>
              <a:solidFill>
                <a:srgbClr val="FFFFFF"/>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0" name="Graphique 2">
              <a:extLst>
                <a:ext uri="{FF2B5EF4-FFF2-40B4-BE49-F238E27FC236}">
                  <a16:creationId xmlns:a16="http://schemas.microsoft.com/office/drawing/2014/main" id="{B87ED455-ADD8-466C-A60A-07900C5E33D4}"/>
                </a:ext>
              </a:extLst>
            </p:cNvPr>
            <p:cNvGrpSpPr/>
            <p:nvPr/>
          </p:nvGrpSpPr>
          <p:grpSpPr>
            <a:xfrm>
              <a:off x="6964028" y="5761065"/>
              <a:ext cx="519007" cy="1074096"/>
              <a:chOff x="6964028" y="5761065"/>
              <a:chExt cx="519007" cy="1074096"/>
            </a:xfrm>
          </p:grpSpPr>
          <p:sp>
            <p:nvSpPr>
              <p:cNvPr id="22" name="Forme libre : forme 21">
                <a:extLst>
                  <a:ext uri="{FF2B5EF4-FFF2-40B4-BE49-F238E27FC236}">
                    <a16:creationId xmlns:a16="http://schemas.microsoft.com/office/drawing/2014/main" id="{2DE8622B-8BC7-7B07-893D-332F1B552DE7}"/>
                  </a:ext>
                </a:extLst>
              </p:cNvPr>
              <p:cNvSpPr/>
              <p:nvPr/>
            </p:nvSpPr>
            <p:spPr>
              <a:xfrm>
                <a:off x="7192852" y="5785469"/>
                <a:ext cx="113185" cy="139560"/>
              </a:xfrm>
              <a:custGeom>
                <a:avLst/>
                <a:gdLst>
                  <a:gd name="csX0" fmla="*/ 10532 w 113185"/>
                  <a:gd name="csY0" fmla="*/ 131370 h 139560"/>
                  <a:gd name="csX1" fmla="*/ 24934 w 113185"/>
                  <a:gd name="csY1" fmla="*/ 103349 h 139560"/>
                  <a:gd name="csX2" fmla="*/ 10093 w 113185"/>
                  <a:gd name="csY2" fmla="*/ 24710 h 139560"/>
                  <a:gd name="csX3" fmla="*/ 88732 w 113185"/>
                  <a:gd name="csY3" fmla="*/ 9870 h 139560"/>
                  <a:gd name="csX4" fmla="*/ 103572 w 113185"/>
                  <a:gd name="csY4" fmla="*/ 88509 h 139560"/>
                  <a:gd name="csX5" fmla="*/ 67926 w 113185"/>
                  <a:gd name="csY5" fmla="*/ 112099 h 139560"/>
                  <a:gd name="csX6" fmla="*/ 60314 w 113185"/>
                  <a:gd name="csY6" fmla="*/ 139577 h 1395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185" h="139560">
                    <a:moveTo>
                      <a:pt x="10532" y="131370"/>
                    </a:moveTo>
                    <a:lnTo>
                      <a:pt x="24934" y="103349"/>
                    </a:lnTo>
                    <a:cubicBezTo>
                      <a:pt x="-880" y="85732"/>
                      <a:pt x="-7524" y="50524"/>
                      <a:pt x="10093" y="24710"/>
                    </a:cubicBezTo>
                    <a:cubicBezTo>
                      <a:pt x="27711" y="-1103"/>
                      <a:pt x="62918" y="-7748"/>
                      <a:pt x="88732" y="9870"/>
                    </a:cubicBezTo>
                    <a:cubicBezTo>
                      <a:pt x="114546" y="27487"/>
                      <a:pt x="121190" y="62695"/>
                      <a:pt x="103572" y="88509"/>
                    </a:cubicBezTo>
                    <a:cubicBezTo>
                      <a:pt x="95231" y="100730"/>
                      <a:pt x="82435" y="109198"/>
                      <a:pt x="67926" y="112099"/>
                    </a:cubicBezTo>
                    <a:lnTo>
                      <a:pt x="60314" y="139577"/>
                    </a:lnTo>
                    <a:close/>
                  </a:path>
                </a:pathLst>
              </a:cu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BC72C96D-D81B-55B2-70D0-4F3253253B6F}"/>
                  </a:ext>
                </a:extLst>
              </p:cNvPr>
              <p:cNvSpPr/>
              <p:nvPr/>
            </p:nvSpPr>
            <p:spPr>
              <a:xfrm rot="2219754">
                <a:off x="6996784" y="6718510"/>
                <a:ext cx="35610" cy="37373"/>
              </a:xfrm>
              <a:prstGeom prst="rect">
                <a:avLst/>
              </a:prstGeom>
              <a:solidFill>
                <a:srgbClr val="ED9DA0"/>
              </a:solidFill>
              <a:ln w="1479"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D24E1396-3706-FD5C-D278-E35B1C9AB346}"/>
                  </a:ext>
                </a:extLst>
              </p:cNvPr>
              <p:cNvSpPr/>
              <p:nvPr/>
            </p:nvSpPr>
            <p:spPr>
              <a:xfrm>
                <a:off x="7246398" y="6760555"/>
                <a:ext cx="37223" cy="39066"/>
              </a:xfrm>
              <a:prstGeom prst="rect">
                <a:avLst/>
              </a:pr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0" name="Forme libre : forme 29">
                <a:extLst>
                  <a:ext uri="{FF2B5EF4-FFF2-40B4-BE49-F238E27FC236}">
                    <a16:creationId xmlns:a16="http://schemas.microsoft.com/office/drawing/2014/main" id="{024F19CD-9BDD-4440-F08C-A9558A3513AE}"/>
                  </a:ext>
                </a:extLst>
              </p:cNvPr>
              <p:cNvSpPr/>
              <p:nvPr/>
            </p:nvSpPr>
            <p:spPr>
              <a:xfrm>
                <a:off x="7233111" y="6768809"/>
                <a:ext cx="144162" cy="66352"/>
              </a:xfrm>
              <a:custGeom>
                <a:avLst/>
                <a:gdLst>
                  <a:gd name="csX0" fmla="*/ 19822 w 144162"/>
                  <a:gd name="csY0" fmla="*/ 66454 h 66352"/>
                  <a:gd name="csX1" fmla="*/ 102869 w 144162"/>
                  <a:gd name="csY1" fmla="*/ 66454 h 66352"/>
                  <a:gd name="csX2" fmla="*/ 123504 w 144162"/>
                  <a:gd name="csY2" fmla="*/ 61753 h 66352"/>
                  <a:gd name="csX3" fmla="*/ 138814 w 144162"/>
                  <a:gd name="csY3" fmla="*/ 54395 h 66352"/>
                  <a:gd name="csX4" fmla="*/ 143119 w 144162"/>
                  <a:gd name="csY4" fmla="*/ 42127 h 66352"/>
                  <a:gd name="csX5" fmla="*/ 137283 w 144162"/>
                  <a:gd name="csY5" fmla="*/ 37248 h 66352"/>
                  <a:gd name="csX6" fmla="*/ 105700 w 144162"/>
                  <a:gd name="csY6" fmla="*/ 28508 h 66352"/>
                  <a:gd name="csX7" fmla="*/ 51658 w 144162"/>
                  <a:gd name="csY7" fmla="*/ 101 h 66352"/>
                  <a:gd name="csX8" fmla="*/ 51617 w 144162"/>
                  <a:gd name="csY8" fmla="*/ 305 h 66352"/>
                  <a:gd name="csX9" fmla="*/ 48846 w 144162"/>
                  <a:gd name="csY9" fmla="*/ 13621 h 66352"/>
                  <a:gd name="csX10" fmla="*/ 31927 w 144162"/>
                  <a:gd name="csY10" fmla="*/ 22316 h 66352"/>
                  <a:gd name="csX11" fmla="*/ 15357 w 144162"/>
                  <a:gd name="csY11" fmla="*/ 9740 h 66352"/>
                  <a:gd name="csX12" fmla="*/ 15308 w 144162"/>
                  <a:gd name="csY12" fmla="*/ 9652 h 66352"/>
                  <a:gd name="csX13" fmla="*/ 15206 w 144162"/>
                  <a:gd name="csY13" fmla="*/ 9663 h 66352"/>
                  <a:gd name="csX14" fmla="*/ 10101 w 144162"/>
                  <a:gd name="csY14" fmla="*/ 12448 h 66352"/>
                  <a:gd name="csX15" fmla="*/ 9446 w 144162"/>
                  <a:gd name="csY15" fmla="*/ 21905 h 66352"/>
                  <a:gd name="csX16" fmla="*/ 5428 w 144162"/>
                  <a:gd name="csY16" fmla="*/ 40559 h 66352"/>
                  <a:gd name="csX17" fmla="*/ -115 w 144162"/>
                  <a:gd name="csY17" fmla="*/ 52423 h 66352"/>
                  <a:gd name="csX18" fmla="*/ 5243 w 144162"/>
                  <a:gd name="csY18" fmla="*/ 61401 h 66352"/>
                  <a:gd name="csX19" fmla="*/ 19818 w 144162"/>
                  <a:gd name="csY19" fmla="*/ 66448 h 66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44162" h="66352">
                    <a:moveTo>
                      <a:pt x="19822" y="66454"/>
                    </a:moveTo>
                    <a:lnTo>
                      <a:pt x="102869" y="66454"/>
                    </a:lnTo>
                    <a:cubicBezTo>
                      <a:pt x="110012" y="66445"/>
                      <a:pt x="117062" y="64839"/>
                      <a:pt x="123504" y="61753"/>
                    </a:cubicBezTo>
                    <a:lnTo>
                      <a:pt x="138814" y="54395"/>
                    </a:lnTo>
                    <a:cubicBezTo>
                      <a:pt x="143391" y="52196"/>
                      <a:pt x="145318" y="46703"/>
                      <a:pt x="143119" y="42127"/>
                    </a:cubicBezTo>
                    <a:cubicBezTo>
                      <a:pt x="141969" y="39734"/>
                      <a:pt x="139841" y="37955"/>
                      <a:pt x="137283" y="37248"/>
                    </a:cubicBezTo>
                    <a:lnTo>
                      <a:pt x="105700" y="28508"/>
                    </a:lnTo>
                    <a:lnTo>
                      <a:pt x="51658" y="101"/>
                    </a:lnTo>
                    <a:lnTo>
                      <a:pt x="51617" y="305"/>
                    </a:lnTo>
                    <a:cubicBezTo>
                      <a:pt x="50606" y="5423"/>
                      <a:pt x="49041" y="13154"/>
                      <a:pt x="48846" y="13621"/>
                    </a:cubicBezTo>
                    <a:cubicBezTo>
                      <a:pt x="43304" y="19970"/>
                      <a:pt x="37612" y="22895"/>
                      <a:pt x="31927" y="22316"/>
                    </a:cubicBezTo>
                    <a:cubicBezTo>
                      <a:pt x="22015" y="21310"/>
                      <a:pt x="15419" y="9860"/>
                      <a:pt x="15357" y="9740"/>
                    </a:cubicBezTo>
                    <a:lnTo>
                      <a:pt x="15308" y="9652"/>
                    </a:lnTo>
                    <a:lnTo>
                      <a:pt x="15206" y="9663"/>
                    </a:lnTo>
                    <a:cubicBezTo>
                      <a:pt x="13164" y="9748"/>
                      <a:pt x="11278" y="10777"/>
                      <a:pt x="10101" y="12448"/>
                    </a:cubicBezTo>
                    <a:cubicBezTo>
                      <a:pt x="7838" y="15860"/>
                      <a:pt x="9214" y="21112"/>
                      <a:pt x="9446" y="21905"/>
                    </a:cubicBezTo>
                    <a:cubicBezTo>
                      <a:pt x="6736" y="24555"/>
                      <a:pt x="5516" y="39363"/>
                      <a:pt x="5428" y="40559"/>
                    </a:cubicBezTo>
                    <a:cubicBezTo>
                      <a:pt x="1510" y="44710"/>
                      <a:pt x="-351" y="48696"/>
                      <a:pt x="-115" y="52423"/>
                    </a:cubicBezTo>
                    <a:cubicBezTo>
                      <a:pt x="308" y="56043"/>
                      <a:pt x="2258" y="59310"/>
                      <a:pt x="5243" y="61401"/>
                    </a:cubicBezTo>
                    <a:cubicBezTo>
                      <a:pt x="9383" y="64697"/>
                      <a:pt x="14526" y="66477"/>
                      <a:pt x="19818" y="66448"/>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orme libre : forme 31">
                <a:extLst>
                  <a:ext uri="{FF2B5EF4-FFF2-40B4-BE49-F238E27FC236}">
                    <a16:creationId xmlns:a16="http://schemas.microsoft.com/office/drawing/2014/main" id="{97C231A7-E246-F1F7-DF27-B41FCFF9FD53}"/>
                  </a:ext>
                </a:extLst>
              </p:cNvPr>
              <p:cNvSpPr/>
              <p:nvPr/>
            </p:nvSpPr>
            <p:spPr>
              <a:xfrm>
                <a:off x="7110616" y="6020093"/>
                <a:ext cx="46507" cy="221522"/>
              </a:xfrm>
              <a:custGeom>
                <a:avLst/>
                <a:gdLst>
                  <a:gd name="csX0" fmla="*/ 19041 w 46507"/>
                  <a:gd name="csY0" fmla="*/ 2464 h 221522"/>
                  <a:gd name="csX1" fmla="*/ 2368 w 46507"/>
                  <a:gd name="csY1" fmla="*/ 20890 h 221522"/>
                  <a:gd name="csX2" fmla="*/ -264 w 46507"/>
                  <a:gd name="csY2" fmla="*/ 123996 h 221522"/>
                  <a:gd name="csX3" fmla="*/ 29131 w 46507"/>
                  <a:gd name="csY3" fmla="*/ 221397 h 221522"/>
                  <a:gd name="csX4" fmla="*/ 46244 w 46507"/>
                  <a:gd name="csY4" fmla="*/ 189808 h 221522"/>
                  <a:gd name="csX5" fmla="*/ 39223 w 46507"/>
                  <a:gd name="csY5" fmla="*/ 121364 h 221522"/>
                </a:gdLst>
                <a:ahLst/>
                <a:cxnLst>
                  <a:cxn ang="0">
                    <a:pos x="csX0" y="csY0"/>
                  </a:cxn>
                  <a:cxn ang="0">
                    <a:pos x="csX1" y="csY1"/>
                  </a:cxn>
                  <a:cxn ang="0">
                    <a:pos x="csX2" y="csY2"/>
                  </a:cxn>
                  <a:cxn ang="0">
                    <a:pos x="csX3" y="csY3"/>
                  </a:cxn>
                  <a:cxn ang="0">
                    <a:pos x="csX4" y="csY4"/>
                  </a:cxn>
                  <a:cxn ang="0">
                    <a:pos x="csX5" y="csY5"/>
                  </a:cxn>
                </a:cxnLst>
                <a:rect l="l" t="t" r="r" b="b"/>
                <a:pathLst>
                  <a:path w="46507" h="221522">
                    <a:moveTo>
                      <a:pt x="19041" y="2464"/>
                    </a:moveTo>
                    <a:cubicBezTo>
                      <a:pt x="19041" y="2464"/>
                      <a:pt x="2368" y="-10310"/>
                      <a:pt x="2368" y="20890"/>
                    </a:cubicBezTo>
                    <a:lnTo>
                      <a:pt x="-264" y="123996"/>
                    </a:lnTo>
                    <a:lnTo>
                      <a:pt x="29131" y="221397"/>
                    </a:lnTo>
                    <a:lnTo>
                      <a:pt x="46244" y="189808"/>
                    </a:lnTo>
                    <a:lnTo>
                      <a:pt x="39223" y="121364"/>
                    </a:lnTo>
                    <a:close/>
                  </a:path>
                </a:pathLst>
              </a:custGeom>
              <a:solidFill>
                <a:srgbClr val="D6D6E3"/>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orme libre : forme 32">
                <a:extLst>
                  <a:ext uri="{FF2B5EF4-FFF2-40B4-BE49-F238E27FC236}">
                    <a16:creationId xmlns:a16="http://schemas.microsoft.com/office/drawing/2014/main" id="{5A6E1E0D-C137-0D81-7B9F-572DAA86E30E}"/>
                  </a:ext>
                </a:extLst>
              </p:cNvPr>
              <p:cNvSpPr/>
              <p:nvPr/>
            </p:nvSpPr>
            <p:spPr>
              <a:xfrm>
                <a:off x="7003445" y="6268950"/>
                <a:ext cx="312067" cy="500384"/>
              </a:xfrm>
              <a:custGeom>
                <a:avLst/>
                <a:gdLst>
                  <a:gd name="csX0" fmla="*/ 304540 w 312067"/>
                  <a:gd name="csY0" fmla="*/ 35651 h 500384"/>
                  <a:gd name="csX1" fmla="*/ 299388 w 312067"/>
                  <a:gd name="csY1" fmla="*/ 207073 h 500384"/>
                  <a:gd name="csX2" fmla="*/ 286183 w 312067"/>
                  <a:gd name="csY2" fmla="*/ 494701 h 500384"/>
                  <a:gd name="csX3" fmla="*/ 236236 w 312067"/>
                  <a:gd name="csY3" fmla="*/ 500293 h 500384"/>
                  <a:gd name="csX4" fmla="*/ 218832 w 312067"/>
                  <a:gd name="csY4" fmla="*/ 279894 h 500384"/>
                  <a:gd name="csX5" fmla="*/ 202077 w 312067"/>
                  <a:gd name="csY5" fmla="*/ 170337 h 500384"/>
                  <a:gd name="csX6" fmla="*/ 167277 w 312067"/>
                  <a:gd name="csY6" fmla="*/ 270233 h 500384"/>
                  <a:gd name="csX7" fmla="*/ 52566 w 312067"/>
                  <a:gd name="csY7" fmla="*/ 481604 h 500384"/>
                  <a:gd name="csX8" fmla="*/ -278 w 312067"/>
                  <a:gd name="csY8" fmla="*/ 440361 h 500384"/>
                  <a:gd name="csX9" fmla="*/ 101543 w 312067"/>
                  <a:gd name="csY9" fmla="*/ 247028 h 500384"/>
                  <a:gd name="csX10" fmla="*/ 123240 w 312067"/>
                  <a:gd name="csY10" fmla="*/ -92 h 500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12067" h="500384">
                    <a:moveTo>
                      <a:pt x="304540" y="35651"/>
                    </a:moveTo>
                    <a:cubicBezTo>
                      <a:pt x="304540" y="35651"/>
                      <a:pt x="323877" y="129798"/>
                      <a:pt x="299388" y="207073"/>
                    </a:cubicBezTo>
                    <a:lnTo>
                      <a:pt x="286183" y="494701"/>
                    </a:lnTo>
                    <a:lnTo>
                      <a:pt x="236236" y="500293"/>
                    </a:lnTo>
                    <a:lnTo>
                      <a:pt x="218832" y="279894"/>
                    </a:lnTo>
                    <a:lnTo>
                      <a:pt x="202077" y="170337"/>
                    </a:lnTo>
                    <a:lnTo>
                      <a:pt x="167277" y="270233"/>
                    </a:lnTo>
                    <a:lnTo>
                      <a:pt x="52566" y="481604"/>
                    </a:lnTo>
                    <a:lnTo>
                      <a:pt x="-278" y="440361"/>
                    </a:lnTo>
                    <a:cubicBezTo>
                      <a:pt x="-278" y="440361"/>
                      <a:pt x="58282" y="280572"/>
                      <a:pt x="101543" y="247028"/>
                    </a:cubicBezTo>
                    <a:lnTo>
                      <a:pt x="123240" y="-92"/>
                    </a:ln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orme libre : forme 33">
                <a:extLst>
                  <a:ext uri="{FF2B5EF4-FFF2-40B4-BE49-F238E27FC236}">
                    <a16:creationId xmlns:a16="http://schemas.microsoft.com/office/drawing/2014/main" id="{18A4013F-C733-AEC6-21F6-7CF534D9B17C}"/>
                  </a:ext>
                </a:extLst>
              </p:cNvPr>
              <p:cNvSpPr/>
              <p:nvPr/>
            </p:nvSpPr>
            <p:spPr>
              <a:xfrm>
                <a:off x="7189096" y="5761065"/>
                <a:ext cx="126021" cy="133881"/>
              </a:xfrm>
              <a:custGeom>
                <a:avLst/>
                <a:gdLst>
                  <a:gd name="csX0" fmla="*/ 56094 w 126021"/>
                  <a:gd name="csY0" fmla="*/ 92842 h 133881"/>
                  <a:gd name="csX1" fmla="*/ 70366 w 126021"/>
                  <a:gd name="csY1" fmla="*/ 80369 h 133881"/>
                  <a:gd name="csX2" fmla="*/ 80444 w 126021"/>
                  <a:gd name="csY2" fmla="*/ 63022 h 133881"/>
                  <a:gd name="csX3" fmla="*/ 108023 w 126021"/>
                  <a:gd name="csY3" fmla="*/ 62420 h 133881"/>
                  <a:gd name="csX4" fmla="*/ 125722 w 126021"/>
                  <a:gd name="csY4" fmla="*/ 39091 h 133881"/>
                  <a:gd name="csX5" fmla="*/ 117943 w 126021"/>
                  <a:gd name="csY5" fmla="*/ 8698 h 133881"/>
                  <a:gd name="csX6" fmla="*/ 116506 w 126021"/>
                  <a:gd name="csY6" fmla="*/ 20774 h 133881"/>
                  <a:gd name="csX7" fmla="*/ 106041 w 126021"/>
                  <a:gd name="csY7" fmla="*/ -158 h 133881"/>
                  <a:gd name="csX8" fmla="*/ 107894 w 126021"/>
                  <a:gd name="csY8" fmla="*/ 17562 h 133881"/>
                  <a:gd name="csX9" fmla="*/ 86328 w 126021"/>
                  <a:gd name="csY9" fmla="*/ 1993 h 133881"/>
                  <a:gd name="csX10" fmla="*/ 86257 w 126021"/>
                  <a:gd name="csY10" fmla="*/ 2005 h 133881"/>
                  <a:gd name="csX11" fmla="*/ 86553 w 126021"/>
                  <a:gd name="csY11" fmla="*/ 12563 h 133881"/>
                  <a:gd name="csX12" fmla="*/ 50361 w 126021"/>
                  <a:gd name="csY12" fmla="*/ 10787 h 133881"/>
                  <a:gd name="csX13" fmla="*/ 17038 w 126021"/>
                  <a:gd name="csY13" fmla="*/ 23626 h 133881"/>
                  <a:gd name="csX14" fmla="*/ 59 w 126021"/>
                  <a:gd name="csY14" fmla="*/ 73083 h 133881"/>
                  <a:gd name="csX15" fmla="*/ 16925 w 126021"/>
                  <a:gd name="csY15" fmla="*/ 124396 h 133881"/>
                  <a:gd name="csX16" fmla="*/ 26098 w 126021"/>
                  <a:gd name="csY16" fmla="*/ 133680 h 133881"/>
                  <a:gd name="csX17" fmla="*/ 35146 w 126021"/>
                  <a:gd name="csY17" fmla="*/ 126860 h 133881"/>
                  <a:gd name="csX18" fmla="*/ 35036 w 126021"/>
                  <a:gd name="csY18" fmla="*/ 114718 h 133881"/>
                  <a:gd name="csX19" fmla="*/ 33525 w 126021"/>
                  <a:gd name="csY19" fmla="*/ 96345 h 133881"/>
                  <a:gd name="csX20" fmla="*/ 45116 w 126021"/>
                  <a:gd name="csY20" fmla="*/ 83494 h 133881"/>
                  <a:gd name="csX21" fmla="*/ 54585 w 126021"/>
                  <a:gd name="csY21" fmla="*/ 95196 h 133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6021" h="133881">
                    <a:moveTo>
                      <a:pt x="56094" y="92842"/>
                    </a:moveTo>
                    <a:cubicBezTo>
                      <a:pt x="62878" y="93729"/>
                      <a:pt x="67992" y="86776"/>
                      <a:pt x="70366" y="80369"/>
                    </a:cubicBezTo>
                    <a:cubicBezTo>
                      <a:pt x="72739" y="73963"/>
                      <a:pt x="74547" y="66487"/>
                      <a:pt x="80444" y="63022"/>
                    </a:cubicBezTo>
                    <a:cubicBezTo>
                      <a:pt x="88502" y="58287"/>
                      <a:pt x="98808" y="63982"/>
                      <a:pt x="108023" y="62420"/>
                    </a:cubicBezTo>
                    <a:cubicBezTo>
                      <a:pt x="118427" y="60656"/>
                      <a:pt x="125185" y="49629"/>
                      <a:pt x="125722" y="39091"/>
                    </a:cubicBezTo>
                    <a:cubicBezTo>
                      <a:pt x="126259" y="28552"/>
                      <a:pt x="122059" y="18414"/>
                      <a:pt x="117943" y="8698"/>
                    </a:cubicBezTo>
                    <a:lnTo>
                      <a:pt x="116506" y="20774"/>
                    </a:lnTo>
                    <a:cubicBezTo>
                      <a:pt x="116897" y="12451"/>
                      <a:pt x="112933" y="4524"/>
                      <a:pt x="106041" y="-158"/>
                    </a:cubicBezTo>
                    <a:lnTo>
                      <a:pt x="107894" y="17562"/>
                    </a:lnTo>
                    <a:cubicBezTo>
                      <a:pt x="106238" y="7308"/>
                      <a:pt x="96583" y="337"/>
                      <a:pt x="86328" y="1993"/>
                    </a:cubicBezTo>
                    <a:cubicBezTo>
                      <a:pt x="86305" y="1997"/>
                      <a:pt x="86281" y="2001"/>
                      <a:pt x="86257" y="2005"/>
                    </a:cubicBezTo>
                    <a:lnTo>
                      <a:pt x="86553" y="12563"/>
                    </a:lnTo>
                    <a:cubicBezTo>
                      <a:pt x="74536" y="11133"/>
                      <a:pt x="62415" y="9703"/>
                      <a:pt x="50361" y="10787"/>
                    </a:cubicBezTo>
                    <a:cubicBezTo>
                      <a:pt x="38307" y="11872"/>
                      <a:pt x="26172" y="15689"/>
                      <a:pt x="17038" y="23626"/>
                    </a:cubicBezTo>
                    <a:cubicBezTo>
                      <a:pt x="3373" y="35500"/>
                      <a:pt x="-1616" y="55052"/>
                      <a:pt x="59" y="73083"/>
                    </a:cubicBezTo>
                    <a:cubicBezTo>
                      <a:pt x="1733" y="91114"/>
                      <a:pt x="9174" y="108039"/>
                      <a:pt x="16925" y="124396"/>
                    </a:cubicBezTo>
                    <a:cubicBezTo>
                      <a:pt x="18875" y="128512"/>
                      <a:pt x="21574" y="133156"/>
                      <a:pt x="26098" y="133680"/>
                    </a:cubicBezTo>
                    <a:cubicBezTo>
                      <a:pt x="30162" y="134152"/>
                      <a:pt x="33883" y="130753"/>
                      <a:pt x="35146" y="126860"/>
                    </a:cubicBezTo>
                    <a:cubicBezTo>
                      <a:pt x="36120" y="122867"/>
                      <a:pt x="36082" y="118693"/>
                      <a:pt x="35036" y="114718"/>
                    </a:cubicBezTo>
                    <a:cubicBezTo>
                      <a:pt x="33889" y="108643"/>
                      <a:pt x="32451" y="102438"/>
                      <a:pt x="33525" y="96345"/>
                    </a:cubicBezTo>
                    <a:cubicBezTo>
                      <a:pt x="34600" y="90253"/>
                      <a:pt x="38980" y="84241"/>
                      <a:pt x="45116" y="83494"/>
                    </a:cubicBezTo>
                    <a:cubicBezTo>
                      <a:pt x="51252" y="82747"/>
                      <a:pt x="57532" y="89763"/>
                      <a:pt x="54585" y="95196"/>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orme libre : forme 34">
                <a:extLst>
                  <a:ext uri="{FF2B5EF4-FFF2-40B4-BE49-F238E27FC236}">
                    <a16:creationId xmlns:a16="http://schemas.microsoft.com/office/drawing/2014/main" id="{7E214BD3-2B3F-70BE-7D34-DEFC74EE4123}"/>
                  </a:ext>
                </a:extLst>
              </p:cNvPr>
              <p:cNvSpPr/>
              <p:nvPr/>
            </p:nvSpPr>
            <p:spPr>
              <a:xfrm>
                <a:off x="7122903" y="6258791"/>
                <a:ext cx="188864" cy="71077"/>
              </a:xfrm>
              <a:custGeom>
                <a:avLst/>
                <a:gdLst>
                  <a:gd name="csX0" fmla="*/ 188730 w 188864"/>
                  <a:gd name="csY0" fmla="*/ 71143 h 71077"/>
                  <a:gd name="csX1" fmla="*/ -135 w 188864"/>
                  <a:gd name="csY1" fmla="*/ 58958 h 71077"/>
                  <a:gd name="csX2" fmla="*/ 14082 w 188864"/>
                  <a:gd name="csY2" fmla="*/ 65 h 71077"/>
                  <a:gd name="csX3" fmla="*/ 186698 w 188864"/>
                  <a:gd name="csY3" fmla="*/ 38652 h 71077"/>
                </a:gdLst>
                <a:ahLst/>
                <a:cxnLst>
                  <a:cxn ang="0">
                    <a:pos x="csX0" y="csY0"/>
                  </a:cxn>
                  <a:cxn ang="0">
                    <a:pos x="csX1" y="csY1"/>
                  </a:cxn>
                  <a:cxn ang="0">
                    <a:pos x="csX2" y="csY2"/>
                  </a:cxn>
                  <a:cxn ang="0">
                    <a:pos x="csX3" y="csY3"/>
                  </a:cxn>
                </a:cxnLst>
                <a:rect l="l" t="t" r="r" b="b"/>
                <a:pathLst>
                  <a:path w="188864" h="71077">
                    <a:moveTo>
                      <a:pt x="188730" y="71143"/>
                    </a:moveTo>
                    <a:lnTo>
                      <a:pt x="-135" y="58958"/>
                    </a:lnTo>
                    <a:lnTo>
                      <a:pt x="14082" y="65"/>
                    </a:lnTo>
                    <a:lnTo>
                      <a:pt x="186698" y="38652"/>
                    </a:lnTo>
                    <a:close/>
                  </a:path>
                </a:pathLst>
              </a:custGeom>
              <a:solidFill>
                <a:srgbClr val="E6E6E6"/>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orme libre : forme 35">
                <a:extLst>
                  <a:ext uri="{FF2B5EF4-FFF2-40B4-BE49-F238E27FC236}">
                    <a16:creationId xmlns:a16="http://schemas.microsoft.com/office/drawing/2014/main" id="{F4DD7C6F-BEF9-06D1-7FAF-35D5AC736064}"/>
                  </a:ext>
                </a:extLst>
              </p:cNvPr>
              <p:cNvSpPr/>
              <p:nvPr/>
            </p:nvSpPr>
            <p:spPr>
              <a:xfrm>
                <a:off x="7095270" y="5900934"/>
                <a:ext cx="267792" cy="416149"/>
              </a:xfrm>
              <a:custGeom>
                <a:avLst/>
                <a:gdLst>
                  <a:gd name="csX0" fmla="*/ 112923 w 267792"/>
                  <a:gd name="csY0" fmla="*/ 411403 h 416149"/>
                  <a:gd name="csX1" fmla="*/ 82462 w 267792"/>
                  <a:gd name="csY1" fmla="*/ 410748 h 416149"/>
                  <a:gd name="csX2" fmla="*/ 72493 w 267792"/>
                  <a:gd name="csY2" fmla="*/ 388398 h 416149"/>
                  <a:gd name="csX3" fmla="*/ 60198 w 267792"/>
                  <a:gd name="csY3" fmla="*/ 410277 h 416149"/>
                  <a:gd name="csX4" fmla="*/ 30445 w 267792"/>
                  <a:gd name="csY4" fmla="*/ 409644 h 416149"/>
                  <a:gd name="csX5" fmla="*/ 174 w 267792"/>
                  <a:gd name="csY5" fmla="*/ 392091 h 416149"/>
                  <a:gd name="csX6" fmla="*/ 30004 w 267792"/>
                  <a:gd name="csY6" fmla="*/ 300834 h 416149"/>
                  <a:gd name="csX7" fmla="*/ 39660 w 267792"/>
                  <a:gd name="csY7" fmla="*/ 217478 h 416149"/>
                  <a:gd name="csX8" fmla="*/ 24734 w 267792"/>
                  <a:gd name="csY8" fmla="*/ 138954 h 416149"/>
                  <a:gd name="csX9" fmla="*/ 78263 w 267792"/>
                  <a:gd name="csY9" fmla="*/ 27950 h 416149"/>
                  <a:gd name="csX10" fmla="*/ 100200 w 267792"/>
                  <a:gd name="csY10" fmla="*/ 16541 h 416149"/>
                  <a:gd name="csX11" fmla="*/ 112044 w 267792"/>
                  <a:gd name="csY11" fmla="*/ 95 h 416149"/>
                  <a:gd name="csX12" fmla="*/ 160743 w 267792"/>
                  <a:gd name="csY12" fmla="*/ 22246 h 416149"/>
                  <a:gd name="csX13" fmla="*/ 163258 w 267792"/>
                  <a:gd name="csY13" fmla="*/ 37657 h 416149"/>
                  <a:gd name="csX14" fmla="*/ 174758 w 267792"/>
                  <a:gd name="csY14" fmla="*/ 108412 h 416149"/>
                  <a:gd name="csX15" fmla="*/ 229160 w 267792"/>
                  <a:gd name="csY15" fmla="*/ 194640 h 416149"/>
                  <a:gd name="csX16" fmla="*/ 262842 w 267792"/>
                  <a:gd name="csY16" fmla="*/ 220040 h 416149"/>
                  <a:gd name="csX17" fmla="*/ 267668 w 267792"/>
                  <a:gd name="csY17" fmla="*/ 232108 h 416149"/>
                  <a:gd name="csX18" fmla="*/ 262737 w 267792"/>
                  <a:gd name="csY18" fmla="*/ 253009 h 416149"/>
                  <a:gd name="csX19" fmla="*/ 259297 w 267792"/>
                  <a:gd name="csY19" fmla="*/ 258818 h 416149"/>
                  <a:gd name="csX20" fmla="*/ 257138 w 267792"/>
                  <a:gd name="csY20" fmla="*/ 260346 h 416149"/>
                  <a:gd name="csX21" fmla="*/ 257138 w 267792"/>
                  <a:gd name="csY21" fmla="*/ 260346 h 416149"/>
                  <a:gd name="csX22" fmla="*/ 247943 w 267792"/>
                  <a:gd name="csY22" fmla="*/ 261076 h 416149"/>
                  <a:gd name="csX23" fmla="*/ 204257 w 267792"/>
                  <a:gd name="csY23" fmla="*/ 252388 h 416149"/>
                  <a:gd name="csX24" fmla="*/ 197757 w 267792"/>
                  <a:gd name="csY24" fmla="*/ 249862 h 416149"/>
                  <a:gd name="csX25" fmla="*/ 224809 w 267792"/>
                  <a:gd name="csY25" fmla="*/ 416244 h 416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67792" h="416149">
                    <a:moveTo>
                      <a:pt x="112923" y="411403"/>
                    </a:moveTo>
                    <a:lnTo>
                      <a:pt x="82462" y="410748"/>
                    </a:lnTo>
                    <a:lnTo>
                      <a:pt x="72493" y="388398"/>
                    </a:lnTo>
                    <a:lnTo>
                      <a:pt x="60198" y="410277"/>
                    </a:lnTo>
                    <a:lnTo>
                      <a:pt x="30445" y="409644"/>
                    </a:lnTo>
                    <a:lnTo>
                      <a:pt x="174" y="392091"/>
                    </a:lnTo>
                    <a:lnTo>
                      <a:pt x="30004" y="300834"/>
                    </a:lnTo>
                    <a:lnTo>
                      <a:pt x="39660" y="217478"/>
                    </a:lnTo>
                    <a:lnTo>
                      <a:pt x="24734" y="138954"/>
                    </a:lnTo>
                    <a:cubicBezTo>
                      <a:pt x="24734" y="138954"/>
                      <a:pt x="5965" y="66836"/>
                      <a:pt x="78263" y="27950"/>
                    </a:cubicBezTo>
                    <a:lnTo>
                      <a:pt x="100200" y="16541"/>
                    </a:lnTo>
                    <a:lnTo>
                      <a:pt x="112044" y="95"/>
                    </a:lnTo>
                    <a:cubicBezTo>
                      <a:pt x="112044" y="95"/>
                      <a:pt x="125287" y="4595"/>
                      <a:pt x="160743" y="22246"/>
                    </a:cubicBezTo>
                    <a:lnTo>
                      <a:pt x="163258" y="37657"/>
                    </a:lnTo>
                    <a:lnTo>
                      <a:pt x="174758" y="108412"/>
                    </a:lnTo>
                    <a:lnTo>
                      <a:pt x="229160" y="194640"/>
                    </a:lnTo>
                    <a:lnTo>
                      <a:pt x="262842" y="220040"/>
                    </a:lnTo>
                    <a:cubicBezTo>
                      <a:pt x="266825" y="222650"/>
                      <a:pt x="268753" y="227471"/>
                      <a:pt x="267668" y="232108"/>
                    </a:cubicBezTo>
                    <a:lnTo>
                      <a:pt x="262737" y="253009"/>
                    </a:lnTo>
                    <a:cubicBezTo>
                      <a:pt x="262206" y="255250"/>
                      <a:pt x="261006" y="257276"/>
                      <a:pt x="259297" y="258818"/>
                    </a:cubicBezTo>
                    <a:cubicBezTo>
                      <a:pt x="258641" y="259411"/>
                      <a:pt x="257916" y="259924"/>
                      <a:pt x="257138" y="260346"/>
                    </a:cubicBezTo>
                    <a:lnTo>
                      <a:pt x="257138" y="260346"/>
                    </a:lnTo>
                    <a:cubicBezTo>
                      <a:pt x="254316" y="261885"/>
                      <a:pt x="250972" y="262151"/>
                      <a:pt x="247943" y="261076"/>
                    </a:cubicBezTo>
                    <a:lnTo>
                      <a:pt x="204257" y="252388"/>
                    </a:lnTo>
                    <a:cubicBezTo>
                      <a:pt x="202060" y="251609"/>
                      <a:pt x="199894" y="250767"/>
                      <a:pt x="197757" y="249862"/>
                    </a:cubicBezTo>
                    <a:lnTo>
                      <a:pt x="224809" y="416244"/>
                    </a:lnTo>
                    <a:close/>
                  </a:path>
                </a:pathLst>
              </a:custGeom>
              <a:solidFill>
                <a:srgbClr val="D6D6E3"/>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orme libre : forme 38">
                <a:extLst>
                  <a:ext uri="{FF2B5EF4-FFF2-40B4-BE49-F238E27FC236}">
                    <a16:creationId xmlns:a16="http://schemas.microsoft.com/office/drawing/2014/main" id="{7AF7E1DC-9015-ED93-4ED6-8AE75A369CE4}"/>
                  </a:ext>
                </a:extLst>
              </p:cNvPr>
              <p:cNvSpPr/>
              <p:nvPr/>
            </p:nvSpPr>
            <p:spPr>
              <a:xfrm>
                <a:off x="7343369" y="6123907"/>
                <a:ext cx="139666" cy="76950"/>
              </a:xfrm>
              <a:custGeom>
                <a:avLst/>
                <a:gdLst>
                  <a:gd name="csX0" fmla="*/ 124657 w 139666"/>
                  <a:gd name="csY0" fmla="*/ 76239 h 76950"/>
                  <a:gd name="csX1" fmla="*/ 101154 w 139666"/>
                  <a:gd name="csY1" fmla="*/ 62258 h 76950"/>
                  <a:gd name="csX2" fmla="*/ 100609 w 139666"/>
                  <a:gd name="csY2" fmla="*/ 58890 h 76950"/>
                  <a:gd name="csX3" fmla="*/ 760 w 139666"/>
                  <a:gd name="csY3" fmla="*/ 34123 h 76950"/>
                  <a:gd name="csX4" fmla="*/ 17021 w 139666"/>
                  <a:gd name="csY4" fmla="*/ -112 h 76950"/>
                  <a:gd name="csX5" fmla="*/ 119872 w 139666"/>
                  <a:gd name="csY5" fmla="*/ 37912 h 76950"/>
                  <a:gd name="csX6" fmla="*/ 139447 w 139666"/>
                  <a:gd name="csY6" fmla="*/ 57221 h 76950"/>
                  <a:gd name="csX7" fmla="*/ 124657 w 139666"/>
                  <a:gd name="csY7" fmla="*/ 76232 h 76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9666" h="76950">
                    <a:moveTo>
                      <a:pt x="124657" y="76239"/>
                    </a:moveTo>
                    <a:cubicBezTo>
                      <a:pt x="114306" y="78869"/>
                      <a:pt x="103783" y="72609"/>
                      <a:pt x="101154" y="62258"/>
                    </a:cubicBezTo>
                    <a:cubicBezTo>
                      <a:pt x="100873" y="61154"/>
                      <a:pt x="100691" y="60027"/>
                      <a:pt x="100609" y="58890"/>
                    </a:cubicBezTo>
                    <a:cubicBezTo>
                      <a:pt x="100609" y="58890"/>
                      <a:pt x="6586" y="50071"/>
                      <a:pt x="760" y="34123"/>
                    </a:cubicBezTo>
                    <a:cubicBezTo>
                      <a:pt x="-5066" y="18175"/>
                      <a:pt x="17021" y="-112"/>
                      <a:pt x="17021" y="-112"/>
                    </a:cubicBezTo>
                    <a:lnTo>
                      <a:pt x="119872" y="37912"/>
                    </a:lnTo>
                    <a:cubicBezTo>
                      <a:pt x="130610" y="37839"/>
                      <a:pt x="139374" y="46484"/>
                      <a:pt x="139447" y="57221"/>
                    </a:cubicBezTo>
                    <a:cubicBezTo>
                      <a:pt x="139508" y="66217"/>
                      <a:pt x="133391" y="74080"/>
                      <a:pt x="124657" y="76232"/>
                    </a:cubicBezTo>
                    <a:close/>
                  </a:path>
                </a:pathLst>
              </a:custGeom>
              <a:solidFill>
                <a:srgbClr val="ED9DA0"/>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orme libre : forme 39">
                <a:extLst>
                  <a:ext uri="{FF2B5EF4-FFF2-40B4-BE49-F238E27FC236}">
                    <a16:creationId xmlns:a16="http://schemas.microsoft.com/office/drawing/2014/main" id="{BD94A924-CD3C-C12E-AA78-83664BC05D0B}"/>
                  </a:ext>
                </a:extLst>
              </p:cNvPr>
              <p:cNvSpPr/>
              <p:nvPr/>
            </p:nvSpPr>
            <p:spPr>
              <a:xfrm>
                <a:off x="6964028" y="6726147"/>
                <a:ext cx="117210" cy="106608"/>
              </a:xfrm>
              <a:custGeom>
                <a:avLst/>
                <a:gdLst>
                  <a:gd name="csX0" fmla="*/ 8923 w 117210"/>
                  <a:gd name="csY0" fmla="*/ 47800 h 106608"/>
                  <a:gd name="csX1" fmla="*/ 72372 w 117210"/>
                  <a:gd name="csY1" fmla="*/ 95608 h 106608"/>
                  <a:gd name="csX2" fmla="*/ 90835 w 117210"/>
                  <a:gd name="csY2" fmla="*/ 103893 h 106608"/>
                  <a:gd name="csX3" fmla="*/ 106771 w 117210"/>
                  <a:gd name="csY3" fmla="*/ 107080 h 106608"/>
                  <a:gd name="csX4" fmla="*/ 117122 w 117210"/>
                  <a:gd name="csY4" fmla="*/ 100177 h 106608"/>
                  <a:gd name="csX5" fmla="*/ 115474 w 117210"/>
                  <a:gd name="csY5" fmla="*/ 93097 h 106608"/>
                  <a:gd name="csX6" fmla="*/ 96379 w 117210"/>
                  <a:gd name="csY6" fmla="*/ 68241 h 106608"/>
                  <a:gd name="csX7" fmla="*/ 71439 w 117210"/>
                  <a:gd name="csY7" fmla="*/ 15432 h 106608"/>
                  <a:gd name="csX8" fmla="*/ 71291 w 117210"/>
                  <a:gd name="csY8" fmla="*/ 15565 h 106608"/>
                  <a:gd name="csX9" fmla="*/ 61504 w 117210"/>
                  <a:gd name="csY9" fmla="*/ 24147 h 106608"/>
                  <a:gd name="csX10" fmla="*/ 43572 w 117210"/>
                  <a:gd name="csY10" fmla="*/ 21050 h 106608"/>
                  <a:gd name="csX11" fmla="*/ 38145 w 117210"/>
                  <a:gd name="csY11" fmla="*/ 1905 h 106608"/>
                  <a:gd name="csX12" fmla="*/ 38160 w 117210"/>
                  <a:gd name="csY12" fmla="*/ 1810 h 106608"/>
                  <a:gd name="csX13" fmla="*/ 38080 w 117210"/>
                  <a:gd name="csY13" fmla="*/ 1760 h 106608"/>
                  <a:gd name="csX14" fmla="*/ 32574 w 117210"/>
                  <a:gd name="csY14" fmla="*/ 946 h 106608"/>
                  <a:gd name="csX15" fmla="*/ 26628 w 117210"/>
                  <a:gd name="csY15" fmla="*/ 7795 h 106608"/>
                  <a:gd name="csX16" fmla="*/ 12823 w 117210"/>
                  <a:gd name="csY16" fmla="*/ 19729 h 106608"/>
                  <a:gd name="csX17" fmla="*/ 1756 w 117210"/>
                  <a:gd name="csY17" fmla="*/ 25610 h 106608"/>
                  <a:gd name="csX18" fmla="*/ 679 w 117210"/>
                  <a:gd name="csY18" fmla="*/ 35557 h 106608"/>
                  <a:gd name="csX19" fmla="*/ 8902 w 117210"/>
                  <a:gd name="csY19" fmla="*/ 47801 h 106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7210" h="106608">
                    <a:moveTo>
                      <a:pt x="8923" y="47800"/>
                    </a:moveTo>
                    <a:lnTo>
                      <a:pt x="72372" y="95608"/>
                    </a:lnTo>
                    <a:cubicBezTo>
                      <a:pt x="77833" y="99710"/>
                      <a:pt x="84141" y="102540"/>
                      <a:pt x="90835" y="103893"/>
                    </a:cubicBezTo>
                    <a:lnTo>
                      <a:pt x="106771" y="107080"/>
                    </a:lnTo>
                    <a:cubicBezTo>
                      <a:pt x="111536" y="108032"/>
                      <a:pt x="116170" y="104942"/>
                      <a:pt x="117122" y="100177"/>
                    </a:cubicBezTo>
                    <a:cubicBezTo>
                      <a:pt x="117619" y="97690"/>
                      <a:pt x="117018" y="95109"/>
                      <a:pt x="115474" y="93097"/>
                    </a:cubicBezTo>
                    <a:lnTo>
                      <a:pt x="96379" y="68241"/>
                    </a:lnTo>
                    <a:lnTo>
                      <a:pt x="71439" y="15432"/>
                    </a:lnTo>
                    <a:lnTo>
                      <a:pt x="71291" y="15565"/>
                    </a:lnTo>
                    <a:cubicBezTo>
                      <a:pt x="67573" y="18894"/>
                      <a:pt x="61931" y="23900"/>
                      <a:pt x="61504" y="24147"/>
                    </a:cubicBezTo>
                    <a:cubicBezTo>
                      <a:pt x="53618" y="25807"/>
                      <a:pt x="47584" y="24765"/>
                      <a:pt x="43572" y="21050"/>
                    </a:cubicBezTo>
                    <a:cubicBezTo>
                      <a:pt x="36582" y="14580"/>
                      <a:pt x="38130" y="2032"/>
                      <a:pt x="38145" y="1905"/>
                    </a:cubicBezTo>
                    <a:lnTo>
                      <a:pt x="38160" y="1810"/>
                    </a:lnTo>
                    <a:lnTo>
                      <a:pt x="38080" y="1760"/>
                    </a:lnTo>
                    <a:cubicBezTo>
                      <a:pt x="36471" y="649"/>
                      <a:pt x="34436" y="348"/>
                      <a:pt x="32574" y="946"/>
                    </a:cubicBezTo>
                    <a:cubicBezTo>
                      <a:pt x="28876" y="2250"/>
                      <a:pt x="26914" y="7057"/>
                      <a:pt x="26628" y="7795"/>
                    </a:cubicBezTo>
                    <a:cubicBezTo>
                      <a:pt x="23030" y="8260"/>
                      <a:pt x="13579" y="18869"/>
                      <a:pt x="12823" y="19729"/>
                    </a:cubicBezTo>
                    <a:cubicBezTo>
                      <a:pt x="7436" y="20651"/>
                      <a:pt x="3716" y="22630"/>
                      <a:pt x="1756" y="25610"/>
                    </a:cubicBezTo>
                    <a:cubicBezTo>
                      <a:pt x="-6" y="28620"/>
                      <a:pt x="-398" y="32239"/>
                      <a:pt x="679" y="35557"/>
                    </a:cubicBezTo>
                    <a:cubicBezTo>
                      <a:pt x="1944" y="40456"/>
                      <a:pt x="4845" y="44777"/>
                      <a:pt x="8902" y="47801"/>
                    </a:cubicBezTo>
                    <a:close/>
                  </a:path>
                </a:pathLst>
              </a:custGeom>
              <a:solidFill>
                <a:srgbClr val="090814"/>
              </a:solidFill>
              <a:ln w="1478"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49" name="Rectangle 48">
            <a:extLst>
              <a:ext uri="{FF2B5EF4-FFF2-40B4-BE49-F238E27FC236}">
                <a16:creationId xmlns:a16="http://schemas.microsoft.com/office/drawing/2014/main" id="{BDC0C0A9-7F59-CBA5-9968-ED5F0706E2DB}"/>
              </a:ext>
            </a:extLst>
          </p:cNvPr>
          <p:cNvSpPr/>
          <p:nvPr/>
        </p:nvSpPr>
        <p:spPr>
          <a:xfrm>
            <a:off x="6499427" y="4882109"/>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J’ai besoin de prévenir et d’accompagner les situations de RPS pour mon collectif</a:t>
            </a:r>
          </a:p>
        </p:txBody>
      </p:sp>
      <p:grpSp>
        <p:nvGrpSpPr>
          <p:cNvPr id="53" name="Groupe 52">
            <a:extLst>
              <a:ext uri="{FF2B5EF4-FFF2-40B4-BE49-F238E27FC236}">
                <a16:creationId xmlns:a16="http://schemas.microsoft.com/office/drawing/2014/main" id="{2B703F5E-9684-D983-DEDC-6DEAAD24ECF7}"/>
              </a:ext>
            </a:extLst>
          </p:cNvPr>
          <p:cNvGrpSpPr/>
          <p:nvPr/>
        </p:nvGrpSpPr>
        <p:grpSpPr>
          <a:xfrm>
            <a:off x="905066" y="1614273"/>
            <a:ext cx="4768645" cy="3881647"/>
            <a:chOff x="1121376" y="1635044"/>
            <a:chExt cx="4768645" cy="3881647"/>
          </a:xfrm>
        </p:grpSpPr>
        <p:pic>
          <p:nvPicPr>
            <p:cNvPr id="55" name="Graphique 54">
              <a:extLst>
                <a:ext uri="{FF2B5EF4-FFF2-40B4-BE49-F238E27FC236}">
                  <a16:creationId xmlns:a16="http://schemas.microsoft.com/office/drawing/2014/main" id="{879D07AC-5BD3-824E-56A4-0C546CBA37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75698" y="1635044"/>
              <a:ext cx="3060000" cy="2983739"/>
            </a:xfrm>
            <a:prstGeom prst="rect">
              <a:avLst/>
            </a:prstGeom>
          </p:spPr>
        </p:pic>
        <p:sp>
          <p:nvSpPr>
            <p:cNvPr id="56" name="Rectangle 55">
              <a:extLst>
                <a:ext uri="{FF2B5EF4-FFF2-40B4-BE49-F238E27FC236}">
                  <a16:creationId xmlns:a16="http://schemas.microsoft.com/office/drawing/2014/main" id="{71223C55-D518-E038-51A4-4BDFE02187B7}"/>
                </a:ext>
              </a:extLst>
            </p:cNvPr>
            <p:cNvSpPr/>
            <p:nvPr/>
          </p:nvSpPr>
          <p:spPr>
            <a:xfrm>
              <a:off x="1121376" y="4895978"/>
              <a:ext cx="4768645" cy="6207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besoin d’intégrer les facteurs humains en amont et pendant mon projet</a:t>
              </a:r>
            </a:p>
          </p:txBody>
        </p:sp>
      </p:grpSp>
      <p:grpSp>
        <p:nvGrpSpPr>
          <p:cNvPr id="57" name="Groupe 56">
            <a:extLst>
              <a:ext uri="{FF2B5EF4-FFF2-40B4-BE49-F238E27FC236}">
                <a16:creationId xmlns:a16="http://schemas.microsoft.com/office/drawing/2014/main" id="{DE6503DE-76F9-C1EB-E5A7-DF9926574106}"/>
              </a:ext>
            </a:extLst>
          </p:cNvPr>
          <p:cNvGrpSpPr/>
          <p:nvPr/>
        </p:nvGrpSpPr>
        <p:grpSpPr>
          <a:xfrm>
            <a:off x="5375960" y="5557115"/>
            <a:ext cx="644662" cy="432000"/>
            <a:chOff x="4881260" y="5996412"/>
            <a:chExt cx="644662" cy="432000"/>
          </a:xfrm>
        </p:grpSpPr>
        <p:sp>
          <p:nvSpPr>
            <p:cNvPr id="58" name="Rectangle 57">
              <a:extLst>
                <a:ext uri="{FF2B5EF4-FFF2-40B4-BE49-F238E27FC236}">
                  <a16:creationId xmlns:a16="http://schemas.microsoft.com/office/drawing/2014/main" id="{0F521D7D-8C89-5485-5F47-4B82491A1A7E}"/>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59" name="Forme libre : forme 58">
              <a:hlinkClick r:id="rId4" action="ppaction://hlinksldjump"/>
              <a:extLst>
                <a:ext uri="{FF2B5EF4-FFF2-40B4-BE49-F238E27FC236}">
                  <a16:creationId xmlns:a16="http://schemas.microsoft.com/office/drawing/2014/main" id="{448C6698-838B-3787-1D38-FF99A199BDB7}"/>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0" name="Groupe 59">
            <a:extLst>
              <a:ext uri="{FF2B5EF4-FFF2-40B4-BE49-F238E27FC236}">
                <a16:creationId xmlns:a16="http://schemas.microsoft.com/office/drawing/2014/main" id="{ED07FBD2-1B98-BDB7-92CA-5336948ED5EF}"/>
              </a:ext>
            </a:extLst>
          </p:cNvPr>
          <p:cNvGrpSpPr/>
          <p:nvPr/>
        </p:nvGrpSpPr>
        <p:grpSpPr>
          <a:xfrm>
            <a:off x="10964603" y="5557115"/>
            <a:ext cx="644662" cy="432000"/>
            <a:chOff x="4881260" y="5996412"/>
            <a:chExt cx="644662" cy="432000"/>
          </a:xfrm>
        </p:grpSpPr>
        <p:sp>
          <p:nvSpPr>
            <p:cNvPr id="61" name="Rectangle 60">
              <a:extLst>
                <a:ext uri="{FF2B5EF4-FFF2-40B4-BE49-F238E27FC236}">
                  <a16:creationId xmlns:a16="http://schemas.microsoft.com/office/drawing/2014/main" id="{FE58F227-4135-A34A-D601-845EF1A3772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62" name="Forme libre : forme 61">
              <a:hlinkClick r:id="rId3" action="ppaction://hlinksldjump"/>
              <a:extLst>
                <a:ext uri="{FF2B5EF4-FFF2-40B4-BE49-F238E27FC236}">
                  <a16:creationId xmlns:a16="http://schemas.microsoft.com/office/drawing/2014/main" id="{AA4D9258-3CE5-685E-AB24-7B5C1A80053C}"/>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306A92"/>
            </a:solidFill>
            <a:ln w="9525" cap="flat">
              <a:solidFill>
                <a:srgbClr val="306A9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5" name="Rectangle : coins arrondis 64">
            <a:extLst>
              <a:ext uri="{FF2B5EF4-FFF2-40B4-BE49-F238E27FC236}">
                <a16:creationId xmlns:a16="http://schemas.microsoft.com/office/drawing/2014/main" id="{3D7B1B9D-8920-E9B4-2B59-F0C56A46E9E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Tree>
    <p:extLst>
      <p:ext uri="{BB962C8B-B14F-4D97-AF65-F5344CB8AC3E}">
        <p14:creationId xmlns:p14="http://schemas.microsoft.com/office/powerpoint/2010/main" val="231702192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9C77-96DF-A517-EECF-55CA17288A49}"/>
            </a:ext>
          </a:extLst>
        </p:cNvPr>
        <p:cNvGrpSpPr/>
        <p:nvPr/>
      </p:nvGrpSpPr>
      <p:grpSpPr>
        <a:xfrm>
          <a:off x="0" y="0"/>
          <a:ext cx="0" cy="0"/>
          <a:chOff x="0" y="0"/>
          <a:chExt cx="0" cy="0"/>
        </a:xfrm>
      </p:grpSpPr>
      <p:grpSp>
        <p:nvGrpSpPr>
          <p:cNvPr id="2" name="Groupe 1">
            <a:extLst>
              <a:ext uri="{FF2B5EF4-FFF2-40B4-BE49-F238E27FC236}">
                <a16:creationId xmlns:a16="http://schemas.microsoft.com/office/drawing/2014/main" id="{32023236-A907-23C0-F0C3-33EB490B4655}"/>
              </a:ext>
            </a:extLst>
          </p:cNvPr>
          <p:cNvGrpSpPr>
            <a:grpSpLocks noChangeAspect="1"/>
          </p:cNvGrpSpPr>
          <p:nvPr/>
        </p:nvGrpSpPr>
        <p:grpSpPr>
          <a:xfrm>
            <a:off x="11001871" y="6336764"/>
            <a:ext cx="1082632" cy="444130"/>
            <a:chOff x="5810" y="1578917"/>
            <a:chExt cx="559801" cy="229645"/>
          </a:xfrm>
        </p:grpSpPr>
        <p:sp>
          <p:nvSpPr>
            <p:cNvPr id="5" name="Rectangle : coins arrondis 4">
              <a:hlinkClick r:id="rId3" action="ppaction://hlinksldjump"/>
              <a:extLst>
                <a:ext uri="{FF2B5EF4-FFF2-40B4-BE49-F238E27FC236}">
                  <a16:creationId xmlns:a16="http://schemas.microsoft.com/office/drawing/2014/main" id="{AA0F333C-FAEF-432B-5171-F6FF631FA7E2}"/>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3"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8" name="Graphique 7" descr="Retour avec un remplissage uni">
              <a:hlinkClick r:id="rId3" action="ppaction://hlinksldjump"/>
              <a:extLst>
                <a:ext uri="{FF2B5EF4-FFF2-40B4-BE49-F238E27FC236}">
                  <a16:creationId xmlns:a16="http://schemas.microsoft.com/office/drawing/2014/main" id="{E6565A00-6C57-B8A6-4483-A4466E57E6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60" y="1578917"/>
              <a:ext cx="229645" cy="229645"/>
            </a:xfrm>
            <a:prstGeom prst="rect">
              <a:avLst/>
            </a:prstGeom>
          </p:spPr>
        </p:pic>
      </p:grpSp>
      <p:pic>
        <p:nvPicPr>
          <p:cNvPr id="35" name="Graphique 34">
            <a:extLst>
              <a:ext uri="{FF2B5EF4-FFF2-40B4-BE49-F238E27FC236}">
                <a16:creationId xmlns:a16="http://schemas.microsoft.com/office/drawing/2014/main" id="{CD7FC203-CAB0-1318-4DBA-D8A64330FF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flipH="1">
            <a:off x="8700940" y="1333859"/>
            <a:ext cx="2664000" cy="2416329"/>
          </a:xfrm>
          <a:prstGeom prst="rect">
            <a:avLst/>
          </a:prstGeom>
        </p:spPr>
      </p:pic>
      <p:grpSp>
        <p:nvGrpSpPr>
          <p:cNvPr id="157" name="Groupe 156">
            <a:extLst>
              <a:ext uri="{FF2B5EF4-FFF2-40B4-BE49-F238E27FC236}">
                <a16:creationId xmlns:a16="http://schemas.microsoft.com/office/drawing/2014/main" id="{F2D1C194-7C4D-7A21-5419-F4C9F18E4BD9}"/>
              </a:ext>
            </a:extLst>
          </p:cNvPr>
          <p:cNvGrpSpPr>
            <a:grpSpLocks noChangeAspect="1"/>
          </p:cNvGrpSpPr>
          <p:nvPr/>
        </p:nvGrpSpPr>
        <p:grpSpPr>
          <a:xfrm>
            <a:off x="5100277" y="1300426"/>
            <a:ext cx="1764000" cy="2437738"/>
            <a:chOff x="3841123" y="2548418"/>
            <a:chExt cx="1265821" cy="1749283"/>
          </a:xfrm>
        </p:grpSpPr>
        <p:sp>
          <p:nvSpPr>
            <p:cNvPr id="108" name="Forme libre : forme 107">
              <a:extLst>
                <a:ext uri="{FF2B5EF4-FFF2-40B4-BE49-F238E27FC236}">
                  <a16:creationId xmlns:a16="http://schemas.microsoft.com/office/drawing/2014/main" id="{EF909E28-4B53-991A-8098-AB595A31A60A}"/>
                </a:ext>
              </a:extLst>
            </p:cNvPr>
            <p:cNvSpPr/>
            <p:nvPr/>
          </p:nvSpPr>
          <p:spPr>
            <a:xfrm>
              <a:off x="3841123" y="2548418"/>
              <a:ext cx="1265821" cy="1749283"/>
            </a:xfrm>
            <a:custGeom>
              <a:avLst/>
              <a:gdLst>
                <a:gd name="csX0" fmla="*/ 1169567 w 1265821"/>
                <a:gd name="csY0" fmla="*/ 1749136 h 1749283"/>
                <a:gd name="csX1" fmla="*/ 95743 w 1265821"/>
                <a:gd name="csY1" fmla="*/ 1749136 h 1749283"/>
                <a:gd name="csX2" fmla="*/ -256 w 1265821"/>
                <a:gd name="csY2" fmla="*/ 1653137 h 1749283"/>
                <a:gd name="csX3" fmla="*/ -256 w 1265821"/>
                <a:gd name="csY3" fmla="*/ 95851 h 1749283"/>
                <a:gd name="csX4" fmla="*/ 95743 w 1265821"/>
                <a:gd name="csY4" fmla="*/ -148 h 1749283"/>
                <a:gd name="csX5" fmla="*/ 1169567 w 1265821"/>
                <a:gd name="csY5" fmla="*/ -148 h 1749283"/>
                <a:gd name="csX6" fmla="*/ 1265566 w 1265821"/>
                <a:gd name="csY6" fmla="*/ 95851 h 1749283"/>
                <a:gd name="csX7" fmla="*/ 1265566 w 1265821"/>
                <a:gd name="csY7" fmla="*/ 1653137 h 1749283"/>
                <a:gd name="csX8" fmla="*/ 1169567 w 1265821"/>
                <a:gd name="csY8" fmla="*/ 1749136 h 17492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65821" h="1749283">
                  <a:moveTo>
                    <a:pt x="1169567" y="1749136"/>
                  </a:moveTo>
                  <a:lnTo>
                    <a:pt x="95743" y="1749136"/>
                  </a:lnTo>
                  <a:cubicBezTo>
                    <a:pt x="42749" y="1749076"/>
                    <a:pt x="-196" y="1706131"/>
                    <a:pt x="-256" y="1653137"/>
                  </a:cubicBezTo>
                  <a:lnTo>
                    <a:pt x="-256" y="95851"/>
                  </a:lnTo>
                  <a:cubicBezTo>
                    <a:pt x="-196" y="42857"/>
                    <a:pt x="42749" y="-88"/>
                    <a:pt x="95743" y="-148"/>
                  </a:cubicBezTo>
                  <a:lnTo>
                    <a:pt x="1169567" y="-148"/>
                  </a:lnTo>
                  <a:cubicBezTo>
                    <a:pt x="1222561" y="-88"/>
                    <a:pt x="1265506" y="42857"/>
                    <a:pt x="1265566" y="95851"/>
                  </a:cubicBezTo>
                  <a:lnTo>
                    <a:pt x="1265566" y="1653137"/>
                  </a:lnTo>
                  <a:cubicBezTo>
                    <a:pt x="1265506" y="1706131"/>
                    <a:pt x="1222561" y="1749076"/>
                    <a:pt x="1169567" y="1749136"/>
                  </a:cubicBezTo>
                  <a:close/>
                </a:path>
              </a:pathLst>
            </a:cu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orme libre : forme 108">
              <a:extLst>
                <a:ext uri="{FF2B5EF4-FFF2-40B4-BE49-F238E27FC236}">
                  <a16:creationId xmlns:a16="http://schemas.microsoft.com/office/drawing/2014/main" id="{ABC92EBD-A99D-2488-32FC-A02338BAA248}"/>
                </a:ext>
              </a:extLst>
            </p:cNvPr>
            <p:cNvSpPr/>
            <p:nvPr/>
          </p:nvSpPr>
          <p:spPr>
            <a:xfrm>
              <a:off x="3905639" y="2609667"/>
              <a:ext cx="1136789" cy="1626784"/>
            </a:xfrm>
            <a:custGeom>
              <a:avLst/>
              <a:gdLst>
                <a:gd name="csX0" fmla="*/ 1106941 w 1136789"/>
                <a:gd name="csY0" fmla="*/ 1626637 h 1626784"/>
                <a:gd name="csX1" fmla="*/ 29337 w 1136789"/>
                <a:gd name="csY1" fmla="*/ 1626637 h 1626784"/>
                <a:gd name="csX2" fmla="*/ -256 w 1136789"/>
                <a:gd name="csY2" fmla="*/ 1597044 h 1626784"/>
                <a:gd name="csX3" fmla="*/ -256 w 1136789"/>
                <a:gd name="csY3" fmla="*/ 29445 h 1626784"/>
                <a:gd name="csX4" fmla="*/ 29337 w 1136789"/>
                <a:gd name="csY4" fmla="*/ -148 h 1626784"/>
                <a:gd name="csX5" fmla="*/ 1106941 w 1136789"/>
                <a:gd name="csY5" fmla="*/ -148 h 1626784"/>
                <a:gd name="csX6" fmla="*/ 1136534 w 1136789"/>
                <a:gd name="csY6" fmla="*/ 29445 h 1626784"/>
                <a:gd name="csX7" fmla="*/ 1136534 w 1136789"/>
                <a:gd name="csY7" fmla="*/ 1597044 h 1626784"/>
                <a:gd name="csX8" fmla="*/ 1106941 w 1136789"/>
                <a:gd name="csY8" fmla="*/ 1626637 h 16267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36789" h="1626784">
                  <a:moveTo>
                    <a:pt x="1106941" y="1626637"/>
                  </a:moveTo>
                  <a:lnTo>
                    <a:pt x="29337" y="1626637"/>
                  </a:lnTo>
                  <a:cubicBezTo>
                    <a:pt x="13001" y="1626618"/>
                    <a:pt x="-237" y="1613380"/>
                    <a:pt x="-256" y="1597044"/>
                  </a:cubicBezTo>
                  <a:lnTo>
                    <a:pt x="-256" y="29445"/>
                  </a:lnTo>
                  <a:cubicBezTo>
                    <a:pt x="-237" y="13109"/>
                    <a:pt x="13001" y="-129"/>
                    <a:pt x="29337" y="-148"/>
                  </a:cubicBezTo>
                  <a:lnTo>
                    <a:pt x="1106941" y="-148"/>
                  </a:lnTo>
                  <a:cubicBezTo>
                    <a:pt x="1123277" y="-129"/>
                    <a:pt x="1136515" y="13109"/>
                    <a:pt x="1136534" y="29445"/>
                  </a:cubicBezTo>
                  <a:lnTo>
                    <a:pt x="1136534" y="1597044"/>
                  </a:lnTo>
                  <a:cubicBezTo>
                    <a:pt x="1136515" y="1613380"/>
                    <a:pt x="1123277" y="1626618"/>
                    <a:pt x="1106941" y="1626637"/>
                  </a:cubicBezTo>
                  <a:close/>
                </a:path>
              </a:pathLst>
            </a:custGeom>
            <a:solidFill>
              <a:srgbClr val="FFFFFF"/>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Ellipse 109">
              <a:extLst>
                <a:ext uri="{FF2B5EF4-FFF2-40B4-BE49-F238E27FC236}">
                  <a16:creationId xmlns:a16="http://schemas.microsoft.com/office/drawing/2014/main" id="{2FC77C45-AC29-3CF8-B6D5-3F0B42BF7321}"/>
                </a:ext>
              </a:extLst>
            </p:cNvPr>
            <p:cNvSpPr/>
            <p:nvPr/>
          </p:nvSpPr>
          <p:spPr>
            <a:xfrm>
              <a:off x="4461783" y="2569651"/>
              <a:ext cx="16333" cy="16333"/>
            </a:xfrm>
            <a:prstGeom prst="ellipse">
              <a:avLst/>
            </a:prstGeom>
            <a:solidFill>
              <a:srgbClr val="FFFFFF"/>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1" name="Rectangle 110">
              <a:extLst>
                <a:ext uri="{FF2B5EF4-FFF2-40B4-BE49-F238E27FC236}">
                  <a16:creationId xmlns:a16="http://schemas.microsoft.com/office/drawing/2014/main" id="{A441FE96-32F7-AD0D-E752-E37A37F5D088}"/>
                </a:ext>
              </a:extLst>
            </p:cNvPr>
            <p:cNvSpPr/>
            <p:nvPr/>
          </p:nvSpPr>
          <p:spPr>
            <a:xfrm>
              <a:off x="4230986" y="3438905"/>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2" name="Rectangle 111">
              <a:extLst>
                <a:ext uri="{FF2B5EF4-FFF2-40B4-BE49-F238E27FC236}">
                  <a16:creationId xmlns:a16="http://schemas.microsoft.com/office/drawing/2014/main" id="{7D272051-5291-902C-22FB-2580C3096626}"/>
                </a:ext>
              </a:extLst>
            </p:cNvPr>
            <p:cNvSpPr/>
            <p:nvPr/>
          </p:nvSpPr>
          <p:spPr>
            <a:xfrm>
              <a:off x="4230986" y="3522662"/>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Rectangle 112">
              <a:extLst>
                <a:ext uri="{FF2B5EF4-FFF2-40B4-BE49-F238E27FC236}">
                  <a16:creationId xmlns:a16="http://schemas.microsoft.com/office/drawing/2014/main" id="{2449C593-A722-0518-7107-921C15DAB332}"/>
                </a:ext>
              </a:extLst>
            </p:cNvPr>
            <p:cNvSpPr/>
            <p:nvPr/>
          </p:nvSpPr>
          <p:spPr>
            <a:xfrm>
              <a:off x="4230986" y="3606420"/>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4" name="Rectangle 113">
              <a:extLst>
                <a:ext uri="{FF2B5EF4-FFF2-40B4-BE49-F238E27FC236}">
                  <a16:creationId xmlns:a16="http://schemas.microsoft.com/office/drawing/2014/main" id="{74B94763-E747-9043-8EC2-AFC1960066CD}"/>
                </a:ext>
              </a:extLst>
            </p:cNvPr>
            <p:cNvSpPr/>
            <p:nvPr/>
          </p:nvSpPr>
          <p:spPr>
            <a:xfrm>
              <a:off x="4005263" y="3455251"/>
              <a:ext cx="161272" cy="161272"/>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5" name="Rectangle 114">
              <a:extLst>
                <a:ext uri="{FF2B5EF4-FFF2-40B4-BE49-F238E27FC236}">
                  <a16:creationId xmlns:a16="http://schemas.microsoft.com/office/drawing/2014/main" id="{B5B8C177-B09A-D24E-4394-2E7EC1D7BBAA}"/>
                </a:ext>
              </a:extLst>
            </p:cNvPr>
            <p:cNvSpPr/>
            <p:nvPr/>
          </p:nvSpPr>
          <p:spPr>
            <a:xfrm>
              <a:off x="4230986" y="3789939"/>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DDB7812C-FEB7-DEA3-EE0C-F00445DF48F9}"/>
                </a:ext>
              </a:extLst>
            </p:cNvPr>
            <p:cNvSpPr/>
            <p:nvPr/>
          </p:nvSpPr>
          <p:spPr>
            <a:xfrm>
              <a:off x="4230986" y="3873697"/>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Rectangle 116">
              <a:extLst>
                <a:ext uri="{FF2B5EF4-FFF2-40B4-BE49-F238E27FC236}">
                  <a16:creationId xmlns:a16="http://schemas.microsoft.com/office/drawing/2014/main" id="{48A6D44A-0FB6-EF24-48BF-45C4C84F1F60}"/>
                </a:ext>
              </a:extLst>
            </p:cNvPr>
            <p:cNvSpPr/>
            <p:nvPr/>
          </p:nvSpPr>
          <p:spPr>
            <a:xfrm>
              <a:off x="4230986" y="3957455"/>
              <a:ext cx="711817" cy="26449"/>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Rectangle 117">
              <a:extLst>
                <a:ext uri="{FF2B5EF4-FFF2-40B4-BE49-F238E27FC236}">
                  <a16:creationId xmlns:a16="http://schemas.microsoft.com/office/drawing/2014/main" id="{CA4D4503-AB6C-DF67-BB1D-F5E6F83848D6}"/>
                </a:ext>
              </a:extLst>
            </p:cNvPr>
            <p:cNvSpPr/>
            <p:nvPr/>
          </p:nvSpPr>
          <p:spPr>
            <a:xfrm>
              <a:off x="4005263" y="3806286"/>
              <a:ext cx="161272" cy="161272"/>
            </a:xfrm>
            <a:prstGeom prst="rect">
              <a:avLst/>
            </a:prstGeom>
            <a:solidFill>
              <a:srgbClr val="E4E4E4"/>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Rectangle 118">
              <a:extLst>
                <a:ext uri="{FF2B5EF4-FFF2-40B4-BE49-F238E27FC236}">
                  <a16:creationId xmlns:a16="http://schemas.microsoft.com/office/drawing/2014/main" id="{CF5D3C19-25EC-46FF-7FC1-7B47A80FA5C3}"/>
                </a:ext>
              </a:extLst>
            </p:cNvPr>
            <p:cNvSpPr/>
            <p:nvPr/>
          </p:nvSpPr>
          <p:spPr>
            <a:xfrm rot="20331349">
              <a:off x="4359822" y="2877372"/>
              <a:ext cx="298965" cy="288613"/>
            </a:xfrm>
            <a:prstGeom prst="rect">
              <a:avLst/>
            </a:prstGeom>
            <a:solidFill>
              <a:srgbClr val="59B7A1"/>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orme libre : forme 119">
              <a:extLst>
                <a:ext uri="{FF2B5EF4-FFF2-40B4-BE49-F238E27FC236}">
                  <a16:creationId xmlns:a16="http://schemas.microsoft.com/office/drawing/2014/main" id="{57E7A74B-48C1-9263-4DA7-138F7863356D}"/>
                </a:ext>
              </a:extLst>
            </p:cNvPr>
            <p:cNvSpPr/>
            <p:nvPr/>
          </p:nvSpPr>
          <p:spPr>
            <a:xfrm>
              <a:off x="4241557" y="2792038"/>
              <a:ext cx="414565" cy="408333"/>
            </a:xfrm>
            <a:custGeom>
              <a:avLst/>
              <a:gdLst>
                <a:gd name="csX0" fmla="*/ 112529 w 414565"/>
                <a:gd name="csY0" fmla="*/ 408186 h 408333"/>
                <a:gd name="csX1" fmla="*/ -256 w 414565"/>
                <a:gd name="csY1" fmla="*/ 116569 h 408333"/>
                <a:gd name="csX2" fmla="*/ 301526 w 414565"/>
                <a:gd name="csY2" fmla="*/ -148 h 408333"/>
                <a:gd name="csX3" fmla="*/ 414310 w 414565"/>
                <a:gd name="csY3" fmla="*/ 291469 h 408333"/>
                <a:gd name="csX4" fmla="*/ 11209 w 414565"/>
                <a:gd name="csY4" fmla="*/ 121638 h 408333"/>
                <a:gd name="csX5" fmla="*/ 117599 w 414565"/>
                <a:gd name="csY5" fmla="*/ 396720 h 408333"/>
                <a:gd name="csX6" fmla="*/ 402844 w 414565"/>
                <a:gd name="csY6" fmla="*/ 286400 h 408333"/>
                <a:gd name="csX7" fmla="*/ 296456 w 414565"/>
                <a:gd name="csY7" fmla="*/ 11318 h 4083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14565" h="408333">
                  <a:moveTo>
                    <a:pt x="112529" y="408186"/>
                  </a:moveTo>
                  <a:lnTo>
                    <a:pt x="-256" y="116569"/>
                  </a:lnTo>
                  <a:lnTo>
                    <a:pt x="301526" y="-148"/>
                  </a:lnTo>
                  <a:lnTo>
                    <a:pt x="414310" y="291469"/>
                  </a:lnTo>
                  <a:close/>
                  <a:moveTo>
                    <a:pt x="11209" y="121638"/>
                  </a:moveTo>
                  <a:lnTo>
                    <a:pt x="117599" y="396720"/>
                  </a:lnTo>
                  <a:lnTo>
                    <a:pt x="402844" y="286400"/>
                  </a:lnTo>
                  <a:lnTo>
                    <a:pt x="296456" y="11318"/>
                  </a:lnTo>
                  <a:close/>
                </a:path>
              </a:pathLst>
            </a:custGeom>
            <a:solidFill>
              <a:srgbClr val="3F3D56"/>
            </a:solidFill>
            <a:ln w="442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1" name="Groupe 100">
            <a:extLst>
              <a:ext uri="{FF2B5EF4-FFF2-40B4-BE49-F238E27FC236}">
                <a16:creationId xmlns:a16="http://schemas.microsoft.com/office/drawing/2014/main" id="{ABACC557-7E7A-00D1-1482-0B2D894AA405}"/>
              </a:ext>
            </a:extLst>
          </p:cNvPr>
          <p:cNvGrpSpPr>
            <a:grpSpLocks noChangeAspect="1"/>
          </p:cNvGrpSpPr>
          <p:nvPr/>
        </p:nvGrpSpPr>
        <p:grpSpPr>
          <a:xfrm>
            <a:off x="221613" y="1536359"/>
            <a:ext cx="3419998" cy="1673720"/>
            <a:chOff x="197546" y="3705834"/>
            <a:chExt cx="2012315" cy="984823"/>
          </a:xfrm>
        </p:grpSpPr>
        <p:sp>
          <p:nvSpPr>
            <p:cNvPr id="62" name="Rectangle 61">
              <a:extLst>
                <a:ext uri="{FF2B5EF4-FFF2-40B4-BE49-F238E27FC236}">
                  <a16:creationId xmlns:a16="http://schemas.microsoft.com/office/drawing/2014/main" id="{5E978E07-6AB7-61D2-A10B-0B7B97054F9C}"/>
                </a:ext>
              </a:extLst>
            </p:cNvPr>
            <p:cNvSpPr/>
            <p:nvPr/>
          </p:nvSpPr>
          <p:spPr>
            <a:xfrm rot="10800000">
              <a:off x="1420651" y="4302019"/>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Rectangle 62">
              <a:extLst>
                <a:ext uri="{FF2B5EF4-FFF2-40B4-BE49-F238E27FC236}">
                  <a16:creationId xmlns:a16="http://schemas.microsoft.com/office/drawing/2014/main" id="{F12986B9-8621-D5C0-BE0D-56BC51387915}"/>
                </a:ext>
              </a:extLst>
            </p:cNvPr>
            <p:cNvSpPr/>
            <p:nvPr/>
          </p:nvSpPr>
          <p:spPr>
            <a:xfrm rot="10800000">
              <a:off x="1384502" y="4271897"/>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Rectangle 63">
              <a:extLst>
                <a:ext uri="{FF2B5EF4-FFF2-40B4-BE49-F238E27FC236}">
                  <a16:creationId xmlns:a16="http://schemas.microsoft.com/office/drawing/2014/main" id="{3C0B140C-8ACD-F6F3-0A17-EFC23A640776}"/>
                </a:ext>
              </a:extLst>
            </p:cNvPr>
            <p:cNvSpPr/>
            <p:nvPr/>
          </p:nvSpPr>
          <p:spPr>
            <a:xfrm rot="10800000">
              <a:off x="1426674" y="4241773"/>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Rectangle 64">
              <a:extLst>
                <a:ext uri="{FF2B5EF4-FFF2-40B4-BE49-F238E27FC236}">
                  <a16:creationId xmlns:a16="http://schemas.microsoft.com/office/drawing/2014/main" id="{0016A96A-B1DA-B778-5D52-A3FD5C13EC4B}"/>
                </a:ext>
              </a:extLst>
            </p:cNvPr>
            <p:cNvSpPr/>
            <p:nvPr/>
          </p:nvSpPr>
          <p:spPr>
            <a:xfrm rot="10800000">
              <a:off x="1498967" y="4211651"/>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Rectangle 65">
              <a:extLst>
                <a:ext uri="{FF2B5EF4-FFF2-40B4-BE49-F238E27FC236}">
                  <a16:creationId xmlns:a16="http://schemas.microsoft.com/office/drawing/2014/main" id="{0C019407-A1F3-FBE2-1850-53462B2245F0}"/>
                </a:ext>
              </a:extLst>
            </p:cNvPr>
            <p:cNvSpPr/>
            <p:nvPr/>
          </p:nvSpPr>
          <p:spPr>
            <a:xfrm rot="10800000">
              <a:off x="894105" y="4078536"/>
              <a:ext cx="24681" cy="17524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54111288-D511-9ED2-C8A2-25E8E0D60B74}"/>
                </a:ext>
              </a:extLst>
            </p:cNvPr>
            <p:cNvSpPr/>
            <p:nvPr/>
          </p:nvSpPr>
          <p:spPr>
            <a:xfrm rot="14874480">
              <a:off x="1343015" y="3409516"/>
              <a:ext cx="24681" cy="985740"/>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Rectangle 67">
              <a:extLst>
                <a:ext uri="{FF2B5EF4-FFF2-40B4-BE49-F238E27FC236}">
                  <a16:creationId xmlns:a16="http://schemas.microsoft.com/office/drawing/2014/main" id="{C42247E4-197D-1FEC-6326-F549F3F11CBE}"/>
                </a:ext>
              </a:extLst>
            </p:cNvPr>
            <p:cNvSpPr/>
            <p:nvPr/>
          </p:nvSpPr>
          <p:spPr>
            <a:xfrm rot="10800000">
              <a:off x="437479" y="4431492"/>
              <a:ext cx="214737" cy="83920"/>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Rectangle 68">
              <a:extLst>
                <a:ext uri="{FF2B5EF4-FFF2-40B4-BE49-F238E27FC236}">
                  <a16:creationId xmlns:a16="http://schemas.microsoft.com/office/drawing/2014/main" id="{B29FA753-9948-F31E-D994-10F0714708F0}"/>
                </a:ext>
              </a:extLst>
            </p:cNvPr>
            <p:cNvSpPr/>
            <p:nvPr/>
          </p:nvSpPr>
          <p:spPr>
            <a:xfrm rot="10800000">
              <a:off x="457225" y="4505541"/>
              <a:ext cx="1058869" cy="9379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orme libre : forme 69">
              <a:extLst>
                <a:ext uri="{FF2B5EF4-FFF2-40B4-BE49-F238E27FC236}">
                  <a16:creationId xmlns:a16="http://schemas.microsoft.com/office/drawing/2014/main" id="{46B66476-7EE5-1434-7108-D305BF8EC9DC}"/>
                </a:ext>
              </a:extLst>
            </p:cNvPr>
            <p:cNvSpPr/>
            <p:nvPr/>
          </p:nvSpPr>
          <p:spPr>
            <a:xfrm>
              <a:off x="631234" y="4232798"/>
              <a:ext cx="254222" cy="319636"/>
            </a:xfrm>
            <a:custGeom>
              <a:avLst/>
              <a:gdLst>
                <a:gd name="csX0" fmla="*/ -20 w 254222"/>
                <a:gd name="csY0" fmla="*/ 319402 h 319636"/>
                <a:gd name="csX1" fmla="*/ 254202 w 254222"/>
                <a:gd name="csY1" fmla="*/ 319402 h 319636"/>
                <a:gd name="csX2" fmla="*/ 254202 w 254222"/>
                <a:gd name="csY2" fmla="*/ -234 h 319636"/>
                <a:gd name="csX3" fmla="*/ 64146 w 254222"/>
                <a:gd name="csY3" fmla="*/ -234 h 319636"/>
                <a:gd name="csX4" fmla="*/ -20 w 254222"/>
                <a:gd name="csY4" fmla="*/ 160975 h 319636"/>
              </a:gdLst>
              <a:ahLst/>
              <a:cxnLst>
                <a:cxn ang="0">
                  <a:pos x="csX0" y="csY0"/>
                </a:cxn>
                <a:cxn ang="0">
                  <a:pos x="csX1" y="csY1"/>
                </a:cxn>
                <a:cxn ang="0">
                  <a:pos x="csX2" y="csY2"/>
                </a:cxn>
                <a:cxn ang="0">
                  <a:pos x="csX3" y="csY3"/>
                </a:cxn>
                <a:cxn ang="0">
                  <a:pos x="csX4" y="csY4"/>
                </a:cxn>
              </a:cxnLst>
              <a:rect l="l" t="t" r="r" b="b"/>
              <a:pathLst>
                <a:path w="254222" h="319636">
                  <a:moveTo>
                    <a:pt x="-20" y="319402"/>
                  </a:moveTo>
                  <a:lnTo>
                    <a:pt x="254202" y="319402"/>
                  </a:lnTo>
                  <a:lnTo>
                    <a:pt x="254202" y="-234"/>
                  </a:lnTo>
                  <a:lnTo>
                    <a:pt x="64146" y="-234"/>
                  </a:lnTo>
                  <a:lnTo>
                    <a:pt x="-20" y="160975"/>
                  </a:lnTo>
                  <a:close/>
                </a:path>
              </a:pathLst>
            </a:cu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Rectangle 70">
              <a:extLst>
                <a:ext uri="{FF2B5EF4-FFF2-40B4-BE49-F238E27FC236}">
                  <a16:creationId xmlns:a16="http://schemas.microsoft.com/office/drawing/2014/main" id="{A9A97541-5CFA-52EB-49A7-0BE99F4890B7}"/>
                </a:ext>
              </a:extLst>
            </p:cNvPr>
            <p:cNvSpPr/>
            <p:nvPr/>
          </p:nvSpPr>
          <p:spPr>
            <a:xfrm rot="10800000">
              <a:off x="737373" y="4252548"/>
              <a:ext cx="108601" cy="108601"/>
            </a:xfrm>
            <a:prstGeom prst="rect">
              <a:avLst/>
            </a:prstGeom>
            <a:solidFill>
              <a:srgbClr val="FFFFFF"/>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orme libre : forme 71">
              <a:extLst>
                <a:ext uri="{FF2B5EF4-FFF2-40B4-BE49-F238E27FC236}">
                  <a16:creationId xmlns:a16="http://schemas.microsoft.com/office/drawing/2014/main" id="{5D5F9755-9880-A27A-F598-2B197C98014F}"/>
                </a:ext>
              </a:extLst>
            </p:cNvPr>
            <p:cNvSpPr/>
            <p:nvPr/>
          </p:nvSpPr>
          <p:spPr>
            <a:xfrm>
              <a:off x="655915" y="4253781"/>
              <a:ext cx="69113" cy="108597"/>
            </a:xfrm>
            <a:custGeom>
              <a:avLst/>
              <a:gdLst>
                <a:gd name="csX0" fmla="*/ -18 w 69113"/>
                <a:gd name="csY0" fmla="*/ 108366 h 108597"/>
                <a:gd name="csX1" fmla="*/ 69096 w 69113"/>
                <a:gd name="csY1" fmla="*/ 108366 h 108597"/>
                <a:gd name="csX2" fmla="*/ 69096 w 69113"/>
                <a:gd name="csY2" fmla="*/ -232 h 108597"/>
                <a:gd name="csX3" fmla="*/ 39475 w 69113"/>
                <a:gd name="csY3" fmla="*/ -232 h 108597"/>
              </a:gdLst>
              <a:ahLst/>
              <a:cxnLst>
                <a:cxn ang="0">
                  <a:pos x="csX0" y="csY0"/>
                </a:cxn>
                <a:cxn ang="0">
                  <a:pos x="csX1" y="csY1"/>
                </a:cxn>
                <a:cxn ang="0">
                  <a:pos x="csX2" y="csY2"/>
                </a:cxn>
                <a:cxn ang="0">
                  <a:pos x="csX3" y="csY3"/>
                </a:cxn>
              </a:cxnLst>
              <a:rect l="l" t="t" r="r" b="b"/>
              <a:pathLst>
                <a:path w="69113" h="108597">
                  <a:moveTo>
                    <a:pt x="-18" y="108366"/>
                  </a:moveTo>
                  <a:lnTo>
                    <a:pt x="69096" y="108366"/>
                  </a:lnTo>
                  <a:lnTo>
                    <a:pt x="69096" y="-232"/>
                  </a:lnTo>
                  <a:lnTo>
                    <a:pt x="39475" y="-232"/>
                  </a:lnTo>
                  <a:close/>
                </a:path>
              </a:pathLst>
            </a:custGeom>
            <a:solidFill>
              <a:srgbClr val="FFFFFF"/>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A4478089-AB30-1D6C-00E1-43E164BCE84E}"/>
                </a:ext>
              </a:extLst>
            </p:cNvPr>
            <p:cNvSpPr/>
            <p:nvPr/>
          </p:nvSpPr>
          <p:spPr>
            <a:xfrm rot="10800000">
              <a:off x="816354" y="4422854"/>
              <a:ext cx="24681" cy="46897"/>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orme libre : forme 74">
              <a:extLst>
                <a:ext uri="{FF2B5EF4-FFF2-40B4-BE49-F238E27FC236}">
                  <a16:creationId xmlns:a16="http://schemas.microsoft.com/office/drawing/2014/main" id="{07D5663C-8D53-A329-3EC6-9A83518EDF9E}"/>
                </a:ext>
              </a:extLst>
            </p:cNvPr>
            <p:cNvSpPr/>
            <p:nvPr/>
          </p:nvSpPr>
          <p:spPr>
            <a:xfrm rot="10800000">
              <a:off x="679364" y="4322891"/>
              <a:ext cx="24681" cy="46897"/>
            </a:xfrm>
            <a:custGeom>
              <a:avLst/>
              <a:gdLst>
                <a:gd name="csX0" fmla="*/ 126 w 24681"/>
                <a:gd name="csY0" fmla="*/ 173 h 46897"/>
                <a:gd name="csX1" fmla="*/ 1359 w 24681"/>
                <a:gd name="csY1" fmla="*/ 173 h 46897"/>
                <a:gd name="csX2" fmla="*/ 24808 w 24681"/>
                <a:gd name="csY2" fmla="*/ 23622 h 46897"/>
                <a:gd name="csX3" fmla="*/ 24808 w 24681"/>
                <a:gd name="csY3" fmla="*/ 23622 h 46897"/>
                <a:gd name="csX4" fmla="*/ 1359 w 24681"/>
                <a:gd name="csY4" fmla="*/ 47071 h 46897"/>
                <a:gd name="csX5" fmla="*/ 126 w 24681"/>
                <a:gd name="csY5" fmla="*/ 47071 h 46897"/>
                <a:gd name="csX6" fmla="*/ 126 w 24681"/>
                <a:gd name="csY6" fmla="*/ 173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126" y="173"/>
                  </a:moveTo>
                  <a:lnTo>
                    <a:pt x="1359" y="173"/>
                  </a:lnTo>
                  <a:cubicBezTo>
                    <a:pt x="14310" y="173"/>
                    <a:pt x="24808" y="10672"/>
                    <a:pt x="24808" y="23622"/>
                  </a:cubicBezTo>
                  <a:lnTo>
                    <a:pt x="24808" y="23622"/>
                  </a:lnTo>
                  <a:cubicBezTo>
                    <a:pt x="24808" y="36572"/>
                    <a:pt x="14310" y="47071"/>
                    <a:pt x="1359" y="47071"/>
                  </a:cubicBezTo>
                  <a:lnTo>
                    <a:pt x="126" y="47071"/>
                  </a:lnTo>
                  <a:lnTo>
                    <a:pt x="126" y="173"/>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orme libre : forme 75">
              <a:extLst>
                <a:ext uri="{FF2B5EF4-FFF2-40B4-BE49-F238E27FC236}">
                  <a16:creationId xmlns:a16="http://schemas.microsoft.com/office/drawing/2014/main" id="{EDCFECC9-8C80-6352-B2D5-B66332836900}"/>
                </a:ext>
              </a:extLst>
            </p:cNvPr>
            <p:cNvSpPr/>
            <p:nvPr/>
          </p:nvSpPr>
          <p:spPr>
            <a:xfrm rot="10800000">
              <a:off x="1597545" y="4505537"/>
              <a:ext cx="24681" cy="46897"/>
            </a:xfrm>
            <a:custGeom>
              <a:avLst/>
              <a:gdLst>
                <a:gd name="csX0" fmla="*/ 367 w 24681"/>
                <a:gd name="csY0" fmla="*/ 221 h 46897"/>
                <a:gd name="csX1" fmla="*/ 1600 w 24681"/>
                <a:gd name="csY1" fmla="*/ 221 h 46897"/>
                <a:gd name="csX2" fmla="*/ 25048 w 24681"/>
                <a:gd name="csY2" fmla="*/ 23670 h 46897"/>
                <a:gd name="csX3" fmla="*/ 25048 w 24681"/>
                <a:gd name="csY3" fmla="*/ 23670 h 46897"/>
                <a:gd name="csX4" fmla="*/ 1600 w 24681"/>
                <a:gd name="csY4" fmla="*/ 47119 h 46897"/>
                <a:gd name="csX5" fmla="*/ 367 w 24681"/>
                <a:gd name="csY5" fmla="*/ 47119 h 46897"/>
                <a:gd name="csX6" fmla="*/ 367 w 24681"/>
                <a:gd name="csY6" fmla="*/ 221 h 468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81" h="46897">
                  <a:moveTo>
                    <a:pt x="367" y="221"/>
                  </a:moveTo>
                  <a:lnTo>
                    <a:pt x="1600" y="221"/>
                  </a:lnTo>
                  <a:cubicBezTo>
                    <a:pt x="14550" y="221"/>
                    <a:pt x="25048" y="10719"/>
                    <a:pt x="25048" y="23670"/>
                  </a:cubicBezTo>
                  <a:lnTo>
                    <a:pt x="25048" y="23670"/>
                  </a:lnTo>
                  <a:cubicBezTo>
                    <a:pt x="25048" y="36620"/>
                    <a:pt x="14550" y="47119"/>
                    <a:pt x="1600" y="47119"/>
                  </a:cubicBezTo>
                  <a:lnTo>
                    <a:pt x="367" y="47119"/>
                  </a:lnTo>
                  <a:lnTo>
                    <a:pt x="367" y="221"/>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orme libre : forme 76">
              <a:extLst>
                <a:ext uri="{FF2B5EF4-FFF2-40B4-BE49-F238E27FC236}">
                  <a16:creationId xmlns:a16="http://schemas.microsoft.com/office/drawing/2014/main" id="{03687B63-A33A-2721-F482-AB7457BF6C1F}"/>
                </a:ext>
              </a:extLst>
            </p:cNvPr>
            <p:cNvSpPr/>
            <p:nvPr/>
          </p:nvSpPr>
          <p:spPr>
            <a:xfrm>
              <a:off x="389349" y="4378739"/>
              <a:ext cx="265333" cy="173714"/>
            </a:xfrm>
            <a:custGeom>
              <a:avLst/>
              <a:gdLst>
                <a:gd name="csX0" fmla="*/ 142959 w 265333"/>
                <a:gd name="csY0" fmla="*/ 126026 h 173714"/>
                <a:gd name="csX1" fmla="*/ 48038 w 265333"/>
                <a:gd name="csY1" fmla="*/ 173275 h 173714"/>
                <a:gd name="csX2" fmla="*/ -199 w 265333"/>
                <a:gd name="csY2" fmla="*/ 173275 h 173714"/>
                <a:gd name="csX3" fmla="*/ 46698 w 265333"/>
                <a:gd name="csY3" fmla="*/ 42640 h 173714"/>
                <a:gd name="csX4" fmla="*/ 265135 w 265333"/>
                <a:gd name="csY4" fmla="*/ -440 h 173714"/>
                <a:gd name="csX5" fmla="*/ 258962 w 265333"/>
                <a:gd name="csY5" fmla="*/ 173275 h 173714"/>
                <a:gd name="csX6" fmla="*/ 237876 w 265333"/>
                <a:gd name="csY6" fmla="*/ 173275 h 173714"/>
                <a:gd name="csX7" fmla="*/ 142959 w 265333"/>
                <a:gd name="csY7" fmla="*/ 126026 h 1737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333" h="173714">
                  <a:moveTo>
                    <a:pt x="142959" y="126026"/>
                  </a:moveTo>
                  <a:cubicBezTo>
                    <a:pt x="105775" y="126502"/>
                    <a:pt x="70834" y="143894"/>
                    <a:pt x="48038" y="173275"/>
                  </a:cubicBezTo>
                  <a:lnTo>
                    <a:pt x="-199" y="173275"/>
                  </a:lnTo>
                  <a:lnTo>
                    <a:pt x="46698" y="42640"/>
                  </a:lnTo>
                  <a:lnTo>
                    <a:pt x="265135" y="-440"/>
                  </a:lnTo>
                  <a:lnTo>
                    <a:pt x="258962" y="173275"/>
                  </a:lnTo>
                  <a:lnTo>
                    <a:pt x="237876" y="173275"/>
                  </a:lnTo>
                  <a:cubicBezTo>
                    <a:pt x="215081" y="143895"/>
                    <a:pt x="180142" y="126503"/>
                    <a:pt x="142959" y="126026"/>
                  </a:cubicBezTo>
                  <a:close/>
                </a:path>
              </a:pathLst>
            </a:cu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Ellipse 77">
              <a:extLst>
                <a:ext uri="{FF2B5EF4-FFF2-40B4-BE49-F238E27FC236}">
                  <a16:creationId xmlns:a16="http://schemas.microsoft.com/office/drawing/2014/main" id="{A0F202B6-B923-3877-8167-8B94E2E2A202}"/>
                </a:ext>
              </a:extLst>
            </p:cNvPr>
            <p:cNvSpPr/>
            <p:nvPr/>
          </p:nvSpPr>
          <p:spPr>
            <a:xfrm>
              <a:off x="422668" y="4475920"/>
              <a:ext cx="214737" cy="214737"/>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Ellipse 78">
              <a:extLst>
                <a:ext uri="{FF2B5EF4-FFF2-40B4-BE49-F238E27FC236}">
                  <a16:creationId xmlns:a16="http://schemas.microsoft.com/office/drawing/2014/main" id="{FEBF4687-1D39-CDC7-835F-2EC356D23B64}"/>
                </a:ext>
              </a:extLst>
            </p:cNvPr>
            <p:cNvSpPr/>
            <p:nvPr/>
          </p:nvSpPr>
          <p:spPr>
            <a:xfrm>
              <a:off x="473528" y="4526780"/>
              <a:ext cx="113018" cy="113018"/>
            </a:xfrm>
            <a:prstGeom prst="ellipse">
              <a:avLst/>
            </a:pr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0" name="Ellipse 79">
              <a:extLst>
                <a:ext uri="{FF2B5EF4-FFF2-40B4-BE49-F238E27FC236}">
                  <a16:creationId xmlns:a16="http://schemas.microsoft.com/office/drawing/2014/main" id="{1DBBB490-FEB9-D1E6-58F7-A5B18E4E5216}"/>
                </a:ext>
              </a:extLst>
            </p:cNvPr>
            <p:cNvSpPr/>
            <p:nvPr/>
          </p:nvSpPr>
          <p:spPr>
            <a:xfrm>
              <a:off x="1406260" y="4501839"/>
              <a:ext cx="187582" cy="187582"/>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Ellipse 80">
              <a:extLst>
                <a:ext uri="{FF2B5EF4-FFF2-40B4-BE49-F238E27FC236}">
                  <a16:creationId xmlns:a16="http://schemas.microsoft.com/office/drawing/2014/main" id="{1F5009F4-E2C7-C294-4171-2C6035257D19}"/>
                </a:ext>
              </a:extLst>
            </p:cNvPr>
            <p:cNvSpPr/>
            <p:nvPr/>
          </p:nvSpPr>
          <p:spPr>
            <a:xfrm>
              <a:off x="1450684" y="4546266"/>
              <a:ext cx="98726" cy="98726"/>
            </a:xfrm>
            <a:prstGeom prst="ellipse">
              <a:avLst/>
            </a:prstGeom>
            <a:solidFill>
              <a:srgbClr val="E2E2E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Rectangle 81">
              <a:extLst>
                <a:ext uri="{FF2B5EF4-FFF2-40B4-BE49-F238E27FC236}">
                  <a16:creationId xmlns:a16="http://schemas.microsoft.com/office/drawing/2014/main" id="{AC6E83B4-37FE-3BDF-060E-9A6A174BAD99}"/>
                </a:ext>
              </a:extLst>
            </p:cNvPr>
            <p:cNvSpPr/>
            <p:nvPr/>
          </p:nvSpPr>
          <p:spPr>
            <a:xfrm rot="10800000">
              <a:off x="878058" y="4188374"/>
              <a:ext cx="51833" cy="37393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3" name="Rectangle 82">
              <a:extLst>
                <a:ext uri="{FF2B5EF4-FFF2-40B4-BE49-F238E27FC236}">
                  <a16:creationId xmlns:a16="http://schemas.microsoft.com/office/drawing/2014/main" id="{2FD1FF03-BC14-46A7-6883-7C2E70B7A767}"/>
                </a:ext>
              </a:extLst>
            </p:cNvPr>
            <p:cNvSpPr/>
            <p:nvPr/>
          </p:nvSpPr>
          <p:spPr>
            <a:xfrm rot="10800000">
              <a:off x="878058" y="4494433"/>
              <a:ext cx="745405" cy="22215"/>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Rectangle 83">
              <a:extLst>
                <a:ext uri="{FF2B5EF4-FFF2-40B4-BE49-F238E27FC236}">
                  <a16:creationId xmlns:a16="http://schemas.microsoft.com/office/drawing/2014/main" id="{8A02950A-6D5C-FE95-EC65-63EC4337B0BB}"/>
                </a:ext>
              </a:extLst>
            </p:cNvPr>
            <p:cNvSpPr/>
            <p:nvPr/>
          </p:nvSpPr>
          <p:spPr>
            <a:xfrm rot="10800000">
              <a:off x="689243" y="4367319"/>
              <a:ext cx="24681" cy="987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orme libre : forme 84">
              <a:extLst>
                <a:ext uri="{FF2B5EF4-FFF2-40B4-BE49-F238E27FC236}">
                  <a16:creationId xmlns:a16="http://schemas.microsoft.com/office/drawing/2014/main" id="{4888DBDC-5831-B2CC-0621-16ED4132F20F}"/>
                </a:ext>
              </a:extLst>
            </p:cNvPr>
            <p:cNvSpPr/>
            <p:nvPr/>
          </p:nvSpPr>
          <p:spPr>
            <a:xfrm>
              <a:off x="1779557" y="4005945"/>
              <a:ext cx="75780" cy="326839"/>
            </a:xfrm>
            <a:custGeom>
              <a:avLst/>
              <a:gdLst>
                <a:gd name="csX0" fmla="*/ 573 w 75780"/>
                <a:gd name="csY0" fmla="*/ 325547 h 326839"/>
                <a:gd name="csX1" fmla="*/ -53 w 75780"/>
                <a:gd name="csY1" fmla="*/ 323638 h 326839"/>
                <a:gd name="csX2" fmla="*/ 33988 w 75780"/>
                <a:gd name="csY2" fmla="*/ 1734 h 326839"/>
                <a:gd name="csX3" fmla="*/ 36431 w 75780"/>
                <a:gd name="csY3" fmla="*/ -476 h 326839"/>
                <a:gd name="csX4" fmla="*/ 36431 w 75780"/>
                <a:gd name="csY4" fmla="*/ -476 h 326839"/>
                <a:gd name="csX5" fmla="*/ 38882 w 75780"/>
                <a:gd name="csY5" fmla="*/ 1712 h 326839"/>
                <a:gd name="csX6" fmla="*/ 75698 w 75780"/>
                <a:gd name="csY6" fmla="*/ 322948 h 326839"/>
                <a:gd name="csX7" fmla="*/ 73523 w 75780"/>
                <a:gd name="csY7" fmla="*/ 325680 h 326839"/>
                <a:gd name="csX8" fmla="*/ 73267 w 75780"/>
                <a:gd name="csY8" fmla="*/ 325696 h 326839"/>
                <a:gd name="csX9" fmla="*/ 2409 w 75780"/>
                <a:gd name="csY9" fmla="*/ 326364 h 326839"/>
                <a:gd name="csX10" fmla="*/ 2386 w 75780"/>
                <a:gd name="csY10" fmla="*/ 326364 h 326839"/>
                <a:gd name="csX11" fmla="*/ 573 w 75780"/>
                <a:gd name="csY11" fmla="*/ 325547 h 326839"/>
                <a:gd name="csX12" fmla="*/ 36538 w 75780"/>
                <a:gd name="csY12" fmla="*/ 24523 h 326839"/>
                <a:gd name="csX13" fmla="*/ 5146 w 75780"/>
                <a:gd name="csY13" fmla="*/ 321394 h 326839"/>
                <a:gd name="csX14" fmla="*/ 70492 w 75780"/>
                <a:gd name="csY14" fmla="*/ 320779 h 3268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5780" h="326839">
                  <a:moveTo>
                    <a:pt x="573" y="325547"/>
                  </a:moveTo>
                  <a:cubicBezTo>
                    <a:pt x="103" y="325028"/>
                    <a:pt x="-124" y="324334"/>
                    <a:pt x="-53" y="323638"/>
                  </a:cubicBezTo>
                  <a:lnTo>
                    <a:pt x="33988" y="1734"/>
                  </a:lnTo>
                  <a:cubicBezTo>
                    <a:pt x="34121" y="483"/>
                    <a:pt x="35173" y="-469"/>
                    <a:pt x="36431" y="-476"/>
                  </a:cubicBezTo>
                  <a:lnTo>
                    <a:pt x="36431" y="-476"/>
                  </a:lnTo>
                  <a:cubicBezTo>
                    <a:pt x="37685" y="-474"/>
                    <a:pt x="38739" y="466"/>
                    <a:pt x="38882" y="1712"/>
                  </a:cubicBezTo>
                  <a:lnTo>
                    <a:pt x="75698" y="322948"/>
                  </a:lnTo>
                  <a:cubicBezTo>
                    <a:pt x="75852" y="324303"/>
                    <a:pt x="74878" y="325526"/>
                    <a:pt x="73523" y="325680"/>
                  </a:cubicBezTo>
                  <a:cubicBezTo>
                    <a:pt x="73438" y="325690"/>
                    <a:pt x="73353" y="325695"/>
                    <a:pt x="73267" y="325696"/>
                  </a:cubicBezTo>
                  <a:lnTo>
                    <a:pt x="2409" y="326364"/>
                  </a:lnTo>
                  <a:lnTo>
                    <a:pt x="2386" y="326364"/>
                  </a:lnTo>
                  <a:cubicBezTo>
                    <a:pt x="1694" y="326358"/>
                    <a:pt x="1036" y="326062"/>
                    <a:pt x="573" y="325547"/>
                  </a:cubicBezTo>
                  <a:close/>
                  <a:moveTo>
                    <a:pt x="36538" y="24523"/>
                  </a:moveTo>
                  <a:lnTo>
                    <a:pt x="5146" y="321394"/>
                  </a:lnTo>
                  <a:lnTo>
                    <a:pt x="70492" y="320779"/>
                  </a:lnTo>
                  <a:close/>
                </a:path>
              </a:pathLst>
            </a:cu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orme libre : forme 85">
              <a:extLst>
                <a:ext uri="{FF2B5EF4-FFF2-40B4-BE49-F238E27FC236}">
                  <a16:creationId xmlns:a16="http://schemas.microsoft.com/office/drawing/2014/main" id="{7F71C885-D0E6-44DA-1756-8148B5753D6A}"/>
                </a:ext>
              </a:extLst>
            </p:cNvPr>
            <p:cNvSpPr/>
            <p:nvPr/>
          </p:nvSpPr>
          <p:spPr>
            <a:xfrm rot="1244229">
              <a:off x="427600" y="4426571"/>
              <a:ext cx="24676" cy="46886"/>
            </a:xfrm>
            <a:custGeom>
              <a:avLst/>
              <a:gdLst>
                <a:gd name="csX0" fmla="*/ 60 w 24676"/>
                <a:gd name="csY0" fmla="*/ 200 h 46886"/>
                <a:gd name="csX1" fmla="*/ 1293 w 24676"/>
                <a:gd name="csY1" fmla="*/ 200 h 46886"/>
                <a:gd name="csX2" fmla="*/ 24736 w 24676"/>
                <a:gd name="csY2" fmla="*/ 23644 h 46886"/>
                <a:gd name="csX3" fmla="*/ 24736 w 24676"/>
                <a:gd name="csY3" fmla="*/ 23644 h 46886"/>
                <a:gd name="csX4" fmla="*/ 1293 w 24676"/>
                <a:gd name="csY4" fmla="*/ 47087 h 46886"/>
                <a:gd name="csX5" fmla="*/ 60 w 24676"/>
                <a:gd name="csY5" fmla="*/ 47087 h 46886"/>
                <a:gd name="csX6" fmla="*/ 60 w 24676"/>
                <a:gd name="csY6" fmla="*/ 200 h 468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76" h="46886">
                  <a:moveTo>
                    <a:pt x="60" y="200"/>
                  </a:moveTo>
                  <a:lnTo>
                    <a:pt x="1293" y="200"/>
                  </a:lnTo>
                  <a:cubicBezTo>
                    <a:pt x="14240" y="200"/>
                    <a:pt x="24736" y="10696"/>
                    <a:pt x="24736" y="23644"/>
                  </a:cubicBezTo>
                  <a:lnTo>
                    <a:pt x="24736" y="23644"/>
                  </a:lnTo>
                  <a:cubicBezTo>
                    <a:pt x="24736" y="36591"/>
                    <a:pt x="14240" y="47087"/>
                    <a:pt x="1293" y="47087"/>
                  </a:cubicBezTo>
                  <a:lnTo>
                    <a:pt x="60" y="47087"/>
                  </a:lnTo>
                  <a:lnTo>
                    <a:pt x="60" y="200"/>
                  </a:lnTo>
                  <a:close/>
                </a:path>
              </a:pathLst>
            </a:custGeom>
            <a:solidFill>
              <a:srgbClr val="3F3D56"/>
            </a:solidFill>
            <a:ln w="3809"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C442CD05-6D99-26BF-DE30-8085A1342279}"/>
                </a:ext>
              </a:extLst>
            </p:cNvPr>
            <p:cNvSpPr/>
            <p:nvPr/>
          </p:nvSpPr>
          <p:spPr>
            <a:xfrm rot="10800000">
              <a:off x="1804877" y="3705834"/>
              <a:ext cx="24681" cy="360361"/>
            </a:xfrm>
            <a:prstGeom prst="rect">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Ellipse 87">
              <a:extLst>
                <a:ext uri="{FF2B5EF4-FFF2-40B4-BE49-F238E27FC236}">
                  <a16:creationId xmlns:a16="http://schemas.microsoft.com/office/drawing/2014/main" id="{73A593B0-BD25-A8A2-F444-00606AEEFEE8}"/>
                </a:ext>
              </a:extLst>
            </p:cNvPr>
            <p:cNvSpPr/>
            <p:nvPr/>
          </p:nvSpPr>
          <p:spPr>
            <a:xfrm>
              <a:off x="871890" y="4048919"/>
              <a:ext cx="69113" cy="69113"/>
            </a:xfrm>
            <a:prstGeom prst="ellipse">
              <a:avLst/>
            </a:prstGeom>
            <a:solidFill>
              <a:srgbClr val="3F3D56"/>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Rectangle 88">
              <a:extLst>
                <a:ext uri="{FF2B5EF4-FFF2-40B4-BE49-F238E27FC236}">
                  <a16:creationId xmlns:a16="http://schemas.microsoft.com/office/drawing/2014/main" id="{67CD02C7-CF02-785C-1110-10685D5CD8AE}"/>
                </a:ext>
              </a:extLst>
            </p:cNvPr>
            <p:cNvSpPr/>
            <p:nvPr/>
          </p:nvSpPr>
          <p:spPr>
            <a:xfrm rot="10800000">
              <a:off x="956760" y="4464683"/>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Rectangle 89">
              <a:extLst>
                <a:ext uri="{FF2B5EF4-FFF2-40B4-BE49-F238E27FC236}">
                  <a16:creationId xmlns:a16="http://schemas.microsoft.com/office/drawing/2014/main" id="{F4499B7C-7A58-C184-CCD5-C59E00EA8CD2}"/>
                </a:ext>
              </a:extLst>
            </p:cNvPr>
            <p:cNvSpPr/>
            <p:nvPr/>
          </p:nvSpPr>
          <p:spPr>
            <a:xfrm rot="10800000">
              <a:off x="998932" y="4434558"/>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Rectangle 90">
              <a:extLst>
                <a:ext uri="{FF2B5EF4-FFF2-40B4-BE49-F238E27FC236}">
                  <a16:creationId xmlns:a16="http://schemas.microsoft.com/office/drawing/2014/main" id="{26980169-7B3E-9DE3-13AF-8182D916872B}"/>
                </a:ext>
              </a:extLst>
            </p:cNvPr>
            <p:cNvSpPr/>
            <p:nvPr/>
          </p:nvSpPr>
          <p:spPr>
            <a:xfrm rot="10800000">
              <a:off x="968807" y="4410460"/>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2" name="Rectangle 91">
              <a:extLst>
                <a:ext uri="{FF2B5EF4-FFF2-40B4-BE49-F238E27FC236}">
                  <a16:creationId xmlns:a16="http://schemas.microsoft.com/office/drawing/2014/main" id="{7D545F95-BFAD-78E7-D179-E8D3FAEE4F40}"/>
                </a:ext>
              </a:extLst>
            </p:cNvPr>
            <p:cNvSpPr/>
            <p:nvPr/>
          </p:nvSpPr>
          <p:spPr>
            <a:xfrm rot="10800000">
              <a:off x="1010983" y="4380339"/>
              <a:ext cx="710894" cy="30121"/>
            </a:xfrm>
            <a:prstGeom prst="rect">
              <a:avLst/>
            </a:prstGeom>
            <a:solidFill>
              <a:srgbClr val="59B7A1"/>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93" name="Graphique 44">
              <a:extLst>
                <a:ext uri="{FF2B5EF4-FFF2-40B4-BE49-F238E27FC236}">
                  <a16:creationId xmlns:a16="http://schemas.microsoft.com/office/drawing/2014/main" id="{CBF188D4-02EE-4168-8960-C147EC8F68F2}"/>
                </a:ext>
              </a:extLst>
            </p:cNvPr>
            <p:cNvGrpSpPr/>
            <p:nvPr/>
          </p:nvGrpSpPr>
          <p:grpSpPr>
            <a:xfrm>
              <a:off x="197546" y="4552430"/>
              <a:ext cx="126030" cy="136964"/>
              <a:chOff x="197546" y="4552430"/>
              <a:chExt cx="126030" cy="136964"/>
            </a:xfrm>
          </p:grpSpPr>
          <p:sp>
            <p:nvSpPr>
              <p:cNvPr id="94" name="Forme libre : forme 93">
                <a:extLst>
                  <a:ext uri="{FF2B5EF4-FFF2-40B4-BE49-F238E27FC236}">
                    <a16:creationId xmlns:a16="http://schemas.microsoft.com/office/drawing/2014/main" id="{85CD3C4D-D89E-CA40-CE56-CF8B6740DDE6}"/>
                  </a:ext>
                </a:extLst>
              </p:cNvPr>
              <p:cNvSpPr/>
              <p:nvPr/>
            </p:nvSpPr>
            <p:spPr>
              <a:xfrm>
                <a:off x="197546" y="4552430"/>
                <a:ext cx="126030" cy="136964"/>
              </a:xfrm>
              <a:custGeom>
                <a:avLst/>
                <a:gdLst>
                  <a:gd name="csX0" fmla="*/ 117564 w 126030"/>
                  <a:gd name="csY0" fmla="*/ 120135 h 136964"/>
                  <a:gd name="csX1" fmla="*/ 114319 w 126030"/>
                  <a:gd name="csY1" fmla="*/ 120135 h 136964"/>
                  <a:gd name="csX2" fmla="*/ 100196 w 126030"/>
                  <a:gd name="csY2" fmla="*/ 82547 h 136964"/>
                  <a:gd name="csX3" fmla="*/ 91538 w 126030"/>
                  <a:gd name="csY3" fmla="*/ 61450 h 136964"/>
                  <a:gd name="csX4" fmla="*/ 85729 w 126030"/>
                  <a:gd name="csY4" fmla="*/ 47327 h 136964"/>
                  <a:gd name="csX5" fmla="*/ 77071 w 126030"/>
                  <a:gd name="csY5" fmla="*/ 26229 h 136964"/>
                  <a:gd name="csX6" fmla="*/ 67647 w 126030"/>
                  <a:gd name="csY6" fmla="*/ 3380 h 136964"/>
                  <a:gd name="csX7" fmla="*/ 61656 w 126030"/>
                  <a:gd name="csY7" fmla="*/ -276 h 136964"/>
                  <a:gd name="csX8" fmla="*/ 58001 w 126030"/>
                  <a:gd name="csY8" fmla="*/ 3380 h 136964"/>
                  <a:gd name="csX9" fmla="*/ 48576 w 126030"/>
                  <a:gd name="csY9" fmla="*/ 26229 h 136964"/>
                  <a:gd name="csX10" fmla="*/ 39919 w 126030"/>
                  <a:gd name="csY10" fmla="*/ 47300 h 136964"/>
                  <a:gd name="csX11" fmla="*/ 34056 w 126030"/>
                  <a:gd name="csY11" fmla="*/ 61423 h 136964"/>
                  <a:gd name="csX12" fmla="*/ 25399 w 126030"/>
                  <a:gd name="csY12" fmla="*/ 82521 h 136964"/>
                  <a:gd name="csX13" fmla="*/ 11329 w 126030"/>
                  <a:gd name="csY13" fmla="*/ 120108 h 136964"/>
                  <a:gd name="csX14" fmla="*/ 7973 w 126030"/>
                  <a:gd name="csY14" fmla="*/ 120108 h 136964"/>
                  <a:gd name="csX15" fmla="*/ -247 w 126030"/>
                  <a:gd name="csY15" fmla="*/ 128328 h 136964"/>
                  <a:gd name="csX16" fmla="*/ 7973 w 126030"/>
                  <a:gd name="csY16" fmla="*/ 136548 h 136964"/>
                  <a:gd name="csX17" fmla="*/ 117564 w 126030"/>
                  <a:gd name="csY17" fmla="*/ 136548 h 136964"/>
                  <a:gd name="csX18" fmla="*/ 125784 w 126030"/>
                  <a:gd name="csY18" fmla="*/ 128328 h 136964"/>
                  <a:gd name="csX19" fmla="*/ 117564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564" y="120135"/>
                    </a:moveTo>
                    <a:lnTo>
                      <a:pt x="114319" y="120135"/>
                    </a:lnTo>
                    <a:cubicBezTo>
                      <a:pt x="114617" y="119432"/>
                      <a:pt x="100196" y="82547"/>
                      <a:pt x="100196" y="82547"/>
                    </a:cubicBezTo>
                    <a:lnTo>
                      <a:pt x="91538" y="61450"/>
                    </a:lnTo>
                    <a:lnTo>
                      <a:pt x="85729" y="47327"/>
                    </a:lnTo>
                    <a:lnTo>
                      <a:pt x="77071" y="26229"/>
                    </a:lnTo>
                    <a:lnTo>
                      <a:pt x="67647" y="3380"/>
                    </a:lnTo>
                    <a:cubicBezTo>
                      <a:pt x="67002" y="716"/>
                      <a:pt x="64320" y="-920"/>
                      <a:pt x="61656" y="-276"/>
                    </a:cubicBezTo>
                    <a:cubicBezTo>
                      <a:pt x="59849" y="162"/>
                      <a:pt x="58438" y="1573"/>
                      <a:pt x="58001" y="3380"/>
                    </a:cubicBezTo>
                    <a:lnTo>
                      <a:pt x="48576" y="26229"/>
                    </a:lnTo>
                    <a:lnTo>
                      <a:pt x="39919" y="47300"/>
                    </a:lnTo>
                    <a:lnTo>
                      <a:pt x="34056" y="61423"/>
                    </a:lnTo>
                    <a:lnTo>
                      <a:pt x="25399" y="82521"/>
                    </a:lnTo>
                    <a:cubicBezTo>
                      <a:pt x="25399" y="82521"/>
                      <a:pt x="11031" y="119410"/>
                      <a:pt x="11329" y="120108"/>
                    </a:cubicBezTo>
                    <a:lnTo>
                      <a:pt x="7973" y="120108"/>
                    </a:lnTo>
                    <a:cubicBezTo>
                      <a:pt x="3433" y="120108"/>
                      <a:pt x="-247" y="123788"/>
                      <a:pt x="-247" y="128328"/>
                    </a:cubicBezTo>
                    <a:cubicBezTo>
                      <a:pt x="-247" y="132868"/>
                      <a:pt x="3433" y="136548"/>
                      <a:pt x="7973" y="136548"/>
                    </a:cubicBezTo>
                    <a:lnTo>
                      <a:pt x="117564" y="136548"/>
                    </a:lnTo>
                    <a:cubicBezTo>
                      <a:pt x="122104" y="136548"/>
                      <a:pt x="125784" y="132868"/>
                      <a:pt x="125784" y="128328"/>
                    </a:cubicBezTo>
                    <a:cubicBezTo>
                      <a:pt x="125784" y="123788"/>
                      <a:pt x="122104" y="120108"/>
                      <a:pt x="117564" y="120108"/>
                    </a:cubicBezTo>
                    <a:close/>
                  </a:path>
                </a:pathLst>
              </a:custGeom>
              <a:solidFill>
                <a:srgbClr val="FF6584"/>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orme libre : forme 94">
                <a:extLst>
                  <a:ext uri="{FF2B5EF4-FFF2-40B4-BE49-F238E27FC236}">
                    <a16:creationId xmlns:a16="http://schemas.microsoft.com/office/drawing/2014/main" id="{3152025B-58F7-6396-0CF7-730887F49F10}"/>
                  </a:ext>
                </a:extLst>
              </p:cNvPr>
              <p:cNvSpPr/>
              <p:nvPr/>
            </p:nvSpPr>
            <p:spPr>
              <a:xfrm>
                <a:off x="237705" y="4579083"/>
                <a:ext cx="45805" cy="21097"/>
              </a:xfrm>
              <a:custGeom>
                <a:avLst/>
                <a:gdLst>
                  <a:gd name="csX0" fmla="*/ 45638 w 45805"/>
                  <a:gd name="csY0" fmla="*/ 20908 h 21097"/>
                  <a:gd name="csX1" fmla="*/ -168 w 45805"/>
                  <a:gd name="csY1" fmla="*/ 20908 h 21097"/>
                  <a:gd name="csX2" fmla="*/ 8490 w 45805"/>
                  <a:gd name="csY2" fmla="*/ -190 h 21097"/>
                  <a:gd name="csX3" fmla="*/ 36981 w 45805"/>
                  <a:gd name="csY3" fmla="*/ -190 h 21097"/>
                </a:gdLst>
                <a:ahLst/>
                <a:cxnLst>
                  <a:cxn ang="0">
                    <a:pos x="csX0" y="csY0"/>
                  </a:cxn>
                  <a:cxn ang="0">
                    <a:pos x="csX1" y="csY1"/>
                  </a:cxn>
                  <a:cxn ang="0">
                    <a:pos x="csX2" y="csY2"/>
                  </a:cxn>
                  <a:cxn ang="0">
                    <a:pos x="csX3" y="csY3"/>
                  </a:cxn>
                </a:cxnLst>
                <a:rect l="l" t="t" r="r" b="b"/>
                <a:pathLst>
                  <a:path w="45805" h="21097">
                    <a:moveTo>
                      <a:pt x="45638" y="20908"/>
                    </a:moveTo>
                    <a:lnTo>
                      <a:pt x="-168" y="20908"/>
                    </a:lnTo>
                    <a:lnTo>
                      <a:pt x="8490" y="-190"/>
                    </a:lnTo>
                    <a:lnTo>
                      <a:pt x="36981" y="-190"/>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orme libre : forme 95">
                <a:extLst>
                  <a:ext uri="{FF2B5EF4-FFF2-40B4-BE49-F238E27FC236}">
                    <a16:creationId xmlns:a16="http://schemas.microsoft.com/office/drawing/2014/main" id="{02B40E7A-4908-77A5-90CB-FE3077FE8971}"/>
                  </a:ext>
                </a:extLst>
              </p:cNvPr>
              <p:cNvSpPr/>
              <p:nvPr/>
            </p:nvSpPr>
            <p:spPr>
              <a:xfrm>
                <a:off x="223180" y="4614299"/>
                <a:ext cx="74789" cy="21097"/>
              </a:xfrm>
              <a:custGeom>
                <a:avLst/>
                <a:gdLst>
                  <a:gd name="csX0" fmla="*/ 74621 w 74789"/>
                  <a:gd name="csY0" fmla="*/ 20910 h 21097"/>
                  <a:gd name="csX1" fmla="*/ -169 w 74789"/>
                  <a:gd name="csY1" fmla="*/ 20910 h 21097"/>
                  <a:gd name="csX2" fmla="*/ 8488 w 74789"/>
                  <a:gd name="csY2" fmla="*/ -187 h 21097"/>
                  <a:gd name="csX3" fmla="*/ 65963 w 74789"/>
                  <a:gd name="csY3" fmla="*/ -187 h 21097"/>
                </a:gdLst>
                <a:ahLst/>
                <a:cxnLst>
                  <a:cxn ang="0">
                    <a:pos x="csX0" y="csY0"/>
                  </a:cxn>
                  <a:cxn ang="0">
                    <a:pos x="csX1" y="csY1"/>
                  </a:cxn>
                  <a:cxn ang="0">
                    <a:pos x="csX2" y="csY2"/>
                  </a:cxn>
                  <a:cxn ang="0">
                    <a:pos x="csX3" y="csY3"/>
                  </a:cxn>
                </a:cxnLst>
                <a:rect l="l" t="t" r="r" b="b"/>
                <a:pathLst>
                  <a:path w="74789" h="21097">
                    <a:moveTo>
                      <a:pt x="74621" y="20910"/>
                    </a:moveTo>
                    <a:lnTo>
                      <a:pt x="-169" y="20910"/>
                    </a:lnTo>
                    <a:lnTo>
                      <a:pt x="8488" y="-187"/>
                    </a:lnTo>
                    <a:lnTo>
                      <a:pt x="65963" y="-187"/>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7" name="Graphique 44">
              <a:extLst>
                <a:ext uri="{FF2B5EF4-FFF2-40B4-BE49-F238E27FC236}">
                  <a16:creationId xmlns:a16="http://schemas.microsoft.com/office/drawing/2014/main" id="{478B1C0E-6899-3023-82C3-EFADF6142C63}"/>
                </a:ext>
              </a:extLst>
            </p:cNvPr>
            <p:cNvGrpSpPr/>
            <p:nvPr/>
          </p:nvGrpSpPr>
          <p:grpSpPr>
            <a:xfrm>
              <a:off x="1678848" y="4552430"/>
              <a:ext cx="126030" cy="136964"/>
              <a:chOff x="1678848" y="4552430"/>
              <a:chExt cx="126030" cy="136964"/>
            </a:xfrm>
          </p:grpSpPr>
          <p:sp>
            <p:nvSpPr>
              <p:cNvPr id="98" name="Forme libre : forme 97">
                <a:extLst>
                  <a:ext uri="{FF2B5EF4-FFF2-40B4-BE49-F238E27FC236}">
                    <a16:creationId xmlns:a16="http://schemas.microsoft.com/office/drawing/2014/main" id="{72FB5687-8C37-8FA9-59B8-8915DF0D6290}"/>
                  </a:ext>
                </a:extLst>
              </p:cNvPr>
              <p:cNvSpPr/>
              <p:nvPr/>
            </p:nvSpPr>
            <p:spPr>
              <a:xfrm>
                <a:off x="1678848" y="4552430"/>
                <a:ext cx="126030" cy="136964"/>
              </a:xfrm>
              <a:custGeom>
                <a:avLst/>
                <a:gdLst>
                  <a:gd name="csX0" fmla="*/ 117952 w 126030"/>
                  <a:gd name="csY0" fmla="*/ 120135 h 136964"/>
                  <a:gd name="csX1" fmla="*/ 114707 w 126030"/>
                  <a:gd name="csY1" fmla="*/ 120135 h 136964"/>
                  <a:gd name="csX2" fmla="*/ 100584 w 126030"/>
                  <a:gd name="csY2" fmla="*/ 82547 h 136964"/>
                  <a:gd name="csX3" fmla="*/ 91926 w 126030"/>
                  <a:gd name="csY3" fmla="*/ 61450 h 136964"/>
                  <a:gd name="csX4" fmla="*/ 86117 w 126030"/>
                  <a:gd name="csY4" fmla="*/ 47327 h 136964"/>
                  <a:gd name="csX5" fmla="*/ 77460 w 126030"/>
                  <a:gd name="csY5" fmla="*/ 26229 h 136964"/>
                  <a:gd name="csX6" fmla="*/ 68035 w 126030"/>
                  <a:gd name="csY6" fmla="*/ 3380 h 136964"/>
                  <a:gd name="csX7" fmla="*/ 62044 w 126030"/>
                  <a:gd name="csY7" fmla="*/ -276 h 136964"/>
                  <a:gd name="csX8" fmla="*/ 58389 w 126030"/>
                  <a:gd name="csY8" fmla="*/ 3380 h 136964"/>
                  <a:gd name="csX9" fmla="*/ 48964 w 126030"/>
                  <a:gd name="csY9" fmla="*/ 26229 h 136964"/>
                  <a:gd name="csX10" fmla="*/ 40307 w 126030"/>
                  <a:gd name="csY10" fmla="*/ 47300 h 136964"/>
                  <a:gd name="csX11" fmla="*/ 34444 w 126030"/>
                  <a:gd name="csY11" fmla="*/ 61423 h 136964"/>
                  <a:gd name="csX12" fmla="*/ 25787 w 126030"/>
                  <a:gd name="csY12" fmla="*/ 82521 h 136964"/>
                  <a:gd name="csX13" fmla="*/ 11717 w 126030"/>
                  <a:gd name="csY13" fmla="*/ 120108 h 136964"/>
                  <a:gd name="csX14" fmla="*/ 8361 w 126030"/>
                  <a:gd name="csY14" fmla="*/ 120108 h 136964"/>
                  <a:gd name="csX15" fmla="*/ 141 w 126030"/>
                  <a:gd name="csY15" fmla="*/ 128328 h 136964"/>
                  <a:gd name="csX16" fmla="*/ 8361 w 126030"/>
                  <a:gd name="csY16" fmla="*/ 136548 h 136964"/>
                  <a:gd name="csX17" fmla="*/ 117952 w 126030"/>
                  <a:gd name="csY17" fmla="*/ 136548 h 136964"/>
                  <a:gd name="csX18" fmla="*/ 126172 w 126030"/>
                  <a:gd name="csY18" fmla="*/ 128328 h 136964"/>
                  <a:gd name="csX19" fmla="*/ 117952 w 126030"/>
                  <a:gd name="csY19" fmla="*/ 120108 h 1369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6030" h="136964">
                    <a:moveTo>
                      <a:pt x="117952" y="120135"/>
                    </a:moveTo>
                    <a:lnTo>
                      <a:pt x="114707" y="120135"/>
                    </a:lnTo>
                    <a:cubicBezTo>
                      <a:pt x="115005" y="119432"/>
                      <a:pt x="100584" y="82547"/>
                      <a:pt x="100584" y="82547"/>
                    </a:cubicBezTo>
                    <a:lnTo>
                      <a:pt x="91926" y="61450"/>
                    </a:lnTo>
                    <a:lnTo>
                      <a:pt x="86117" y="47327"/>
                    </a:lnTo>
                    <a:lnTo>
                      <a:pt x="77460" y="26229"/>
                    </a:lnTo>
                    <a:lnTo>
                      <a:pt x="68035" y="3380"/>
                    </a:lnTo>
                    <a:cubicBezTo>
                      <a:pt x="67390" y="716"/>
                      <a:pt x="64708" y="-920"/>
                      <a:pt x="62044" y="-276"/>
                    </a:cubicBezTo>
                    <a:cubicBezTo>
                      <a:pt x="60237" y="162"/>
                      <a:pt x="58826" y="1573"/>
                      <a:pt x="58389" y="3380"/>
                    </a:cubicBezTo>
                    <a:lnTo>
                      <a:pt x="48964" y="26229"/>
                    </a:lnTo>
                    <a:lnTo>
                      <a:pt x="40307" y="47300"/>
                    </a:lnTo>
                    <a:lnTo>
                      <a:pt x="34444" y="61423"/>
                    </a:lnTo>
                    <a:lnTo>
                      <a:pt x="25787" y="82521"/>
                    </a:lnTo>
                    <a:cubicBezTo>
                      <a:pt x="25787" y="82521"/>
                      <a:pt x="11419" y="119410"/>
                      <a:pt x="11717" y="120108"/>
                    </a:cubicBezTo>
                    <a:lnTo>
                      <a:pt x="8361" y="120108"/>
                    </a:lnTo>
                    <a:cubicBezTo>
                      <a:pt x="3821" y="120108"/>
                      <a:pt x="141" y="123788"/>
                      <a:pt x="141" y="128328"/>
                    </a:cubicBezTo>
                    <a:cubicBezTo>
                      <a:pt x="141" y="132868"/>
                      <a:pt x="3821" y="136548"/>
                      <a:pt x="8361" y="136548"/>
                    </a:cubicBezTo>
                    <a:lnTo>
                      <a:pt x="117952" y="136548"/>
                    </a:lnTo>
                    <a:cubicBezTo>
                      <a:pt x="122492" y="136548"/>
                      <a:pt x="126172" y="132868"/>
                      <a:pt x="126172" y="128328"/>
                    </a:cubicBezTo>
                    <a:cubicBezTo>
                      <a:pt x="126172" y="123788"/>
                      <a:pt x="122492" y="120108"/>
                      <a:pt x="117952" y="120108"/>
                    </a:cubicBezTo>
                    <a:close/>
                  </a:path>
                </a:pathLst>
              </a:custGeom>
              <a:solidFill>
                <a:srgbClr val="FF6584"/>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orme libre : forme 98">
                <a:extLst>
                  <a:ext uri="{FF2B5EF4-FFF2-40B4-BE49-F238E27FC236}">
                    <a16:creationId xmlns:a16="http://schemas.microsoft.com/office/drawing/2014/main" id="{B8BF1E03-C8A3-6F08-2EB1-BB41A68202B3}"/>
                  </a:ext>
                </a:extLst>
              </p:cNvPr>
              <p:cNvSpPr/>
              <p:nvPr/>
            </p:nvSpPr>
            <p:spPr>
              <a:xfrm>
                <a:off x="1719007" y="4579083"/>
                <a:ext cx="45805" cy="21097"/>
              </a:xfrm>
              <a:custGeom>
                <a:avLst/>
                <a:gdLst>
                  <a:gd name="csX0" fmla="*/ 46026 w 45805"/>
                  <a:gd name="csY0" fmla="*/ 20908 h 21097"/>
                  <a:gd name="csX1" fmla="*/ 220 w 45805"/>
                  <a:gd name="csY1" fmla="*/ 20908 h 21097"/>
                  <a:gd name="csX2" fmla="*/ 8878 w 45805"/>
                  <a:gd name="csY2" fmla="*/ -190 h 21097"/>
                  <a:gd name="csX3" fmla="*/ 37369 w 45805"/>
                  <a:gd name="csY3" fmla="*/ -190 h 21097"/>
                </a:gdLst>
                <a:ahLst/>
                <a:cxnLst>
                  <a:cxn ang="0">
                    <a:pos x="csX0" y="csY0"/>
                  </a:cxn>
                  <a:cxn ang="0">
                    <a:pos x="csX1" y="csY1"/>
                  </a:cxn>
                  <a:cxn ang="0">
                    <a:pos x="csX2" y="csY2"/>
                  </a:cxn>
                  <a:cxn ang="0">
                    <a:pos x="csX3" y="csY3"/>
                  </a:cxn>
                </a:cxnLst>
                <a:rect l="l" t="t" r="r" b="b"/>
                <a:pathLst>
                  <a:path w="45805" h="21097">
                    <a:moveTo>
                      <a:pt x="46026" y="20908"/>
                    </a:moveTo>
                    <a:lnTo>
                      <a:pt x="220" y="20908"/>
                    </a:lnTo>
                    <a:lnTo>
                      <a:pt x="8878" y="-190"/>
                    </a:lnTo>
                    <a:lnTo>
                      <a:pt x="37369" y="-190"/>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orme libre : forme 99">
                <a:extLst>
                  <a:ext uri="{FF2B5EF4-FFF2-40B4-BE49-F238E27FC236}">
                    <a16:creationId xmlns:a16="http://schemas.microsoft.com/office/drawing/2014/main" id="{AC580DAA-922A-646B-8190-A7828B7ED009}"/>
                  </a:ext>
                </a:extLst>
              </p:cNvPr>
              <p:cNvSpPr/>
              <p:nvPr/>
            </p:nvSpPr>
            <p:spPr>
              <a:xfrm>
                <a:off x="1704482" y="4614299"/>
                <a:ext cx="74789" cy="21097"/>
              </a:xfrm>
              <a:custGeom>
                <a:avLst/>
                <a:gdLst>
                  <a:gd name="csX0" fmla="*/ 75009 w 74789"/>
                  <a:gd name="csY0" fmla="*/ 20910 h 21097"/>
                  <a:gd name="csX1" fmla="*/ 219 w 74789"/>
                  <a:gd name="csY1" fmla="*/ 20910 h 21097"/>
                  <a:gd name="csX2" fmla="*/ 8877 w 74789"/>
                  <a:gd name="csY2" fmla="*/ -187 h 21097"/>
                  <a:gd name="csX3" fmla="*/ 66351 w 74789"/>
                  <a:gd name="csY3" fmla="*/ -187 h 21097"/>
                </a:gdLst>
                <a:ahLst/>
                <a:cxnLst>
                  <a:cxn ang="0">
                    <a:pos x="csX0" y="csY0"/>
                  </a:cxn>
                  <a:cxn ang="0">
                    <a:pos x="csX1" y="csY1"/>
                  </a:cxn>
                  <a:cxn ang="0">
                    <a:pos x="csX2" y="csY2"/>
                  </a:cxn>
                  <a:cxn ang="0">
                    <a:pos x="csX3" y="csY3"/>
                  </a:cxn>
                </a:cxnLst>
                <a:rect l="l" t="t" r="r" b="b"/>
                <a:pathLst>
                  <a:path w="74789" h="21097">
                    <a:moveTo>
                      <a:pt x="75009" y="20910"/>
                    </a:moveTo>
                    <a:lnTo>
                      <a:pt x="219" y="20910"/>
                    </a:lnTo>
                    <a:lnTo>
                      <a:pt x="8877" y="-187"/>
                    </a:lnTo>
                    <a:lnTo>
                      <a:pt x="66351" y="-187"/>
                    </a:lnTo>
                    <a:close/>
                  </a:path>
                </a:pathLst>
              </a:custGeom>
              <a:solidFill>
                <a:srgbClr val="F2F2F2"/>
              </a:solidFill>
              <a:ln w="38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158" name="Rectangle 157">
            <a:hlinkClick r:id="rId6" action="ppaction://hlinksldjump"/>
            <a:extLst>
              <a:ext uri="{FF2B5EF4-FFF2-40B4-BE49-F238E27FC236}">
                <a16:creationId xmlns:a16="http://schemas.microsoft.com/office/drawing/2014/main" id="{880522C6-4B07-D432-E295-189382604322}"/>
              </a:ext>
            </a:extLst>
          </p:cNvPr>
          <p:cNvSpPr/>
          <p:nvPr/>
        </p:nvSpPr>
        <p:spPr>
          <a:xfrm>
            <a:off x="131615"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59" name="Rectangle 158">
            <a:extLst>
              <a:ext uri="{FF2B5EF4-FFF2-40B4-BE49-F238E27FC236}">
                <a16:creationId xmlns:a16="http://schemas.microsoft.com/office/drawing/2014/main" id="{2F2BDC16-5CDE-E8BE-CDE5-01172CD0BF75}"/>
              </a:ext>
            </a:extLst>
          </p:cNvPr>
          <p:cNvSpPr/>
          <p:nvPr/>
        </p:nvSpPr>
        <p:spPr>
          <a:xfrm>
            <a:off x="4182277"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0" name="Rectangle 159">
            <a:hlinkClick r:id="rId6" action="ppaction://hlinksldjump"/>
            <a:extLst>
              <a:ext uri="{FF2B5EF4-FFF2-40B4-BE49-F238E27FC236}">
                <a16:creationId xmlns:a16="http://schemas.microsoft.com/office/drawing/2014/main" id="{FDCA580F-4D95-F732-624F-B50FBCAE0023}"/>
              </a:ext>
            </a:extLst>
          </p:cNvPr>
          <p:cNvSpPr/>
          <p:nvPr/>
        </p:nvSpPr>
        <p:spPr>
          <a:xfrm>
            <a:off x="8232940" y="1117549"/>
            <a:ext cx="3600000" cy="4320000"/>
          </a:xfrm>
          <a:prstGeom prst="rect">
            <a:avLst/>
          </a:prstGeom>
          <a:noFill/>
          <a:ln w="28575">
            <a:solidFill>
              <a:srgbClr val="00B3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1" name="Rectangle 160">
            <a:extLst>
              <a:ext uri="{FF2B5EF4-FFF2-40B4-BE49-F238E27FC236}">
                <a16:creationId xmlns:a16="http://schemas.microsoft.com/office/drawing/2014/main" id="{7E35D3A5-AAF0-F1A0-7E17-818F0E2C8CE6}"/>
              </a:ext>
            </a:extLst>
          </p:cNvPr>
          <p:cNvSpPr/>
          <p:nvPr/>
        </p:nvSpPr>
        <p:spPr>
          <a:xfrm>
            <a:off x="131615"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un projet conséquent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parcourir les questions à se poser pour assurer un accompagnement humain du projet</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grpSp>
        <p:nvGrpSpPr>
          <p:cNvPr id="162" name="Groupe 161">
            <a:extLst>
              <a:ext uri="{FF2B5EF4-FFF2-40B4-BE49-F238E27FC236}">
                <a16:creationId xmlns:a16="http://schemas.microsoft.com/office/drawing/2014/main" id="{ABB571B2-55DA-2B2B-2A8E-D578192C793E}"/>
              </a:ext>
            </a:extLst>
          </p:cNvPr>
          <p:cNvGrpSpPr/>
          <p:nvPr/>
        </p:nvGrpSpPr>
        <p:grpSpPr>
          <a:xfrm>
            <a:off x="3409283" y="5236168"/>
            <a:ext cx="644662" cy="432000"/>
            <a:chOff x="4881260" y="5996412"/>
            <a:chExt cx="644662" cy="432000"/>
          </a:xfrm>
        </p:grpSpPr>
        <p:sp>
          <p:nvSpPr>
            <p:cNvPr id="163" name="Rectangle 162">
              <a:extLst>
                <a:ext uri="{FF2B5EF4-FFF2-40B4-BE49-F238E27FC236}">
                  <a16:creationId xmlns:a16="http://schemas.microsoft.com/office/drawing/2014/main" id="{8A0CEE5F-29BE-7AA4-ED6B-0C077BF162E5}"/>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4" name="Forme libre : forme 163">
              <a:hlinkClick r:id="rId6" action="ppaction://hlinksldjump"/>
              <a:extLst>
                <a:ext uri="{FF2B5EF4-FFF2-40B4-BE49-F238E27FC236}">
                  <a16:creationId xmlns:a16="http://schemas.microsoft.com/office/drawing/2014/main" id="{D3DB8C46-E567-C968-8407-16D57571A9C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5" name="Groupe 164">
            <a:extLst>
              <a:ext uri="{FF2B5EF4-FFF2-40B4-BE49-F238E27FC236}">
                <a16:creationId xmlns:a16="http://schemas.microsoft.com/office/drawing/2014/main" id="{6DFA8E2F-7A16-ACED-E9F5-B32E5BB76343}"/>
              </a:ext>
            </a:extLst>
          </p:cNvPr>
          <p:cNvGrpSpPr/>
          <p:nvPr/>
        </p:nvGrpSpPr>
        <p:grpSpPr>
          <a:xfrm>
            <a:off x="7525986" y="5281369"/>
            <a:ext cx="644662" cy="432000"/>
            <a:chOff x="4881260" y="5996412"/>
            <a:chExt cx="644662" cy="432000"/>
          </a:xfrm>
        </p:grpSpPr>
        <p:sp>
          <p:nvSpPr>
            <p:cNvPr id="166" name="Rectangle 165">
              <a:extLst>
                <a:ext uri="{FF2B5EF4-FFF2-40B4-BE49-F238E27FC236}">
                  <a16:creationId xmlns:a16="http://schemas.microsoft.com/office/drawing/2014/main" id="{9A997F0D-48AC-664F-436A-B1BD04DF9F23}"/>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67" name="Forme libre : forme 166">
              <a:extLst>
                <a:ext uri="{FF2B5EF4-FFF2-40B4-BE49-F238E27FC236}">
                  <a16:creationId xmlns:a16="http://schemas.microsoft.com/office/drawing/2014/main" id="{F46B47BB-00B0-6F4D-7759-9E8FDB255718}"/>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8" name="Groupe 167">
            <a:extLst>
              <a:ext uri="{FF2B5EF4-FFF2-40B4-BE49-F238E27FC236}">
                <a16:creationId xmlns:a16="http://schemas.microsoft.com/office/drawing/2014/main" id="{CAC4F3BF-ED50-3EF3-97EF-5A25A8C3834B}"/>
              </a:ext>
            </a:extLst>
          </p:cNvPr>
          <p:cNvGrpSpPr/>
          <p:nvPr/>
        </p:nvGrpSpPr>
        <p:grpSpPr>
          <a:xfrm>
            <a:off x="11486404" y="5252767"/>
            <a:ext cx="644662" cy="432000"/>
            <a:chOff x="4881260" y="5996412"/>
            <a:chExt cx="644662" cy="432000"/>
          </a:xfrm>
        </p:grpSpPr>
        <p:sp>
          <p:nvSpPr>
            <p:cNvPr id="169" name="Rectangle 168">
              <a:extLst>
                <a:ext uri="{FF2B5EF4-FFF2-40B4-BE49-F238E27FC236}">
                  <a16:creationId xmlns:a16="http://schemas.microsoft.com/office/drawing/2014/main" id="{40E056DB-FDFC-993A-015A-9F7A9710B597}"/>
                </a:ext>
              </a:extLst>
            </p:cNvPr>
            <p:cNvSpPr>
              <a:spLocks noChangeAspect="1"/>
            </p:cNvSpPr>
            <p:nvPr/>
          </p:nvSpPr>
          <p:spPr>
            <a:xfrm rot="18711776">
              <a:off x="4987591" y="5890081"/>
              <a:ext cx="432000" cy="644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Arial"/>
                <a:ea typeface="+mn-ea"/>
                <a:cs typeface="+mn-cs"/>
              </a:endParaRPr>
            </a:p>
          </p:txBody>
        </p:sp>
        <p:sp>
          <p:nvSpPr>
            <p:cNvPr id="170" name="Forme libre : forme 169">
              <a:hlinkClick r:id="rId6" action="ppaction://hlinksldjump"/>
              <a:extLst>
                <a:ext uri="{FF2B5EF4-FFF2-40B4-BE49-F238E27FC236}">
                  <a16:creationId xmlns:a16="http://schemas.microsoft.com/office/drawing/2014/main" id="{B80DC43D-DBF9-5F85-9F59-138D82D83B0B}"/>
                </a:ext>
              </a:extLst>
            </p:cNvPr>
            <p:cNvSpPr>
              <a:spLocks noChangeAspect="1"/>
            </p:cNvSpPr>
            <p:nvPr/>
          </p:nvSpPr>
          <p:spPr>
            <a:xfrm rot="18678108">
              <a:off x="5023591" y="5943803"/>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rgbClr val="00B388"/>
            </a:solidFill>
            <a:ln w="9525" cap="flat">
              <a:solidFill>
                <a:srgbClr val="00B38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71" name="Rectangle 170">
            <a:extLst>
              <a:ext uri="{FF2B5EF4-FFF2-40B4-BE49-F238E27FC236}">
                <a16:creationId xmlns:a16="http://schemas.microsoft.com/office/drawing/2014/main" id="{E8C0CB0F-0661-E7D0-8056-F8412A298C62}"/>
              </a:ext>
            </a:extLst>
          </p:cNvPr>
          <p:cNvSpPr/>
          <p:nvPr/>
        </p:nvSpPr>
        <p:spPr>
          <a:xfrm>
            <a:off x="4182277"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J’ai un projet plus modeste</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aller à l'essentiel et identifier les incontournables</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sp>
        <p:nvSpPr>
          <p:cNvPr id="172" name="Rectangle 171">
            <a:extLst>
              <a:ext uri="{FF2B5EF4-FFF2-40B4-BE49-F238E27FC236}">
                <a16:creationId xmlns:a16="http://schemas.microsoft.com/office/drawing/2014/main" id="{BD0E1520-7BBB-3DD2-4289-7135B1F73DA1}"/>
              </a:ext>
            </a:extLst>
          </p:cNvPr>
          <p:cNvSpPr/>
          <p:nvPr/>
        </p:nvSpPr>
        <p:spPr>
          <a:xfrm>
            <a:off x="8232940" y="4020102"/>
            <a:ext cx="3600000" cy="10012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Je veux explorer</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200" b="0" i="1"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veux naviguer librement pour trouver les informations qui m’aident</a:t>
            </a:r>
            <a:endPar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endParaRPr>
          </a:p>
        </p:txBody>
      </p:sp>
      <p:sp>
        <p:nvSpPr>
          <p:cNvPr id="3" name="Flèche : chevron 8 - 2 - 1">
            <a:extLst>
              <a:ext uri="{FF2B5EF4-FFF2-40B4-BE49-F238E27FC236}">
                <a16:creationId xmlns:a16="http://schemas.microsoft.com/office/drawing/2014/main" id="{84FFA493-8F59-D0EF-64DB-A57263D56C1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4" name="Flèche : chevron 8 - 2 - 1">
            <a:extLst>
              <a:ext uri="{FF2B5EF4-FFF2-40B4-BE49-F238E27FC236}">
                <a16:creationId xmlns:a16="http://schemas.microsoft.com/office/drawing/2014/main" id="{7C8FAC9C-A6F4-D09E-920F-0077847CE0E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6" name="Flèche : chevron 8 - 2 - 1">
            <a:extLst>
              <a:ext uri="{FF2B5EF4-FFF2-40B4-BE49-F238E27FC236}">
                <a16:creationId xmlns:a16="http://schemas.microsoft.com/office/drawing/2014/main" id="{FB673D3D-5742-0580-66B2-0B39822FD6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7" name="Flèche : chevron 8 - 2 - 1">
            <a:extLst>
              <a:ext uri="{FF2B5EF4-FFF2-40B4-BE49-F238E27FC236}">
                <a16:creationId xmlns:a16="http://schemas.microsoft.com/office/drawing/2014/main" id="{44079110-4E8D-9138-0CC6-0DF29C905994}"/>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9" name="Flèche : chevron 8 - 2 - 1">
            <a:extLst>
              <a:ext uri="{FF2B5EF4-FFF2-40B4-BE49-F238E27FC236}">
                <a16:creationId xmlns:a16="http://schemas.microsoft.com/office/drawing/2014/main" id="{A8B521DB-83A0-C785-4BB9-39A71D52A800}"/>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10" name="Flèche : pentagone 3">
            <a:extLst>
              <a:ext uri="{FF2B5EF4-FFF2-40B4-BE49-F238E27FC236}">
                <a16:creationId xmlns:a16="http://schemas.microsoft.com/office/drawing/2014/main" id="{76EA40DE-4E30-A386-23E9-BB1857B6FDED}"/>
              </a:ext>
            </a:extLst>
          </p:cNvPr>
          <p:cNvSpPr/>
          <p:nvPr/>
        </p:nvSpPr>
        <p:spPr>
          <a:xfrm>
            <a:off x="0" y="21771"/>
            <a:ext cx="648000" cy="288000"/>
          </a:xfrm>
          <a:prstGeom prst="homePlate">
            <a:avLst>
              <a:gd name="adj" fmla="val 26503"/>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Accueil</a:t>
            </a:r>
          </a:p>
        </p:txBody>
      </p:sp>
      <p:sp>
        <p:nvSpPr>
          <p:cNvPr id="11" name="Flèche : chevron 8 - 2 - 1">
            <a:extLst>
              <a:ext uri="{FF2B5EF4-FFF2-40B4-BE49-F238E27FC236}">
                <a16:creationId xmlns:a16="http://schemas.microsoft.com/office/drawing/2014/main" id="{4A22B9F5-2E02-A9A7-74C1-AF4D995D72B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12" name="Flèche : chevron 8 - 2 - 1">
            <a:extLst>
              <a:ext uri="{FF2B5EF4-FFF2-40B4-BE49-F238E27FC236}">
                <a16:creationId xmlns:a16="http://schemas.microsoft.com/office/drawing/2014/main" id="{2D57FD44-7306-6C61-C3CF-68115618BA98}"/>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
        <p:nvSpPr>
          <p:cNvPr id="14" name="Rectangle : coins arrondis 13">
            <a:extLst>
              <a:ext uri="{FF2B5EF4-FFF2-40B4-BE49-F238E27FC236}">
                <a16:creationId xmlns:a16="http://schemas.microsoft.com/office/drawing/2014/main" id="{04814B51-C6E8-E279-6360-056D267A6964}"/>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Tree>
    <p:extLst>
      <p:ext uri="{BB962C8B-B14F-4D97-AF65-F5344CB8AC3E}">
        <p14:creationId xmlns:p14="http://schemas.microsoft.com/office/powerpoint/2010/main" val="406239030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41B0-A0C2-4F52-0E8A-5F8CF4E9B32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EAC527-5106-3F7F-4880-D835C7348DB1}"/>
              </a:ext>
            </a:extLst>
          </p:cNvPr>
          <p:cNvSpPr/>
          <p:nvPr/>
        </p:nvSpPr>
        <p:spPr>
          <a:xfrm>
            <a:off x="378518" y="738719"/>
            <a:ext cx="11249049" cy="2115463"/>
          </a:xfrm>
          <a:prstGeom prst="rect">
            <a:avLst/>
          </a:prstGeom>
          <a:solidFill>
            <a:srgbClr val="A1D6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 name="Rectangle 1">
            <a:extLst>
              <a:ext uri="{FF2B5EF4-FFF2-40B4-BE49-F238E27FC236}">
                <a16:creationId xmlns:a16="http://schemas.microsoft.com/office/drawing/2014/main" id="{B2FAF17E-53C2-CCED-147C-1F98A0C48DCA}"/>
              </a:ext>
            </a:extLst>
          </p:cNvPr>
          <p:cNvSpPr/>
          <p:nvPr/>
        </p:nvSpPr>
        <p:spPr>
          <a:xfrm>
            <a:off x="6425065" y="3038568"/>
            <a:ext cx="5202502"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7D36CAD6-C899-FCF7-FD68-824E873E4900}"/>
              </a:ext>
            </a:extLst>
          </p:cNvPr>
          <p:cNvSpPr/>
          <p:nvPr/>
        </p:nvSpPr>
        <p:spPr>
          <a:xfrm>
            <a:off x="378519" y="3038568"/>
            <a:ext cx="5365055" cy="2520000"/>
          </a:xfrm>
          <a:prstGeom prst="rect">
            <a:avLst/>
          </a:prstGeom>
          <a:solidFill>
            <a:srgbClr val="59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41" name="Rectangle 40">
            <a:hlinkClick r:id="rId3" action="ppaction://hlinksldjump"/>
            <a:extLst>
              <a:ext uri="{FF2B5EF4-FFF2-40B4-BE49-F238E27FC236}">
                <a16:creationId xmlns:a16="http://schemas.microsoft.com/office/drawing/2014/main" id="{CDED15A1-043D-DEC5-6081-4D32915BCBD4}"/>
              </a:ext>
            </a:extLst>
          </p:cNvPr>
          <p:cNvSpPr/>
          <p:nvPr/>
        </p:nvSpPr>
        <p:spPr>
          <a:xfrm>
            <a:off x="2759228" y="872706"/>
            <a:ext cx="5964772"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1"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La check-list pour moi-même : </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QUELLES ACTIONS À MENER POUR MOI AU TITRE DE MES FONCTIONS ?</a:t>
            </a:r>
          </a:p>
        </p:txBody>
      </p:sp>
      <p:pic>
        <p:nvPicPr>
          <p:cNvPr id="38" name="Image 37">
            <a:hlinkClick r:id="rId3" action="ppaction://hlinksldjump"/>
            <a:extLst>
              <a:ext uri="{FF2B5EF4-FFF2-40B4-BE49-F238E27FC236}">
                <a16:creationId xmlns:a16="http://schemas.microsoft.com/office/drawing/2014/main" id="{75AACCC4-079A-860E-A6F6-3DA660D40F3F}"/>
              </a:ext>
            </a:extLst>
          </p:cNvPr>
          <p:cNvPicPr>
            <a:picLocks noChangeAspect="1"/>
          </p:cNvPicPr>
          <p:nvPr/>
        </p:nvPicPr>
        <p:blipFill>
          <a:blip r:embed="rId4"/>
          <a:stretch>
            <a:fillRect/>
          </a:stretch>
        </p:blipFill>
        <p:spPr>
          <a:xfrm>
            <a:off x="5320954" y="1742073"/>
            <a:ext cx="841321" cy="841321"/>
          </a:xfrm>
          <a:prstGeom prst="rect">
            <a:avLst/>
          </a:prstGeom>
        </p:spPr>
      </p:pic>
      <p:grpSp>
        <p:nvGrpSpPr>
          <p:cNvPr id="16" name="Groupe 15">
            <a:extLst>
              <a:ext uri="{FF2B5EF4-FFF2-40B4-BE49-F238E27FC236}">
                <a16:creationId xmlns:a16="http://schemas.microsoft.com/office/drawing/2014/main" id="{E1F15B95-EAF9-3B20-D05C-F9EEF7C9E6E9}"/>
              </a:ext>
            </a:extLst>
          </p:cNvPr>
          <p:cNvGrpSpPr>
            <a:grpSpLocks noChangeAspect="1"/>
          </p:cNvGrpSpPr>
          <p:nvPr/>
        </p:nvGrpSpPr>
        <p:grpSpPr>
          <a:xfrm>
            <a:off x="11001871" y="6336764"/>
            <a:ext cx="1082632" cy="444130"/>
            <a:chOff x="5810" y="1578917"/>
            <a:chExt cx="559801" cy="229645"/>
          </a:xfrm>
        </p:grpSpPr>
        <p:sp>
          <p:nvSpPr>
            <p:cNvPr id="17" name="Rectangle : coins arrondis 16">
              <a:hlinkClick r:id="rId5" action="ppaction://hlinksldjump"/>
              <a:extLst>
                <a:ext uri="{FF2B5EF4-FFF2-40B4-BE49-F238E27FC236}">
                  <a16:creationId xmlns:a16="http://schemas.microsoft.com/office/drawing/2014/main" id="{8BF54C2E-03DA-14F4-DFDA-86A0A62A84DD}"/>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8" name="Graphique 17" descr="Retour avec un remplissage uni">
              <a:hlinkClick r:id="rId5" action="ppaction://hlinksldjump"/>
              <a:extLst>
                <a:ext uri="{FF2B5EF4-FFF2-40B4-BE49-F238E27FC236}">
                  <a16:creationId xmlns:a16="http://schemas.microsoft.com/office/drawing/2014/main" id="{B8ACDF71-E31D-8B7F-5BAE-B774967662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9060" y="1578917"/>
              <a:ext cx="229645" cy="229645"/>
            </a:xfrm>
            <a:prstGeom prst="rect">
              <a:avLst/>
            </a:prstGeom>
          </p:spPr>
        </p:pic>
      </p:grpSp>
      <p:grpSp>
        <p:nvGrpSpPr>
          <p:cNvPr id="33" name="Groupe 32">
            <a:extLst>
              <a:ext uri="{FF2B5EF4-FFF2-40B4-BE49-F238E27FC236}">
                <a16:creationId xmlns:a16="http://schemas.microsoft.com/office/drawing/2014/main" id="{1E270579-EBCA-E7B7-4D8C-301617354228}"/>
              </a:ext>
            </a:extLst>
          </p:cNvPr>
          <p:cNvGrpSpPr/>
          <p:nvPr/>
        </p:nvGrpSpPr>
        <p:grpSpPr>
          <a:xfrm>
            <a:off x="564433" y="3405378"/>
            <a:ext cx="4860000" cy="1786381"/>
            <a:chOff x="564433" y="3501498"/>
            <a:chExt cx="4860000" cy="1786381"/>
          </a:xfrm>
        </p:grpSpPr>
        <p:sp>
          <p:nvSpPr>
            <p:cNvPr id="107" name="Rectangle 106">
              <a:hlinkClick r:id="rId7" action="ppaction://hlinksldjump"/>
              <a:extLst>
                <a:ext uri="{FF2B5EF4-FFF2-40B4-BE49-F238E27FC236}">
                  <a16:creationId xmlns:a16="http://schemas.microsoft.com/office/drawing/2014/main" id="{F8D7DCD0-8265-C6D4-F274-1147D42DC4D7}"/>
                </a:ext>
              </a:extLst>
            </p:cNvPr>
            <p:cNvSpPr/>
            <p:nvPr/>
          </p:nvSpPr>
          <p:spPr>
            <a:xfrm>
              <a:off x="564433"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COMMENT IDENTIFIER LES IMPACTS HUMAINS DU PROJET ?</a:t>
              </a:r>
            </a:p>
          </p:txBody>
        </p:sp>
        <p:pic>
          <p:nvPicPr>
            <p:cNvPr id="10" name="Image 9">
              <a:hlinkClick r:id="rId7" action="ppaction://hlinksldjump"/>
              <a:extLst>
                <a:ext uri="{FF2B5EF4-FFF2-40B4-BE49-F238E27FC236}">
                  <a16:creationId xmlns:a16="http://schemas.microsoft.com/office/drawing/2014/main" id="{8D7892B1-6539-6234-63A4-8586E68ED042}"/>
                </a:ext>
              </a:extLst>
            </p:cNvPr>
            <p:cNvPicPr>
              <a:picLocks noChangeAspect="1"/>
            </p:cNvPicPr>
            <p:nvPr/>
          </p:nvPicPr>
          <p:blipFill>
            <a:blip r:embed="rId8"/>
            <a:stretch>
              <a:fillRect/>
            </a:stretch>
          </p:blipFill>
          <p:spPr>
            <a:xfrm>
              <a:off x="2572341" y="4399517"/>
              <a:ext cx="841321" cy="841321"/>
            </a:xfrm>
            <a:prstGeom prst="rect">
              <a:avLst/>
            </a:prstGeom>
          </p:spPr>
        </p:pic>
        <p:sp>
          <p:nvSpPr>
            <p:cNvPr id="22" name="Forme libre : forme 21">
              <a:hlinkClick r:id="rId7" action="ppaction://hlinksldjump"/>
              <a:extLst>
                <a:ext uri="{FF2B5EF4-FFF2-40B4-BE49-F238E27FC236}">
                  <a16:creationId xmlns:a16="http://schemas.microsoft.com/office/drawing/2014/main" id="{61E1F4B8-AAB2-C52D-66B7-031E079EDCD0}"/>
                </a:ext>
              </a:extLst>
            </p:cNvPr>
            <p:cNvSpPr>
              <a:spLocks noChangeAspect="1"/>
            </p:cNvSpPr>
            <p:nvPr/>
          </p:nvSpPr>
          <p:spPr>
            <a:xfrm rot="18678108">
              <a:off x="3381874"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3" name="Forme libre : forme 22">
            <a:hlinkClick r:id="rId3" action="ppaction://hlinksldjump"/>
            <a:extLst>
              <a:ext uri="{FF2B5EF4-FFF2-40B4-BE49-F238E27FC236}">
                <a16:creationId xmlns:a16="http://schemas.microsoft.com/office/drawing/2014/main" id="{8A006E96-2A40-DF97-654B-9743D565875E}"/>
              </a:ext>
            </a:extLst>
          </p:cNvPr>
          <p:cNvSpPr>
            <a:spLocks noChangeAspect="1"/>
          </p:cNvSpPr>
          <p:nvPr/>
        </p:nvSpPr>
        <p:spPr>
          <a:xfrm rot="18678108">
            <a:off x="6105444" y="2194282"/>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4" name="Groupe 33">
            <a:extLst>
              <a:ext uri="{FF2B5EF4-FFF2-40B4-BE49-F238E27FC236}">
                <a16:creationId xmlns:a16="http://schemas.microsoft.com/office/drawing/2014/main" id="{ACE65A73-C7EF-CDF6-B47A-58AEDC616D72}"/>
              </a:ext>
            </a:extLst>
          </p:cNvPr>
          <p:cNvGrpSpPr/>
          <p:nvPr/>
        </p:nvGrpSpPr>
        <p:grpSpPr>
          <a:xfrm>
            <a:off x="6614985" y="3405378"/>
            <a:ext cx="4860000" cy="1786381"/>
            <a:chOff x="6614985" y="3501498"/>
            <a:chExt cx="4860000" cy="1786381"/>
          </a:xfrm>
        </p:grpSpPr>
        <p:pic>
          <p:nvPicPr>
            <p:cNvPr id="102" name="Graphique 101" descr="Main ouverte avec un remplissage uni">
              <a:extLst>
                <a:ext uri="{FF2B5EF4-FFF2-40B4-BE49-F238E27FC236}">
                  <a16:creationId xmlns:a16="http://schemas.microsoft.com/office/drawing/2014/main" id="{FE779626-252B-638B-392B-388C63618F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32966" y="4746906"/>
              <a:ext cx="624039" cy="492846"/>
            </a:xfrm>
            <a:prstGeom prst="rect">
              <a:avLst/>
            </a:prstGeom>
          </p:spPr>
        </p:pic>
        <p:pic>
          <p:nvPicPr>
            <p:cNvPr id="104" name="Graphique 103" descr="Utilisateurs avec un remplissage uni">
              <a:extLst>
                <a:ext uri="{FF2B5EF4-FFF2-40B4-BE49-F238E27FC236}">
                  <a16:creationId xmlns:a16="http://schemas.microsoft.com/office/drawing/2014/main" id="{23320F45-29E9-F443-3214-99DB085B8D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774598" y="4503687"/>
              <a:ext cx="540774" cy="540774"/>
            </a:xfrm>
            <a:prstGeom prst="rect">
              <a:avLst/>
            </a:prstGeom>
          </p:spPr>
        </p:pic>
        <p:sp>
          <p:nvSpPr>
            <p:cNvPr id="74" name="Rectangle 73">
              <a:hlinkClick r:id="rId11" action="ppaction://hlinksldjump"/>
              <a:extLst>
                <a:ext uri="{FF2B5EF4-FFF2-40B4-BE49-F238E27FC236}">
                  <a16:creationId xmlns:a16="http://schemas.microsoft.com/office/drawing/2014/main" id="{C07DEBFE-816E-5207-2F88-BA8DE53BE4D7}"/>
                </a:ext>
              </a:extLst>
            </p:cNvPr>
            <p:cNvSpPr/>
            <p:nvPr/>
          </p:nvSpPr>
          <p:spPr>
            <a:xfrm>
              <a:off x="6614985" y="3501498"/>
              <a:ext cx="4860000" cy="82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rPr>
                <a:t>COMMENT PRÉPARER LE COLLECTIF AUX IMPACTS DU PROJET ?</a:t>
              </a:r>
            </a:p>
          </p:txBody>
        </p:sp>
        <p:pic>
          <p:nvPicPr>
            <p:cNvPr id="28" name="Image 27">
              <a:hlinkClick r:id="rId11" action="ppaction://hlinksldjump"/>
              <a:extLst>
                <a:ext uri="{FF2B5EF4-FFF2-40B4-BE49-F238E27FC236}">
                  <a16:creationId xmlns:a16="http://schemas.microsoft.com/office/drawing/2014/main" id="{F8A4774F-7663-A26A-E637-E9A5A45AA40B}"/>
                </a:ext>
              </a:extLst>
            </p:cNvPr>
            <p:cNvPicPr>
              <a:picLocks noChangeAspect="1"/>
            </p:cNvPicPr>
            <p:nvPr/>
          </p:nvPicPr>
          <p:blipFill>
            <a:blip r:embed="rId12"/>
            <a:stretch>
              <a:fillRect/>
            </a:stretch>
          </p:blipFill>
          <p:spPr>
            <a:xfrm>
              <a:off x="8624325" y="4381430"/>
              <a:ext cx="841321" cy="847417"/>
            </a:xfrm>
            <a:prstGeom prst="rect">
              <a:avLst/>
            </a:prstGeom>
          </p:spPr>
        </p:pic>
        <p:sp>
          <p:nvSpPr>
            <p:cNvPr id="27" name="Forme libre : forme 26">
              <a:hlinkClick r:id="rId11" action="ppaction://hlinksldjump"/>
              <a:extLst>
                <a:ext uri="{FF2B5EF4-FFF2-40B4-BE49-F238E27FC236}">
                  <a16:creationId xmlns:a16="http://schemas.microsoft.com/office/drawing/2014/main" id="{1EA719E3-3DE1-D691-1F7B-4C2F02F3E4AB}"/>
                </a:ext>
              </a:extLst>
            </p:cNvPr>
            <p:cNvSpPr>
              <a:spLocks noChangeAspect="1"/>
            </p:cNvSpPr>
            <p:nvPr/>
          </p:nvSpPr>
          <p:spPr>
            <a:xfrm rot="18678108">
              <a:off x="9443389" y="4839270"/>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58" name="Rectangle : coins arrondis 57">
            <a:extLst>
              <a:ext uri="{FF2B5EF4-FFF2-40B4-BE49-F238E27FC236}">
                <a16:creationId xmlns:a16="http://schemas.microsoft.com/office/drawing/2014/main" id="{E873A9DC-9D4D-0E56-7E5B-EFA79B49F1A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5" name="Flèche : chevron 8 - 2 - 1">
            <a:extLst>
              <a:ext uri="{FF2B5EF4-FFF2-40B4-BE49-F238E27FC236}">
                <a16:creationId xmlns:a16="http://schemas.microsoft.com/office/drawing/2014/main" id="{F07F4260-4FFE-28FE-C9A5-1F82CCE812A6}"/>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7" name="Flèche : chevron 8 - 2 - 1">
            <a:extLst>
              <a:ext uri="{FF2B5EF4-FFF2-40B4-BE49-F238E27FC236}">
                <a16:creationId xmlns:a16="http://schemas.microsoft.com/office/drawing/2014/main" id="{2A5C6FB5-540A-6DA7-7C1A-9C75668F6E8F}"/>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9" name="Flèche : chevron 8 - 2 - 1">
            <a:extLst>
              <a:ext uri="{FF2B5EF4-FFF2-40B4-BE49-F238E27FC236}">
                <a16:creationId xmlns:a16="http://schemas.microsoft.com/office/drawing/2014/main" id="{FA13FADC-6290-1817-C9C2-6DDB32A403EC}"/>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13" name="Flèche : chevron 8 - 2 - 1">
            <a:extLst>
              <a:ext uri="{FF2B5EF4-FFF2-40B4-BE49-F238E27FC236}">
                <a16:creationId xmlns:a16="http://schemas.microsoft.com/office/drawing/2014/main" id="{701F7712-A151-CA83-D5BF-100676D27040}"/>
              </a:ext>
            </a:extLst>
          </p:cNvPr>
          <p:cNvSpPr/>
          <p:nvPr/>
        </p:nvSpPr>
        <p:spPr>
          <a:xfrm>
            <a:off x="636000" y="21771"/>
            <a:ext cx="115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Cas d’usage</a:t>
            </a:r>
          </a:p>
        </p:txBody>
      </p:sp>
      <p:sp>
        <p:nvSpPr>
          <p:cNvPr id="15" name="Flèche : chevron 8 - 2 - 1">
            <a:extLst>
              <a:ext uri="{FF2B5EF4-FFF2-40B4-BE49-F238E27FC236}">
                <a16:creationId xmlns:a16="http://schemas.microsoft.com/office/drawing/2014/main" id="{0512B202-B9C9-6CF5-AA49-72EBBEEEA72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20" name="Flèche : pentagone 3">
            <a:extLst>
              <a:ext uri="{FF2B5EF4-FFF2-40B4-BE49-F238E27FC236}">
                <a16:creationId xmlns:a16="http://schemas.microsoft.com/office/drawing/2014/main" id="{CBDF16DA-ED8A-3589-C889-6E964F5965F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24" name="Flèche : chevron 8 - 2 - 1">
            <a:extLst>
              <a:ext uri="{FF2B5EF4-FFF2-40B4-BE49-F238E27FC236}">
                <a16:creationId xmlns:a16="http://schemas.microsoft.com/office/drawing/2014/main" id="{078E90E1-F210-E7CC-4410-7239E38E8BCE}"/>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26" name="Flèche : chevron 8 - 2 - 1">
            <a:extLst>
              <a:ext uri="{FF2B5EF4-FFF2-40B4-BE49-F238E27FC236}">
                <a16:creationId xmlns:a16="http://schemas.microsoft.com/office/drawing/2014/main" id="{DACF27A1-F31B-222A-C099-15A31037AB7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grpSp>
        <p:nvGrpSpPr>
          <p:cNvPr id="35" name="Groupe 34">
            <a:extLst>
              <a:ext uri="{FF2B5EF4-FFF2-40B4-BE49-F238E27FC236}">
                <a16:creationId xmlns:a16="http://schemas.microsoft.com/office/drawing/2014/main" id="{0FEDA54D-7E66-C91A-3A44-04E9EDA9CB16}"/>
              </a:ext>
            </a:extLst>
          </p:cNvPr>
          <p:cNvGrpSpPr/>
          <p:nvPr/>
        </p:nvGrpSpPr>
        <p:grpSpPr>
          <a:xfrm>
            <a:off x="2033910" y="5905349"/>
            <a:ext cx="8172707" cy="576000"/>
            <a:chOff x="2500781" y="5905349"/>
            <a:chExt cx="8172707" cy="576000"/>
          </a:xfrm>
        </p:grpSpPr>
        <p:sp>
          <p:nvSpPr>
            <p:cNvPr id="30" name="ZoneTexte 29">
              <a:extLst>
                <a:ext uri="{FF2B5EF4-FFF2-40B4-BE49-F238E27FC236}">
                  <a16:creationId xmlns:a16="http://schemas.microsoft.com/office/drawing/2014/main" id="{68162A8A-7699-CC73-715F-433CC2BEC919}"/>
                </a:ext>
              </a:extLst>
            </p:cNvPr>
            <p:cNvSpPr txBox="1"/>
            <p:nvPr/>
          </p:nvSpPr>
          <p:spPr>
            <a:xfrm>
              <a:off x="2500781" y="5905349"/>
              <a:ext cx="8172707" cy="576000"/>
            </a:xfrm>
            <a:prstGeom prst="roundRect">
              <a:avLst/>
            </a:prstGeom>
            <a:solidFill>
              <a:schemeClr val="bg1">
                <a:lumMod val="85000"/>
              </a:schemeClr>
            </a:solidFill>
          </p:spPr>
          <p:txBody>
            <a:bodyPr wrap="square" lIns="540000" anchor="ctr">
              <a:noAutofit/>
            </a:bodyPr>
            <a:lstStyle/>
            <a:p>
              <a:pPr marL="0" marR="0" lvl="0" indent="0" algn="l" defTabSz="914355" rtl="0" eaLnBrk="1" fontAlgn="auto" latinLnBrk="0" hangingPunct="1">
                <a:lnSpc>
                  <a:spcPct val="105000"/>
                </a:lnSpc>
                <a:spcBef>
                  <a:spcPts val="0"/>
                </a:spcBef>
                <a:spcAft>
                  <a:spcPts val="600"/>
                </a:spcAft>
                <a:buClrTx/>
                <a:buSzTx/>
                <a:buFontTx/>
                <a:buNone/>
                <a:tabLs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Faire l’intégralité des trois check-lists et de leurs ressources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prend ~2 jours</a:t>
              </a: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 </a:t>
              </a:r>
            </a:p>
            <a:p>
              <a:pPr marL="0" marR="0" lvl="0" indent="0" algn="l" defTabSz="914355" rtl="0" eaLnBrk="1" fontAlgn="auto" latinLnBrk="0" hangingPunct="1">
                <a:lnSpc>
                  <a:spcPct val="105000"/>
                </a:lnSpc>
                <a:spcBef>
                  <a:spcPts val="0"/>
                </a:spcBef>
                <a:spcAft>
                  <a:spcPts val="600"/>
                </a:spcAft>
                <a:buClrTx/>
                <a:buSzTx/>
                <a:buFontTx/>
                <a:buNone/>
                <a:tabLst/>
                <a:defRPr/>
              </a:pPr>
              <a:r>
                <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rPr>
                <a:t>Conseil : </a:t>
              </a:r>
              <a:r>
                <a:rPr kumimoji="0" lang="fr-FR" sz="1200" b="1"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vous pouvez sanctuariser un temps dédié en amont du projet </a:t>
              </a:r>
              <a:r>
                <a:rPr kumimoji="0" lang="fr-FR" sz="1200" b="0" i="1" u="none" strike="noStrike" kern="1200" cap="none" spc="0" normalizeH="0" baseline="0" noProof="0">
                  <a:ln>
                    <a:noFill/>
                  </a:ln>
                  <a:solidFill>
                    <a:srgbClr val="000000">
                      <a:lumMod val="75000"/>
                      <a:lumOff val="25000"/>
                    </a:srgbClr>
                  </a:solidFill>
                  <a:effectLst/>
                  <a:uLnTx/>
                  <a:uFillTx/>
                  <a:latin typeface="Avenir LT Std 65 Medium" panose="020B0803020203020204" pitchFamily="34" charset="0"/>
                  <a:ea typeface="+mn-ea"/>
                  <a:cs typeface="+mn-cs"/>
                </a:rPr>
                <a:t>si vous souhaitez tout parcourir.</a:t>
              </a:r>
              <a:endParaRPr kumimoji="0" lang="fr-FR" sz="1200" b="0" i="1" u="none" strike="noStrike" kern="1200" cap="none" spc="0" normalizeH="0" baseline="0" noProof="0">
                <a:ln>
                  <a:noFill/>
                </a:ln>
                <a:solidFill>
                  <a:srgbClr val="000000">
                    <a:lumMod val="75000"/>
                    <a:lumOff val="25000"/>
                  </a:srgbClr>
                </a:solidFill>
                <a:effectLst/>
                <a:uLnTx/>
                <a:uFillTx/>
                <a:latin typeface="Avenir LT Std 45 Book"/>
                <a:ea typeface="+mn-ea"/>
                <a:cs typeface="+mn-cs"/>
              </a:endParaRPr>
            </a:p>
          </p:txBody>
        </p:sp>
        <p:pic>
          <p:nvPicPr>
            <p:cNvPr id="32" name="Graphique 31" descr="Informations avec un remplissage uni">
              <a:extLst>
                <a:ext uri="{FF2B5EF4-FFF2-40B4-BE49-F238E27FC236}">
                  <a16:creationId xmlns:a16="http://schemas.microsoft.com/office/drawing/2014/main" id="{9B0BDAF6-6122-6FA1-EE3C-78FF983F7A8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554615" y="5978628"/>
              <a:ext cx="432000" cy="432000"/>
            </a:xfrm>
            <a:prstGeom prst="rect">
              <a:avLst/>
            </a:prstGeom>
          </p:spPr>
        </p:pic>
      </p:grpSp>
    </p:spTree>
    <p:extLst>
      <p:ext uri="{BB962C8B-B14F-4D97-AF65-F5344CB8AC3E}">
        <p14:creationId xmlns:p14="http://schemas.microsoft.com/office/powerpoint/2010/main" val="10236847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230C-9156-CFC7-D262-1743B7456183}"/>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56C0DA02-AE7C-3AD2-22F5-CCC821951C01}"/>
              </a:ext>
            </a:extLst>
          </p:cNvPr>
          <p:cNvSpPr txBox="1"/>
          <p:nvPr/>
        </p:nvSpPr>
        <p:spPr>
          <a:xfrm>
            <a:off x="513641" y="1476944"/>
            <a:ext cx="9569224" cy="4093428"/>
          </a:xfrm>
          <a:prstGeom prst="rect">
            <a:avLst/>
          </a:prstGeom>
          <a:noFill/>
        </p:spPr>
        <p:txBody>
          <a:bodyPr wrap="square">
            <a:spAutoFit/>
          </a:bodyPr>
          <a:lstStyle/>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Définir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ressources</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(processus, outils, guides…)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compétences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dont j’ai besoin</a:t>
            </a:r>
            <a:r>
              <a:rPr kumimoji="0" lang="fr-FR" sz="1400" b="1"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pour mener ce projet</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a:t>
            </a: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dentifier les relais humains sur lesquels je peux m’appuyer</a:t>
            </a:r>
            <a:r>
              <a:rPr kumimoji="0" lang="fr-FR" sz="1400" b="0" i="0" u="none" strike="noStrike" kern="1200" cap="none" spc="0" normalizeH="0" baseline="0" noProof="0">
                <a:ln>
                  <a:noFill/>
                </a:ln>
                <a:solidFill>
                  <a:srgbClr val="0070C0"/>
                </a:solidFill>
                <a:effectLst/>
                <a:uLnTx/>
                <a:uFillTx/>
                <a:latin typeface="Avenir LT Std 65 Medium" panose="020B0803020203020204" pitchFamily="34" charset="0"/>
                <a:ea typeface="+mn-ea"/>
                <a:cs typeface="+mn-cs"/>
              </a:rPr>
              <a:t>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(sponsors, valideurs, chefs de lots, contributeurs, réseau d’appui, préventeur, RH, coach externe… et clients du projet à écouter), et la manière de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embarquer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dans le projet</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Structurer le projet et son futur pilotage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(gestion de projet, outils, indicateurs, moments de partage / instances…)</a:t>
            </a:r>
            <a:b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br>
            <a:endPar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endParaRP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Evaluer et organiser ma charge de travail</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liée au projet et son impact sur mon activité, </a:t>
            </a: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évaluer mon besoin de déléguer </a:t>
            </a:r>
          </a:p>
          <a:p>
            <a:pPr marL="87312" marR="0" lvl="0" indent="0" algn="l" defTabSz="908712" rtl="0" eaLnBrk="1" fontAlgn="auto" latinLnBrk="0" hangingPunct="1">
              <a:lnSpc>
                <a:spcPct val="100000"/>
              </a:lnSpc>
              <a:spcBef>
                <a:spcPts val="0"/>
              </a:spcBef>
              <a:spcAft>
                <a:spcPts val="360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Assurer que le projet réunit toutes les conditions de réussite </a:t>
            </a:r>
            <a:r>
              <a:rPr kumimoji="0" lang="fr-FR" sz="14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(mandat clair et validé, sponsor et /ou commanditaire identifiés et de bon niveau pour le projet, collectif représentant le projet engagé…)</a:t>
            </a:r>
            <a:endPar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endParaRPr>
          </a:p>
        </p:txBody>
      </p:sp>
      <p:grpSp>
        <p:nvGrpSpPr>
          <p:cNvPr id="96" name="Groupe 95">
            <a:extLst>
              <a:ext uri="{FF2B5EF4-FFF2-40B4-BE49-F238E27FC236}">
                <a16:creationId xmlns:a16="http://schemas.microsoft.com/office/drawing/2014/main" id="{4DE22417-7DD6-2B7F-B966-E6F3EB602BA6}"/>
              </a:ext>
            </a:extLst>
          </p:cNvPr>
          <p:cNvGrpSpPr/>
          <p:nvPr/>
        </p:nvGrpSpPr>
        <p:grpSpPr>
          <a:xfrm>
            <a:off x="216339" y="1478738"/>
            <a:ext cx="302577" cy="302577"/>
            <a:chOff x="229671" y="2122077"/>
            <a:chExt cx="302577" cy="302577"/>
          </a:xfrm>
        </p:grpSpPr>
        <p:sp>
          <p:nvSpPr>
            <p:cNvPr id="97" name="Bouton d’action : vide 96">
              <a:hlinkClick r:id="" action="ppaction://noaction" highlightClick="1"/>
              <a:extLst>
                <a:ext uri="{FF2B5EF4-FFF2-40B4-BE49-F238E27FC236}">
                  <a16:creationId xmlns:a16="http://schemas.microsoft.com/office/drawing/2014/main" id="{0E86163B-EAED-1F2A-2A78-FF31E547D4F5}"/>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98" name="Graphique 97" descr="Coche avec un remplissage uni">
              <a:extLst>
                <a:ext uri="{FF2B5EF4-FFF2-40B4-BE49-F238E27FC236}">
                  <a16:creationId xmlns:a16="http://schemas.microsoft.com/office/drawing/2014/main" id="{8EE1BC00-9F80-74CE-D925-D302B51A4B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99" name="Groupe 98">
            <a:extLst>
              <a:ext uri="{FF2B5EF4-FFF2-40B4-BE49-F238E27FC236}">
                <a16:creationId xmlns:a16="http://schemas.microsoft.com/office/drawing/2014/main" id="{6ECD614D-14CE-F328-A9AE-0D0901809280}"/>
              </a:ext>
            </a:extLst>
          </p:cNvPr>
          <p:cNvGrpSpPr/>
          <p:nvPr/>
        </p:nvGrpSpPr>
        <p:grpSpPr>
          <a:xfrm>
            <a:off x="237316" y="3239787"/>
            <a:ext cx="302577" cy="302577"/>
            <a:chOff x="229671" y="2122077"/>
            <a:chExt cx="302577" cy="302577"/>
          </a:xfrm>
        </p:grpSpPr>
        <p:sp>
          <p:nvSpPr>
            <p:cNvPr id="100" name="Bouton d’action : vide 99">
              <a:hlinkClick r:id="" action="ppaction://noaction" highlightClick="1"/>
              <a:extLst>
                <a:ext uri="{FF2B5EF4-FFF2-40B4-BE49-F238E27FC236}">
                  <a16:creationId xmlns:a16="http://schemas.microsoft.com/office/drawing/2014/main" id="{5D9376C3-900B-E070-5977-431CA0718D19}"/>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1" name="Graphique 100" descr="Coche avec un remplissage uni">
              <a:extLst>
                <a:ext uri="{FF2B5EF4-FFF2-40B4-BE49-F238E27FC236}">
                  <a16:creationId xmlns:a16="http://schemas.microsoft.com/office/drawing/2014/main" id="{47D0F989-6581-A572-5C57-0351AE53D6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grpSp>
        <p:nvGrpSpPr>
          <p:cNvPr id="102" name="Groupe 101">
            <a:extLst>
              <a:ext uri="{FF2B5EF4-FFF2-40B4-BE49-F238E27FC236}">
                <a16:creationId xmlns:a16="http://schemas.microsoft.com/office/drawing/2014/main" id="{0F838F4F-3325-1C40-BDFB-C986A02BF1D8}"/>
              </a:ext>
            </a:extLst>
          </p:cNvPr>
          <p:cNvGrpSpPr/>
          <p:nvPr/>
        </p:nvGrpSpPr>
        <p:grpSpPr>
          <a:xfrm>
            <a:off x="237316" y="4291622"/>
            <a:ext cx="302577" cy="302577"/>
            <a:chOff x="229671" y="2122077"/>
            <a:chExt cx="302577" cy="302577"/>
          </a:xfrm>
        </p:grpSpPr>
        <p:sp>
          <p:nvSpPr>
            <p:cNvPr id="103" name="Bouton d’action : vide 102">
              <a:hlinkClick r:id="" action="ppaction://noaction" highlightClick="1"/>
              <a:extLst>
                <a:ext uri="{FF2B5EF4-FFF2-40B4-BE49-F238E27FC236}">
                  <a16:creationId xmlns:a16="http://schemas.microsoft.com/office/drawing/2014/main" id="{70F8B66A-944D-7CF6-DDB7-6FCB2C5D41F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104" name="Graphique 103" descr="Coche avec un remplissage uni">
              <a:extLst>
                <a:ext uri="{FF2B5EF4-FFF2-40B4-BE49-F238E27FC236}">
                  <a16:creationId xmlns:a16="http://schemas.microsoft.com/office/drawing/2014/main" id="{15E23A29-B606-88F9-7AE3-02962B50E4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105" name="Bouton d’action : vide 104">
            <a:hlinkClick r:id="" action="ppaction://noaction" highlightClick="1"/>
            <a:extLst>
              <a:ext uri="{FF2B5EF4-FFF2-40B4-BE49-F238E27FC236}">
                <a16:creationId xmlns:a16="http://schemas.microsoft.com/office/drawing/2014/main" id="{8F175FA5-2E5A-7A27-C060-F0C152A3BC94}"/>
              </a:ext>
            </a:extLst>
          </p:cNvPr>
          <p:cNvSpPr/>
          <p:nvPr/>
        </p:nvSpPr>
        <p:spPr>
          <a:xfrm>
            <a:off x="238990" y="232496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106" name="Bouton d’action : vide 105">
            <a:hlinkClick r:id="" action="ppaction://noaction" highlightClick="1"/>
            <a:extLst>
              <a:ext uri="{FF2B5EF4-FFF2-40B4-BE49-F238E27FC236}">
                <a16:creationId xmlns:a16="http://schemas.microsoft.com/office/drawing/2014/main" id="{3464E78B-C7E3-666B-DEBB-3D32C0F4CF63}"/>
              </a:ext>
            </a:extLst>
          </p:cNvPr>
          <p:cNvSpPr/>
          <p:nvPr/>
        </p:nvSpPr>
        <p:spPr>
          <a:xfrm>
            <a:off x="255093" y="52162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1" name="Graphique 60" descr="Loupe avec un remplissage uni">
            <a:hlinkClick r:id="rId4" action="ppaction://hlinksldjump"/>
            <a:extLst>
              <a:ext uri="{FF2B5EF4-FFF2-40B4-BE49-F238E27FC236}">
                <a16:creationId xmlns:a16="http://schemas.microsoft.com/office/drawing/2014/main" id="{B2E3356F-4CD0-CC34-3065-F312E282CF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37287" y="1485143"/>
            <a:ext cx="323819" cy="323819"/>
          </a:xfrm>
          <a:prstGeom prst="rect">
            <a:avLst/>
          </a:prstGeom>
        </p:spPr>
      </p:pic>
      <p:pic>
        <p:nvPicPr>
          <p:cNvPr id="65" name="Graphique 64" descr="Loupe avec un remplissage uni">
            <a:hlinkClick r:id="rId6" action="ppaction://hlinksldjump"/>
            <a:extLst>
              <a:ext uri="{FF2B5EF4-FFF2-40B4-BE49-F238E27FC236}">
                <a16:creationId xmlns:a16="http://schemas.microsoft.com/office/drawing/2014/main" id="{B40E33AB-A9E2-AECA-43C3-62D034CA84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2246671"/>
            <a:ext cx="323819" cy="323819"/>
          </a:xfrm>
          <a:prstGeom prst="rect">
            <a:avLst/>
          </a:prstGeom>
        </p:spPr>
      </p:pic>
      <p:pic>
        <p:nvPicPr>
          <p:cNvPr id="69" name="Graphique 68" descr="Loupe avec un remplissage uni">
            <a:hlinkClick r:id="rId7" action="ppaction://hlinksldjump"/>
            <a:extLst>
              <a:ext uri="{FF2B5EF4-FFF2-40B4-BE49-F238E27FC236}">
                <a16:creationId xmlns:a16="http://schemas.microsoft.com/office/drawing/2014/main" id="{6C2666B4-D923-2688-3360-E309FC3056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3289526"/>
            <a:ext cx="323819" cy="323819"/>
          </a:xfrm>
          <a:prstGeom prst="rect">
            <a:avLst/>
          </a:prstGeom>
        </p:spPr>
      </p:pic>
      <p:pic>
        <p:nvPicPr>
          <p:cNvPr id="73" name="Graphique 72" descr="Loupe avec un remplissage uni">
            <a:hlinkClick r:id="rId8" action="ppaction://hlinksldjump"/>
            <a:extLst>
              <a:ext uri="{FF2B5EF4-FFF2-40B4-BE49-F238E27FC236}">
                <a16:creationId xmlns:a16="http://schemas.microsoft.com/office/drawing/2014/main" id="{59D3BC1A-E689-6972-C47F-A0E861EE69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4243495"/>
            <a:ext cx="323819" cy="323819"/>
          </a:xfrm>
          <a:prstGeom prst="rect">
            <a:avLst/>
          </a:prstGeom>
        </p:spPr>
      </p:pic>
      <p:pic>
        <p:nvPicPr>
          <p:cNvPr id="77" name="Graphique 76" descr="Loupe avec un remplissage uni">
            <a:hlinkClick r:id="rId9" action="ppaction://hlinksldjump"/>
            <a:extLst>
              <a:ext uri="{FF2B5EF4-FFF2-40B4-BE49-F238E27FC236}">
                <a16:creationId xmlns:a16="http://schemas.microsoft.com/office/drawing/2014/main" id="{A31D0095-4C9D-BA42-2C95-9F1B07A383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48798" y="5178305"/>
            <a:ext cx="323819" cy="323819"/>
          </a:xfrm>
          <a:prstGeom prst="rect">
            <a:avLst/>
          </a:prstGeom>
        </p:spPr>
      </p:pic>
      <p:sp>
        <p:nvSpPr>
          <p:cNvPr id="6" name="Rectangle : coins arrondis 5">
            <a:extLst>
              <a:ext uri="{FF2B5EF4-FFF2-40B4-BE49-F238E27FC236}">
                <a16:creationId xmlns:a16="http://schemas.microsoft.com/office/drawing/2014/main" id="{4AAFFAEB-CBCC-AC8A-7427-B8E595762779}"/>
              </a:ext>
            </a:extLst>
          </p:cNvPr>
          <p:cNvSpPr/>
          <p:nvPr/>
        </p:nvSpPr>
        <p:spPr>
          <a:xfrm>
            <a:off x="10338412" y="149384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7" name="Graphique 6" descr="Sablier terminé avec un remplissage uni">
            <a:extLst>
              <a:ext uri="{FF2B5EF4-FFF2-40B4-BE49-F238E27FC236}">
                <a16:creationId xmlns:a16="http://schemas.microsoft.com/office/drawing/2014/main" id="{0202F49C-0C07-CD8C-5C7D-AA622CCAF1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1493842"/>
            <a:ext cx="306421" cy="306421"/>
          </a:xfrm>
          <a:prstGeom prst="rect">
            <a:avLst/>
          </a:prstGeom>
        </p:spPr>
      </p:pic>
      <p:sp>
        <p:nvSpPr>
          <p:cNvPr id="8" name="Rectangle : coins arrondis 7">
            <a:extLst>
              <a:ext uri="{FF2B5EF4-FFF2-40B4-BE49-F238E27FC236}">
                <a16:creationId xmlns:a16="http://schemas.microsoft.com/office/drawing/2014/main" id="{789AE1D9-C710-D37F-DB07-2EFACF7A70D7}"/>
              </a:ext>
            </a:extLst>
          </p:cNvPr>
          <p:cNvSpPr/>
          <p:nvPr/>
        </p:nvSpPr>
        <p:spPr>
          <a:xfrm>
            <a:off x="10338412" y="2255370"/>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9" name="Graphique 8" descr="Sablier terminé avec un remplissage uni">
            <a:extLst>
              <a:ext uri="{FF2B5EF4-FFF2-40B4-BE49-F238E27FC236}">
                <a16:creationId xmlns:a16="http://schemas.microsoft.com/office/drawing/2014/main" id="{67E25C79-3B04-82A1-D4A7-FEF8976D002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2255370"/>
            <a:ext cx="306421" cy="306421"/>
          </a:xfrm>
          <a:prstGeom prst="rect">
            <a:avLst/>
          </a:prstGeom>
        </p:spPr>
      </p:pic>
      <p:sp>
        <p:nvSpPr>
          <p:cNvPr id="19" name="Rectangle : coins arrondis 18">
            <a:extLst>
              <a:ext uri="{FF2B5EF4-FFF2-40B4-BE49-F238E27FC236}">
                <a16:creationId xmlns:a16="http://schemas.microsoft.com/office/drawing/2014/main" id="{1AE627B5-FC0A-CF57-6996-C1FD49D270BC}"/>
              </a:ext>
            </a:extLst>
          </p:cNvPr>
          <p:cNvSpPr/>
          <p:nvPr/>
        </p:nvSpPr>
        <p:spPr>
          <a:xfrm>
            <a:off x="10338412" y="329822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 h</a:t>
            </a:r>
          </a:p>
        </p:txBody>
      </p:sp>
      <p:pic>
        <p:nvPicPr>
          <p:cNvPr id="20" name="Graphique 19" descr="Sablier terminé avec un remplissage uni">
            <a:extLst>
              <a:ext uri="{FF2B5EF4-FFF2-40B4-BE49-F238E27FC236}">
                <a16:creationId xmlns:a16="http://schemas.microsoft.com/office/drawing/2014/main" id="{BAAC0EC3-DEC8-EC15-2051-B8A242EA055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3298225"/>
            <a:ext cx="306421" cy="306421"/>
          </a:xfrm>
          <a:prstGeom prst="rect">
            <a:avLst/>
          </a:prstGeom>
        </p:spPr>
      </p:pic>
      <p:sp>
        <p:nvSpPr>
          <p:cNvPr id="21" name="Rectangle : coins arrondis 20">
            <a:extLst>
              <a:ext uri="{FF2B5EF4-FFF2-40B4-BE49-F238E27FC236}">
                <a16:creationId xmlns:a16="http://schemas.microsoft.com/office/drawing/2014/main" id="{AA92712D-C3EB-69F1-94A9-89B21550CA53}"/>
              </a:ext>
            </a:extLst>
          </p:cNvPr>
          <p:cNvSpPr/>
          <p:nvPr/>
        </p:nvSpPr>
        <p:spPr>
          <a:xfrm>
            <a:off x="10338412" y="425219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 h</a:t>
            </a:r>
          </a:p>
        </p:txBody>
      </p:sp>
      <p:pic>
        <p:nvPicPr>
          <p:cNvPr id="22" name="Graphique 21" descr="Sablier terminé avec un remplissage uni">
            <a:extLst>
              <a:ext uri="{FF2B5EF4-FFF2-40B4-BE49-F238E27FC236}">
                <a16:creationId xmlns:a16="http://schemas.microsoft.com/office/drawing/2014/main" id="{A092C3BF-DA4D-C82D-FDFE-00DC7B09EB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4252194"/>
            <a:ext cx="306421" cy="306421"/>
          </a:xfrm>
          <a:prstGeom prst="rect">
            <a:avLst/>
          </a:prstGeom>
        </p:spPr>
      </p:pic>
      <p:sp>
        <p:nvSpPr>
          <p:cNvPr id="23" name="Rectangle : coins arrondis 22">
            <a:extLst>
              <a:ext uri="{FF2B5EF4-FFF2-40B4-BE49-F238E27FC236}">
                <a16:creationId xmlns:a16="http://schemas.microsoft.com/office/drawing/2014/main" id="{AB5A05F4-0D3D-7548-EBFB-B4F799B0E5E0}"/>
              </a:ext>
            </a:extLst>
          </p:cNvPr>
          <p:cNvSpPr/>
          <p:nvPr/>
        </p:nvSpPr>
        <p:spPr>
          <a:xfrm>
            <a:off x="10338412" y="518700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24" name="Graphique 23" descr="Sablier terminé avec un remplissage uni">
            <a:extLst>
              <a:ext uri="{FF2B5EF4-FFF2-40B4-BE49-F238E27FC236}">
                <a16:creationId xmlns:a16="http://schemas.microsoft.com/office/drawing/2014/main" id="{039B4B78-AAA5-0694-4728-C09CC7FCF5F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55724" y="5187004"/>
            <a:ext cx="306421" cy="306421"/>
          </a:xfrm>
          <a:prstGeom prst="rect">
            <a:avLst/>
          </a:prstGeom>
        </p:spPr>
      </p:pic>
      <p:grpSp>
        <p:nvGrpSpPr>
          <p:cNvPr id="27" name="Groupe 26">
            <a:extLst>
              <a:ext uri="{FF2B5EF4-FFF2-40B4-BE49-F238E27FC236}">
                <a16:creationId xmlns:a16="http://schemas.microsoft.com/office/drawing/2014/main" id="{CFA8A0F5-41C2-B0B4-09F2-89320F71DFDD}"/>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1" action="ppaction://hlinksldjump"/>
              <a:extLst>
                <a:ext uri="{FF2B5EF4-FFF2-40B4-BE49-F238E27FC236}">
                  <a16:creationId xmlns:a16="http://schemas.microsoft.com/office/drawing/2014/main" id="{995B2424-A6BC-9BCD-F666-B1B815E41C3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1"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31" name="Graphique 30" descr="Retour avec un remplissage uni">
              <a:hlinkClick r:id="rId11" action="ppaction://hlinksldjump"/>
              <a:extLst>
                <a:ext uri="{FF2B5EF4-FFF2-40B4-BE49-F238E27FC236}">
                  <a16:creationId xmlns:a16="http://schemas.microsoft.com/office/drawing/2014/main" id="{54E1EC0E-AD10-2F01-0BED-B2B0A22E181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302C3A3A-1769-9210-73DD-EDEB64BF314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 name="Rectangle 2">
            <a:extLst>
              <a:ext uri="{FF2B5EF4-FFF2-40B4-BE49-F238E27FC236}">
                <a16:creationId xmlns:a16="http://schemas.microsoft.com/office/drawing/2014/main" id="{676C8835-5A86-A77A-1F93-859D9045EB15}"/>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4" name="Rectangle 3">
            <a:extLst>
              <a:ext uri="{FF2B5EF4-FFF2-40B4-BE49-F238E27FC236}">
                <a16:creationId xmlns:a16="http://schemas.microsoft.com/office/drawing/2014/main" id="{2B818065-9599-13DD-0645-83BAC5A49382}"/>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sp>
        <p:nvSpPr>
          <p:cNvPr id="5" name="Rectangle 4">
            <a:extLst>
              <a:ext uri="{FF2B5EF4-FFF2-40B4-BE49-F238E27FC236}">
                <a16:creationId xmlns:a16="http://schemas.microsoft.com/office/drawing/2014/main" id="{0218C5A2-56ED-916E-ECF4-E5A81E0D18A6}"/>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sp>
        <p:nvSpPr>
          <p:cNvPr id="11" name="Flèche : chevron 8 - 2 - 1">
            <a:extLst>
              <a:ext uri="{FF2B5EF4-FFF2-40B4-BE49-F238E27FC236}">
                <a16:creationId xmlns:a16="http://schemas.microsoft.com/office/drawing/2014/main" id="{6F9664F1-4C90-F64B-FCA2-885A9672DD63}"/>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13" name="Flèche : chevron 8 - 2 - 1">
            <a:extLst>
              <a:ext uri="{FF2B5EF4-FFF2-40B4-BE49-F238E27FC236}">
                <a16:creationId xmlns:a16="http://schemas.microsoft.com/office/drawing/2014/main" id="{4761F828-6CF6-AE71-717B-7A05B2655A8E}"/>
              </a:ext>
            </a:extLst>
          </p:cNvPr>
          <p:cNvSpPr/>
          <p:nvPr/>
        </p:nvSpPr>
        <p:spPr>
          <a:xfrm>
            <a:off x="1776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154734"/>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endParaRPr>
          </a:p>
        </p:txBody>
      </p:sp>
      <p:sp>
        <p:nvSpPr>
          <p:cNvPr id="15" name="Flèche : chevron 8 - 2 - 1">
            <a:extLst>
              <a:ext uri="{FF2B5EF4-FFF2-40B4-BE49-F238E27FC236}">
                <a16:creationId xmlns:a16="http://schemas.microsoft.com/office/drawing/2014/main" id="{1402579E-4471-3CB9-E462-E70F54BA9D0F}"/>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17" name="Flèche : chevron 8 - 2 - 1">
            <a:extLst>
              <a:ext uri="{FF2B5EF4-FFF2-40B4-BE49-F238E27FC236}">
                <a16:creationId xmlns:a16="http://schemas.microsoft.com/office/drawing/2014/main" id="{24DDBC90-7E1D-15AE-C40B-A59E4F6AD622}"/>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5" name="Flèche : chevron 8 - 2 - 1">
            <a:extLst>
              <a:ext uri="{FF2B5EF4-FFF2-40B4-BE49-F238E27FC236}">
                <a16:creationId xmlns:a16="http://schemas.microsoft.com/office/drawing/2014/main" id="{B0EB1203-5388-9C39-F3F4-1C8B01E6A4CA}"/>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29" name="Flèche : pentagone 3">
            <a:extLst>
              <a:ext uri="{FF2B5EF4-FFF2-40B4-BE49-F238E27FC236}">
                <a16:creationId xmlns:a16="http://schemas.microsoft.com/office/drawing/2014/main" id="{D7708D2F-7831-A58B-1C71-4F8F47829090}"/>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2" name="Flèche : chevron 8 - 2 - 1">
            <a:extLst>
              <a:ext uri="{FF2B5EF4-FFF2-40B4-BE49-F238E27FC236}">
                <a16:creationId xmlns:a16="http://schemas.microsoft.com/office/drawing/2014/main" id="{9F10F34B-ECB7-54DC-A03F-34FAF3E9012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4" name="Flèche : chevron 8 - 2 - 1">
            <a:extLst>
              <a:ext uri="{FF2B5EF4-FFF2-40B4-BE49-F238E27FC236}">
                <a16:creationId xmlns:a16="http://schemas.microsoft.com/office/drawing/2014/main" id="{FBA855C4-9B1E-C55B-9DFF-447F568D3046}"/>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262276676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134F-AE33-CFE7-9D54-C6B82ED80901}"/>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8C7F063C-3EF0-99B5-FC02-79EFB6C8B637}"/>
              </a:ext>
            </a:extLst>
          </p:cNvPr>
          <p:cNvSpPr txBox="1"/>
          <p:nvPr/>
        </p:nvSpPr>
        <p:spPr>
          <a:xfrm>
            <a:off x="650179" y="1118205"/>
            <a:ext cx="9360000" cy="5378395"/>
          </a:xfrm>
          <a:prstGeom prst="rect">
            <a:avLst/>
          </a:prstGeom>
          <a:noFill/>
        </p:spPr>
        <p:txBody>
          <a:bodyPr wrap="square">
            <a:spAutoFit/>
          </a:bodyPr>
          <a:lstStyle/>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Dans le périmètre du projet,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identifier les entités les plus impactées</a:t>
            </a: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 celles en interface potentiellement impactées ainsi que les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interférences possibles avec d’autres projets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Consulter le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contexte global et l’historique des RPS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pour disposer d’une vision consolidée des événements passés de l’entité concernée (ex. réorganisation récente…)</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potentiel sur les missions et les pratiques des salariés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(geste métier, compétences, utilisation d’outil, polyvalence, contact client…). Le cas échéant, identifier les actions facilitant la mise en mouvement au changement (validation d’aptitude, adaptation du poste de l’agent, formation existante ou à créer…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l’emploi des salariés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(création / suppression) et, à plus long terme sur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leur parcours professionnel</a:t>
            </a:r>
            <a:r>
              <a:rPr kumimoji="0" lang="fr-FR" sz="12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(nouvelle / suppression d’opportunité, employabilité…). Le cas échéant, déterminer dès le début du projet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l’accompagnement spécifique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mettre en œuvre (ex. reclassement de certains agents...)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aura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les rôles, le périmètre de responsabilité ou le sens du travail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(ex. ennui…) pour les agents concernés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si le projet induira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impact sur la charge de travail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des agents pendant le projet (participation au projet…) et en run</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si le projet fait évoluer les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conditions de travail des agents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(amplitude horaire, travail de nuit, autonomie, télétravail, diversité des tâches…)</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si le projet implique un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changement géographique avec des impacts directs sur les agents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(déménagement, temps de déplacement supplémentaire…) ou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d’autres impacts sur leur organisation personnelle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(fatigue supplémentaire, organisation personnelle / familiale à revoir…)</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Evaluer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impacts financiers du projet pour les agents </a:t>
            </a:r>
            <a:r>
              <a:rPr kumimoji="0" lang="fr-FR" sz="12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directs (rémunération, évolutions des astreintes, …) et indirects (frais de déplacement, frais de garde d’enfants…) </a:t>
            </a:r>
          </a:p>
          <a:p>
            <a:pPr marL="87312" marR="0" lvl="0" indent="0" algn="just" defTabSz="908712" rtl="0" eaLnBrk="1" fontAlgn="auto" latinLnBrk="0" hangingPunct="1">
              <a:lnSpc>
                <a:spcPct val="100000"/>
              </a:lnSpc>
              <a:spcBef>
                <a:spcPts val="0"/>
              </a:spcBef>
              <a:spcAft>
                <a:spcPts val="900"/>
              </a:spcAft>
              <a:buClrTx/>
              <a:buSzTx/>
              <a:buFontTx/>
              <a:buNone/>
              <a:tabLst/>
              <a:defRPr/>
            </a:pP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Déterminer si le projet induit des </a:t>
            </a:r>
            <a:r>
              <a:rPr kumimoji="0" lang="fr-FR" sz="12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changements par rapport à la culture du collectif</a:t>
            </a:r>
            <a:r>
              <a:rPr kumimoji="0" lang="fr-FR" sz="1200" b="0" i="0" u="none" strike="noStrike" kern="1200" cap="none" spc="0" normalizeH="0" baseline="0" noProof="0">
                <a:ln>
                  <a:noFill/>
                </a:ln>
                <a:solidFill>
                  <a:srgbClr val="0071CB"/>
                </a:solidFill>
                <a:effectLst/>
                <a:uLnTx/>
                <a:uFillTx/>
                <a:latin typeface="Avenir LT Std 65 Medium" panose="020B0803020203020204" pitchFamily="34" charset="0"/>
                <a:ea typeface="+mn-ea"/>
                <a:cs typeface="+mn-cs"/>
              </a:rPr>
              <a:t> </a:t>
            </a:r>
            <a:r>
              <a:rPr kumimoji="0" lang="fr-FR" sz="12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(ex. nouvelle culture hiérarchique liée à une évolution de la répartition de l’expertise, évolution de l’identité métier et du sentiment d’appartenance, évolution des modalités de reconnaissance…)</a:t>
            </a:r>
          </a:p>
        </p:txBody>
      </p:sp>
      <p:pic>
        <p:nvPicPr>
          <p:cNvPr id="8" name="Graphique 7" descr="Loupe avec un remplissage uni">
            <a:hlinkClick r:id="rId3" action="ppaction://hlinksldjump"/>
            <a:extLst>
              <a:ext uri="{FF2B5EF4-FFF2-40B4-BE49-F238E27FC236}">
                <a16:creationId xmlns:a16="http://schemas.microsoft.com/office/drawing/2014/main" id="{03711CC7-3DCD-4EB3-4C36-3C12CCCAA8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209454"/>
            <a:ext cx="324000" cy="324000"/>
          </a:xfrm>
          <a:prstGeom prst="rect">
            <a:avLst/>
          </a:prstGeom>
        </p:spPr>
      </p:pic>
      <p:pic>
        <p:nvPicPr>
          <p:cNvPr id="22" name="Graphique 21" descr="Loupe avec un remplissage uni">
            <a:hlinkClick r:id="rId5" action="ppaction://hlinksldjump"/>
            <a:extLst>
              <a:ext uri="{FF2B5EF4-FFF2-40B4-BE49-F238E27FC236}">
                <a16:creationId xmlns:a16="http://schemas.microsoft.com/office/drawing/2014/main" id="{3FC4F40F-7DD9-B691-455C-7A2780DEFC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665668"/>
            <a:ext cx="324000" cy="324000"/>
          </a:xfrm>
          <a:prstGeom prst="rect">
            <a:avLst/>
          </a:prstGeom>
        </p:spPr>
      </p:pic>
      <p:pic>
        <p:nvPicPr>
          <p:cNvPr id="27" name="Graphique 26" descr="Loupe avec un remplissage uni">
            <a:hlinkClick r:id="rId6" action="ppaction://hlinksldjump"/>
            <a:extLst>
              <a:ext uri="{FF2B5EF4-FFF2-40B4-BE49-F238E27FC236}">
                <a16:creationId xmlns:a16="http://schemas.microsoft.com/office/drawing/2014/main" id="{02BEF69F-2CD0-CA3F-519D-9C765CC17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268359"/>
            <a:ext cx="324000" cy="324000"/>
          </a:xfrm>
          <a:prstGeom prst="rect">
            <a:avLst/>
          </a:prstGeom>
        </p:spPr>
      </p:pic>
      <p:pic>
        <p:nvPicPr>
          <p:cNvPr id="32" name="Graphique 31" descr="Loupe avec un remplissage uni">
            <a:hlinkClick r:id="rId7" action="ppaction://hlinksldjump"/>
            <a:extLst>
              <a:ext uri="{FF2B5EF4-FFF2-40B4-BE49-F238E27FC236}">
                <a16:creationId xmlns:a16="http://schemas.microsoft.com/office/drawing/2014/main" id="{E79BE3B6-2B28-3E40-C2A4-3C698148BC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928998"/>
            <a:ext cx="324000" cy="324000"/>
          </a:xfrm>
          <a:prstGeom prst="rect">
            <a:avLst/>
          </a:prstGeom>
        </p:spPr>
      </p:pic>
      <p:pic>
        <p:nvPicPr>
          <p:cNvPr id="37" name="Graphique 36" descr="Loupe avec un remplissage uni">
            <a:hlinkClick r:id="rId8" action="ppaction://hlinksldjump"/>
            <a:extLst>
              <a:ext uri="{FF2B5EF4-FFF2-40B4-BE49-F238E27FC236}">
                <a16:creationId xmlns:a16="http://schemas.microsoft.com/office/drawing/2014/main" id="{477BDF4B-1B58-96BD-375B-67D911ABF4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75689"/>
            <a:ext cx="324000" cy="324000"/>
          </a:xfrm>
          <a:prstGeom prst="rect">
            <a:avLst/>
          </a:prstGeom>
        </p:spPr>
      </p:pic>
      <p:pic>
        <p:nvPicPr>
          <p:cNvPr id="42" name="Graphique 41" descr="Loupe avec un remplissage uni">
            <a:hlinkClick r:id="rId9" action="ppaction://hlinksldjump"/>
            <a:extLst>
              <a:ext uri="{FF2B5EF4-FFF2-40B4-BE49-F238E27FC236}">
                <a16:creationId xmlns:a16="http://schemas.microsoft.com/office/drawing/2014/main" id="{A79A0FC3-E042-FA10-E852-FCE33BE81D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884528"/>
            <a:ext cx="324000" cy="324000"/>
          </a:xfrm>
          <a:prstGeom prst="rect">
            <a:avLst/>
          </a:prstGeom>
        </p:spPr>
      </p:pic>
      <p:pic>
        <p:nvPicPr>
          <p:cNvPr id="47" name="Graphique 46" descr="Loupe avec un remplissage uni">
            <a:hlinkClick r:id="rId10" action="ppaction://hlinksldjump"/>
            <a:extLst>
              <a:ext uri="{FF2B5EF4-FFF2-40B4-BE49-F238E27FC236}">
                <a16:creationId xmlns:a16="http://schemas.microsoft.com/office/drawing/2014/main" id="{1AA255A9-723D-0A9E-3985-EE511A07A5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251960"/>
            <a:ext cx="324000" cy="324000"/>
          </a:xfrm>
          <a:prstGeom prst="rect">
            <a:avLst/>
          </a:prstGeom>
        </p:spPr>
      </p:pic>
      <p:pic>
        <p:nvPicPr>
          <p:cNvPr id="52" name="Graphique 51" descr="Loupe avec un remplissage uni">
            <a:hlinkClick r:id="rId11" action="ppaction://hlinksldjump"/>
            <a:extLst>
              <a:ext uri="{FF2B5EF4-FFF2-40B4-BE49-F238E27FC236}">
                <a16:creationId xmlns:a16="http://schemas.microsoft.com/office/drawing/2014/main" id="{93415200-C617-2069-2633-E7192A6825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871035"/>
            <a:ext cx="324000" cy="324000"/>
          </a:xfrm>
          <a:prstGeom prst="rect">
            <a:avLst/>
          </a:prstGeom>
        </p:spPr>
      </p:pic>
      <p:pic>
        <p:nvPicPr>
          <p:cNvPr id="60" name="Graphique 59" descr="Loupe avec un remplissage uni">
            <a:hlinkClick r:id="rId12" action="ppaction://hlinksldjump"/>
            <a:extLst>
              <a:ext uri="{FF2B5EF4-FFF2-40B4-BE49-F238E27FC236}">
                <a16:creationId xmlns:a16="http://schemas.microsoft.com/office/drawing/2014/main" id="{468BEC59-C74F-D717-CF31-B58775F973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388477"/>
            <a:ext cx="324000" cy="324000"/>
          </a:xfrm>
          <a:prstGeom prst="rect">
            <a:avLst/>
          </a:prstGeom>
        </p:spPr>
      </p:pic>
      <p:pic>
        <p:nvPicPr>
          <p:cNvPr id="79" name="Graphique 78" descr="Loupe avec un remplissage uni">
            <a:hlinkClick r:id="rId13" action="ppaction://hlinksldjump"/>
            <a:extLst>
              <a:ext uri="{FF2B5EF4-FFF2-40B4-BE49-F238E27FC236}">
                <a16:creationId xmlns:a16="http://schemas.microsoft.com/office/drawing/2014/main" id="{C72D5ED5-4044-632F-7805-AB0D904834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989427"/>
            <a:ext cx="324000" cy="324000"/>
          </a:xfrm>
          <a:prstGeom prst="rect">
            <a:avLst/>
          </a:prstGeom>
        </p:spPr>
      </p:pic>
      <p:sp>
        <p:nvSpPr>
          <p:cNvPr id="80" name="Rectangle : coins arrondis 79">
            <a:extLst>
              <a:ext uri="{FF2B5EF4-FFF2-40B4-BE49-F238E27FC236}">
                <a16:creationId xmlns:a16="http://schemas.microsoft.com/office/drawing/2014/main" id="{F04CC6EE-C865-8EC0-AD55-3D0B4B3F0AE8}"/>
              </a:ext>
            </a:extLst>
          </p:cNvPr>
          <p:cNvSpPr/>
          <p:nvPr/>
        </p:nvSpPr>
        <p:spPr>
          <a:xfrm>
            <a:off x="10365348" y="164265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sp>
        <p:nvSpPr>
          <p:cNvPr id="81" name="Rectangle : coins arrondis 80">
            <a:extLst>
              <a:ext uri="{FF2B5EF4-FFF2-40B4-BE49-F238E27FC236}">
                <a16:creationId xmlns:a16="http://schemas.microsoft.com/office/drawing/2014/main" id="{629B592A-B625-D058-1C19-F373506B09D7}"/>
              </a:ext>
            </a:extLst>
          </p:cNvPr>
          <p:cNvSpPr/>
          <p:nvPr/>
        </p:nvSpPr>
        <p:spPr>
          <a:xfrm>
            <a:off x="10365348" y="345267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sp>
        <p:nvSpPr>
          <p:cNvPr id="82" name="Rectangle : coins arrondis 81">
            <a:extLst>
              <a:ext uri="{FF2B5EF4-FFF2-40B4-BE49-F238E27FC236}">
                <a16:creationId xmlns:a16="http://schemas.microsoft.com/office/drawing/2014/main" id="{6C853C42-41F4-34F3-38D6-DE04AF8EC030}"/>
              </a:ext>
            </a:extLst>
          </p:cNvPr>
          <p:cNvSpPr/>
          <p:nvPr/>
        </p:nvSpPr>
        <p:spPr>
          <a:xfrm>
            <a:off x="10365348" y="4228947"/>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sp>
        <p:nvSpPr>
          <p:cNvPr id="83" name="Rectangle : coins arrondis 82">
            <a:extLst>
              <a:ext uri="{FF2B5EF4-FFF2-40B4-BE49-F238E27FC236}">
                <a16:creationId xmlns:a16="http://schemas.microsoft.com/office/drawing/2014/main" id="{BEE85645-CF39-971C-B7F0-F292EB5DF89A}"/>
              </a:ext>
            </a:extLst>
          </p:cNvPr>
          <p:cNvSpPr/>
          <p:nvPr/>
        </p:nvSpPr>
        <p:spPr>
          <a:xfrm>
            <a:off x="10365348" y="536546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~15 min</a:t>
            </a:r>
          </a:p>
        </p:txBody>
      </p:sp>
      <p:sp>
        <p:nvSpPr>
          <p:cNvPr id="18" name="Rectangle : coins arrondis 17">
            <a:extLst>
              <a:ext uri="{FF2B5EF4-FFF2-40B4-BE49-F238E27FC236}">
                <a16:creationId xmlns:a16="http://schemas.microsoft.com/office/drawing/2014/main" id="{7F32EE38-19F9-4EFC-2DEF-9E8BB072CD55}"/>
              </a:ext>
            </a:extLst>
          </p:cNvPr>
          <p:cNvSpPr/>
          <p:nvPr/>
        </p:nvSpPr>
        <p:spPr>
          <a:xfrm>
            <a:off x="10365348" y="118644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5 min</a:t>
            </a:r>
          </a:p>
        </p:txBody>
      </p:sp>
      <p:sp>
        <p:nvSpPr>
          <p:cNvPr id="119" name="Rectangle : coins arrondis 118">
            <a:extLst>
              <a:ext uri="{FF2B5EF4-FFF2-40B4-BE49-F238E27FC236}">
                <a16:creationId xmlns:a16="http://schemas.microsoft.com/office/drawing/2014/main" id="{0FCF6DEE-8310-7B77-629D-3EA7B129BFB3}"/>
              </a:ext>
            </a:extLst>
          </p:cNvPr>
          <p:cNvSpPr/>
          <p:nvPr/>
        </p:nvSpPr>
        <p:spPr>
          <a:xfrm>
            <a:off x="10365348" y="2245346"/>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sp>
        <p:nvSpPr>
          <p:cNvPr id="120" name="Rectangle : coins arrondis 119">
            <a:extLst>
              <a:ext uri="{FF2B5EF4-FFF2-40B4-BE49-F238E27FC236}">
                <a16:creationId xmlns:a16="http://schemas.microsoft.com/office/drawing/2014/main" id="{378BF5CF-CAB9-10E0-8FF9-72EE8468D29E}"/>
              </a:ext>
            </a:extLst>
          </p:cNvPr>
          <p:cNvSpPr/>
          <p:nvPr/>
        </p:nvSpPr>
        <p:spPr>
          <a:xfrm>
            <a:off x="10365348" y="38615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sp>
        <p:nvSpPr>
          <p:cNvPr id="121" name="Rectangle : coins arrondis 120">
            <a:extLst>
              <a:ext uri="{FF2B5EF4-FFF2-40B4-BE49-F238E27FC236}">
                <a16:creationId xmlns:a16="http://schemas.microsoft.com/office/drawing/2014/main" id="{C72D4DD2-8FEC-8AAA-6831-6ADC8643F834}"/>
              </a:ext>
            </a:extLst>
          </p:cNvPr>
          <p:cNvSpPr/>
          <p:nvPr/>
        </p:nvSpPr>
        <p:spPr>
          <a:xfrm>
            <a:off x="10365348" y="48480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sp>
        <p:nvSpPr>
          <p:cNvPr id="122" name="Rectangle : coins arrondis 121">
            <a:extLst>
              <a:ext uri="{FF2B5EF4-FFF2-40B4-BE49-F238E27FC236}">
                <a16:creationId xmlns:a16="http://schemas.microsoft.com/office/drawing/2014/main" id="{9AB44534-25C4-7AAD-472B-7127397BFE5F}"/>
              </a:ext>
            </a:extLst>
          </p:cNvPr>
          <p:cNvSpPr/>
          <p:nvPr/>
        </p:nvSpPr>
        <p:spPr>
          <a:xfrm>
            <a:off x="10365348" y="5966414"/>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~10 min</a:t>
            </a:r>
          </a:p>
        </p:txBody>
      </p:sp>
      <p:sp>
        <p:nvSpPr>
          <p:cNvPr id="123" name="Rectangle : coins arrondis 122">
            <a:extLst>
              <a:ext uri="{FF2B5EF4-FFF2-40B4-BE49-F238E27FC236}">
                <a16:creationId xmlns:a16="http://schemas.microsoft.com/office/drawing/2014/main" id="{5ED64649-5D35-CE96-60E3-CE9FF2529CE9}"/>
              </a:ext>
            </a:extLst>
          </p:cNvPr>
          <p:cNvSpPr/>
          <p:nvPr/>
        </p:nvSpPr>
        <p:spPr>
          <a:xfrm>
            <a:off x="10365348" y="290598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15 min</a:t>
            </a:r>
          </a:p>
        </p:txBody>
      </p:sp>
      <p:pic>
        <p:nvPicPr>
          <p:cNvPr id="19" name="Graphique 18" descr="Sablier terminé avec un remplissage uni">
            <a:extLst>
              <a:ext uri="{FF2B5EF4-FFF2-40B4-BE49-F238E27FC236}">
                <a16:creationId xmlns:a16="http://schemas.microsoft.com/office/drawing/2014/main" id="{C92A2038-601A-38DC-2913-BAE525B71C5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186441"/>
            <a:ext cx="306421" cy="306421"/>
          </a:xfrm>
          <a:prstGeom prst="rect">
            <a:avLst/>
          </a:prstGeom>
        </p:spPr>
      </p:pic>
      <p:pic>
        <p:nvPicPr>
          <p:cNvPr id="20" name="Graphique 19" descr="Sablier terminé avec un remplissage uni">
            <a:extLst>
              <a:ext uri="{FF2B5EF4-FFF2-40B4-BE49-F238E27FC236}">
                <a16:creationId xmlns:a16="http://schemas.microsoft.com/office/drawing/2014/main" id="{621526BD-9E27-944B-7643-C33036DF17E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1642655"/>
            <a:ext cx="306421" cy="306421"/>
          </a:xfrm>
          <a:prstGeom prst="rect">
            <a:avLst/>
          </a:prstGeom>
        </p:spPr>
      </p:pic>
      <p:pic>
        <p:nvPicPr>
          <p:cNvPr id="23" name="Graphique 22" descr="Sablier terminé avec un remplissage uni">
            <a:extLst>
              <a:ext uri="{FF2B5EF4-FFF2-40B4-BE49-F238E27FC236}">
                <a16:creationId xmlns:a16="http://schemas.microsoft.com/office/drawing/2014/main" id="{20C2EB6B-9437-80D4-0DC0-89ED54C6346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245346"/>
            <a:ext cx="306421" cy="306421"/>
          </a:xfrm>
          <a:prstGeom prst="rect">
            <a:avLst/>
          </a:prstGeom>
        </p:spPr>
      </p:pic>
      <p:pic>
        <p:nvPicPr>
          <p:cNvPr id="24" name="Graphique 23" descr="Sablier terminé avec un remplissage uni">
            <a:extLst>
              <a:ext uri="{FF2B5EF4-FFF2-40B4-BE49-F238E27FC236}">
                <a16:creationId xmlns:a16="http://schemas.microsoft.com/office/drawing/2014/main" id="{03A0C793-6714-F58D-35D3-F1BC9E2188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2905985"/>
            <a:ext cx="306421" cy="306421"/>
          </a:xfrm>
          <a:prstGeom prst="rect">
            <a:avLst/>
          </a:prstGeom>
        </p:spPr>
      </p:pic>
      <p:pic>
        <p:nvPicPr>
          <p:cNvPr id="25" name="Graphique 24" descr="Sablier terminé avec un remplissage uni">
            <a:extLst>
              <a:ext uri="{FF2B5EF4-FFF2-40B4-BE49-F238E27FC236}">
                <a16:creationId xmlns:a16="http://schemas.microsoft.com/office/drawing/2014/main" id="{F281313D-2737-4D85-469B-D96AB2D0CCC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452676"/>
            <a:ext cx="306421" cy="306421"/>
          </a:xfrm>
          <a:prstGeom prst="rect">
            <a:avLst/>
          </a:prstGeom>
        </p:spPr>
      </p:pic>
      <p:pic>
        <p:nvPicPr>
          <p:cNvPr id="28" name="Graphique 27" descr="Sablier terminé avec un remplissage uni">
            <a:extLst>
              <a:ext uri="{FF2B5EF4-FFF2-40B4-BE49-F238E27FC236}">
                <a16:creationId xmlns:a16="http://schemas.microsoft.com/office/drawing/2014/main" id="{C323D606-39A6-69C2-2828-F6699E98715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3861515"/>
            <a:ext cx="306421" cy="306421"/>
          </a:xfrm>
          <a:prstGeom prst="rect">
            <a:avLst/>
          </a:prstGeom>
        </p:spPr>
      </p:pic>
      <p:pic>
        <p:nvPicPr>
          <p:cNvPr id="29" name="Graphique 28" descr="Sablier terminé avec un remplissage uni">
            <a:extLst>
              <a:ext uri="{FF2B5EF4-FFF2-40B4-BE49-F238E27FC236}">
                <a16:creationId xmlns:a16="http://schemas.microsoft.com/office/drawing/2014/main" id="{AD5F8417-53A7-327F-21CE-5A4CE784D6D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228947"/>
            <a:ext cx="306421" cy="306421"/>
          </a:xfrm>
          <a:prstGeom prst="rect">
            <a:avLst/>
          </a:prstGeom>
        </p:spPr>
      </p:pic>
      <p:pic>
        <p:nvPicPr>
          <p:cNvPr id="30" name="Graphique 29" descr="Sablier terminé avec un remplissage uni">
            <a:extLst>
              <a:ext uri="{FF2B5EF4-FFF2-40B4-BE49-F238E27FC236}">
                <a16:creationId xmlns:a16="http://schemas.microsoft.com/office/drawing/2014/main" id="{E2B38378-6AB1-A4ED-B7D8-6576CD40425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4848022"/>
            <a:ext cx="306421" cy="306421"/>
          </a:xfrm>
          <a:prstGeom prst="rect">
            <a:avLst/>
          </a:prstGeom>
        </p:spPr>
      </p:pic>
      <p:pic>
        <p:nvPicPr>
          <p:cNvPr id="33" name="Graphique 32" descr="Sablier terminé avec un remplissage uni">
            <a:extLst>
              <a:ext uri="{FF2B5EF4-FFF2-40B4-BE49-F238E27FC236}">
                <a16:creationId xmlns:a16="http://schemas.microsoft.com/office/drawing/2014/main" id="{C82EAB50-55E0-710E-87EE-41706455553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365464"/>
            <a:ext cx="306421" cy="306421"/>
          </a:xfrm>
          <a:prstGeom prst="rect">
            <a:avLst/>
          </a:prstGeom>
        </p:spPr>
      </p:pic>
      <p:pic>
        <p:nvPicPr>
          <p:cNvPr id="34" name="Graphique 33" descr="Sablier terminé avec un remplissage uni">
            <a:extLst>
              <a:ext uri="{FF2B5EF4-FFF2-40B4-BE49-F238E27FC236}">
                <a16:creationId xmlns:a16="http://schemas.microsoft.com/office/drawing/2014/main" id="{1C1ABA13-8452-8844-E020-4ECDB4E58DE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82660" y="5966414"/>
            <a:ext cx="306421" cy="306421"/>
          </a:xfrm>
          <a:prstGeom prst="rect">
            <a:avLst/>
          </a:prstGeom>
        </p:spPr>
      </p:pic>
      <p:sp>
        <p:nvSpPr>
          <p:cNvPr id="49" name="Triangle isocèle 48">
            <a:hlinkClick r:id="rId13" action="ppaction://hlinksldjump"/>
            <a:extLst>
              <a:ext uri="{FF2B5EF4-FFF2-40B4-BE49-F238E27FC236}">
                <a16:creationId xmlns:a16="http://schemas.microsoft.com/office/drawing/2014/main" id="{B79244B4-71B2-C692-394D-E49230BF2F1B}"/>
              </a:ext>
            </a:extLst>
          </p:cNvPr>
          <p:cNvSpPr/>
          <p:nvPr/>
        </p:nvSpPr>
        <p:spPr>
          <a:xfrm>
            <a:off x="-11167" y="5468129"/>
            <a:ext cx="2334810" cy="405019"/>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grpSp>
        <p:nvGrpSpPr>
          <p:cNvPr id="59" name="Groupe 58">
            <a:extLst>
              <a:ext uri="{FF2B5EF4-FFF2-40B4-BE49-F238E27FC236}">
                <a16:creationId xmlns:a16="http://schemas.microsoft.com/office/drawing/2014/main" id="{B7EBFDFE-DAFE-85F3-BEBF-8ACAB8DC4209}"/>
              </a:ext>
            </a:extLst>
          </p:cNvPr>
          <p:cNvGrpSpPr>
            <a:grpSpLocks noChangeAspect="1"/>
          </p:cNvGrpSpPr>
          <p:nvPr/>
        </p:nvGrpSpPr>
        <p:grpSpPr>
          <a:xfrm>
            <a:off x="11001871" y="6336764"/>
            <a:ext cx="1082632" cy="444130"/>
            <a:chOff x="5810" y="1578917"/>
            <a:chExt cx="559801" cy="229645"/>
          </a:xfrm>
        </p:grpSpPr>
        <p:sp>
          <p:nvSpPr>
            <p:cNvPr id="62" name="Rectangle : coins arrondis 61">
              <a:hlinkClick r:id="rId15" action="ppaction://hlinksldjump"/>
              <a:extLst>
                <a:ext uri="{FF2B5EF4-FFF2-40B4-BE49-F238E27FC236}">
                  <a16:creationId xmlns:a16="http://schemas.microsoft.com/office/drawing/2014/main" id="{00F60078-7F1B-8558-2A5C-98D7617CE17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5"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63" name="Graphique 62" descr="Retour avec un remplissage uni">
              <a:hlinkClick r:id="rId15" action="ppaction://hlinksldjump"/>
              <a:extLst>
                <a:ext uri="{FF2B5EF4-FFF2-40B4-BE49-F238E27FC236}">
                  <a16:creationId xmlns:a16="http://schemas.microsoft.com/office/drawing/2014/main" id="{141EEC7B-D418-09F8-A4F3-7577330F1AB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9060" y="1578917"/>
              <a:ext cx="229645" cy="229645"/>
            </a:xfrm>
            <a:prstGeom prst="rect">
              <a:avLst/>
            </a:prstGeom>
          </p:spPr>
        </p:pic>
      </p:grpSp>
      <p:sp>
        <p:nvSpPr>
          <p:cNvPr id="21" name="Rectangle : coins arrondis 20">
            <a:extLst>
              <a:ext uri="{FF2B5EF4-FFF2-40B4-BE49-F238E27FC236}">
                <a16:creationId xmlns:a16="http://schemas.microsoft.com/office/drawing/2014/main" id="{2C4B924F-070C-133F-AEB2-C98D05ED7899}"/>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6" name="Rectangle 35">
            <a:extLst>
              <a:ext uri="{FF2B5EF4-FFF2-40B4-BE49-F238E27FC236}">
                <a16:creationId xmlns:a16="http://schemas.microsoft.com/office/drawing/2014/main" id="{2910328E-6425-E707-F155-C3C964639940}"/>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38" name="Rectangle 37">
            <a:extLst>
              <a:ext uri="{FF2B5EF4-FFF2-40B4-BE49-F238E27FC236}">
                <a16:creationId xmlns:a16="http://schemas.microsoft.com/office/drawing/2014/main" id="{F7DDEB39-CD7A-30B4-C8FB-DCE9D1EDC5B7}"/>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grpSp>
        <p:nvGrpSpPr>
          <p:cNvPr id="45" name="Groupe 44">
            <a:extLst>
              <a:ext uri="{FF2B5EF4-FFF2-40B4-BE49-F238E27FC236}">
                <a16:creationId xmlns:a16="http://schemas.microsoft.com/office/drawing/2014/main" id="{A841239A-48F5-ED99-4132-1B2F1A749E30}"/>
              </a:ext>
            </a:extLst>
          </p:cNvPr>
          <p:cNvGrpSpPr/>
          <p:nvPr/>
        </p:nvGrpSpPr>
        <p:grpSpPr>
          <a:xfrm>
            <a:off x="216339" y="1180235"/>
            <a:ext cx="302577" cy="302577"/>
            <a:chOff x="229671" y="2122077"/>
            <a:chExt cx="302577" cy="302577"/>
          </a:xfrm>
        </p:grpSpPr>
        <p:sp>
          <p:nvSpPr>
            <p:cNvPr id="72" name="Bouton d’action : vide 71">
              <a:hlinkClick r:id="" action="ppaction://noaction" highlightClick="1"/>
              <a:extLst>
                <a:ext uri="{FF2B5EF4-FFF2-40B4-BE49-F238E27FC236}">
                  <a16:creationId xmlns:a16="http://schemas.microsoft.com/office/drawing/2014/main" id="{2EA15E1E-276E-BCF4-6703-FF52AB15F1E2}"/>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3" name="Graphique 72" descr="Coche avec un remplissage uni">
              <a:extLst>
                <a:ext uri="{FF2B5EF4-FFF2-40B4-BE49-F238E27FC236}">
                  <a16:creationId xmlns:a16="http://schemas.microsoft.com/office/drawing/2014/main" id="{FCFFE174-4322-53C5-2431-DD6A490C53D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grpSp>
        <p:nvGrpSpPr>
          <p:cNvPr id="46" name="Groupe 45">
            <a:extLst>
              <a:ext uri="{FF2B5EF4-FFF2-40B4-BE49-F238E27FC236}">
                <a16:creationId xmlns:a16="http://schemas.microsoft.com/office/drawing/2014/main" id="{A1D3AE8E-97C4-ED1E-440A-0C742DBF8150}"/>
              </a:ext>
            </a:extLst>
          </p:cNvPr>
          <p:cNvGrpSpPr/>
          <p:nvPr/>
        </p:nvGrpSpPr>
        <p:grpSpPr>
          <a:xfrm>
            <a:off x="216339" y="2238436"/>
            <a:ext cx="302577" cy="302577"/>
            <a:chOff x="229671" y="2122077"/>
            <a:chExt cx="302577" cy="302577"/>
          </a:xfrm>
        </p:grpSpPr>
        <p:sp>
          <p:nvSpPr>
            <p:cNvPr id="70" name="Bouton d’action : vide 69">
              <a:hlinkClick r:id="" action="ppaction://noaction" highlightClick="1"/>
              <a:extLst>
                <a:ext uri="{FF2B5EF4-FFF2-40B4-BE49-F238E27FC236}">
                  <a16:creationId xmlns:a16="http://schemas.microsoft.com/office/drawing/2014/main" id="{AFC5F2DF-F13A-A1D8-DC8F-429A82C64710}"/>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71" name="Graphique 70" descr="Coche avec un remplissage uni">
              <a:extLst>
                <a:ext uri="{FF2B5EF4-FFF2-40B4-BE49-F238E27FC236}">
                  <a16:creationId xmlns:a16="http://schemas.microsoft.com/office/drawing/2014/main" id="{B9BDE28E-BF64-31CF-4929-AA7E480139B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grpSp>
        <p:nvGrpSpPr>
          <p:cNvPr id="51" name="Groupe 50">
            <a:extLst>
              <a:ext uri="{FF2B5EF4-FFF2-40B4-BE49-F238E27FC236}">
                <a16:creationId xmlns:a16="http://schemas.microsoft.com/office/drawing/2014/main" id="{13C0BB58-041A-FADB-00EE-AECCADFDE097}"/>
              </a:ext>
            </a:extLst>
          </p:cNvPr>
          <p:cNvGrpSpPr/>
          <p:nvPr/>
        </p:nvGrpSpPr>
        <p:grpSpPr>
          <a:xfrm>
            <a:off x="216339" y="2901989"/>
            <a:ext cx="302577" cy="302577"/>
            <a:chOff x="229671" y="2122077"/>
            <a:chExt cx="302577" cy="302577"/>
          </a:xfrm>
        </p:grpSpPr>
        <p:sp>
          <p:nvSpPr>
            <p:cNvPr id="68" name="Bouton d’action : vide 67">
              <a:hlinkClick r:id="" action="ppaction://noaction" highlightClick="1"/>
              <a:extLst>
                <a:ext uri="{FF2B5EF4-FFF2-40B4-BE49-F238E27FC236}">
                  <a16:creationId xmlns:a16="http://schemas.microsoft.com/office/drawing/2014/main" id="{8A744F0D-49B3-B61B-D701-49B4280D7B2E}"/>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9" name="Graphique 68" descr="Coche avec un remplissage uni">
              <a:extLst>
                <a:ext uri="{FF2B5EF4-FFF2-40B4-BE49-F238E27FC236}">
                  <a16:creationId xmlns:a16="http://schemas.microsoft.com/office/drawing/2014/main" id="{C0C24086-17DE-23DA-39A0-093B54C3DB7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29671" y="2122077"/>
              <a:ext cx="302577" cy="302577"/>
            </a:xfrm>
            <a:prstGeom prst="rect">
              <a:avLst/>
            </a:prstGeom>
          </p:spPr>
        </p:pic>
      </p:grpSp>
      <p:sp>
        <p:nvSpPr>
          <p:cNvPr id="53" name="Bouton d’action : vide 52">
            <a:hlinkClick r:id="" action="ppaction://noaction" highlightClick="1"/>
            <a:extLst>
              <a:ext uri="{FF2B5EF4-FFF2-40B4-BE49-F238E27FC236}">
                <a16:creationId xmlns:a16="http://schemas.microsoft.com/office/drawing/2014/main" id="{B98D1107-7F26-0408-99C8-80CB7D9B3546}"/>
              </a:ext>
            </a:extLst>
          </p:cNvPr>
          <p:cNvSpPr/>
          <p:nvPr/>
        </p:nvSpPr>
        <p:spPr>
          <a:xfrm>
            <a:off x="241627" y="168210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1DC2D3BB-1807-DF69-76BC-9218AFA7F3EE}"/>
              </a:ext>
            </a:extLst>
          </p:cNvPr>
          <p:cNvSpPr/>
          <p:nvPr/>
        </p:nvSpPr>
        <p:spPr>
          <a:xfrm>
            <a:off x="241627" y="59983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2A24448E-F3FB-94CE-7CD7-85650AC6F50C}"/>
              </a:ext>
            </a:extLst>
          </p:cNvPr>
          <p:cNvSpPr/>
          <p:nvPr/>
        </p:nvSpPr>
        <p:spPr>
          <a:xfrm>
            <a:off x="241627" y="348400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2D35DE21-D3F6-E4B6-67CA-2238791BD970}"/>
              </a:ext>
            </a:extLst>
          </p:cNvPr>
          <p:cNvSpPr/>
          <p:nvPr/>
        </p:nvSpPr>
        <p:spPr>
          <a:xfrm>
            <a:off x="241627" y="388997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FDB65DBC-CB4D-3A61-C5F0-12CAD684CE29}"/>
              </a:ext>
            </a:extLst>
          </p:cNvPr>
          <p:cNvSpPr/>
          <p:nvPr/>
        </p:nvSpPr>
        <p:spPr>
          <a:xfrm>
            <a:off x="241627" y="426774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33A31829-0782-CFF1-AF88-068A1431C455}"/>
              </a:ext>
            </a:extLst>
          </p:cNvPr>
          <p:cNvSpPr/>
          <p:nvPr/>
        </p:nvSpPr>
        <p:spPr>
          <a:xfrm>
            <a:off x="241627" y="485268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7" name="Bouton d’action : vide 66">
            <a:hlinkClick r:id="" action="ppaction://noaction" highlightClick="1"/>
            <a:extLst>
              <a:ext uri="{FF2B5EF4-FFF2-40B4-BE49-F238E27FC236}">
                <a16:creationId xmlns:a16="http://schemas.microsoft.com/office/drawing/2014/main" id="{61C930F4-836B-EEC9-A489-59DC9CBB5712}"/>
              </a:ext>
            </a:extLst>
          </p:cNvPr>
          <p:cNvSpPr/>
          <p:nvPr/>
        </p:nvSpPr>
        <p:spPr>
          <a:xfrm>
            <a:off x="241627" y="540425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CCD6E145-C602-3EE0-C2C2-BB4AE5046CA5}"/>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sp>
        <p:nvSpPr>
          <p:cNvPr id="3" name="Flèche : chevron 8 - 2 - 1">
            <a:extLst>
              <a:ext uri="{FF2B5EF4-FFF2-40B4-BE49-F238E27FC236}">
                <a16:creationId xmlns:a16="http://schemas.microsoft.com/office/drawing/2014/main" id="{53821AA5-7FBB-A106-CA4E-5224EDF7E660}"/>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5" name="Flèche : chevron 8 - 2 - 1">
            <a:extLst>
              <a:ext uri="{FF2B5EF4-FFF2-40B4-BE49-F238E27FC236}">
                <a16:creationId xmlns:a16="http://schemas.microsoft.com/office/drawing/2014/main" id="{6579AA99-5118-16AA-BE1D-2B2DC78D928A}"/>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15" name="Flèche : chevron 8 - 2 - 1">
            <a:extLst>
              <a:ext uri="{FF2B5EF4-FFF2-40B4-BE49-F238E27FC236}">
                <a16:creationId xmlns:a16="http://schemas.microsoft.com/office/drawing/2014/main" id="{EE341281-856C-4131-8954-ADC55F7A9874}"/>
              </a:ext>
            </a:extLst>
          </p:cNvPr>
          <p:cNvSpPr/>
          <p:nvPr/>
        </p:nvSpPr>
        <p:spPr>
          <a:xfrm>
            <a:off x="5244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des impacts humains</a:t>
            </a:r>
          </a:p>
        </p:txBody>
      </p:sp>
      <p:sp>
        <p:nvSpPr>
          <p:cNvPr id="26" name="Flèche : chevron 8 - 2 - 1">
            <a:extLst>
              <a:ext uri="{FF2B5EF4-FFF2-40B4-BE49-F238E27FC236}">
                <a16:creationId xmlns:a16="http://schemas.microsoft.com/office/drawing/2014/main" id="{7357694D-853A-31B4-A0EF-A1C075EDF09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5" name="Flèche : chevron 8 - 2 - 1">
            <a:extLst>
              <a:ext uri="{FF2B5EF4-FFF2-40B4-BE49-F238E27FC236}">
                <a16:creationId xmlns:a16="http://schemas.microsoft.com/office/drawing/2014/main" id="{E20F7CCD-2864-2C84-CFC9-4FA967D15284}"/>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40" name="Flèche : pentagone 3">
            <a:extLst>
              <a:ext uri="{FF2B5EF4-FFF2-40B4-BE49-F238E27FC236}">
                <a16:creationId xmlns:a16="http://schemas.microsoft.com/office/drawing/2014/main" id="{66CC733A-4284-8EA8-43C6-3E68B11A4E7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43" name="Flèche : chevron 8 - 2 - 1">
            <a:extLst>
              <a:ext uri="{FF2B5EF4-FFF2-40B4-BE49-F238E27FC236}">
                <a16:creationId xmlns:a16="http://schemas.microsoft.com/office/drawing/2014/main" id="{F882D862-F11A-5D2C-BC86-16C250ED8108}"/>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48" name="Flèche : chevron 8 - 2 - 1">
            <a:extLst>
              <a:ext uri="{FF2B5EF4-FFF2-40B4-BE49-F238E27FC236}">
                <a16:creationId xmlns:a16="http://schemas.microsoft.com/office/drawing/2014/main" id="{BC23090F-2E43-5CE9-3781-B83F55956BCD}"/>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90331408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D332-A007-381E-9568-A38F55BB94BB}"/>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3AC692F-7702-1BFD-62A3-35EDFE0034B0}"/>
              </a:ext>
            </a:extLst>
          </p:cNvPr>
          <p:cNvSpPr txBox="1"/>
          <p:nvPr/>
        </p:nvSpPr>
        <p:spPr>
          <a:xfrm>
            <a:off x="490990" y="1219330"/>
            <a:ext cx="9360000" cy="4832092"/>
          </a:xfrm>
          <a:prstGeom prst="rect">
            <a:avLst/>
          </a:prstGeom>
          <a:noFill/>
        </p:spPr>
        <p:txBody>
          <a:bodyPr wrap="square">
            <a:spAutoFit/>
          </a:bodyPr>
          <a:lstStyle/>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Incarner le projet, savoir en expliquer la finalité, le sens et le bien-fondé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(intérêts à faire et risques à ne pas faire) et s’assurer que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éléments de langage sont produits et partagés par la ligne hiérarchique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les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moments incontournables de mon projet</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et définir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comment accompagner</a:t>
            </a:r>
            <a:r>
              <a:rPr kumimoji="0" lang="fr-FR" sz="1400" b="0" i="0" u="none" strike="noStrike" kern="1200" cap="none" spc="0" normalizeH="0" baseline="0" noProof="0">
                <a:ln>
                  <a:noFill/>
                </a:ln>
                <a:solidFill>
                  <a:srgbClr val="00B388"/>
                </a:solidFill>
                <a:effectLst/>
                <a:uLnTx/>
                <a:uFillTx/>
                <a:latin typeface="Avenir LT Std 55 Roman" panose="020B0503020203020204" pitchFamily="34" charset="0"/>
                <a:ea typeface="+mn-ea"/>
                <a:cs typeface="+mn-cs"/>
              </a:rPr>
              <a: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les agents lors de ces jalons</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S’appuyer sur des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bonnes pratiques pour conduire le changement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et favoriser une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approche de travail collaboratif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(intelligence collective, groupe miroir, sollicitation de la médecine du travail…) permettant de laisser au collectif les marges de manœuvre nécessaires pour identifier la solution organisationnelle la plus adéquate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S’appuyer sur des dispositifs d’écoute active et d’échanges avec les agents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pour être informé des interrogations des agents dès la phase amont et aux moments clés du projet, et comprendre les enjeux des parties prenantes</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Identifier </a:t>
            </a: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à quel moment réaliser une évaluation RPS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approfondie, en complément de l’évaluation initiale</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Comment organiser la communication sur le projet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destination des équipes concernées pour leur donner la primeur de l’information (au regard du calendrier social) et quel relais des parties prenantes pour appuyer cette communication</a:t>
            </a:r>
          </a:p>
          <a:p>
            <a:pPr marL="87312" marR="0" lvl="0" indent="0" algn="just" defTabSz="908712" rtl="0" eaLnBrk="1" fontAlgn="auto" latinLnBrk="0" hangingPunct="1">
              <a:lnSpc>
                <a:spcPct val="100000"/>
              </a:lnSpc>
              <a:spcBef>
                <a:spcPts val="600"/>
              </a:spcBef>
              <a:spcAft>
                <a:spcPts val="800"/>
              </a:spcAft>
              <a:buClrTx/>
              <a:buSzTx/>
              <a:buFontTx/>
              <a:buNone/>
              <a:tabLst/>
              <a:defRPr/>
            </a:pPr>
            <a:r>
              <a:rPr kumimoji="0" lang="fr-FR" sz="14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Préparer le dialogue avec les Instances Représentatives du Personnel </a:t>
            </a:r>
            <a:r>
              <a:rPr kumimoji="0" lang="fr-FR" sz="1400" b="0" i="0" u="none" strike="noStrike" kern="1200" cap="none" spc="0" normalizeH="0" baseline="0" noProof="0">
                <a:ln>
                  <a:noFill/>
                </a:ln>
                <a:solidFill>
                  <a:srgbClr val="4A412A"/>
                </a:solidFill>
                <a:effectLst/>
                <a:uLnTx/>
                <a:uFillTx/>
                <a:latin typeface="Avenir LT Std 55 Roman" panose="020B0503020203020204" pitchFamily="34" charset="0"/>
                <a:ea typeface="+mn-ea"/>
                <a:cs typeface="+mn-cs"/>
              </a:rPr>
              <a:t>à mener tout au long du projet : du calendrier des instances à la stratégie à mettre en place (analyse de la qualité du dialogue social avant-projet, prise en compte de l’importance de l’informel…)</a:t>
            </a:r>
          </a:p>
        </p:txBody>
      </p:sp>
      <p:pic>
        <p:nvPicPr>
          <p:cNvPr id="22" name="Graphique 21" descr="Loupe avec un remplissage uni">
            <a:hlinkClick r:id="rId3" action="ppaction://hlinksldjump"/>
            <a:extLst>
              <a:ext uri="{FF2B5EF4-FFF2-40B4-BE49-F238E27FC236}">
                <a16:creationId xmlns:a16="http://schemas.microsoft.com/office/drawing/2014/main" id="{84E1C627-F7F4-7260-4AD2-75F3E405A9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383425"/>
            <a:ext cx="324000" cy="324000"/>
          </a:xfrm>
          <a:prstGeom prst="rect">
            <a:avLst/>
          </a:prstGeom>
        </p:spPr>
      </p:pic>
      <p:pic>
        <p:nvPicPr>
          <p:cNvPr id="27" name="Graphique 26" descr="Loupe avec un remplissage uni">
            <a:hlinkClick r:id="" action="ppaction://noaction"/>
            <a:extLst>
              <a:ext uri="{FF2B5EF4-FFF2-40B4-BE49-F238E27FC236}">
                <a16:creationId xmlns:a16="http://schemas.microsoft.com/office/drawing/2014/main" id="{620F8453-35C9-2F60-957B-75522A5EB4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1939599"/>
            <a:ext cx="324000" cy="324000"/>
          </a:xfrm>
          <a:prstGeom prst="rect">
            <a:avLst/>
          </a:prstGeom>
        </p:spPr>
      </p:pic>
      <p:pic>
        <p:nvPicPr>
          <p:cNvPr id="32" name="Graphique 31" descr="Loupe avec un remplissage uni">
            <a:hlinkClick r:id="" action="ppaction://noaction"/>
            <a:extLst>
              <a:ext uri="{FF2B5EF4-FFF2-40B4-BE49-F238E27FC236}">
                <a16:creationId xmlns:a16="http://schemas.microsoft.com/office/drawing/2014/main" id="{AE914404-0C38-86F6-2F9B-D48BBD825D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2698181"/>
            <a:ext cx="324000" cy="324000"/>
          </a:xfrm>
          <a:prstGeom prst="rect">
            <a:avLst/>
          </a:prstGeom>
        </p:spPr>
      </p:pic>
      <p:pic>
        <p:nvPicPr>
          <p:cNvPr id="37" name="Graphique 36" descr="Loupe avec un remplissage uni">
            <a:hlinkClick r:id="" action="ppaction://noaction"/>
            <a:extLst>
              <a:ext uri="{FF2B5EF4-FFF2-40B4-BE49-F238E27FC236}">
                <a16:creationId xmlns:a16="http://schemas.microsoft.com/office/drawing/2014/main" id="{E5FEC355-A392-D242-9203-918540886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3483372"/>
            <a:ext cx="324000" cy="324000"/>
          </a:xfrm>
          <a:prstGeom prst="rect">
            <a:avLst/>
          </a:prstGeom>
        </p:spPr>
      </p:pic>
      <p:pic>
        <p:nvPicPr>
          <p:cNvPr id="42" name="Graphique 41" descr="Loupe avec un remplissage uni">
            <a:hlinkClick r:id="" action="ppaction://noaction"/>
            <a:extLst>
              <a:ext uri="{FF2B5EF4-FFF2-40B4-BE49-F238E27FC236}">
                <a16:creationId xmlns:a16="http://schemas.microsoft.com/office/drawing/2014/main" id="{88977DD6-A05B-3B47-CE5F-217BA087E6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111532"/>
            <a:ext cx="324000" cy="324000"/>
          </a:xfrm>
          <a:prstGeom prst="rect">
            <a:avLst/>
          </a:prstGeom>
        </p:spPr>
      </p:pic>
      <p:pic>
        <p:nvPicPr>
          <p:cNvPr id="47" name="Graphique 46" descr="Loupe avec un remplissage uni">
            <a:hlinkClick r:id="" action="ppaction://noaction"/>
            <a:extLst>
              <a:ext uri="{FF2B5EF4-FFF2-40B4-BE49-F238E27FC236}">
                <a16:creationId xmlns:a16="http://schemas.microsoft.com/office/drawing/2014/main" id="{4F50C58B-B3CC-E79A-4DF5-78D8E2DDF0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4698012"/>
            <a:ext cx="324000" cy="324000"/>
          </a:xfrm>
          <a:prstGeom prst="rect">
            <a:avLst/>
          </a:prstGeom>
        </p:spPr>
      </p:pic>
      <p:pic>
        <p:nvPicPr>
          <p:cNvPr id="52" name="Graphique 51" descr="Loupe avec un remplissage uni">
            <a:hlinkClick r:id="" action="ppaction://noaction"/>
            <a:extLst>
              <a:ext uri="{FF2B5EF4-FFF2-40B4-BE49-F238E27FC236}">
                <a16:creationId xmlns:a16="http://schemas.microsoft.com/office/drawing/2014/main" id="{A681AB75-18CE-5030-F35C-5911A1CFB4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48707" y="5524078"/>
            <a:ext cx="324000" cy="324000"/>
          </a:xfrm>
          <a:prstGeom prst="rect">
            <a:avLst/>
          </a:prstGeom>
        </p:spPr>
      </p:pic>
      <p:sp>
        <p:nvSpPr>
          <p:cNvPr id="33" name="Rectangle : coins arrondis 32">
            <a:extLst>
              <a:ext uri="{FF2B5EF4-FFF2-40B4-BE49-F238E27FC236}">
                <a16:creationId xmlns:a16="http://schemas.microsoft.com/office/drawing/2014/main" id="{37B8A588-33B6-3A05-236B-2D7409C2F6A4}"/>
              </a:ext>
            </a:extLst>
          </p:cNvPr>
          <p:cNvSpPr/>
          <p:nvPr/>
        </p:nvSpPr>
        <p:spPr>
          <a:xfrm>
            <a:off x="10365348" y="1392215"/>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34" name="Graphique 33" descr="Sablier terminé avec un remplissage uni">
            <a:extLst>
              <a:ext uri="{FF2B5EF4-FFF2-40B4-BE49-F238E27FC236}">
                <a16:creationId xmlns:a16="http://schemas.microsoft.com/office/drawing/2014/main" id="{DB1F19AC-1B5A-AEB5-76CC-9841E15E7B0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1392215"/>
            <a:ext cx="306421" cy="306421"/>
          </a:xfrm>
          <a:prstGeom prst="rect">
            <a:avLst/>
          </a:prstGeom>
        </p:spPr>
      </p:pic>
      <p:sp>
        <p:nvSpPr>
          <p:cNvPr id="35" name="Rectangle : coins arrondis 34">
            <a:extLst>
              <a:ext uri="{FF2B5EF4-FFF2-40B4-BE49-F238E27FC236}">
                <a16:creationId xmlns:a16="http://schemas.microsoft.com/office/drawing/2014/main" id="{D59C1EFB-9DE6-A0AA-C164-77727281B624}"/>
              </a:ext>
            </a:extLst>
          </p:cNvPr>
          <p:cNvSpPr/>
          <p:nvPr/>
        </p:nvSpPr>
        <p:spPr>
          <a:xfrm>
            <a:off x="10365348" y="1948389"/>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38" name="Graphique 37" descr="Sablier terminé avec un remplissage uni">
            <a:extLst>
              <a:ext uri="{FF2B5EF4-FFF2-40B4-BE49-F238E27FC236}">
                <a16:creationId xmlns:a16="http://schemas.microsoft.com/office/drawing/2014/main" id="{A1AE5100-7552-78D2-8E34-70B1078581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1948389"/>
            <a:ext cx="306421" cy="306421"/>
          </a:xfrm>
          <a:prstGeom prst="rect">
            <a:avLst/>
          </a:prstGeom>
        </p:spPr>
      </p:pic>
      <p:sp>
        <p:nvSpPr>
          <p:cNvPr id="39" name="Rectangle : coins arrondis 38">
            <a:extLst>
              <a:ext uri="{FF2B5EF4-FFF2-40B4-BE49-F238E27FC236}">
                <a16:creationId xmlns:a16="http://schemas.microsoft.com/office/drawing/2014/main" id="{0D90A09E-435E-7568-AED7-A50535F32978}"/>
              </a:ext>
            </a:extLst>
          </p:cNvPr>
          <p:cNvSpPr/>
          <p:nvPr/>
        </p:nvSpPr>
        <p:spPr>
          <a:xfrm>
            <a:off x="10365348" y="2706971"/>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40" name="Graphique 39" descr="Sablier terminé avec un remplissage uni">
            <a:extLst>
              <a:ext uri="{FF2B5EF4-FFF2-40B4-BE49-F238E27FC236}">
                <a16:creationId xmlns:a16="http://schemas.microsoft.com/office/drawing/2014/main" id="{4B762B5E-C870-A016-C81B-84BF88C6B6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2706971"/>
            <a:ext cx="306421" cy="306421"/>
          </a:xfrm>
          <a:prstGeom prst="rect">
            <a:avLst/>
          </a:prstGeom>
        </p:spPr>
      </p:pic>
      <p:sp>
        <p:nvSpPr>
          <p:cNvPr id="43" name="Rectangle : coins arrondis 42">
            <a:extLst>
              <a:ext uri="{FF2B5EF4-FFF2-40B4-BE49-F238E27FC236}">
                <a16:creationId xmlns:a16="http://schemas.microsoft.com/office/drawing/2014/main" id="{4009BBE0-E7DB-D1A7-E71E-651392E5D621}"/>
              </a:ext>
            </a:extLst>
          </p:cNvPr>
          <p:cNvSpPr/>
          <p:nvPr/>
        </p:nvSpPr>
        <p:spPr>
          <a:xfrm>
            <a:off x="10365348" y="349216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10 min</a:t>
            </a:r>
          </a:p>
        </p:txBody>
      </p:sp>
      <p:pic>
        <p:nvPicPr>
          <p:cNvPr id="44" name="Graphique 43" descr="Sablier terminé avec un remplissage uni">
            <a:extLst>
              <a:ext uri="{FF2B5EF4-FFF2-40B4-BE49-F238E27FC236}">
                <a16:creationId xmlns:a16="http://schemas.microsoft.com/office/drawing/2014/main" id="{CD57A50A-7BB1-B594-46DD-B8524BFA76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3492162"/>
            <a:ext cx="306421" cy="306421"/>
          </a:xfrm>
          <a:prstGeom prst="rect">
            <a:avLst/>
          </a:prstGeom>
        </p:spPr>
      </p:pic>
      <p:sp>
        <p:nvSpPr>
          <p:cNvPr id="45" name="Rectangle : coins arrondis 44">
            <a:extLst>
              <a:ext uri="{FF2B5EF4-FFF2-40B4-BE49-F238E27FC236}">
                <a16:creationId xmlns:a16="http://schemas.microsoft.com/office/drawing/2014/main" id="{79C386A0-D00A-6D99-C384-8A0CA84DE96D}"/>
              </a:ext>
            </a:extLst>
          </p:cNvPr>
          <p:cNvSpPr/>
          <p:nvPr/>
        </p:nvSpPr>
        <p:spPr>
          <a:xfrm>
            <a:off x="10365348" y="412032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5 min</a:t>
            </a:r>
          </a:p>
        </p:txBody>
      </p:sp>
      <p:pic>
        <p:nvPicPr>
          <p:cNvPr id="48" name="Graphique 47" descr="Sablier terminé avec un remplissage uni">
            <a:extLst>
              <a:ext uri="{FF2B5EF4-FFF2-40B4-BE49-F238E27FC236}">
                <a16:creationId xmlns:a16="http://schemas.microsoft.com/office/drawing/2014/main" id="{AB65000E-F8F8-1C8E-75F3-5AEA312B9B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4120322"/>
            <a:ext cx="306421" cy="306421"/>
          </a:xfrm>
          <a:prstGeom prst="rect">
            <a:avLst/>
          </a:prstGeom>
        </p:spPr>
      </p:pic>
      <p:sp>
        <p:nvSpPr>
          <p:cNvPr id="49" name="Rectangle : coins arrondis 48">
            <a:extLst>
              <a:ext uri="{FF2B5EF4-FFF2-40B4-BE49-F238E27FC236}">
                <a16:creationId xmlns:a16="http://schemas.microsoft.com/office/drawing/2014/main" id="{357E1F3B-23B9-6C2F-C138-54A7286513DD}"/>
              </a:ext>
            </a:extLst>
          </p:cNvPr>
          <p:cNvSpPr/>
          <p:nvPr/>
        </p:nvSpPr>
        <p:spPr>
          <a:xfrm>
            <a:off x="10365348" y="4706802"/>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50" name="Graphique 49" descr="Sablier terminé avec un remplissage uni">
            <a:extLst>
              <a:ext uri="{FF2B5EF4-FFF2-40B4-BE49-F238E27FC236}">
                <a16:creationId xmlns:a16="http://schemas.microsoft.com/office/drawing/2014/main" id="{D6BD28E1-50B2-86FF-BC82-130644E54A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4706802"/>
            <a:ext cx="306421" cy="306421"/>
          </a:xfrm>
          <a:prstGeom prst="rect">
            <a:avLst/>
          </a:prstGeom>
        </p:spPr>
      </p:pic>
      <p:sp>
        <p:nvSpPr>
          <p:cNvPr id="53" name="Rectangle : coins arrondis 52">
            <a:extLst>
              <a:ext uri="{FF2B5EF4-FFF2-40B4-BE49-F238E27FC236}">
                <a16:creationId xmlns:a16="http://schemas.microsoft.com/office/drawing/2014/main" id="{4664E3F3-57EF-5CF9-84CF-A2368F47AD0B}"/>
              </a:ext>
            </a:extLst>
          </p:cNvPr>
          <p:cNvSpPr/>
          <p:nvPr/>
        </p:nvSpPr>
        <p:spPr>
          <a:xfrm>
            <a:off x="10365348" y="5532868"/>
            <a:ext cx="543579" cy="30642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1"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Times New Roman" panose="02020603050405020304" pitchFamily="18" charset="0"/>
              </a:rPr>
              <a:t>~ 20 min</a:t>
            </a:r>
          </a:p>
        </p:txBody>
      </p:sp>
      <p:pic>
        <p:nvPicPr>
          <p:cNvPr id="55" name="Graphique 54" descr="Sablier terminé avec un remplissage uni">
            <a:extLst>
              <a:ext uri="{FF2B5EF4-FFF2-40B4-BE49-F238E27FC236}">
                <a16:creationId xmlns:a16="http://schemas.microsoft.com/office/drawing/2014/main" id="{0F7FC5B6-928E-3824-DB0C-E99FA5616E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82660" y="5532868"/>
            <a:ext cx="306421" cy="306421"/>
          </a:xfrm>
          <a:prstGeom prst="rect">
            <a:avLst/>
          </a:prstGeom>
        </p:spPr>
      </p:pic>
      <p:grpSp>
        <p:nvGrpSpPr>
          <p:cNvPr id="64" name="Groupe 63">
            <a:extLst>
              <a:ext uri="{FF2B5EF4-FFF2-40B4-BE49-F238E27FC236}">
                <a16:creationId xmlns:a16="http://schemas.microsoft.com/office/drawing/2014/main" id="{A4DC237C-819D-D73E-6D03-1944061A1F3E}"/>
              </a:ext>
            </a:extLst>
          </p:cNvPr>
          <p:cNvGrpSpPr>
            <a:grpSpLocks noChangeAspect="1"/>
          </p:cNvGrpSpPr>
          <p:nvPr/>
        </p:nvGrpSpPr>
        <p:grpSpPr>
          <a:xfrm>
            <a:off x="11001871" y="6336764"/>
            <a:ext cx="1082632" cy="444130"/>
            <a:chOff x="5810" y="1578917"/>
            <a:chExt cx="559801" cy="229645"/>
          </a:xfrm>
        </p:grpSpPr>
        <p:sp>
          <p:nvSpPr>
            <p:cNvPr id="65" name="Rectangle : coins arrondis 64">
              <a:hlinkClick r:id="rId6" action="ppaction://hlinksldjump"/>
              <a:extLst>
                <a:ext uri="{FF2B5EF4-FFF2-40B4-BE49-F238E27FC236}">
                  <a16:creationId xmlns:a16="http://schemas.microsoft.com/office/drawing/2014/main" id="{94BE1163-CBFF-F710-2378-B7529C6164C9}"/>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6"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66" name="Graphique 65" descr="Retour avec un remplissage uni">
              <a:hlinkClick r:id="rId6" action="ppaction://hlinksldjump"/>
              <a:extLst>
                <a:ext uri="{FF2B5EF4-FFF2-40B4-BE49-F238E27FC236}">
                  <a16:creationId xmlns:a16="http://schemas.microsoft.com/office/drawing/2014/main" id="{A71B1641-39AB-F2E4-1EBF-9DD96279EE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17" name="Rectangle : coins arrondis 16">
            <a:extLst>
              <a:ext uri="{FF2B5EF4-FFF2-40B4-BE49-F238E27FC236}">
                <a16:creationId xmlns:a16="http://schemas.microsoft.com/office/drawing/2014/main" id="{83501283-E444-7F8D-8B9A-A432A22EDFC5}"/>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18" name="Rectangle 17">
            <a:extLst>
              <a:ext uri="{FF2B5EF4-FFF2-40B4-BE49-F238E27FC236}">
                <a16:creationId xmlns:a16="http://schemas.microsoft.com/office/drawing/2014/main" id="{A173E263-DEA5-CD5F-9C0B-BE13396088D9}"/>
              </a:ext>
            </a:extLst>
          </p:cNvPr>
          <p:cNvSpPr/>
          <p:nvPr/>
        </p:nvSpPr>
        <p:spPr>
          <a:xfrm>
            <a:off x="10082865" y="675387"/>
            <a:ext cx="92585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Combien de temps pour le faire ?</a:t>
            </a:r>
          </a:p>
        </p:txBody>
      </p:sp>
      <p:sp>
        <p:nvSpPr>
          <p:cNvPr id="19" name="Rectangle 18">
            <a:extLst>
              <a:ext uri="{FF2B5EF4-FFF2-40B4-BE49-F238E27FC236}">
                <a16:creationId xmlns:a16="http://schemas.microsoft.com/office/drawing/2014/main" id="{C0967306-7FEE-F15B-DA99-BD768535DCF1}"/>
              </a:ext>
            </a:extLst>
          </p:cNvPr>
          <p:cNvSpPr/>
          <p:nvPr/>
        </p:nvSpPr>
        <p:spPr>
          <a:xfrm>
            <a:off x="11342119" y="675387"/>
            <a:ext cx="737176"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sp>
        <p:nvSpPr>
          <p:cNvPr id="20" name="Rectangle 19">
            <a:extLst>
              <a:ext uri="{FF2B5EF4-FFF2-40B4-BE49-F238E27FC236}">
                <a16:creationId xmlns:a16="http://schemas.microsoft.com/office/drawing/2014/main" id="{805E95BC-D7E3-402B-F73C-50E5558A06DA}"/>
              </a:ext>
            </a:extLst>
          </p:cNvPr>
          <p:cNvSpPr/>
          <p:nvPr/>
        </p:nvSpPr>
        <p:spPr>
          <a:xfrm>
            <a:off x="0" y="675387"/>
            <a:ext cx="9569223"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2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grpSp>
        <p:nvGrpSpPr>
          <p:cNvPr id="31" name="Groupe 30">
            <a:extLst>
              <a:ext uri="{FF2B5EF4-FFF2-40B4-BE49-F238E27FC236}">
                <a16:creationId xmlns:a16="http://schemas.microsoft.com/office/drawing/2014/main" id="{1981BA76-67C6-A03B-930C-275F0CD007F7}"/>
              </a:ext>
            </a:extLst>
          </p:cNvPr>
          <p:cNvGrpSpPr/>
          <p:nvPr/>
        </p:nvGrpSpPr>
        <p:grpSpPr>
          <a:xfrm>
            <a:off x="216339" y="1924183"/>
            <a:ext cx="302577" cy="302577"/>
            <a:chOff x="229671" y="2122077"/>
            <a:chExt cx="302577" cy="302577"/>
          </a:xfrm>
        </p:grpSpPr>
        <p:sp>
          <p:nvSpPr>
            <p:cNvPr id="67" name="Bouton d’action : vide 66">
              <a:hlinkClick r:id="" action="ppaction://noaction" highlightClick="1"/>
              <a:extLst>
                <a:ext uri="{FF2B5EF4-FFF2-40B4-BE49-F238E27FC236}">
                  <a16:creationId xmlns:a16="http://schemas.microsoft.com/office/drawing/2014/main" id="{EE262FEF-E169-210E-B4C9-C25249DFACB4}"/>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8" name="Graphique 67" descr="Coche avec un remplissage uni">
              <a:extLst>
                <a:ext uri="{FF2B5EF4-FFF2-40B4-BE49-F238E27FC236}">
                  <a16:creationId xmlns:a16="http://schemas.microsoft.com/office/drawing/2014/main" id="{33A52EB5-8C13-D338-A805-37E22F64DEC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671" y="2122077"/>
              <a:ext cx="302577" cy="302577"/>
            </a:xfrm>
            <a:prstGeom prst="rect">
              <a:avLst/>
            </a:prstGeom>
          </p:spPr>
        </p:pic>
      </p:grpSp>
      <p:grpSp>
        <p:nvGrpSpPr>
          <p:cNvPr id="36" name="Groupe 35">
            <a:extLst>
              <a:ext uri="{FF2B5EF4-FFF2-40B4-BE49-F238E27FC236}">
                <a16:creationId xmlns:a16="http://schemas.microsoft.com/office/drawing/2014/main" id="{50937FD1-2781-5613-A1BE-0E09852E622D}"/>
              </a:ext>
            </a:extLst>
          </p:cNvPr>
          <p:cNvGrpSpPr/>
          <p:nvPr/>
        </p:nvGrpSpPr>
        <p:grpSpPr>
          <a:xfrm>
            <a:off x="216339" y="2654487"/>
            <a:ext cx="302577" cy="302577"/>
            <a:chOff x="229671" y="2122077"/>
            <a:chExt cx="302577" cy="302577"/>
          </a:xfrm>
        </p:grpSpPr>
        <p:sp>
          <p:nvSpPr>
            <p:cNvPr id="59" name="Bouton d’action : vide 58">
              <a:hlinkClick r:id="" action="ppaction://noaction" highlightClick="1"/>
              <a:extLst>
                <a:ext uri="{FF2B5EF4-FFF2-40B4-BE49-F238E27FC236}">
                  <a16:creationId xmlns:a16="http://schemas.microsoft.com/office/drawing/2014/main" id="{B0F992FB-BE10-8747-91E9-E494413E1D53}"/>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62" name="Graphique 61" descr="Coche avec un remplissage uni">
              <a:extLst>
                <a:ext uri="{FF2B5EF4-FFF2-40B4-BE49-F238E27FC236}">
                  <a16:creationId xmlns:a16="http://schemas.microsoft.com/office/drawing/2014/main" id="{DE6BF2C2-AC35-BD78-65AE-2718A51DC0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671" y="2122077"/>
              <a:ext cx="302577" cy="302577"/>
            </a:xfrm>
            <a:prstGeom prst="rect">
              <a:avLst/>
            </a:prstGeom>
          </p:spPr>
        </p:pic>
      </p:grpSp>
      <p:sp>
        <p:nvSpPr>
          <p:cNvPr id="41" name="Bouton d’action : vide 40">
            <a:hlinkClick r:id="" action="ppaction://noaction" highlightClick="1"/>
            <a:extLst>
              <a:ext uri="{FF2B5EF4-FFF2-40B4-BE49-F238E27FC236}">
                <a16:creationId xmlns:a16="http://schemas.microsoft.com/office/drawing/2014/main" id="{3E41A227-400F-5415-84FE-285C920D7E11}"/>
              </a:ext>
            </a:extLst>
          </p:cNvPr>
          <p:cNvSpPr/>
          <p:nvPr/>
        </p:nvSpPr>
        <p:spPr>
          <a:xfrm>
            <a:off x="241627" y="134779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46" name="Bouton d’action : vide 45">
            <a:hlinkClick r:id="" action="ppaction://noaction" highlightClick="1"/>
            <a:extLst>
              <a:ext uri="{FF2B5EF4-FFF2-40B4-BE49-F238E27FC236}">
                <a16:creationId xmlns:a16="http://schemas.microsoft.com/office/drawing/2014/main" id="{C21410AC-6CFC-B753-D56E-68AC7FFD9098}"/>
              </a:ext>
            </a:extLst>
          </p:cNvPr>
          <p:cNvSpPr/>
          <p:nvPr/>
        </p:nvSpPr>
        <p:spPr>
          <a:xfrm>
            <a:off x="241627" y="34888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1" name="Bouton d’action : vide 50">
            <a:hlinkClick r:id="" action="ppaction://noaction" highlightClick="1"/>
            <a:extLst>
              <a:ext uri="{FF2B5EF4-FFF2-40B4-BE49-F238E27FC236}">
                <a16:creationId xmlns:a16="http://schemas.microsoft.com/office/drawing/2014/main" id="{E0E2A044-15A8-C69A-A1F1-F70A21928A15}"/>
              </a:ext>
            </a:extLst>
          </p:cNvPr>
          <p:cNvSpPr/>
          <p:nvPr/>
        </p:nvSpPr>
        <p:spPr>
          <a:xfrm>
            <a:off x="241627" y="4087735"/>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6" name="Bouton d’action : vide 55">
            <a:hlinkClick r:id="" action="ppaction://noaction" highlightClick="1"/>
            <a:extLst>
              <a:ext uri="{FF2B5EF4-FFF2-40B4-BE49-F238E27FC236}">
                <a16:creationId xmlns:a16="http://schemas.microsoft.com/office/drawing/2014/main" id="{EF10C886-6A5C-EEED-CA7D-FCDBAADBED17}"/>
              </a:ext>
            </a:extLst>
          </p:cNvPr>
          <p:cNvSpPr/>
          <p:nvPr/>
        </p:nvSpPr>
        <p:spPr>
          <a:xfrm>
            <a:off x="241627" y="4710212"/>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57" name="Bouton d’action : vide 56">
            <a:hlinkClick r:id="" action="ppaction://noaction" highlightClick="1"/>
            <a:extLst>
              <a:ext uri="{FF2B5EF4-FFF2-40B4-BE49-F238E27FC236}">
                <a16:creationId xmlns:a16="http://schemas.microsoft.com/office/drawing/2014/main" id="{479169C0-8687-B525-34CE-650DFAE23DF4}"/>
              </a:ext>
            </a:extLst>
          </p:cNvPr>
          <p:cNvSpPr/>
          <p:nvPr/>
        </p:nvSpPr>
        <p:spPr>
          <a:xfrm>
            <a:off x="241627" y="5537053"/>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3" name="Flèche : chevron 8 - 2 - 1">
            <a:extLst>
              <a:ext uri="{FF2B5EF4-FFF2-40B4-BE49-F238E27FC236}">
                <a16:creationId xmlns:a16="http://schemas.microsoft.com/office/drawing/2014/main" id="{17E1FD8D-32E1-CBD8-CA2F-BB5F62710FB8}"/>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14" name="Flèche : chevron 8 - 2 - 1">
            <a:extLst>
              <a:ext uri="{FF2B5EF4-FFF2-40B4-BE49-F238E27FC236}">
                <a16:creationId xmlns:a16="http://schemas.microsoft.com/office/drawing/2014/main" id="{7A241FFE-B32C-56D1-12A4-32249098D1C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16" name="Flèche : chevron 8 - 2 - 1">
            <a:extLst>
              <a:ext uri="{FF2B5EF4-FFF2-40B4-BE49-F238E27FC236}">
                <a16:creationId xmlns:a16="http://schemas.microsoft.com/office/drawing/2014/main" id="{551D71F3-866D-28FB-7BF4-6E871C07666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3" name="Flèche : chevron 8 - 2 - 1">
            <a:extLst>
              <a:ext uri="{FF2B5EF4-FFF2-40B4-BE49-F238E27FC236}">
                <a16:creationId xmlns:a16="http://schemas.microsoft.com/office/drawing/2014/main" id="{42921048-43CD-E38C-70DB-79CE0A87A847}"/>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5" name="Flèche : chevron 8 - 2 - 1">
            <a:extLst>
              <a:ext uri="{FF2B5EF4-FFF2-40B4-BE49-F238E27FC236}">
                <a16:creationId xmlns:a16="http://schemas.microsoft.com/office/drawing/2014/main" id="{9916A766-E718-BC02-59C1-F7B856E10473}"/>
              </a:ext>
            </a:extLst>
          </p:cNvPr>
          <p:cNvSpPr/>
          <p:nvPr/>
        </p:nvSpPr>
        <p:spPr>
          <a:xfrm>
            <a:off x="3456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pour moi-même</a:t>
            </a:r>
          </a:p>
        </p:txBody>
      </p:sp>
      <p:sp>
        <p:nvSpPr>
          <p:cNvPr id="54" name="Flèche : pentagone 3">
            <a:extLst>
              <a:ext uri="{FF2B5EF4-FFF2-40B4-BE49-F238E27FC236}">
                <a16:creationId xmlns:a16="http://schemas.microsoft.com/office/drawing/2014/main" id="{2530B055-7EB0-2145-3105-6D97BA7AE612}"/>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61" name="Flèche : chevron 8 - 2 - 1">
            <a:extLst>
              <a:ext uri="{FF2B5EF4-FFF2-40B4-BE49-F238E27FC236}">
                <a16:creationId xmlns:a16="http://schemas.microsoft.com/office/drawing/2014/main" id="{43329E37-5AEE-367F-B94B-ACB72363AFA9}"/>
              </a:ext>
            </a:extLst>
          </p:cNvPr>
          <p:cNvSpPr/>
          <p:nvPr/>
        </p:nvSpPr>
        <p:spPr>
          <a:xfrm>
            <a:off x="8712000" y="21771"/>
            <a:ext cx="1692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préparer le collectif</a:t>
            </a:r>
          </a:p>
        </p:txBody>
      </p:sp>
      <p:sp>
        <p:nvSpPr>
          <p:cNvPr id="71" name="Flèche : chevron 8 - 2 - 1">
            <a:extLst>
              <a:ext uri="{FF2B5EF4-FFF2-40B4-BE49-F238E27FC236}">
                <a16:creationId xmlns:a16="http://schemas.microsoft.com/office/drawing/2014/main" id="{5071350E-3765-F452-94D7-3DB116BC911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128683779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C5BBC-A7E9-C16F-BF91-6B27525E8AB6}"/>
            </a:ext>
          </a:extLst>
        </p:cNvPr>
        <p:cNvGrpSpPr/>
        <p:nvPr/>
      </p:nvGrpSpPr>
      <p:grpSpPr>
        <a:xfrm>
          <a:off x="0" y="0"/>
          <a:ext cx="0" cy="0"/>
          <a:chOff x="0" y="0"/>
          <a:chExt cx="0" cy="0"/>
        </a:xfrm>
      </p:grpSpPr>
      <p:sp>
        <p:nvSpPr>
          <p:cNvPr id="56" name="Rectangle : coins arrondis 55">
            <a:extLst>
              <a:ext uri="{FF2B5EF4-FFF2-40B4-BE49-F238E27FC236}">
                <a16:creationId xmlns:a16="http://schemas.microsoft.com/office/drawing/2014/main" id="{86A5D304-4E7E-63D5-764E-D6C30FF92532}"/>
              </a:ext>
            </a:extLst>
          </p:cNvPr>
          <p:cNvSpPr/>
          <p:nvPr/>
        </p:nvSpPr>
        <p:spPr>
          <a:xfrm>
            <a:off x="217031" y="1887164"/>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j’ai tous les outils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nécessaires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pour gérer ce projet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(méthodologie de projet…) ? Quels sont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mes éventuels besoins de formation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Suis-je en mesure de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détecter les signaux faibles et d’accompagner les situations de RPS ?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je suis à l’aise pour traiter des sujets RPS ?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les ressources spécifiques et les connaissances requises pour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conduire la préven</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tion des RPS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(mesures opérationnelles de prévention…) ? Ai-je identifié mes éventuels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besoins de formation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80975"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je dispose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des moyens techniques pour mener sereinement le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(outils de gestion de projet, outils spécifiques selon la nature du projet…) ? Ai-je identifié mes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besoins d’outillage ?</a:t>
            </a:r>
          </a:p>
        </p:txBody>
      </p:sp>
      <p:sp>
        <p:nvSpPr>
          <p:cNvPr id="168" name="Rectangle : coins arrondis 167">
            <a:extLst>
              <a:ext uri="{FF2B5EF4-FFF2-40B4-BE49-F238E27FC236}">
                <a16:creationId xmlns:a16="http://schemas.microsoft.com/office/drawing/2014/main" id="{89C0BE4F-A149-AE30-A0A6-90872DAED990}"/>
              </a:ext>
            </a:extLst>
          </p:cNvPr>
          <p:cNvSpPr/>
          <p:nvPr/>
        </p:nvSpPr>
        <p:spPr>
          <a:xfrm>
            <a:off x="6229779" y="2285304"/>
            <a:ext cx="5751893" cy="2124544"/>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C20EC4E0-7000-F944-CC98-3F3CC8C697DE}"/>
              </a:ext>
            </a:extLst>
          </p:cNvPr>
          <p:cNvSpPr/>
          <p:nvPr/>
        </p:nvSpPr>
        <p:spPr>
          <a:xfrm>
            <a:off x="7033223" y="270468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7" name="Rectangle : coins arrondis 106">
            <a:extLst>
              <a:ext uri="{FF2B5EF4-FFF2-40B4-BE49-F238E27FC236}">
                <a16:creationId xmlns:a16="http://schemas.microsoft.com/office/drawing/2014/main" id="{FFBBD57D-D4A0-042C-34DF-6E46AB079A9D}"/>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FC436DE9-5800-4D29-DB76-8D41EC5FB2F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2C2ACBDE-A543-ECF5-FA5C-F3B81119A2D9}"/>
              </a:ext>
            </a:extLst>
          </p:cNvPr>
          <p:cNvSpPr/>
          <p:nvPr/>
        </p:nvSpPr>
        <p:spPr>
          <a:xfrm>
            <a:off x="0" y="378372"/>
            <a:ext cx="12191999"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Définir les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ressources</a:t>
            </a:r>
            <a:r>
              <a:rPr kumimoji="0" lang="fr-FR" sz="18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(processus, outils, guides…)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compétences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dont j’ai besoin</a:t>
            </a:r>
            <a:r>
              <a:rPr kumimoji="0" lang="fr-FR" sz="1800" b="1"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pour mener ce projet.</a:t>
            </a:r>
          </a:p>
        </p:txBody>
      </p:sp>
      <p:sp>
        <p:nvSpPr>
          <p:cNvPr id="18" name="Rectangle : coins arrondis 17">
            <a:extLst>
              <a:ext uri="{FF2B5EF4-FFF2-40B4-BE49-F238E27FC236}">
                <a16:creationId xmlns:a16="http://schemas.microsoft.com/office/drawing/2014/main" id="{9DB9C120-8E20-9D0F-407A-9A30E20637FD}"/>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57" name="Rectangle : coins arrondis 56">
            <a:extLst>
              <a:ext uri="{FF2B5EF4-FFF2-40B4-BE49-F238E27FC236}">
                <a16:creationId xmlns:a16="http://schemas.microsoft.com/office/drawing/2014/main" id="{89320A1E-ED73-DC51-3F4D-AC10924C807B}"/>
              </a:ext>
            </a:extLst>
          </p:cNvPr>
          <p:cNvSpPr/>
          <p:nvPr/>
        </p:nvSpPr>
        <p:spPr>
          <a:xfrm>
            <a:off x="6229780" y="4548853"/>
            <a:ext cx="5715146" cy="1787911"/>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A109008E-2443-EF90-A052-6442CAFF8784}"/>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971EE67A-ECD6-E1B5-C878-051C97C44F77}"/>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E366DC33-4172-5D85-FB17-D9764D87325C}"/>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0160628C-4B6F-DDD9-61D5-EB4CB94AFFE9}"/>
              </a:ext>
            </a:extLst>
          </p:cNvPr>
          <p:cNvSpPr/>
          <p:nvPr/>
        </p:nvSpPr>
        <p:spPr>
          <a:xfrm>
            <a:off x="8517576" y="2544206"/>
            <a:ext cx="2274708"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95" name="Rectangle 94">
            <a:hlinkClick r:id="rId4" action="ppaction://hlinksldjump"/>
            <a:extLst>
              <a:ext uri="{FF2B5EF4-FFF2-40B4-BE49-F238E27FC236}">
                <a16:creationId xmlns:a16="http://schemas.microsoft.com/office/drawing/2014/main" id="{C89D7AE1-89F2-CE70-8CD5-12D62BB66D88}"/>
              </a:ext>
            </a:extLst>
          </p:cNvPr>
          <p:cNvSpPr/>
          <p:nvPr/>
        </p:nvSpPr>
        <p:spPr>
          <a:xfrm>
            <a:off x="6694449" y="2963012"/>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Bonnes pratiques de gestion de projet et ressources matérielles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96" name="Rectangle 95">
            <a:hlinkClick r:id="rId4" action="ppaction://hlinksldjump"/>
            <a:extLst>
              <a:ext uri="{FF2B5EF4-FFF2-40B4-BE49-F238E27FC236}">
                <a16:creationId xmlns:a16="http://schemas.microsoft.com/office/drawing/2014/main" id="{3898A985-F1F9-616E-67AB-D6EAC84E4382}"/>
              </a:ext>
            </a:extLst>
          </p:cNvPr>
          <p:cNvSpPr/>
          <p:nvPr/>
        </p:nvSpPr>
        <p:spPr>
          <a:xfrm>
            <a:off x="8783836" y="2963012"/>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Bonnes pratiques préventives pour gérer un projet et pour identifier et gérer les ressources matérielles nécessaires au projet </a:t>
            </a:r>
          </a:p>
        </p:txBody>
      </p:sp>
      <p:sp>
        <p:nvSpPr>
          <p:cNvPr id="98" name="Rectangle 97">
            <a:extLst>
              <a:ext uri="{FF2B5EF4-FFF2-40B4-BE49-F238E27FC236}">
                <a16:creationId xmlns:a16="http://schemas.microsoft.com/office/drawing/2014/main" id="{332A7CD3-15E7-EEE1-8802-F34E5E2E799D}"/>
              </a:ext>
            </a:extLst>
          </p:cNvPr>
          <p:cNvSpPr/>
          <p:nvPr/>
        </p:nvSpPr>
        <p:spPr>
          <a:xfrm>
            <a:off x="10928615" y="2963012"/>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46" name="Graphique 145" descr="Cœur avec un remplissage uni">
            <a:extLst>
              <a:ext uri="{FF2B5EF4-FFF2-40B4-BE49-F238E27FC236}">
                <a16:creationId xmlns:a16="http://schemas.microsoft.com/office/drawing/2014/main" id="{F2C56662-82F9-C83D-146C-6EB43DCAE9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228BBF7A-B5BE-F07A-AB4C-2C3787B4F1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53" name="Groupe 152">
            <a:extLst>
              <a:ext uri="{FF2B5EF4-FFF2-40B4-BE49-F238E27FC236}">
                <a16:creationId xmlns:a16="http://schemas.microsoft.com/office/drawing/2014/main" id="{49F99257-A57F-9647-AEA5-3F8E2A7BB4BB}"/>
              </a:ext>
            </a:extLst>
          </p:cNvPr>
          <p:cNvGrpSpPr/>
          <p:nvPr/>
        </p:nvGrpSpPr>
        <p:grpSpPr>
          <a:xfrm>
            <a:off x="11610032" y="3053501"/>
            <a:ext cx="315567" cy="274775"/>
            <a:chOff x="11492282" y="2015291"/>
            <a:chExt cx="315567" cy="274775"/>
          </a:xfrm>
        </p:grpSpPr>
        <p:pic>
          <p:nvPicPr>
            <p:cNvPr id="154" name="Graphique 153" descr="Cœur contour">
              <a:extLst>
                <a:ext uri="{FF2B5EF4-FFF2-40B4-BE49-F238E27FC236}">
                  <a16:creationId xmlns:a16="http://schemas.microsoft.com/office/drawing/2014/main" id="{0801826A-3AFD-1796-8CA1-9A567D74F5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55" name="Rectangle 154">
              <a:extLst>
                <a:ext uri="{FF2B5EF4-FFF2-40B4-BE49-F238E27FC236}">
                  <a16:creationId xmlns:a16="http://schemas.microsoft.com/office/drawing/2014/main" id="{D7DE9479-96DF-84E4-905D-67F656A4E1AF}"/>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1</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B7F2CC54-448F-B408-C893-64C4E0CA4DF1}"/>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38E1F7AA-E604-4477-0612-F88F87EAC6C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sp>
        <p:nvSpPr>
          <p:cNvPr id="2" name="Rectangle : coins arrondis 1">
            <a:extLst>
              <a:ext uri="{FF2B5EF4-FFF2-40B4-BE49-F238E27FC236}">
                <a16:creationId xmlns:a16="http://schemas.microsoft.com/office/drawing/2014/main" id="{0CA100AC-1C1F-E672-55E5-58B8D0EE9E9B}"/>
              </a:ext>
            </a:extLst>
          </p:cNvPr>
          <p:cNvSpPr/>
          <p:nvPr/>
        </p:nvSpPr>
        <p:spPr>
          <a:xfrm>
            <a:off x="7052664" y="353524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CA7BC62B-3B90-99C8-D626-8E743D7E4245}"/>
              </a:ext>
            </a:extLst>
          </p:cNvPr>
          <p:cNvSpPr/>
          <p:nvPr/>
        </p:nvSpPr>
        <p:spPr>
          <a:xfrm>
            <a:off x="6732798" y="3652922"/>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Accompagner les résistances au changement</a:t>
            </a:r>
          </a:p>
        </p:txBody>
      </p:sp>
      <p:sp>
        <p:nvSpPr>
          <p:cNvPr id="9" name="Rectangle 8">
            <a:extLst>
              <a:ext uri="{FF2B5EF4-FFF2-40B4-BE49-F238E27FC236}">
                <a16:creationId xmlns:a16="http://schemas.microsoft.com/office/drawing/2014/main" id="{D7F66BCB-A64E-79A9-392E-B9F321625B2C}"/>
              </a:ext>
            </a:extLst>
          </p:cNvPr>
          <p:cNvSpPr/>
          <p:nvPr/>
        </p:nvSpPr>
        <p:spPr>
          <a:xfrm>
            <a:off x="8774591" y="3711346"/>
            <a:ext cx="20433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sur comment évaluer et appréhender les risques autour de la résistance au changement</a:t>
            </a:r>
          </a:p>
        </p:txBody>
      </p:sp>
      <p:sp>
        <p:nvSpPr>
          <p:cNvPr id="10" name="Rectangle 9">
            <a:extLst>
              <a:ext uri="{FF2B5EF4-FFF2-40B4-BE49-F238E27FC236}">
                <a16:creationId xmlns:a16="http://schemas.microsoft.com/office/drawing/2014/main" id="{A4CB368A-3D05-2A7A-542E-0EF125A7A1F9}"/>
              </a:ext>
            </a:extLst>
          </p:cNvPr>
          <p:cNvSpPr/>
          <p:nvPr/>
        </p:nvSpPr>
        <p:spPr>
          <a:xfrm>
            <a:off x="10979329" y="3652922"/>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3" name="Image 12">
            <a:extLst>
              <a:ext uri="{FF2B5EF4-FFF2-40B4-BE49-F238E27FC236}">
                <a16:creationId xmlns:a16="http://schemas.microsoft.com/office/drawing/2014/main" id="{A0C47D39-B1E7-EEC4-11DE-BB7977266AA8}"/>
              </a:ext>
            </a:extLst>
          </p:cNvPr>
          <p:cNvPicPr>
            <a:picLocks noChangeAspect="1"/>
          </p:cNvPicPr>
          <p:nvPr/>
        </p:nvPicPr>
        <p:blipFill>
          <a:blip r:embed="rId9"/>
          <a:stretch>
            <a:fillRect/>
          </a:stretch>
        </p:blipFill>
        <p:spPr>
          <a:xfrm>
            <a:off x="6339779" y="3620297"/>
            <a:ext cx="335309" cy="432854"/>
          </a:xfrm>
          <a:prstGeom prst="rect">
            <a:avLst/>
          </a:prstGeom>
        </p:spPr>
      </p:pic>
      <p:grpSp>
        <p:nvGrpSpPr>
          <p:cNvPr id="14" name="Groupe 13">
            <a:extLst>
              <a:ext uri="{FF2B5EF4-FFF2-40B4-BE49-F238E27FC236}">
                <a16:creationId xmlns:a16="http://schemas.microsoft.com/office/drawing/2014/main" id="{351507B0-38DA-0A02-5BC2-481BDCE80537}"/>
              </a:ext>
            </a:extLst>
          </p:cNvPr>
          <p:cNvGrpSpPr/>
          <p:nvPr/>
        </p:nvGrpSpPr>
        <p:grpSpPr>
          <a:xfrm>
            <a:off x="11610032" y="3752332"/>
            <a:ext cx="315567" cy="274775"/>
            <a:chOff x="11492282" y="2015291"/>
            <a:chExt cx="315567" cy="274775"/>
          </a:xfrm>
        </p:grpSpPr>
        <p:pic>
          <p:nvPicPr>
            <p:cNvPr id="17" name="Graphique 16" descr="Cœur contour">
              <a:extLst>
                <a:ext uri="{FF2B5EF4-FFF2-40B4-BE49-F238E27FC236}">
                  <a16:creationId xmlns:a16="http://schemas.microsoft.com/office/drawing/2014/main" id="{DA5E9531-5709-C0C2-7A05-82B27DBC9B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3884B5C7-FD96-8F4F-FFA6-8A04DDB8C084}"/>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3" name="Image 2">
            <a:extLst>
              <a:ext uri="{FF2B5EF4-FFF2-40B4-BE49-F238E27FC236}">
                <a16:creationId xmlns:a16="http://schemas.microsoft.com/office/drawing/2014/main" id="{B296C7E1-E91E-08C1-5C0F-CD43A28AACAA}"/>
              </a:ext>
            </a:extLst>
          </p:cNvPr>
          <p:cNvPicPr>
            <a:picLocks noChangeAspect="1"/>
          </p:cNvPicPr>
          <p:nvPr/>
        </p:nvPicPr>
        <p:blipFill>
          <a:blip r:embed="rId9"/>
          <a:stretch>
            <a:fillRect/>
          </a:stretch>
        </p:blipFill>
        <p:spPr>
          <a:xfrm>
            <a:off x="6339779" y="2969097"/>
            <a:ext cx="335309" cy="432854"/>
          </a:xfrm>
          <a:prstGeom prst="rect">
            <a:avLst/>
          </a:prstGeom>
        </p:spPr>
      </p:pic>
      <p:sp>
        <p:nvSpPr>
          <p:cNvPr id="15" name="Rectangle 14">
            <a:extLst>
              <a:ext uri="{FF2B5EF4-FFF2-40B4-BE49-F238E27FC236}">
                <a16:creationId xmlns:a16="http://schemas.microsoft.com/office/drawing/2014/main" id="{348CD04E-0A82-C419-E6A0-7769B76856DB}"/>
              </a:ext>
            </a:extLst>
          </p:cNvPr>
          <p:cNvSpPr/>
          <p:nvPr/>
        </p:nvSpPr>
        <p:spPr>
          <a:xfrm>
            <a:off x="6789598" y="4039361"/>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Non disponible</a:t>
            </a:r>
          </a:p>
        </p:txBody>
      </p:sp>
      <p:grpSp>
        <p:nvGrpSpPr>
          <p:cNvPr id="35" name="Groupe 34">
            <a:extLst>
              <a:ext uri="{FF2B5EF4-FFF2-40B4-BE49-F238E27FC236}">
                <a16:creationId xmlns:a16="http://schemas.microsoft.com/office/drawing/2014/main" id="{0A640587-7BB2-ABA8-EED4-2A2A6C5733C7}"/>
              </a:ext>
            </a:extLst>
          </p:cNvPr>
          <p:cNvGrpSpPr>
            <a:grpSpLocks noChangeAspect="1"/>
          </p:cNvGrpSpPr>
          <p:nvPr/>
        </p:nvGrpSpPr>
        <p:grpSpPr>
          <a:xfrm>
            <a:off x="11001871" y="6336764"/>
            <a:ext cx="1082632" cy="444130"/>
            <a:chOff x="5810" y="1578917"/>
            <a:chExt cx="559801" cy="229645"/>
          </a:xfrm>
        </p:grpSpPr>
        <p:sp>
          <p:nvSpPr>
            <p:cNvPr id="36" name="Rectangle : coins arrondis 35">
              <a:extLst>
                <a:ext uri="{FF2B5EF4-FFF2-40B4-BE49-F238E27FC236}">
                  <a16:creationId xmlns:a16="http://schemas.microsoft.com/office/drawing/2014/main" id="{D48EF77C-5E80-E5BF-D38E-6CCB67DE8454}"/>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10"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37" name="Graphique 36" descr="Retour avec un remplissage uni">
              <a:hlinkClick r:id="rId10" action="ppaction://hlinksldjump"/>
              <a:extLst>
                <a:ext uri="{FF2B5EF4-FFF2-40B4-BE49-F238E27FC236}">
                  <a16:creationId xmlns:a16="http://schemas.microsoft.com/office/drawing/2014/main" id="{13B5691E-43A1-5ADC-45EE-1D05214C476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060" y="1578917"/>
              <a:ext cx="229645" cy="229645"/>
            </a:xfrm>
            <a:prstGeom prst="rect">
              <a:avLst/>
            </a:prstGeom>
          </p:spPr>
        </p:pic>
      </p:grpSp>
      <p:sp>
        <p:nvSpPr>
          <p:cNvPr id="32" name="Triangle isocèle 31">
            <a:extLst>
              <a:ext uri="{FF2B5EF4-FFF2-40B4-BE49-F238E27FC236}">
                <a16:creationId xmlns:a16="http://schemas.microsoft.com/office/drawing/2014/main" id="{735F68B5-A382-21B8-0C48-51C276C8C6E0}"/>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 coins arrondis 32">
            <a:extLst>
              <a:ext uri="{FF2B5EF4-FFF2-40B4-BE49-F238E27FC236}">
                <a16:creationId xmlns:a16="http://schemas.microsoft.com/office/drawing/2014/main" id="{4F79B0CC-207C-E512-7F51-D2E31671E8C3}"/>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6" name="Flèche : chevron 8 - 2 - 1">
            <a:extLst>
              <a:ext uri="{FF2B5EF4-FFF2-40B4-BE49-F238E27FC236}">
                <a16:creationId xmlns:a16="http://schemas.microsoft.com/office/drawing/2014/main" id="{A902B864-DAD2-1174-8220-64B0385A8185}"/>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0" name="Flèche : chevron 8 - 2 - 1">
            <a:extLst>
              <a:ext uri="{FF2B5EF4-FFF2-40B4-BE49-F238E27FC236}">
                <a16:creationId xmlns:a16="http://schemas.microsoft.com/office/drawing/2014/main" id="{29DF6CA2-5980-38A9-513C-963204F83B61}"/>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2" name="Flèche : chevron 8 - 2 - 1">
            <a:extLst>
              <a:ext uri="{FF2B5EF4-FFF2-40B4-BE49-F238E27FC236}">
                <a16:creationId xmlns:a16="http://schemas.microsoft.com/office/drawing/2014/main" id="{896E62EC-9820-0B31-0916-35CC3449C7C8}"/>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4" name="Flèche : chevron 8 - 2 - 1">
            <a:extLst>
              <a:ext uri="{FF2B5EF4-FFF2-40B4-BE49-F238E27FC236}">
                <a16:creationId xmlns:a16="http://schemas.microsoft.com/office/drawing/2014/main" id="{D92E9DBA-7F26-2128-7FD3-298D16D381DF}"/>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26" name="Flèche : chevron 8 - 2 - 1">
            <a:extLst>
              <a:ext uri="{FF2B5EF4-FFF2-40B4-BE49-F238E27FC236}">
                <a16:creationId xmlns:a16="http://schemas.microsoft.com/office/drawing/2014/main" id="{C9B50973-02C9-B071-26CB-556F83D4369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28" name="Flèche : pentagone 3">
            <a:extLst>
              <a:ext uri="{FF2B5EF4-FFF2-40B4-BE49-F238E27FC236}">
                <a16:creationId xmlns:a16="http://schemas.microsoft.com/office/drawing/2014/main" id="{4B904BBF-82E7-567B-0608-0A4E2BC129BB}"/>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0" name="Flèche : chevron 8 - 2 - 1">
            <a:extLst>
              <a:ext uri="{FF2B5EF4-FFF2-40B4-BE49-F238E27FC236}">
                <a16:creationId xmlns:a16="http://schemas.microsoft.com/office/drawing/2014/main" id="{8A0C7C58-A494-DF97-E152-84A686560A0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8" name="Flèche : chevron 8 - 2 - 1">
            <a:extLst>
              <a:ext uri="{FF2B5EF4-FFF2-40B4-BE49-F238E27FC236}">
                <a16:creationId xmlns:a16="http://schemas.microsoft.com/office/drawing/2014/main" id="{C30C8655-F6DA-7BCF-8346-6A16E317997A}"/>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402413826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F56BB-98DB-3C4E-818C-3B5539ED1C6F}"/>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E577EDD5-9B6E-C750-B526-E5C36FB1CD44}"/>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tIns="252000" rtlCol="0" anchor="ctr"/>
          <a:lstStyle/>
          <a:p>
            <a:pPr marL="361950" marR="0" lvl="0" indent="-171450" algn="just" defTabSz="914400" rtl="0" eaLnBrk="1" fontAlgn="auto" latinLnBrk="0" hangingPunct="1">
              <a:lnSpc>
                <a:spcPts val="1400"/>
              </a:lnSpc>
              <a:spcBef>
                <a:spcPts val="0"/>
              </a:spcBef>
              <a:spcAft>
                <a:spcPts val="600"/>
              </a:spcAft>
              <a:buClrTx/>
              <a:buSzTx/>
              <a:buFont typeface="Arial" panose="020B0604020202020204" pitchFamily="34" charset="0"/>
              <a:buChar char="•"/>
              <a:tabLst>
                <a:tab pos="361950" algn="l"/>
              </a:tabLst>
              <a:defRPr/>
            </a:pPr>
            <a:endPar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endParaRP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bien écouté et identifié</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les attentes des clients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du projet ? Est-il nécessaire de conduire une phase d’écoute approfondie pour mieux cerner leurs besoins avant de démarrer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je dispose des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moyens humains nécessaires pour conduire sereinement le projet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(chef de projet dédié avec une présence sur le projet de bout en bout, chefs de lots identifiés et disponibles, contributeurs identifiés et disponibles…) ? Ai-je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besoin de m’appuyer sur des relais ou de déléguer ? </a:t>
            </a:r>
            <a:endPar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endParaRP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Quels sont les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relais humains sur lesquels je peux m’appuyer pour la prévention et l’accompagnement des RPS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(réseau d’appui et de soutien aux managers, préventeur, RH, cellule de gestion de crise du PSP, médecine du travail…)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Quels sont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les domaines d’expertise sur lesquels j’ai besoin d’un appui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sur le projet et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quels interlocuteurs solliciter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y répondre (coach externe…)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Comment et à quel moment embarquer les relais humains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les intégrer efficacement au projet (modalités et délai de sollicitation, éléments de langage…) ?</a:t>
            </a:r>
          </a:p>
          <a:p>
            <a:pPr marL="176213" marR="0" lvl="0" indent="-171450" algn="just" defTabSz="914400" rtl="0" eaLnBrk="1" fontAlgn="auto" latinLnBrk="0" hangingPunct="1">
              <a:lnSpc>
                <a:spcPts val="1400"/>
              </a:lnSpc>
              <a:spcBef>
                <a:spcPts val="0"/>
              </a:spcBef>
              <a:spcAft>
                <a:spcPts val="5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le management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l’entité concernée est bien embarqué sur le projet ? </a:t>
            </a:r>
          </a:p>
        </p:txBody>
      </p:sp>
      <p:sp>
        <p:nvSpPr>
          <p:cNvPr id="168" name="Rectangle : coins arrondis 167">
            <a:extLst>
              <a:ext uri="{FF2B5EF4-FFF2-40B4-BE49-F238E27FC236}">
                <a16:creationId xmlns:a16="http://schemas.microsoft.com/office/drawing/2014/main" id="{7806FB01-8ADE-A8FF-3DC0-C46B4F04AD90}"/>
              </a:ext>
            </a:extLst>
          </p:cNvPr>
          <p:cNvSpPr/>
          <p:nvPr/>
        </p:nvSpPr>
        <p:spPr>
          <a:xfrm>
            <a:off x="6229779" y="2285303"/>
            <a:ext cx="5751893" cy="257006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040B5813-4A6D-BFD4-F93F-EF95C74D025B}"/>
              </a:ext>
            </a:extLst>
          </p:cNvPr>
          <p:cNvSpPr/>
          <p:nvPr/>
        </p:nvSpPr>
        <p:spPr>
          <a:xfrm>
            <a:off x="7033223" y="27885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CBC44D16-29B6-67ED-4AC4-367A5D737308}"/>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628C0BEC-E397-FBE2-0CDF-F241DB82356E}"/>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Identifier les relais humains sur lesquels je peux m’appuyer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(sponsors, valideurs, chefs de lots, contributeurs, réseau d’appui, préventeur, RH, coach externe… et clients du projet à écouter), et la manière de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les embarquer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dans le projet.</a:t>
            </a:r>
          </a:p>
        </p:txBody>
      </p:sp>
      <p:sp>
        <p:nvSpPr>
          <p:cNvPr id="6" name="Triangle isocèle 5">
            <a:extLst>
              <a:ext uri="{FF2B5EF4-FFF2-40B4-BE49-F238E27FC236}">
                <a16:creationId xmlns:a16="http://schemas.microsoft.com/office/drawing/2014/main" id="{B886FD09-D517-B63B-5ECD-97EA7D3765C6}"/>
              </a:ext>
            </a:extLst>
          </p:cNvPr>
          <p:cNvSpPr/>
          <p:nvPr/>
        </p:nvSpPr>
        <p:spPr>
          <a:xfrm rot="5400000">
            <a:off x="34126" y="92825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CE1531A1-8C07-7ECF-8ED3-334E5160E392}"/>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21" name="Rectangle : coins arrondis 20">
            <a:extLst>
              <a:ext uri="{FF2B5EF4-FFF2-40B4-BE49-F238E27FC236}">
                <a16:creationId xmlns:a16="http://schemas.microsoft.com/office/drawing/2014/main" id="{E7ED7AAB-AA07-46B7-E2FB-1721BE145155}"/>
              </a:ext>
            </a:extLst>
          </p:cNvPr>
          <p:cNvSpPr/>
          <p:nvPr/>
        </p:nvSpPr>
        <p:spPr>
          <a:xfrm>
            <a:off x="6229780" y="4907049"/>
            <a:ext cx="5715146" cy="1430322"/>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3D15E746-75EC-DED8-4E82-8766B001A5BF}"/>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483F0277-E926-8439-21F7-350822C69A95}"/>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536E983C-4CFF-5C61-4711-F831D533C04F}"/>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8D25F76C-B64F-E588-D69C-979F15527AD5}"/>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117" name="Rectangle : coins arrondis 116">
            <a:extLst>
              <a:ext uri="{FF2B5EF4-FFF2-40B4-BE49-F238E27FC236}">
                <a16:creationId xmlns:a16="http://schemas.microsoft.com/office/drawing/2014/main" id="{EBA1A871-8CDC-2F2C-4FC2-FDB1B55CF52E}"/>
              </a:ext>
            </a:extLst>
          </p:cNvPr>
          <p:cNvSpPr/>
          <p:nvPr/>
        </p:nvSpPr>
        <p:spPr>
          <a:xfrm>
            <a:off x="7052664" y="3520317"/>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19" name="Rectangle 118">
            <a:hlinkClick r:id="" action="ppaction://noaction"/>
            <a:extLst>
              <a:ext uri="{FF2B5EF4-FFF2-40B4-BE49-F238E27FC236}">
                <a16:creationId xmlns:a16="http://schemas.microsoft.com/office/drawing/2014/main" id="{0D7EC384-B827-84DB-E627-64B9F7176B0F}"/>
              </a:ext>
            </a:extLst>
          </p:cNvPr>
          <p:cNvSpPr/>
          <p:nvPr/>
        </p:nvSpPr>
        <p:spPr>
          <a:xfrm>
            <a:off x="6732798" y="3637991"/>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relais humains pour prévenir et accompagner les RPS</a:t>
            </a:r>
          </a:p>
        </p:txBody>
      </p:sp>
      <p:sp>
        <p:nvSpPr>
          <p:cNvPr id="120" name="Rectangle 119">
            <a:hlinkClick r:id="" action="ppaction://noaction"/>
            <a:extLst>
              <a:ext uri="{FF2B5EF4-FFF2-40B4-BE49-F238E27FC236}">
                <a16:creationId xmlns:a16="http://schemas.microsoft.com/office/drawing/2014/main" id="{313480C4-64D4-C282-C818-51CD62A335E7}"/>
              </a:ext>
            </a:extLst>
          </p:cNvPr>
          <p:cNvSpPr/>
          <p:nvPr/>
        </p:nvSpPr>
        <p:spPr>
          <a:xfrm>
            <a:off x="8726686" y="3637991"/>
            <a:ext cx="224307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relais pour prévenir et accompagner les RPS : identifier les personnes clés, leurs rôles et leurs contacts pour savoir sur qui s’appuyer</a:t>
            </a:r>
          </a:p>
        </p:txBody>
      </p:sp>
      <p:sp>
        <p:nvSpPr>
          <p:cNvPr id="122" name="Rectangle 121">
            <a:extLst>
              <a:ext uri="{FF2B5EF4-FFF2-40B4-BE49-F238E27FC236}">
                <a16:creationId xmlns:a16="http://schemas.microsoft.com/office/drawing/2014/main" id="{1BE294D8-4B44-40F8-1AF5-636A0D479F1A}"/>
              </a:ext>
            </a:extLst>
          </p:cNvPr>
          <p:cNvSpPr/>
          <p:nvPr/>
        </p:nvSpPr>
        <p:spPr>
          <a:xfrm>
            <a:off x="10948282" y="363799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43" name="Image 142">
            <a:hlinkClick r:id="" action="ppaction://noaction"/>
            <a:extLst>
              <a:ext uri="{FF2B5EF4-FFF2-40B4-BE49-F238E27FC236}">
                <a16:creationId xmlns:a16="http://schemas.microsoft.com/office/drawing/2014/main" id="{4EE06B70-B21C-066D-0AEB-27BE24633612}"/>
              </a:ext>
            </a:extLst>
          </p:cNvPr>
          <p:cNvPicPr>
            <a:picLocks noChangeAspect="1"/>
          </p:cNvPicPr>
          <p:nvPr/>
        </p:nvPicPr>
        <p:blipFill>
          <a:blip r:embed="rId4"/>
          <a:stretch>
            <a:fillRect/>
          </a:stretch>
        </p:blipFill>
        <p:spPr>
          <a:xfrm>
            <a:off x="6339779" y="3605366"/>
            <a:ext cx="335309" cy="432854"/>
          </a:xfrm>
          <a:prstGeom prst="rect">
            <a:avLst/>
          </a:prstGeom>
        </p:spPr>
      </p:pic>
      <p:pic>
        <p:nvPicPr>
          <p:cNvPr id="146" name="Graphique 145" descr="Cœur avec un remplissage uni">
            <a:extLst>
              <a:ext uri="{FF2B5EF4-FFF2-40B4-BE49-F238E27FC236}">
                <a16:creationId xmlns:a16="http://schemas.microsoft.com/office/drawing/2014/main" id="{574BCCDA-9FEF-FF9D-ACF9-62D758651B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F563157-869E-1EE9-D2E3-3A9402AA82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89885" y="2536313"/>
            <a:ext cx="281763" cy="281763"/>
          </a:xfrm>
          <a:prstGeom prst="rect">
            <a:avLst/>
          </a:prstGeom>
        </p:spPr>
      </p:pic>
      <p:grpSp>
        <p:nvGrpSpPr>
          <p:cNvPr id="162" name="Groupe 161">
            <a:extLst>
              <a:ext uri="{FF2B5EF4-FFF2-40B4-BE49-F238E27FC236}">
                <a16:creationId xmlns:a16="http://schemas.microsoft.com/office/drawing/2014/main" id="{0131E9EA-8E87-B072-9CFC-982E5CA13306}"/>
              </a:ext>
            </a:extLst>
          </p:cNvPr>
          <p:cNvGrpSpPr/>
          <p:nvPr/>
        </p:nvGrpSpPr>
        <p:grpSpPr>
          <a:xfrm>
            <a:off x="11610032" y="3737401"/>
            <a:ext cx="315567" cy="274775"/>
            <a:chOff x="11492282" y="2015291"/>
            <a:chExt cx="315567" cy="274775"/>
          </a:xfrm>
        </p:grpSpPr>
        <p:pic>
          <p:nvPicPr>
            <p:cNvPr id="163" name="Graphique 162" descr="Cœur contour">
              <a:extLst>
                <a:ext uri="{FF2B5EF4-FFF2-40B4-BE49-F238E27FC236}">
                  <a16:creationId xmlns:a16="http://schemas.microsoft.com/office/drawing/2014/main" id="{77CA0F18-D5C5-4116-0DEE-A4B7CC864A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64" name="Rectangle 163">
              <a:extLst>
                <a:ext uri="{FF2B5EF4-FFF2-40B4-BE49-F238E27FC236}">
                  <a16:creationId xmlns:a16="http://schemas.microsoft.com/office/drawing/2014/main" id="{B794D368-0211-7270-741C-42E56815D0F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6FA5C075-AE38-3761-0E6D-1ED02ABEC6D8}"/>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7F99D91A-053A-351B-58B9-7437C6E779F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1179" y="1955818"/>
            <a:ext cx="402694" cy="402694"/>
          </a:xfrm>
          <a:prstGeom prst="rect">
            <a:avLst/>
          </a:prstGeom>
        </p:spPr>
      </p:pic>
      <p:sp>
        <p:nvSpPr>
          <p:cNvPr id="10" name="Rectangle : coins arrondis 9">
            <a:extLst>
              <a:ext uri="{FF2B5EF4-FFF2-40B4-BE49-F238E27FC236}">
                <a16:creationId xmlns:a16="http://schemas.microsoft.com/office/drawing/2014/main" id="{709AE681-4ECE-E3E0-7533-391130B8EA99}"/>
              </a:ext>
            </a:extLst>
          </p:cNvPr>
          <p:cNvSpPr/>
          <p:nvPr/>
        </p:nvSpPr>
        <p:spPr>
          <a:xfrm>
            <a:off x="7033223" y="2870796"/>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tangle 13">
            <a:hlinkClick r:id="" action="ppaction://noaction"/>
            <a:extLst>
              <a:ext uri="{FF2B5EF4-FFF2-40B4-BE49-F238E27FC236}">
                <a16:creationId xmlns:a16="http://schemas.microsoft.com/office/drawing/2014/main" id="{2F1F951A-D0CE-381A-C8A0-2B66007546D4}"/>
              </a:ext>
            </a:extLst>
          </p:cNvPr>
          <p:cNvSpPr/>
          <p:nvPr/>
        </p:nvSpPr>
        <p:spPr>
          <a:xfrm>
            <a:off x="6694449" y="3005303"/>
            <a:ext cx="184509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parties prenantes sur un projet et comment les embarquer</a:t>
            </a:r>
          </a:p>
        </p:txBody>
      </p:sp>
      <p:sp>
        <p:nvSpPr>
          <p:cNvPr id="17" name="Rectangle 16">
            <a:hlinkClick r:id="" action="ppaction://noaction"/>
            <a:extLst>
              <a:ext uri="{FF2B5EF4-FFF2-40B4-BE49-F238E27FC236}">
                <a16:creationId xmlns:a16="http://schemas.microsoft.com/office/drawing/2014/main" id="{40263E07-FEC7-8581-5AF7-F1DEA2D6461B}"/>
              </a:ext>
            </a:extLst>
          </p:cNvPr>
          <p:cNvSpPr/>
          <p:nvPr/>
        </p:nvSpPr>
        <p:spPr>
          <a:xfrm>
            <a:off x="8726686" y="2987015"/>
            <a:ext cx="214477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différentes parties prenantes sur un projet et bonnes pratiques pour les embarquer</a:t>
            </a:r>
          </a:p>
        </p:txBody>
      </p:sp>
      <p:sp>
        <p:nvSpPr>
          <p:cNvPr id="19" name="Rectangle 18">
            <a:extLst>
              <a:ext uri="{FF2B5EF4-FFF2-40B4-BE49-F238E27FC236}">
                <a16:creationId xmlns:a16="http://schemas.microsoft.com/office/drawing/2014/main" id="{E711A4ED-2CB3-F0C7-9849-178261B7A5BB}"/>
              </a:ext>
            </a:extLst>
          </p:cNvPr>
          <p:cNvSpPr/>
          <p:nvPr/>
        </p:nvSpPr>
        <p:spPr>
          <a:xfrm>
            <a:off x="10969763" y="3005303"/>
            <a:ext cx="6175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grpSp>
        <p:nvGrpSpPr>
          <p:cNvPr id="22" name="Groupe 21">
            <a:extLst>
              <a:ext uri="{FF2B5EF4-FFF2-40B4-BE49-F238E27FC236}">
                <a16:creationId xmlns:a16="http://schemas.microsoft.com/office/drawing/2014/main" id="{EAEBBC3F-BB26-BD21-E029-B02906A11DA4}"/>
              </a:ext>
            </a:extLst>
          </p:cNvPr>
          <p:cNvGrpSpPr/>
          <p:nvPr/>
        </p:nvGrpSpPr>
        <p:grpSpPr>
          <a:xfrm>
            <a:off x="11610032" y="3095792"/>
            <a:ext cx="315567" cy="274775"/>
            <a:chOff x="11492282" y="2015291"/>
            <a:chExt cx="315567" cy="274775"/>
          </a:xfrm>
        </p:grpSpPr>
        <p:pic>
          <p:nvPicPr>
            <p:cNvPr id="26" name="Graphique 25" descr="Cœur contour">
              <a:extLst>
                <a:ext uri="{FF2B5EF4-FFF2-40B4-BE49-F238E27FC236}">
                  <a16:creationId xmlns:a16="http://schemas.microsoft.com/office/drawing/2014/main" id="{D47CB154-8659-FFEA-C69C-B754C3AAB0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48" name="Rectangle 47">
              <a:extLst>
                <a:ext uri="{FF2B5EF4-FFF2-40B4-BE49-F238E27FC236}">
                  <a16:creationId xmlns:a16="http://schemas.microsoft.com/office/drawing/2014/main" id="{97253E06-9A25-9946-81D0-3495686BE39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1</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54" name="Rectangle : coins arrondis 53">
            <a:extLst>
              <a:ext uri="{FF2B5EF4-FFF2-40B4-BE49-F238E27FC236}">
                <a16:creationId xmlns:a16="http://schemas.microsoft.com/office/drawing/2014/main" id="{95C94BAA-753A-9EF4-A21F-7C1C03D4A8AC}"/>
              </a:ext>
            </a:extLst>
          </p:cNvPr>
          <p:cNvSpPr/>
          <p:nvPr/>
        </p:nvSpPr>
        <p:spPr>
          <a:xfrm>
            <a:off x="7052664" y="4129989"/>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1DED3E03-8029-B2B5-6F28-7AD93D081BEE}"/>
              </a:ext>
            </a:extLst>
          </p:cNvPr>
          <p:cNvSpPr/>
          <p:nvPr/>
        </p:nvSpPr>
        <p:spPr>
          <a:xfrm>
            <a:off x="6732798" y="4247663"/>
            <a:ext cx="185146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Accompagner les résistances au changement</a:t>
            </a:r>
          </a:p>
        </p:txBody>
      </p:sp>
      <p:sp>
        <p:nvSpPr>
          <p:cNvPr id="58" name="Rectangle 57">
            <a:extLst>
              <a:ext uri="{FF2B5EF4-FFF2-40B4-BE49-F238E27FC236}">
                <a16:creationId xmlns:a16="http://schemas.microsoft.com/office/drawing/2014/main" id="{AE7933DF-6BA0-BD13-2E00-F924F7CE0FA4}"/>
              </a:ext>
            </a:extLst>
          </p:cNvPr>
          <p:cNvSpPr/>
          <p:nvPr/>
        </p:nvSpPr>
        <p:spPr>
          <a:xfrm>
            <a:off x="8717441" y="4306087"/>
            <a:ext cx="2236319"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sur comment évaluer et appréhender les risques autour de la résistance au changement</a:t>
            </a:r>
          </a:p>
        </p:txBody>
      </p:sp>
      <p:sp>
        <p:nvSpPr>
          <p:cNvPr id="59" name="Rectangle 58">
            <a:extLst>
              <a:ext uri="{FF2B5EF4-FFF2-40B4-BE49-F238E27FC236}">
                <a16:creationId xmlns:a16="http://schemas.microsoft.com/office/drawing/2014/main" id="{A7F69470-12C4-1E20-4141-FD96163A085D}"/>
              </a:ext>
            </a:extLst>
          </p:cNvPr>
          <p:cNvSpPr/>
          <p:nvPr/>
        </p:nvSpPr>
        <p:spPr>
          <a:xfrm>
            <a:off x="10953972" y="4247663"/>
            <a:ext cx="64917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60" name="Image 59">
            <a:extLst>
              <a:ext uri="{FF2B5EF4-FFF2-40B4-BE49-F238E27FC236}">
                <a16:creationId xmlns:a16="http://schemas.microsoft.com/office/drawing/2014/main" id="{3B4045AB-15D4-538B-56C9-32FF7852857F}"/>
              </a:ext>
            </a:extLst>
          </p:cNvPr>
          <p:cNvPicPr>
            <a:picLocks noChangeAspect="1"/>
          </p:cNvPicPr>
          <p:nvPr/>
        </p:nvPicPr>
        <p:blipFill>
          <a:blip r:embed="rId4"/>
          <a:stretch>
            <a:fillRect/>
          </a:stretch>
        </p:blipFill>
        <p:spPr>
          <a:xfrm>
            <a:off x="6339779" y="4215038"/>
            <a:ext cx="335309" cy="432854"/>
          </a:xfrm>
          <a:prstGeom prst="rect">
            <a:avLst/>
          </a:prstGeom>
        </p:spPr>
      </p:pic>
      <p:grpSp>
        <p:nvGrpSpPr>
          <p:cNvPr id="61" name="Groupe 60">
            <a:extLst>
              <a:ext uri="{FF2B5EF4-FFF2-40B4-BE49-F238E27FC236}">
                <a16:creationId xmlns:a16="http://schemas.microsoft.com/office/drawing/2014/main" id="{C194BDCE-8F4F-572E-CBA5-1BC3EB0F4862}"/>
              </a:ext>
            </a:extLst>
          </p:cNvPr>
          <p:cNvGrpSpPr/>
          <p:nvPr/>
        </p:nvGrpSpPr>
        <p:grpSpPr>
          <a:xfrm>
            <a:off x="11610032" y="4347073"/>
            <a:ext cx="315567" cy="274775"/>
            <a:chOff x="11492282" y="2015291"/>
            <a:chExt cx="315567" cy="274775"/>
          </a:xfrm>
        </p:grpSpPr>
        <p:pic>
          <p:nvPicPr>
            <p:cNvPr id="62" name="Graphique 61" descr="Cœur contour">
              <a:extLst>
                <a:ext uri="{FF2B5EF4-FFF2-40B4-BE49-F238E27FC236}">
                  <a16:creationId xmlns:a16="http://schemas.microsoft.com/office/drawing/2014/main" id="{5B20E6F8-5886-AA71-5063-C861DB215F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63" name="Rectangle 62">
              <a:extLst>
                <a:ext uri="{FF2B5EF4-FFF2-40B4-BE49-F238E27FC236}">
                  <a16:creationId xmlns:a16="http://schemas.microsoft.com/office/drawing/2014/main" id="{25E3C4AE-7838-52AC-C96E-BBCB014C102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2" name="Image 1">
            <a:hlinkClick r:id="" action="ppaction://noaction"/>
            <a:extLst>
              <a:ext uri="{FF2B5EF4-FFF2-40B4-BE49-F238E27FC236}">
                <a16:creationId xmlns:a16="http://schemas.microsoft.com/office/drawing/2014/main" id="{1BE8A47C-D643-AAD5-400F-E42ECD9903D9}"/>
              </a:ext>
            </a:extLst>
          </p:cNvPr>
          <p:cNvPicPr>
            <a:picLocks noChangeAspect="1"/>
          </p:cNvPicPr>
          <p:nvPr/>
        </p:nvPicPr>
        <p:blipFill>
          <a:blip r:embed="rId4"/>
          <a:stretch>
            <a:fillRect/>
          </a:stretch>
        </p:blipFill>
        <p:spPr>
          <a:xfrm>
            <a:off x="6339779" y="3019560"/>
            <a:ext cx="335309" cy="432854"/>
          </a:xfrm>
          <a:prstGeom prst="rect">
            <a:avLst/>
          </a:prstGeom>
        </p:spPr>
      </p:pic>
      <p:sp>
        <p:nvSpPr>
          <p:cNvPr id="7" name="Rectangle 6">
            <a:extLst>
              <a:ext uri="{FF2B5EF4-FFF2-40B4-BE49-F238E27FC236}">
                <a16:creationId xmlns:a16="http://schemas.microsoft.com/office/drawing/2014/main" id="{EA15FA7D-78B6-A70A-640D-691EEFBA6CF6}"/>
              </a:ext>
            </a:extLst>
          </p:cNvPr>
          <p:cNvSpPr/>
          <p:nvPr/>
        </p:nvSpPr>
        <p:spPr>
          <a:xfrm>
            <a:off x="6789598" y="4624989"/>
            <a:ext cx="873752" cy="100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Non disponible</a:t>
            </a:r>
          </a:p>
        </p:txBody>
      </p:sp>
      <p:sp>
        <p:nvSpPr>
          <p:cNvPr id="4" name="Rectangle : coins arrondis 3">
            <a:extLst>
              <a:ext uri="{FF2B5EF4-FFF2-40B4-BE49-F238E27FC236}">
                <a16:creationId xmlns:a16="http://schemas.microsoft.com/office/drawing/2014/main" id="{1225E252-1D7B-21EC-4F2F-DF8C33F80C5D}"/>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grpSp>
        <p:nvGrpSpPr>
          <p:cNvPr id="9" name="Groupe 8">
            <a:extLst>
              <a:ext uri="{FF2B5EF4-FFF2-40B4-BE49-F238E27FC236}">
                <a16:creationId xmlns:a16="http://schemas.microsoft.com/office/drawing/2014/main" id="{A089C5BE-F933-B0E6-52FA-2D3CE99404D7}"/>
              </a:ext>
            </a:extLst>
          </p:cNvPr>
          <p:cNvGrpSpPr>
            <a:grpSpLocks noChangeAspect="1"/>
          </p:cNvGrpSpPr>
          <p:nvPr/>
        </p:nvGrpSpPr>
        <p:grpSpPr>
          <a:xfrm>
            <a:off x="11001871" y="6336764"/>
            <a:ext cx="1082632" cy="444130"/>
            <a:chOff x="5810" y="1578917"/>
            <a:chExt cx="559801" cy="229645"/>
          </a:xfrm>
        </p:grpSpPr>
        <p:sp>
          <p:nvSpPr>
            <p:cNvPr id="49" name="Rectangle : coins arrondis 48">
              <a:extLst>
                <a:ext uri="{FF2B5EF4-FFF2-40B4-BE49-F238E27FC236}">
                  <a16:creationId xmlns:a16="http://schemas.microsoft.com/office/drawing/2014/main" id="{9495E1A2-0F26-4F87-B8F2-DDEEDF75E40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50" name="Graphique 49" descr="Retour avec un remplissage uni">
              <a:hlinkClick r:id="rId9" action="ppaction://hlinksldjump"/>
              <a:extLst>
                <a:ext uri="{FF2B5EF4-FFF2-40B4-BE49-F238E27FC236}">
                  <a16:creationId xmlns:a16="http://schemas.microsoft.com/office/drawing/2014/main" id="{46DF0D7F-F8F6-5D78-BC25-2C2AA73FF9E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29" name="Flèche : chevron 8 - 2 - 1">
            <a:extLst>
              <a:ext uri="{FF2B5EF4-FFF2-40B4-BE49-F238E27FC236}">
                <a16:creationId xmlns:a16="http://schemas.microsoft.com/office/drawing/2014/main" id="{25DC7A60-EC51-2A48-C3A8-A93C8386028A}"/>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31" name="Flèche : chevron 8 - 2 - 1">
            <a:extLst>
              <a:ext uri="{FF2B5EF4-FFF2-40B4-BE49-F238E27FC236}">
                <a16:creationId xmlns:a16="http://schemas.microsoft.com/office/drawing/2014/main" id="{8FBF1C60-0173-F3A2-7C88-CAB04C8072CC}"/>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33" name="Flèche : chevron 8 - 2 - 1">
            <a:extLst>
              <a:ext uri="{FF2B5EF4-FFF2-40B4-BE49-F238E27FC236}">
                <a16:creationId xmlns:a16="http://schemas.microsoft.com/office/drawing/2014/main" id="{070E9424-0D05-2E0C-747A-D3D3B32D0149}"/>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35" name="Flèche : chevron 8 - 2 - 1">
            <a:extLst>
              <a:ext uri="{FF2B5EF4-FFF2-40B4-BE49-F238E27FC236}">
                <a16:creationId xmlns:a16="http://schemas.microsoft.com/office/drawing/2014/main" id="{50D688E8-4D6F-BBF7-B9BA-7FBDCE04036C}"/>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7" name="Flèche : chevron 8 - 2 - 1">
            <a:extLst>
              <a:ext uri="{FF2B5EF4-FFF2-40B4-BE49-F238E27FC236}">
                <a16:creationId xmlns:a16="http://schemas.microsoft.com/office/drawing/2014/main" id="{C7896838-D784-593F-B05E-809C90C80203}"/>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9" name="Flèche : pentagone 3">
            <a:extLst>
              <a:ext uri="{FF2B5EF4-FFF2-40B4-BE49-F238E27FC236}">
                <a16:creationId xmlns:a16="http://schemas.microsoft.com/office/drawing/2014/main" id="{94FE96FC-AABC-DEC5-E21C-9198B5971A7D}"/>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41" name="Flèche : chevron 8 - 2 - 1">
            <a:extLst>
              <a:ext uri="{FF2B5EF4-FFF2-40B4-BE49-F238E27FC236}">
                <a16:creationId xmlns:a16="http://schemas.microsoft.com/office/drawing/2014/main" id="{6F7A455A-4F2A-21CC-7D8F-9D47B2569D6D}"/>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45" name="Flèche : chevron 8 - 2 - 1">
            <a:extLst>
              <a:ext uri="{FF2B5EF4-FFF2-40B4-BE49-F238E27FC236}">
                <a16:creationId xmlns:a16="http://schemas.microsoft.com/office/drawing/2014/main" id="{503309E8-27F4-0714-DA64-DB6C1A8CA6E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26177678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F667-7C03-FD31-0826-0C3373DBB7D3}"/>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B3B08595-164A-B959-6487-96FB644E3814}"/>
              </a:ext>
            </a:extLst>
          </p:cNvPr>
          <p:cNvSpPr/>
          <p:nvPr/>
        </p:nvSpPr>
        <p:spPr>
          <a:xfrm>
            <a:off x="206673" y="1887771"/>
            <a:ext cx="5725506"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bien cadré et structuré la gestion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(organisation du projet, livrables identifiés, planning et priorisation des actions, indicateurs clés, rituels à mettre en place pour la conduite du projet…) ? Ai-je identifié le niveau d’importance de mes tâches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En particulier,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quelle gouvernance projet mettre en place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(instances du projet, participants et rôle décisionnaire de ces instances…)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les bons outils de pilotage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le suivi de l’avancement du projet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bien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identifié et anticipé les autres tâches à faire en amont</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du projet (diagnostic, démarche RPS...)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Est-ce que je connais le planning des instances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celles propres au projet et celles auxquelles le projet contribuera ? Le cas échéant, ai-je bien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anticipé leur planification et les contributions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attendues ?</a:t>
            </a:r>
          </a:p>
        </p:txBody>
      </p:sp>
      <p:sp>
        <p:nvSpPr>
          <p:cNvPr id="16" name="Rectangle : coins arrondis 15">
            <a:extLst>
              <a:ext uri="{FF2B5EF4-FFF2-40B4-BE49-F238E27FC236}">
                <a16:creationId xmlns:a16="http://schemas.microsoft.com/office/drawing/2014/main" id="{3D305C26-1F95-A0FC-D0C5-CB5858EF5ACD}"/>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FAA8EB7D-904F-B776-4877-2A52D0A6757D}"/>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Préparer le pilotage du projet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(structuration de la gestion de projet, outils, indicateurs, moments de partage / instances…).</a:t>
            </a:r>
          </a:p>
        </p:txBody>
      </p:sp>
      <p:sp>
        <p:nvSpPr>
          <p:cNvPr id="6" name="Triangle isocèle 5">
            <a:extLst>
              <a:ext uri="{FF2B5EF4-FFF2-40B4-BE49-F238E27FC236}">
                <a16:creationId xmlns:a16="http://schemas.microsoft.com/office/drawing/2014/main" id="{6ABCAED2-2171-BD97-EDD4-FE438EBC2CF6}"/>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48D376B-E093-EA91-6E6C-D50B6F286E1D}"/>
              </a:ext>
            </a:extLst>
          </p:cNvPr>
          <p:cNvSpPr/>
          <p:nvPr/>
        </p:nvSpPr>
        <p:spPr>
          <a:xfrm>
            <a:off x="6229780" y="1887771"/>
            <a:ext cx="5715146" cy="4449600"/>
          </a:xfrm>
          <a:prstGeom prst="roundRect">
            <a:avLst>
              <a:gd name="adj" fmla="val 324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7B374FA8-1221-CFB2-102A-75D583B45B26}"/>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BA2114B2-3A31-5E52-6FD6-724C77074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9" name="Groupe 8">
            <a:extLst>
              <a:ext uri="{FF2B5EF4-FFF2-40B4-BE49-F238E27FC236}">
                <a16:creationId xmlns:a16="http://schemas.microsoft.com/office/drawing/2014/main" id="{3B260213-A603-1472-5FE5-25A8B9C6D25A}"/>
              </a:ext>
            </a:extLst>
          </p:cNvPr>
          <p:cNvGrpSpPr>
            <a:grpSpLocks noChangeAspect="1"/>
          </p:cNvGrpSpPr>
          <p:nvPr/>
        </p:nvGrpSpPr>
        <p:grpSpPr>
          <a:xfrm>
            <a:off x="11001871" y="6336764"/>
            <a:ext cx="1082632" cy="444130"/>
            <a:chOff x="5810" y="1578917"/>
            <a:chExt cx="559801" cy="229645"/>
          </a:xfrm>
        </p:grpSpPr>
        <p:sp>
          <p:nvSpPr>
            <p:cNvPr id="10" name="Rectangle : coins arrondis 9">
              <a:extLst>
                <a:ext uri="{FF2B5EF4-FFF2-40B4-BE49-F238E27FC236}">
                  <a16:creationId xmlns:a16="http://schemas.microsoft.com/office/drawing/2014/main" id="{7F28B82A-41D1-3A6F-B59B-60B9CB36CD8C}"/>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4" action="ppaction://hlinksldjump"/>
              <a:extLst>
                <a:ext uri="{FF2B5EF4-FFF2-40B4-BE49-F238E27FC236}">
                  <a16:creationId xmlns:a16="http://schemas.microsoft.com/office/drawing/2014/main" id="{D5F615F4-70D2-5239-531E-A9F4B040BE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4" name="Rectangle : coins arrondis 3">
            <a:extLst>
              <a:ext uri="{FF2B5EF4-FFF2-40B4-BE49-F238E27FC236}">
                <a16:creationId xmlns:a16="http://schemas.microsoft.com/office/drawing/2014/main" id="{13FA8218-BBB4-7A6B-74C5-3805A6A92DDB}"/>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3" name="Flèche : chevron 8 - 2 - 1">
            <a:extLst>
              <a:ext uri="{FF2B5EF4-FFF2-40B4-BE49-F238E27FC236}">
                <a16:creationId xmlns:a16="http://schemas.microsoft.com/office/drawing/2014/main" id="{8FFB5727-FB8E-7908-1CB7-9ADF0D043EF9}"/>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4" name="Flèche : chevron 8 - 2 - 1">
            <a:extLst>
              <a:ext uri="{FF2B5EF4-FFF2-40B4-BE49-F238E27FC236}">
                <a16:creationId xmlns:a16="http://schemas.microsoft.com/office/drawing/2014/main" id="{C076A49D-BB19-CBB4-A1F6-84C5370E79FD}"/>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6" name="Flèche : chevron 8 - 2 - 1">
            <a:extLst>
              <a:ext uri="{FF2B5EF4-FFF2-40B4-BE49-F238E27FC236}">
                <a16:creationId xmlns:a16="http://schemas.microsoft.com/office/drawing/2014/main" id="{08BB135C-9077-B3D1-0348-331590D641BE}"/>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8" name="Flèche : chevron 8 - 2 - 1">
            <a:extLst>
              <a:ext uri="{FF2B5EF4-FFF2-40B4-BE49-F238E27FC236}">
                <a16:creationId xmlns:a16="http://schemas.microsoft.com/office/drawing/2014/main" id="{7C9F6D58-7685-1F87-755B-2F5BA9A5984B}"/>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0" name="Flèche : chevron 8 - 2 - 1">
            <a:extLst>
              <a:ext uri="{FF2B5EF4-FFF2-40B4-BE49-F238E27FC236}">
                <a16:creationId xmlns:a16="http://schemas.microsoft.com/office/drawing/2014/main" id="{459E693F-797E-BBD2-2748-AC8D5A9231F7}"/>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2" name="Flèche : pentagone 3">
            <a:extLst>
              <a:ext uri="{FF2B5EF4-FFF2-40B4-BE49-F238E27FC236}">
                <a16:creationId xmlns:a16="http://schemas.microsoft.com/office/drawing/2014/main" id="{30C2A498-F3A3-2C86-301F-FA2F1E52CFA6}"/>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4" name="Flèche : chevron 8 - 2 - 1">
            <a:extLst>
              <a:ext uri="{FF2B5EF4-FFF2-40B4-BE49-F238E27FC236}">
                <a16:creationId xmlns:a16="http://schemas.microsoft.com/office/drawing/2014/main" id="{B245EE36-F760-3A06-C281-F83C8F2733DF}"/>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6" name="Flèche : chevron 8 - 2 - 1">
            <a:extLst>
              <a:ext uri="{FF2B5EF4-FFF2-40B4-BE49-F238E27FC236}">
                <a16:creationId xmlns:a16="http://schemas.microsoft.com/office/drawing/2014/main" id="{55446BCC-8912-D86A-FD39-45DB7310FAA4}"/>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370878038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3F78C-AB86-B4F0-02AE-43A09656C41B}"/>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6D820DC6-E376-24E7-49C1-AED6C64939C3}"/>
              </a:ext>
            </a:extLst>
          </p:cNvPr>
          <p:cNvSpPr/>
          <p:nvPr/>
        </p:nvSpPr>
        <p:spPr>
          <a:xfrm>
            <a:off x="217031" y="1887771"/>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la capacité d’assumer la charge de travail liée à mes missions de chef de projet ? </a:t>
            </a:r>
            <a:r>
              <a:rPr kumimoji="0" lang="fr-FR" sz="1200" b="0"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a:t>
            </a:r>
            <a:endPar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Ai-je évalué la charge de travail du chef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bout en bout du projet ainsi qu’en amont du projet ? Ai-je la</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bande passante</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absorber cette charge de travail compte-tenu de mes autres activités en run ? Le cas échant, ai-je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identifié les tâches pouvant être reportées, abandonnées ou déléguées</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et à qui les déléguer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Au regard de l’évaluation de ma charge de travail,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dois-je requestionner l’allotissement du projet et la priorisation des tâches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361950"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Comment aborder avec ma hiérarchie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(en entretien Forfait Jour…) mes éventuelles difficultés, risques et besoins liés à ma charge de travail ?</a:t>
            </a:r>
          </a:p>
        </p:txBody>
      </p:sp>
      <p:sp>
        <p:nvSpPr>
          <p:cNvPr id="168" name="Rectangle : coins arrondis 167">
            <a:extLst>
              <a:ext uri="{FF2B5EF4-FFF2-40B4-BE49-F238E27FC236}">
                <a16:creationId xmlns:a16="http://schemas.microsoft.com/office/drawing/2014/main" id="{AD3D0DA1-E9C6-4577-DF29-AE16B4A835D8}"/>
              </a:ext>
            </a:extLst>
          </p:cNvPr>
          <p:cNvSpPr/>
          <p:nvPr/>
        </p:nvSpPr>
        <p:spPr>
          <a:xfrm>
            <a:off x="6229779" y="2285304"/>
            <a:ext cx="5751893" cy="1535231"/>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08" name="Rectangle : coins arrondis 107">
            <a:extLst>
              <a:ext uri="{FF2B5EF4-FFF2-40B4-BE49-F238E27FC236}">
                <a16:creationId xmlns:a16="http://schemas.microsoft.com/office/drawing/2014/main" id="{11BC4756-BF76-A647-649C-E91CC923D4C3}"/>
              </a:ext>
            </a:extLst>
          </p:cNvPr>
          <p:cNvSpPr/>
          <p:nvPr/>
        </p:nvSpPr>
        <p:spPr>
          <a:xfrm>
            <a:off x="7033223" y="3512400"/>
            <a:ext cx="4737089" cy="92858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07" name="Rectangle : coins arrondis 106">
            <a:extLst>
              <a:ext uri="{FF2B5EF4-FFF2-40B4-BE49-F238E27FC236}">
                <a16:creationId xmlns:a16="http://schemas.microsoft.com/office/drawing/2014/main" id="{714C72A4-9374-5EE4-B5D6-55919B9A59D5}"/>
              </a:ext>
            </a:extLst>
          </p:cNvPr>
          <p:cNvSpPr/>
          <p:nvPr/>
        </p:nvSpPr>
        <p:spPr>
          <a:xfrm>
            <a:off x="7052664" y="3021769"/>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 coins arrondis 15">
            <a:extLst>
              <a:ext uri="{FF2B5EF4-FFF2-40B4-BE49-F238E27FC236}">
                <a16:creationId xmlns:a16="http://schemas.microsoft.com/office/drawing/2014/main" id="{A9F5949E-1381-9B2B-DA41-56D10B42A853}"/>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C3A4E237-D460-1159-6106-76F05383051B}"/>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Evaluer et organiser ma charge de travail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liée au projet et son impact sur mon activité,</a:t>
            </a:r>
            <a:r>
              <a:rPr kumimoji="0" lang="fr-FR" sz="1800" b="0"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 </a:t>
            </a: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et évaluer mon besoin de déléguer</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a:t>
            </a:r>
            <a:r>
              <a:rPr kumimoji="0" lang="fr-FR" sz="1800" b="1" i="0" u="none" strike="noStrike" kern="1200" cap="none" spc="0" normalizeH="0" baseline="0" noProof="0">
                <a:ln>
                  <a:noFill/>
                </a:ln>
                <a:solidFill>
                  <a:srgbClr val="FFFFFF"/>
                </a:solidFill>
                <a:effectLst/>
                <a:uLnTx/>
                <a:uFillTx/>
                <a:latin typeface="Avenir LT Std 65 Medium" panose="020B0803020203020204" pitchFamily="34" charset="0"/>
                <a:ea typeface="+mn-ea"/>
                <a:cs typeface="+mn-cs"/>
              </a:rPr>
              <a:t> </a:t>
            </a:r>
            <a:endParaRPr kumimoji="0" lang="fr-FR" sz="1800" b="0" i="0" u="none" strike="noStrike" kern="1200" cap="none" spc="0" normalizeH="0" baseline="0" noProof="0">
              <a:ln>
                <a:noFill/>
              </a:ln>
              <a:solidFill>
                <a:srgbClr val="FFFFFF"/>
              </a:solidFill>
              <a:effectLst/>
              <a:uLnTx/>
              <a:uFillTx/>
              <a:latin typeface="Avenir LT Std 55 Roman" panose="020B0503020203020204" pitchFamily="34" charset="0"/>
              <a:ea typeface="+mn-ea"/>
              <a:cs typeface="+mn-cs"/>
            </a:endParaRPr>
          </a:p>
        </p:txBody>
      </p:sp>
      <p:sp>
        <p:nvSpPr>
          <p:cNvPr id="6" name="Triangle isocèle 5">
            <a:extLst>
              <a:ext uri="{FF2B5EF4-FFF2-40B4-BE49-F238E27FC236}">
                <a16:creationId xmlns:a16="http://schemas.microsoft.com/office/drawing/2014/main" id="{191AE8C3-38FB-8D37-08AC-C9857FA38E52}"/>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8" name="Rectangle : coins arrondis 17">
            <a:extLst>
              <a:ext uri="{FF2B5EF4-FFF2-40B4-BE49-F238E27FC236}">
                <a16:creationId xmlns:a16="http://schemas.microsoft.com/office/drawing/2014/main" id="{5749E7A2-3BC9-2C71-8506-0D4A732E41AB}"/>
              </a:ext>
            </a:extLst>
          </p:cNvPr>
          <p:cNvSpPr/>
          <p:nvPr/>
        </p:nvSpPr>
        <p:spPr>
          <a:xfrm>
            <a:off x="6233435" y="1889361"/>
            <a:ext cx="5751893"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21" name="Rectangle : coins arrondis 20">
            <a:extLst>
              <a:ext uri="{FF2B5EF4-FFF2-40B4-BE49-F238E27FC236}">
                <a16:creationId xmlns:a16="http://schemas.microsoft.com/office/drawing/2014/main" id="{6FF5E76D-8670-E850-ECA3-D58FDE5A71E5}"/>
              </a:ext>
            </a:extLst>
          </p:cNvPr>
          <p:cNvSpPr/>
          <p:nvPr/>
        </p:nvSpPr>
        <p:spPr>
          <a:xfrm>
            <a:off x="6229780" y="3921544"/>
            <a:ext cx="5715146" cy="2415827"/>
          </a:xfrm>
          <a:prstGeom prst="roundRect">
            <a:avLst>
              <a:gd name="adj" fmla="val 9955"/>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43" name="Ellipse 42">
            <a:extLst>
              <a:ext uri="{FF2B5EF4-FFF2-40B4-BE49-F238E27FC236}">
                <a16:creationId xmlns:a16="http://schemas.microsoft.com/office/drawing/2014/main" id="{017C82AD-CD53-1CFC-099E-EAC9386EF6CE}"/>
              </a:ext>
            </a:extLst>
          </p:cNvPr>
          <p:cNvSpPr/>
          <p:nvPr/>
        </p:nvSpPr>
        <p:spPr>
          <a:xfrm>
            <a:off x="6682059" y="1894046"/>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C315BFD3-2D4E-BF04-FDC1-86037CEC51EC}"/>
              </a:ext>
            </a:extLst>
          </p:cNvPr>
          <p:cNvPicPr>
            <a:picLocks noChangeAspect="1"/>
          </p:cNvPicPr>
          <p:nvPr/>
        </p:nvPicPr>
        <p:blipFill>
          <a:blip r:embed="rId3"/>
          <a:stretch>
            <a:fillRect/>
          </a:stretch>
        </p:blipFill>
        <p:spPr>
          <a:xfrm>
            <a:off x="6806176" y="1887770"/>
            <a:ext cx="485486" cy="621422"/>
          </a:xfrm>
          <a:prstGeom prst="rect">
            <a:avLst/>
          </a:prstGeom>
        </p:spPr>
      </p:pic>
      <p:sp>
        <p:nvSpPr>
          <p:cNvPr id="85" name="Rectangle : coins arrondis 84">
            <a:extLst>
              <a:ext uri="{FF2B5EF4-FFF2-40B4-BE49-F238E27FC236}">
                <a16:creationId xmlns:a16="http://schemas.microsoft.com/office/drawing/2014/main" id="{346AA117-F6C0-D807-D07A-6D357DEF7E9A}"/>
              </a:ext>
            </a:extLst>
          </p:cNvPr>
          <p:cNvSpPr/>
          <p:nvPr/>
        </p:nvSpPr>
        <p:spPr>
          <a:xfrm>
            <a:off x="6336832" y="2544206"/>
            <a:ext cx="1883143"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64A1ED17-460F-A8B2-C2B6-D714151F8B37}"/>
              </a:ext>
            </a:extLst>
          </p:cNvPr>
          <p:cNvSpPr/>
          <p:nvPr/>
        </p:nvSpPr>
        <p:spPr>
          <a:xfrm>
            <a:off x="8517576" y="2544206"/>
            <a:ext cx="1959272" cy="3290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sp>
        <p:nvSpPr>
          <p:cNvPr id="84" name="Rectangle 83">
            <a:hlinkClick r:id="" action="ppaction://noaction"/>
            <a:extLst>
              <a:ext uri="{FF2B5EF4-FFF2-40B4-BE49-F238E27FC236}">
                <a16:creationId xmlns:a16="http://schemas.microsoft.com/office/drawing/2014/main" id="{A6BE101E-7BB3-43EB-98E3-1522CF7F7899}"/>
              </a:ext>
            </a:extLst>
          </p:cNvPr>
          <p:cNvSpPr/>
          <p:nvPr/>
        </p:nvSpPr>
        <p:spPr>
          <a:xfrm>
            <a:off x="6710528" y="3153388"/>
            <a:ext cx="175691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aborder la charge de travail avec les équipes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89" name="Rectangle 88">
            <a:hlinkClick r:id="" action="ppaction://noaction"/>
            <a:extLst>
              <a:ext uri="{FF2B5EF4-FFF2-40B4-BE49-F238E27FC236}">
                <a16:creationId xmlns:a16="http://schemas.microsoft.com/office/drawing/2014/main" id="{0A34A16F-F69B-B00E-EE9F-196F1B354B7E}"/>
              </a:ext>
            </a:extLst>
          </p:cNvPr>
          <p:cNvSpPr/>
          <p:nvPr/>
        </p:nvSpPr>
        <p:spPr>
          <a:xfrm>
            <a:off x="8678799" y="3153388"/>
            <a:ext cx="2253382"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pour aborder la charge de travail pour soi-même et avec les équipes</a:t>
            </a:r>
          </a:p>
        </p:txBody>
      </p:sp>
      <p:sp>
        <p:nvSpPr>
          <p:cNvPr id="91" name="Rectangle 90">
            <a:extLst>
              <a:ext uri="{FF2B5EF4-FFF2-40B4-BE49-F238E27FC236}">
                <a16:creationId xmlns:a16="http://schemas.microsoft.com/office/drawing/2014/main" id="{2E40CFE2-ECE5-7DA0-98B7-2E338FCE1A15}"/>
              </a:ext>
            </a:extLst>
          </p:cNvPr>
          <p:cNvSpPr/>
          <p:nvPr/>
        </p:nvSpPr>
        <p:spPr>
          <a:xfrm>
            <a:off x="11005436" y="3153388"/>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8 min </a:t>
            </a:r>
          </a:p>
        </p:txBody>
      </p:sp>
      <p:pic>
        <p:nvPicPr>
          <p:cNvPr id="146" name="Graphique 145" descr="Cœur avec un remplissage uni">
            <a:extLst>
              <a:ext uri="{FF2B5EF4-FFF2-40B4-BE49-F238E27FC236}">
                <a16:creationId xmlns:a16="http://schemas.microsoft.com/office/drawing/2014/main" id="{C844988A-3EEE-DCA4-DE75-4B921C9D06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80997" y="2533060"/>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A9A2CBF9-F310-0B63-3161-264D95E9E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9885" y="2536313"/>
            <a:ext cx="281763" cy="281763"/>
          </a:xfrm>
          <a:prstGeom prst="rect">
            <a:avLst/>
          </a:prstGeom>
        </p:spPr>
      </p:pic>
      <p:grpSp>
        <p:nvGrpSpPr>
          <p:cNvPr id="152" name="Groupe 151">
            <a:extLst>
              <a:ext uri="{FF2B5EF4-FFF2-40B4-BE49-F238E27FC236}">
                <a16:creationId xmlns:a16="http://schemas.microsoft.com/office/drawing/2014/main" id="{39061097-F63E-FB21-79CE-467E7135EF60}"/>
              </a:ext>
            </a:extLst>
          </p:cNvPr>
          <p:cNvGrpSpPr/>
          <p:nvPr/>
        </p:nvGrpSpPr>
        <p:grpSpPr>
          <a:xfrm>
            <a:off x="11610032" y="3250747"/>
            <a:ext cx="315567" cy="274775"/>
            <a:chOff x="11492282" y="2015291"/>
            <a:chExt cx="315567" cy="274775"/>
          </a:xfrm>
        </p:grpSpPr>
        <p:pic>
          <p:nvPicPr>
            <p:cNvPr id="150" name="Graphique 149" descr="Cœur contour">
              <a:extLst>
                <a:ext uri="{FF2B5EF4-FFF2-40B4-BE49-F238E27FC236}">
                  <a16:creationId xmlns:a16="http://schemas.microsoft.com/office/drawing/2014/main" id="{540D6B37-4E11-133B-1A2D-9A75C32C5A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2282" y="2015291"/>
              <a:ext cx="214188" cy="214188"/>
            </a:xfrm>
            <a:prstGeom prst="rect">
              <a:avLst/>
            </a:prstGeom>
          </p:spPr>
        </p:pic>
        <p:sp>
          <p:nvSpPr>
            <p:cNvPr id="151" name="Rectangle 150">
              <a:extLst>
                <a:ext uri="{FF2B5EF4-FFF2-40B4-BE49-F238E27FC236}">
                  <a16:creationId xmlns:a16="http://schemas.microsoft.com/office/drawing/2014/main" id="{80A5C14E-54B2-3A6D-ED32-95C07DCAC9D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2</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12" name="Ellipse 11">
            <a:extLst>
              <a:ext uri="{FF2B5EF4-FFF2-40B4-BE49-F238E27FC236}">
                <a16:creationId xmlns:a16="http://schemas.microsoft.com/office/drawing/2014/main" id="{5D433AA3-29C5-4462-755C-A0F8C676060F}"/>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CDC1AB5B-3391-8F99-6954-084BC58AE3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1179" y="1955818"/>
            <a:ext cx="402694" cy="402694"/>
          </a:xfrm>
          <a:prstGeom prst="rect">
            <a:avLst/>
          </a:prstGeom>
        </p:spPr>
      </p:pic>
      <p:pic>
        <p:nvPicPr>
          <p:cNvPr id="2" name="Image 1">
            <a:extLst>
              <a:ext uri="{FF2B5EF4-FFF2-40B4-BE49-F238E27FC236}">
                <a16:creationId xmlns:a16="http://schemas.microsoft.com/office/drawing/2014/main" id="{831F1D5F-D2AA-CC34-246D-7FA6651A1AED}"/>
              </a:ext>
            </a:extLst>
          </p:cNvPr>
          <p:cNvPicPr>
            <a:picLocks noChangeAspect="1"/>
          </p:cNvPicPr>
          <p:nvPr/>
        </p:nvPicPr>
        <p:blipFill>
          <a:blip r:embed="rId8"/>
          <a:stretch>
            <a:fillRect/>
          </a:stretch>
        </p:blipFill>
        <p:spPr>
          <a:xfrm>
            <a:off x="6339779" y="3167288"/>
            <a:ext cx="335309" cy="432854"/>
          </a:xfrm>
          <a:prstGeom prst="rect">
            <a:avLst/>
          </a:prstGeom>
        </p:spPr>
      </p:pic>
      <p:grpSp>
        <p:nvGrpSpPr>
          <p:cNvPr id="10" name="Groupe 9">
            <a:extLst>
              <a:ext uri="{FF2B5EF4-FFF2-40B4-BE49-F238E27FC236}">
                <a16:creationId xmlns:a16="http://schemas.microsoft.com/office/drawing/2014/main" id="{D2B3BF54-D0A2-541A-8CB7-13DBF4FF1342}"/>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E49A16B8-7192-9678-832C-239BA33A4A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4" name="Graphique 13" descr="Retour avec un remplissage uni">
              <a:hlinkClick r:id="rId9" action="ppaction://hlinksldjump"/>
              <a:extLst>
                <a:ext uri="{FF2B5EF4-FFF2-40B4-BE49-F238E27FC236}">
                  <a16:creationId xmlns:a16="http://schemas.microsoft.com/office/drawing/2014/main" id="{1600F698-D4A4-5D1C-BF6C-FD82D35A19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0CAA2CEE-5852-ED01-EAAC-28EC4CE8B8FE}"/>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4" name="Flèche : chevron 8 - 2 - 1">
            <a:extLst>
              <a:ext uri="{FF2B5EF4-FFF2-40B4-BE49-F238E27FC236}">
                <a16:creationId xmlns:a16="http://schemas.microsoft.com/office/drawing/2014/main" id="{090795EF-289A-3929-35AD-098E3D122857}"/>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6" name="Flèche : chevron 8 - 2 - 1">
            <a:extLst>
              <a:ext uri="{FF2B5EF4-FFF2-40B4-BE49-F238E27FC236}">
                <a16:creationId xmlns:a16="http://schemas.microsoft.com/office/drawing/2014/main" id="{012CD67F-CCAF-B049-68D2-6A598EE1A013}"/>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8" name="Flèche : chevron 8 - 2 - 1">
            <a:extLst>
              <a:ext uri="{FF2B5EF4-FFF2-40B4-BE49-F238E27FC236}">
                <a16:creationId xmlns:a16="http://schemas.microsoft.com/office/drawing/2014/main" id="{578DB967-65E8-539B-FA68-7F72C59D9854}"/>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30" name="Flèche : chevron 8 - 2 - 1">
            <a:extLst>
              <a:ext uri="{FF2B5EF4-FFF2-40B4-BE49-F238E27FC236}">
                <a16:creationId xmlns:a16="http://schemas.microsoft.com/office/drawing/2014/main" id="{9599E183-6916-29D3-B3A8-0B9B13115963}"/>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2" name="Flèche : chevron 8 - 2 - 1">
            <a:extLst>
              <a:ext uri="{FF2B5EF4-FFF2-40B4-BE49-F238E27FC236}">
                <a16:creationId xmlns:a16="http://schemas.microsoft.com/office/drawing/2014/main" id="{129317FE-17D6-4E96-D5F8-D1766B71B34A}"/>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4" name="Flèche : pentagone 3">
            <a:extLst>
              <a:ext uri="{FF2B5EF4-FFF2-40B4-BE49-F238E27FC236}">
                <a16:creationId xmlns:a16="http://schemas.microsoft.com/office/drawing/2014/main" id="{209C6095-BC01-6FC5-272A-9733B0439CCF}"/>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6" name="Flèche : chevron 8 - 2 - 1">
            <a:extLst>
              <a:ext uri="{FF2B5EF4-FFF2-40B4-BE49-F238E27FC236}">
                <a16:creationId xmlns:a16="http://schemas.microsoft.com/office/drawing/2014/main" id="{0FAD2A20-C751-3D0F-8DCC-96D4740B1EDA}"/>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8" name="Flèche : chevron 8 - 2 - 1">
            <a:extLst>
              <a:ext uri="{FF2B5EF4-FFF2-40B4-BE49-F238E27FC236}">
                <a16:creationId xmlns:a16="http://schemas.microsoft.com/office/drawing/2014/main" id="{543CE3CE-AD9E-65F8-BB9C-1E1080B680E7}"/>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248328700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C0D85-FD72-0FFF-C8AB-C4DCDA19A40D}"/>
            </a:ext>
          </a:extLst>
        </p:cNvPr>
        <p:cNvGrpSpPr/>
        <p:nvPr/>
      </p:nvGrpSpPr>
      <p:grpSpPr>
        <a:xfrm>
          <a:off x="0" y="0"/>
          <a:ext cx="0" cy="0"/>
          <a:chOff x="0" y="0"/>
          <a:chExt cx="0" cy="0"/>
        </a:xfrm>
      </p:grpSpPr>
      <p:sp>
        <p:nvSpPr>
          <p:cNvPr id="8" name="Rectangle : coins arrondis 7">
            <a:extLst>
              <a:ext uri="{FF2B5EF4-FFF2-40B4-BE49-F238E27FC236}">
                <a16:creationId xmlns:a16="http://schemas.microsoft.com/office/drawing/2014/main" id="{CAA7CD99-736F-E906-8448-8C754006D2D3}"/>
              </a:ext>
            </a:extLst>
          </p:cNvPr>
          <p:cNvSpPr/>
          <p:nvPr/>
        </p:nvSpPr>
        <p:spPr>
          <a:xfrm>
            <a:off x="217031" y="1887772"/>
            <a:ext cx="5715147" cy="4449600"/>
          </a:xfrm>
          <a:prstGeom prst="roundRect">
            <a:avLst>
              <a:gd name="adj" fmla="val 3071"/>
            </a:avLst>
          </a:prstGeom>
          <a:solidFill>
            <a:schemeClr val="bg1"/>
          </a:solidFill>
          <a:ln w="38100">
            <a:solidFill>
              <a:srgbClr val="00B388"/>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marR="0" lvl="0" indent="-171450" algn="just" defTabSz="914400" rtl="0" eaLnBrk="1" fontAlgn="auto" latinLnBrk="0" hangingPunct="1">
              <a:lnSpc>
                <a:spcPts val="1400"/>
              </a:lnSpc>
              <a:spcBef>
                <a:spcPts val="0"/>
              </a:spcBef>
              <a:spcAft>
                <a:spcPts val="600"/>
              </a:spcAft>
              <a:buClrTx/>
              <a:buSzTx/>
              <a:buFont typeface="Arial" panose="020B0604020202020204" pitchFamily="34" charset="0"/>
              <a:buChar char="•"/>
              <a:tabLst>
                <a:tab pos="176213" algn="l"/>
              </a:tabLst>
              <a:defRPr/>
            </a:pPr>
            <a:endPar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Mener ce projet est-il bien</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 la bonne solution pour atteindre l’objectif fixé par le commanditaire ?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identifié, si besoin,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les marges de manœuvre sur la manière de faire</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pour garantir l’atteinte de cet objectif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Ai-je rédigé le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mandat de projet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clair, validé et partagé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Est-ce que le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sponsor et/ou le commanditaire est identifié et de bon niveau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assurer son rôle décisionnaire sur le projet ?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mobilisé et en capacité de m’appuyer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sur le projet ?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Mon projet est-il représenté et porté par un collectif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(CODIR…) ? Ce collectif est-il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engagé</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 dans le projet ?</a:t>
            </a:r>
          </a:p>
          <a:p>
            <a:pPr marL="176213" marR="0" lvl="0" indent="-171450" algn="just" defTabSz="914400" rtl="0" eaLnBrk="1" fontAlgn="auto" latinLnBrk="0" hangingPunct="1">
              <a:lnSpc>
                <a:spcPct val="100000"/>
              </a:lnSpc>
              <a:spcBef>
                <a:spcPts val="0"/>
              </a:spcBef>
              <a:spcAft>
                <a:spcPts val="1800"/>
              </a:spcAft>
              <a:buClrTx/>
              <a:buSzTx/>
              <a:buFont typeface="Arial" panose="020B0604020202020204" pitchFamily="34" charset="0"/>
              <a:buChar char="•"/>
              <a:tabLst>
                <a:tab pos="176213" algn="l"/>
              </a:tabLst>
              <a:defRPr/>
            </a:pP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Quelles sont les contraintes locales pour le déploiement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de la solution apportée par le projet ? Quelles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marges de manœuvre possibles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pour le déploiement au regard des échéances de déploiement non négociables ? Le cas échéant, </a:t>
            </a:r>
            <a:r>
              <a:rPr kumimoji="0" lang="fr-FR" sz="1200" b="1" i="1"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rPr>
              <a:t>quels renoncements ou reports </a:t>
            </a:r>
            <a:r>
              <a:rPr kumimoji="0" lang="fr-FR" sz="1200" b="0" i="0" u="none" strike="noStrike" kern="1200" cap="none" spc="0" normalizeH="0" baseline="0" noProof="0">
                <a:ln>
                  <a:noFill/>
                </a:ln>
                <a:solidFill>
                  <a:srgbClr val="000000"/>
                </a:solidFill>
                <a:effectLst/>
                <a:uLnTx/>
                <a:uFillTx/>
                <a:latin typeface="Avenir LT Std 55 Roman" panose="020B0503020203020204" pitchFamily="34" charset="0"/>
                <a:ea typeface="Times New Roman" panose="02020603050405020304" pitchFamily="18" charset="0"/>
                <a:cs typeface="Times New Roman" panose="02020603050405020304" pitchFamily="18" charset="0"/>
              </a:rPr>
              <a:t>seront nécessaires par ailleurs ? </a:t>
            </a:r>
          </a:p>
        </p:txBody>
      </p:sp>
      <p:sp>
        <p:nvSpPr>
          <p:cNvPr id="16" name="Rectangle : coins arrondis 15">
            <a:extLst>
              <a:ext uri="{FF2B5EF4-FFF2-40B4-BE49-F238E27FC236}">
                <a16:creationId xmlns:a16="http://schemas.microsoft.com/office/drawing/2014/main" id="{1604ED45-C8C3-D145-3E13-C3FCEDC13EBA}"/>
              </a:ext>
            </a:extLst>
          </p:cNvPr>
          <p:cNvSpPr/>
          <p:nvPr/>
        </p:nvSpPr>
        <p:spPr>
          <a:xfrm>
            <a:off x="206672" y="1889361"/>
            <a:ext cx="5740809" cy="504694"/>
          </a:xfrm>
          <a:prstGeom prst="roundRect">
            <a:avLst/>
          </a:prstGeom>
          <a:solidFill>
            <a:srgbClr val="00B3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Les questions à se poser</a:t>
            </a:r>
          </a:p>
        </p:txBody>
      </p:sp>
      <p:sp>
        <p:nvSpPr>
          <p:cNvPr id="5" name="Rectangle 4">
            <a:extLst>
              <a:ext uri="{FF2B5EF4-FFF2-40B4-BE49-F238E27FC236}">
                <a16:creationId xmlns:a16="http://schemas.microsoft.com/office/drawing/2014/main" id="{B73181DC-0C28-331B-7302-C7EDE4F47181}"/>
              </a:ext>
            </a:extLst>
          </p:cNvPr>
          <p:cNvSpPr/>
          <p:nvPr/>
        </p:nvSpPr>
        <p:spPr>
          <a:xfrm>
            <a:off x="-3064" y="378372"/>
            <a:ext cx="12195063" cy="1427747"/>
          </a:xfrm>
          <a:prstGeom prst="rect">
            <a:avLst/>
          </a:prstGeom>
          <a:solidFill>
            <a:srgbClr val="DFF1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5963" marR="0" lvl="0" indent="0" algn="l" defTabSz="914400" rtl="0" eaLnBrk="1" fontAlgn="auto" latinLnBrk="0" hangingPunct="1">
              <a:lnSpc>
                <a:spcPct val="100000"/>
              </a:lnSpc>
              <a:spcBef>
                <a:spcPts val="0"/>
              </a:spcBef>
              <a:spcAft>
                <a:spcPts val="1200"/>
              </a:spcAft>
              <a:buClr>
                <a:srgbClr val="000000"/>
              </a:buClr>
              <a:buSzTx/>
              <a:buFontTx/>
              <a:buNone/>
              <a:tabLst/>
              <a:defRPr/>
            </a:pPr>
            <a:r>
              <a:rPr kumimoji="0" lang="fr-FR" sz="1800" b="0" i="0" u="none" strike="noStrike" kern="1200" cap="none" spc="0" normalizeH="0" baseline="0" noProof="0">
                <a:ln>
                  <a:noFill/>
                </a:ln>
                <a:solidFill>
                  <a:srgbClr val="00B388"/>
                </a:solidFill>
                <a:effectLst/>
                <a:uLnTx/>
                <a:uFillTx/>
                <a:latin typeface="Avenir LT Std 65 Medium" panose="020B0803020203020204" pitchFamily="34" charset="0"/>
                <a:ea typeface="+mn-ea"/>
                <a:cs typeface="+mn-cs"/>
              </a:rPr>
              <a:t>Assurer que le projet réunit toutes les conditions de réussite </a:t>
            </a:r>
            <a:r>
              <a:rPr kumimoji="0" lang="fr-FR" sz="18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mn-cs"/>
              </a:rPr>
              <a:t>(mandat clair et validé, sponsor et/ou commanditaire de bon niveau pour le projet, collectif représentant le projet engagé…).</a:t>
            </a:r>
          </a:p>
        </p:txBody>
      </p:sp>
      <p:sp>
        <p:nvSpPr>
          <p:cNvPr id="6" name="Triangle isocèle 5">
            <a:extLst>
              <a:ext uri="{FF2B5EF4-FFF2-40B4-BE49-F238E27FC236}">
                <a16:creationId xmlns:a16="http://schemas.microsoft.com/office/drawing/2014/main" id="{3A1CB9C3-676E-7C51-C7D8-8455610FD123}"/>
              </a:ext>
            </a:extLst>
          </p:cNvPr>
          <p:cNvSpPr/>
          <p:nvPr/>
        </p:nvSpPr>
        <p:spPr>
          <a:xfrm rot="5400000">
            <a:off x="34126" y="929868"/>
            <a:ext cx="782530" cy="324754"/>
          </a:xfrm>
          <a:prstGeom prst="triangle">
            <a:avLst/>
          </a:prstGeom>
          <a:solidFill>
            <a:srgbClr val="1547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 coins arrondis 20">
            <a:extLst>
              <a:ext uri="{FF2B5EF4-FFF2-40B4-BE49-F238E27FC236}">
                <a16:creationId xmlns:a16="http://schemas.microsoft.com/office/drawing/2014/main" id="{2CC4E212-3172-4F62-AFE1-8D9933651A7F}"/>
              </a:ext>
            </a:extLst>
          </p:cNvPr>
          <p:cNvSpPr/>
          <p:nvPr/>
        </p:nvSpPr>
        <p:spPr>
          <a:xfrm>
            <a:off x="6229780" y="1887772"/>
            <a:ext cx="5715146" cy="4449600"/>
          </a:xfrm>
          <a:prstGeom prst="roundRect">
            <a:avLst>
              <a:gd name="adj" fmla="val 300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2" name="Ellipse 11">
            <a:extLst>
              <a:ext uri="{FF2B5EF4-FFF2-40B4-BE49-F238E27FC236}">
                <a16:creationId xmlns:a16="http://schemas.microsoft.com/office/drawing/2014/main" id="{571576F6-B35E-920D-8C44-AD43B907A815}"/>
              </a:ext>
            </a:extLst>
          </p:cNvPr>
          <p:cNvSpPr/>
          <p:nvPr/>
        </p:nvSpPr>
        <p:spPr>
          <a:xfrm>
            <a:off x="864443" y="1904403"/>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Graphique 10" descr="Ampoule et crayon avec un remplissage uni">
            <a:extLst>
              <a:ext uri="{FF2B5EF4-FFF2-40B4-BE49-F238E27FC236}">
                <a16:creationId xmlns:a16="http://schemas.microsoft.com/office/drawing/2014/main" id="{30559F0A-2D28-2F0B-63DC-D2A2E9CB87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1179" y="1955818"/>
            <a:ext cx="402694" cy="402694"/>
          </a:xfrm>
          <a:prstGeom prst="rect">
            <a:avLst/>
          </a:prstGeom>
        </p:spPr>
      </p:pic>
      <p:grpSp>
        <p:nvGrpSpPr>
          <p:cNvPr id="10" name="Groupe 9">
            <a:extLst>
              <a:ext uri="{FF2B5EF4-FFF2-40B4-BE49-F238E27FC236}">
                <a16:creationId xmlns:a16="http://schemas.microsoft.com/office/drawing/2014/main" id="{76D36851-0886-3B46-6954-5B0B1C7EAA2A}"/>
              </a:ext>
            </a:extLst>
          </p:cNvPr>
          <p:cNvGrpSpPr>
            <a:grpSpLocks noChangeAspect="1"/>
          </p:cNvGrpSpPr>
          <p:nvPr/>
        </p:nvGrpSpPr>
        <p:grpSpPr>
          <a:xfrm>
            <a:off x="11001871" y="6336764"/>
            <a:ext cx="1082632" cy="444130"/>
            <a:chOff x="5810" y="1578917"/>
            <a:chExt cx="559801" cy="229645"/>
          </a:xfrm>
        </p:grpSpPr>
        <p:sp>
          <p:nvSpPr>
            <p:cNvPr id="13" name="Rectangle : coins arrondis 12">
              <a:extLst>
                <a:ext uri="{FF2B5EF4-FFF2-40B4-BE49-F238E27FC236}">
                  <a16:creationId xmlns:a16="http://schemas.microsoft.com/office/drawing/2014/main" id="{10E80A4D-6031-6967-50A3-B5DF89048698}"/>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4"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4" name="Graphique 13" descr="Retour avec un remplissage uni">
              <a:hlinkClick r:id="rId4" action="ppaction://hlinksldjump"/>
              <a:extLst>
                <a:ext uri="{FF2B5EF4-FFF2-40B4-BE49-F238E27FC236}">
                  <a16:creationId xmlns:a16="http://schemas.microsoft.com/office/drawing/2014/main" id="{183D1B22-B9B1-8675-04E4-E722AECDE8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60" y="1578917"/>
              <a:ext cx="229645" cy="229645"/>
            </a:xfrm>
            <a:prstGeom prst="rect">
              <a:avLst/>
            </a:prstGeom>
          </p:spPr>
        </p:pic>
      </p:grpSp>
      <p:sp>
        <p:nvSpPr>
          <p:cNvPr id="3" name="Rectangle : coins arrondis 2">
            <a:extLst>
              <a:ext uri="{FF2B5EF4-FFF2-40B4-BE49-F238E27FC236}">
                <a16:creationId xmlns:a16="http://schemas.microsoft.com/office/drawing/2014/main" id="{C09048D3-0404-1D7E-00F7-FDA80013CE31}"/>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20" name="Flèche : chevron 8 - 2 - 1">
            <a:extLst>
              <a:ext uri="{FF2B5EF4-FFF2-40B4-BE49-F238E27FC236}">
                <a16:creationId xmlns:a16="http://schemas.microsoft.com/office/drawing/2014/main" id="{55B0A9A1-ECEB-BB3C-A91A-4C22120F48E1}"/>
              </a:ext>
            </a:extLst>
          </p:cNvPr>
          <p:cNvSpPr/>
          <p:nvPr/>
        </p:nvSpPr>
        <p:spPr>
          <a:xfrm>
            <a:off x="6924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impacts humains</a:t>
            </a:r>
          </a:p>
        </p:txBody>
      </p:sp>
      <p:sp>
        <p:nvSpPr>
          <p:cNvPr id="24" name="Flèche : chevron 8 - 2 - 1">
            <a:extLst>
              <a:ext uri="{FF2B5EF4-FFF2-40B4-BE49-F238E27FC236}">
                <a16:creationId xmlns:a16="http://schemas.microsoft.com/office/drawing/2014/main" id="{C10CA5FE-9798-16C4-E55B-5F98795829A0}"/>
              </a:ext>
            </a:extLst>
          </p:cNvPr>
          <p:cNvSpPr/>
          <p:nvPr/>
        </p:nvSpPr>
        <p:spPr>
          <a:xfrm>
            <a:off x="1776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r>
              <a:rPr kumimoji="0" lang="fr-FR" sz="1100" b="1" i="0" u="none" strike="noStrike" kern="1200" cap="none" spc="0" normalizeH="0" baseline="0" noProof="0" err="1">
                <a:ln>
                  <a:noFill/>
                </a:ln>
                <a:solidFill>
                  <a:srgbClr val="FFFFFF">
                    <a:lumMod val="50000"/>
                  </a:srgbClr>
                </a:solidFill>
                <a:effectLst/>
                <a:uLnTx/>
                <a:uFillTx/>
                <a:latin typeface="Avenir LT Std 45 Book" panose="020B0502020203020204" pitchFamily="34" charset="0"/>
                <a:ea typeface="+mn-ea"/>
                <a:cs typeface="+mn-cs"/>
              </a:rPr>
              <a:t>moi-mëme</a:t>
            </a:r>
            <a:endPar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endParaRPr>
          </a:p>
        </p:txBody>
      </p:sp>
      <p:sp>
        <p:nvSpPr>
          <p:cNvPr id="26" name="Flèche : chevron 8 - 2 - 1">
            <a:extLst>
              <a:ext uri="{FF2B5EF4-FFF2-40B4-BE49-F238E27FC236}">
                <a16:creationId xmlns:a16="http://schemas.microsoft.com/office/drawing/2014/main" id="{B019A154-0BE5-170D-5EFF-7DD4AE089FEA}"/>
              </a:ext>
            </a:extLst>
          </p:cNvPr>
          <p:cNvSpPr/>
          <p:nvPr/>
        </p:nvSpPr>
        <p:spPr>
          <a:xfrm>
            <a:off x="5244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des impacts humains</a:t>
            </a:r>
          </a:p>
        </p:txBody>
      </p:sp>
      <p:sp>
        <p:nvSpPr>
          <p:cNvPr id="28" name="Flèche : chevron 8 - 2 - 1">
            <a:extLst>
              <a:ext uri="{FF2B5EF4-FFF2-40B4-BE49-F238E27FC236}">
                <a16:creationId xmlns:a16="http://schemas.microsoft.com/office/drawing/2014/main" id="{240C0E35-BE00-5E4F-FEAE-7CC8A3F64140}"/>
              </a:ext>
            </a:extLst>
          </p:cNvPr>
          <p:cNvSpPr/>
          <p:nvPr/>
        </p:nvSpPr>
        <p:spPr>
          <a:xfrm>
            <a:off x="636000" y="21771"/>
            <a:ext cx="115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30" name="Flèche : chevron 8 - 2 - 1">
            <a:extLst>
              <a:ext uri="{FF2B5EF4-FFF2-40B4-BE49-F238E27FC236}">
                <a16:creationId xmlns:a16="http://schemas.microsoft.com/office/drawing/2014/main" id="{E8E306FB-877F-8258-0ED2-B0982C3B53F2}"/>
              </a:ext>
            </a:extLst>
          </p:cNvPr>
          <p:cNvSpPr/>
          <p:nvPr/>
        </p:nvSpPr>
        <p:spPr>
          <a:xfrm>
            <a:off x="3456000" y="21771"/>
            <a:ext cx="1800000" cy="288000"/>
          </a:xfrm>
          <a:prstGeom prst="chevron">
            <a:avLst>
              <a:gd name="adj" fmla="val 28278"/>
            </a:avLst>
          </a:prstGeom>
          <a:solidFill>
            <a:srgbClr val="A1D6CA"/>
          </a:solidFill>
          <a:ln w="28575">
            <a:solidFill>
              <a:srgbClr val="A1D6CA"/>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154734"/>
                </a:solidFill>
                <a:effectLst/>
                <a:uLnTx/>
                <a:uFillTx/>
                <a:latin typeface="Avenir LT Std 45 Book" panose="020B0502020203020204" pitchFamily="34" charset="0"/>
                <a:ea typeface="+mn-ea"/>
                <a:cs typeface="+mn-cs"/>
              </a:rPr>
              <a:t>Ressources pour moi-même</a:t>
            </a:r>
          </a:p>
        </p:txBody>
      </p:sp>
      <p:sp>
        <p:nvSpPr>
          <p:cNvPr id="32" name="Flèche : pentagone 3">
            <a:extLst>
              <a:ext uri="{FF2B5EF4-FFF2-40B4-BE49-F238E27FC236}">
                <a16:creationId xmlns:a16="http://schemas.microsoft.com/office/drawing/2014/main" id="{419DA969-AEE7-5DBE-DBEE-42180B94AE03}"/>
              </a:ext>
            </a:extLst>
          </p:cNvPr>
          <p:cNvSpPr/>
          <p:nvPr/>
        </p:nvSpPr>
        <p:spPr>
          <a:xfrm>
            <a:off x="0" y="21771"/>
            <a:ext cx="648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Accueil</a:t>
            </a:r>
          </a:p>
        </p:txBody>
      </p:sp>
      <p:sp>
        <p:nvSpPr>
          <p:cNvPr id="34" name="Flèche : chevron 8 - 2 - 1">
            <a:extLst>
              <a:ext uri="{FF2B5EF4-FFF2-40B4-BE49-F238E27FC236}">
                <a16:creationId xmlns:a16="http://schemas.microsoft.com/office/drawing/2014/main" id="{3A65DC3E-BB56-2AC0-2D33-11CF25BA7EE1}"/>
              </a:ext>
            </a:extLst>
          </p:cNvPr>
          <p:cNvSpPr/>
          <p:nvPr/>
        </p:nvSpPr>
        <p:spPr>
          <a:xfrm>
            <a:off x="8712000" y="21771"/>
            <a:ext cx="1692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a:t>
            </a:r>
            <a:b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b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préparer le collectif</a:t>
            </a:r>
          </a:p>
        </p:txBody>
      </p:sp>
      <p:sp>
        <p:nvSpPr>
          <p:cNvPr id="36" name="Flèche : chevron 8 - 2 - 1">
            <a:extLst>
              <a:ext uri="{FF2B5EF4-FFF2-40B4-BE49-F238E27FC236}">
                <a16:creationId xmlns:a16="http://schemas.microsoft.com/office/drawing/2014/main" id="{1085DAB3-EA2D-D679-9A6F-47E5FD955BAF}"/>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préparation collectif</a:t>
            </a:r>
          </a:p>
        </p:txBody>
      </p:sp>
    </p:spTree>
    <p:extLst>
      <p:ext uri="{BB962C8B-B14F-4D97-AF65-F5344CB8AC3E}">
        <p14:creationId xmlns:p14="http://schemas.microsoft.com/office/powerpoint/2010/main" val="43373443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A824-E8BA-A28B-AEAC-2631F288393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DFD7B12-474E-42AF-087E-4D0A0BC8AD40}"/>
              </a:ext>
            </a:extLst>
          </p:cNvPr>
          <p:cNvSpPr/>
          <p:nvPr/>
        </p:nvSpPr>
        <p:spPr>
          <a:xfrm>
            <a:off x="9832" y="9832"/>
            <a:ext cx="12168000" cy="6840000"/>
          </a:xfrm>
          <a:prstGeom prst="rect">
            <a:avLst/>
          </a:prstGeom>
          <a:solidFill>
            <a:schemeClr val="bg1"/>
          </a:solidFill>
          <a:ln w="28575">
            <a:gradFill>
              <a:gsLst>
                <a:gs pos="0">
                  <a:srgbClr val="00B388"/>
                </a:gs>
                <a:gs pos="100000">
                  <a:schemeClr val="accent2">
                    <a:lumMod val="60000"/>
                    <a:lumOff val="4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2" name="Titre 1">
            <a:extLst>
              <a:ext uri="{FF2B5EF4-FFF2-40B4-BE49-F238E27FC236}">
                <a16:creationId xmlns:a16="http://schemas.microsoft.com/office/drawing/2014/main" id="{A70406B7-5D0C-076E-FE70-BDDD430EFD59}"/>
              </a:ext>
            </a:extLst>
          </p:cNvPr>
          <p:cNvSpPr>
            <a:spLocks noGrp="1"/>
          </p:cNvSpPr>
          <p:nvPr>
            <p:ph type="title"/>
          </p:nvPr>
        </p:nvSpPr>
        <p:spPr>
          <a:xfrm>
            <a:off x="477881" y="25472"/>
            <a:ext cx="5400000" cy="997196"/>
          </a:xfrm>
        </p:spPr>
        <p:txBody>
          <a:bodyPr/>
          <a:lstStyle/>
          <a:p>
            <a:pPr algn="ctr"/>
            <a:r>
              <a:rPr lang="fr-FR">
                <a:solidFill>
                  <a:srgbClr val="154734"/>
                </a:solidFill>
                <a:latin typeface="Avenir LT Std 45 Book" panose="020B0502020203020204" pitchFamily="34" charset="0"/>
              </a:rPr>
              <a:t>Comment identifier et gérer les ressources matérielles nécessaires au projet ?</a:t>
            </a:r>
          </a:p>
        </p:txBody>
      </p:sp>
      <p:cxnSp>
        <p:nvCxnSpPr>
          <p:cNvPr id="5" name="Connecteur droit 4">
            <a:extLst>
              <a:ext uri="{FF2B5EF4-FFF2-40B4-BE49-F238E27FC236}">
                <a16:creationId xmlns:a16="http://schemas.microsoft.com/office/drawing/2014/main" id="{976EA51A-A1A4-8481-8EB6-76EB57338676}"/>
              </a:ext>
            </a:extLst>
          </p:cNvPr>
          <p:cNvCxnSpPr>
            <a:cxnSpLocks/>
          </p:cNvCxnSpPr>
          <p:nvPr/>
        </p:nvCxnSpPr>
        <p:spPr>
          <a:xfrm flipH="1">
            <a:off x="6093832" y="38219"/>
            <a:ext cx="2168" cy="6314166"/>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6" name="Rectangle : coins arrondis 3">
            <a:extLst>
              <a:ext uri="{FF2B5EF4-FFF2-40B4-BE49-F238E27FC236}">
                <a16:creationId xmlns:a16="http://schemas.microsoft.com/office/drawing/2014/main" id="{D9AA6B0B-9EC7-866B-4447-5EA7487220AB}"/>
              </a:ext>
            </a:extLst>
          </p:cNvPr>
          <p:cNvSpPr/>
          <p:nvPr/>
        </p:nvSpPr>
        <p:spPr>
          <a:xfrm>
            <a:off x="477881"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0" marR="0" lvl="0" indent="0" algn="ctr" defTabSz="2286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3 bons réflexes</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en amont et pendant le projet : </a:t>
            </a:r>
            <a:endParaRPr kumimoji="0" lang="fr-FR" sz="16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120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J’identifie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m'assure que toutes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ressources dont j'ai besoin pour conduire le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(outil SI, outil de gestion de projet, habilitations / badges, locaux, poste de travail, matériel IT / téléphonie, équipement technique…) sont bien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identifiées, disponibles et connues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maitrisées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de toutes les équipes concernées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Je prévois</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le dernier moment pour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et communiquer mes besoins en ressources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chaque nouvelle phase du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228600" rtl="0" eaLnBrk="1" fontAlgn="base" latinLnBrk="0" hangingPunct="1">
              <a:lnSpc>
                <a:spcPct val="100000"/>
              </a:lnSpc>
              <a:spcBef>
                <a:spcPts val="0"/>
              </a:spcBef>
              <a:spcAft>
                <a:spcPct val="0"/>
              </a:spcAft>
              <a:buClrTx/>
              <a:buSzTx/>
              <a:buFontTx/>
              <a:buNone/>
              <a:tabLst/>
              <a:defRPr/>
            </a:pPr>
            <a:r>
              <a:rPr kumimoji="0" lang="fr-FR" sz="12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J’alerte</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n'attends pas si une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ressource manque ou est insuffisante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sollicite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responsables directs du projet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pour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décisions opérationnelles</a:t>
            </a:r>
          </a:p>
          <a:p>
            <a:pPr marL="717550" marR="0" lvl="2" indent="-176213" algn="l" defTabSz="2286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Je fais appel aux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décideurs ou sponsors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si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arbitrage plus important</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est nécessaire</a:t>
            </a:r>
          </a:p>
        </p:txBody>
      </p:sp>
      <p:sp>
        <p:nvSpPr>
          <p:cNvPr id="24" name="Forme libre : forme 23">
            <a:extLst>
              <a:ext uri="{FF2B5EF4-FFF2-40B4-BE49-F238E27FC236}">
                <a16:creationId xmlns:a16="http://schemas.microsoft.com/office/drawing/2014/main" id="{B4CDC469-9EEA-8EFD-F2B3-678B15AD158E}"/>
              </a:ext>
            </a:extLst>
          </p:cNvPr>
          <p:cNvSpPr>
            <a:spLocks noChangeAspect="1"/>
          </p:cNvSpPr>
          <p:nvPr/>
        </p:nvSpPr>
        <p:spPr>
          <a:xfrm>
            <a:off x="612423" y="4959437"/>
            <a:ext cx="288000" cy="288000"/>
          </a:xfrm>
          <a:custGeom>
            <a:avLst/>
            <a:gdLst>
              <a:gd name="csX0" fmla="*/ 428625 w 857250"/>
              <a:gd name="csY0" fmla="*/ -952 h 857250"/>
              <a:gd name="csX1" fmla="*/ 0 w 857250"/>
              <a:gd name="csY1" fmla="*/ 427673 h 857250"/>
              <a:gd name="csX2" fmla="*/ 428625 w 857250"/>
              <a:gd name="csY2" fmla="*/ 856298 h 857250"/>
              <a:gd name="csX3" fmla="*/ 857250 w 857250"/>
              <a:gd name="csY3" fmla="*/ 427673 h 857250"/>
              <a:gd name="csX4" fmla="*/ 428625 w 857250"/>
              <a:gd name="csY4" fmla="*/ -952 h 857250"/>
              <a:gd name="csX5" fmla="*/ 428625 w 857250"/>
              <a:gd name="csY5" fmla="*/ 56198 h 857250"/>
              <a:gd name="csX6" fmla="*/ 800100 w 857250"/>
              <a:gd name="csY6" fmla="*/ 427673 h 857250"/>
              <a:gd name="csX7" fmla="*/ 428625 w 857250"/>
              <a:gd name="csY7" fmla="*/ 799148 h 857250"/>
              <a:gd name="csX8" fmla="*/ 57150 w 857250"/>
              <a:gd name="csY8" fmla="*/ 427673 h 857250"/>
              <a:gd name="csX9" fmla="*/ 428625 w 857250"/>
              <a:gd name="csY9" fmla="*/ 56198 h 857250"/>
              <a:gd name="csX10" fmla="*/ 428625 w 857250"/>
              <a:gd name="csY10" fmla="*/ 141923 h 857250"/>
              <a:gd name="csX11" fmla="*/ 400050 w 857250"/>
              <a:gd name="csY11" fmla="*/ 170498 h 857250"/>
              <a:gd name="csX12" fmla="*/ 400050 w 857250"/>
              <a:gd name="csY12" fmla="*/ 589598 h 857250"/>
              <a:gd name="csX13" fmla="*/ 428625 w 857250"/>
              <a:gd name="csY13" fmla="*/ 618173 h 857250"/>
              <a:gd name="csX14" fmla="*/ 457200 w 857250"/>
              <a:gd name="csY14" fmla="*/ 589598 h 857250"/>
              <a:gd name="csX15" fmla="*/ 457200 w 857250"/>
              <a:gd name="csY15" fmla="*/ 170498 h 857250"/>
              <a:gd name="csX16" fmla="*/ 428625 w 857250"/>
              <a:gd name="csY16" fmla="*/ 141923 h 857250"/>
              <a:gd name="csX17" fmla="*/ 428625 w 857250"/>
              <a:gd name="csY17" fmla="*/ 637223 h 857250"/>
              <a:gd name="csX18" fmla="*/ 390525 w 857250"/>
              <a:gd name="csY18" fmla="*/ 675323 h 857250"/>
              <a:gd name="csX19" fmla="*/ 428625 w 857250"/>
              <a:gd name="csY19" fmla="*/ 713423 h 857250"/>
              <a:gd name="csX20" fmla="*/ 466725 w 857250"/>
              <a:gd name="csY20" fmla="*/ 675323 h 857250"/>
              <a:gd name="csX21" fmla="*/ 428625 w 857250"/>
              <a:gd name="csY21" fmla="*/ 63722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57250" h="857250">
                <a:moveTo>
                  <a:pt x="428625" y="-952"/>
                </a:moveTo>
                <a:cubicBezTo>
                  <a:pt x="192240" y="-952"/>
                  <a:pt x="0" y="191289"/>
                  <a:pt x="0" y="427673"/>
                </a:cubicBezTo>
                <a:cubicBezTo>
                  <a:pt x="0" y="664057"/>
                  <a:pt x="192240" y="856298"/>
                  <a:pt x="428625" y="856298"/>
                </a:cubicBezTo>
                <a:cubicBezTo>
                  <a:pt x="665010" y="856298"/>
                  <a:pt x="857250" y="664057"/>
                  <a:pt x="857250" y="427673"/>
                </a:cubicBezTo>
                <a:cubicBezTo>
                  <a:pt x="857250" y="191289"/>
                  <a:pt x="665010" y="-952"/>
                  <a:pt x="428625" y="-952"/>
                </a:cubicBezTo>
                <a:close/>
                <a:moveTo>
                  <a:pt x="428625" y="56198"/>
                </a:moveTo>
                <a:cubicBezTo>
                  <a:pt x="634123" y="56198"/>
                  <a:pt x="800100" y="222176"/>
                  <a:pt x="800100" y="427673"/>
                </a:cubicBezTo>
                <a:cubicBezTo>
                  <a:pt x="800100" y="633171"/>
                  <a:pt x="634123" y="799148"/>
                  <a:pt x="428625" y="799148"/>
                </a:cubicBezTo>
                <a:cubicBezTo>
                  <a:pt x="223127" y="799148"/>
                  <a:pt x="57150" y="633171"/>
                  <a:pt x="57150" y="427673"/>
                </a:cubicBezTo>
                <a:cubicBezTo>
                  <a:pt x="57150" y="222176"/>
                  <a:pt x="223127" y="56198"/>
                  <a:pt x="428625" y="56198"/>
                </a:cubicBezTo>
                <a:close/>
                <a:moveTo>
                  <a:pt x="428625" y="141923"/>
                </a:moveTo>
                <a:cubicBezTo>
                  <a:pt x="412844" y="141923"/>
                  <a:pt x="400050" y="154717"/>
                  <a:pt x="400050" y="170498"/>
                </a:cubicBezTo>
                <a:lnTo>
                  <a:pt x="400050" y="589598"/>
                </a:lnTo>
                <a:cubicBezTo>
                  <a:pt x="400050" y="605380"/>
                  <a:pt x="412844" y="618173"/>
                  <a:pt x="428625" y="618173"/>
                </a:cubicBezTo>
                <a:cubicBezTo>
                  <a:pt x="444407" y="618173"/>
                  <a:pt x="457200" y="605380"/>
                  <a:pt x="457200" y="589598"/>
                </a:cubicBezTo>
                <a:lnTo>
                  <a:pt x="457200" y="170498"/>
                </a:lnTo>
                <a:cubicBezTo>
                  <a:pt x="457200" y="154717"/>
                  <a:pt x="444407" y="141923"/>
                  <a:pt x="428625" y="141923"/>
                </a:cubicBezTo>
                <a:close/>
                <a:moveTo>
                  <a:pt x="428625" y="637223"/>
                </a:moveTo>
                <a:cubicBezTo>
                  <a:pt x="407583" y="637223"/>
                  <a:pt x="390525" y="654281"/>
                  <a:pt x="390525" y="675323"/>
                </a:cubicBezTo>
                <a:cubicBezTo>
                  <a:pt x="390525" y="696366"/>
                  <a:pt x="407583" y="713423"/>
                  <a:pt x="428625" y="713423"/>
                </a:cubicBezTo>
                <a:cubicBezTo>
                  <a:pt x="449667" y="713423"/>
                  <a:pt x="466725" y="696366"/>
                  <a:pt x="466725" y="675323"/>
                </a:cubicBezTo>
                <a:cubicBezTo>
                  <a:pt x="466725" y="654281"/>
                  <a:pt x="449667" y="637223"/>
                  <a:pt x="428625" y="637223"/>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0" name="Forme libre : forme 19">
            <a:extLst>
              <a:ext uri="{FF2B5EF4-FFF2-40B4-BE49-F238E27FC236}">
                <a16:creationId xmlns:a16="http://schemas.microsoft.com/office/drawing/2014/main" id="{F3C24F0E-052A-AC4C-10EB-B7E6E772C003}"/>
              </a:ext>
            </a:extLst>
          </p:cNvPr>
          <p:cNvSpPr/>
          <p:nvPr/>
        </p:nvSpPr>
        <p:spPr>
          <a:xfrm>
            <a:off x="539815" y="2879618"/>
            <a:ext cx="433217" cy="433220"/>
          </a:xfrm>
          <a:custGeom>
            <a:avLst/>
            <a:gdLst>
              <a:gd name="csX0" fmla="*/ 358087 w 794364"/>
              <a:gd name="csY0" fmla="*/ 223728 h 794369"/>
              <a:gd name="csX1" fmla="*/ 358087 w 794364"/>
              <a:gd name="csY1" fmla="*/ 39067 h 794369"/>
              <a:gd name="csX2" fmla="*/ 369547 w 794364"/>
              <a:gd name="csY2" fmla="*/ 11460 h 794369"/>
              <a:gd name="csX3" fmla="*/ 397154 w 794364"/>
              <a:gd name="csY3" fmla="*/ 0 h 794369"/>
              <a:gd name="csX4" fmla="*/ 424761 w 794364"/>
              <a:gd name="csY4" fmla="*/ 11460 h 794369"/>
              <a:gd name="csX5" fmla="*/ 436258 w 794364"/>
              <a:gd name="csY5" fmla="*/ 39067 h 794369"/>
              <a:gd name="csX6" fmla="*/ 436258 w 794364"/>
              <a:gd name="csY6" fmla="*/ 223728 h 794369"/>
              <a:gd name="csX7" fmla="*/ 477372 w 794364"/>
              <a:gd name="csY7" fmla="*/ 223728 h 794369"/>
              <a:gd name="csX8" fmla="*/ 487045 w 794364"/>
              <a:gd name="csY8" fmla="*/ 233402 h 794369"/>
              <a:gd name="csX9" fmla="*/ 483548 w 794364"/>
              <a:gd name="csY9" fmla="*/ 240880 h 794369"/>
              <a:gd name="csX10" fmla="*/ 403887 w 794364"/>
              <a:gd name="csY10" fmla="*/ 317416 h 794369"/>
              <a:gd name="csX11" fmla="*/ 390493 w 794364"/>
              <a:gd name="csY11" fmla="*/ 317416 h 794369"/>
              <a:gd name="csX12" fmla="*/ 310312 w 794364"/>
              <a:gd name="csY12" fmla="*/ 240397 h 794369"/>
              <a:gd name="csX13" fmla="*/ 310051 w 794364"/>
              <a:gd name="csY13" fmla="*/ 226742 h 794369"/>
              <a:gd name="csX14" fmla="*/ 317009 w 794364"/>
              <a:gd name="csY14" fmla="*/ 223766 h 794369"/>
              <a:gd name="csX15" fmla="*/ 317009 w 794364"/>
              <a:gd name="csY15" fmla="*/ 223728 h 794369"/>
              <a:gd name="csX16" fmla="*/ 397192 w 794364"/>
              <a:gd name="csY16" fmla="*/ 345619 h 794369"/>
              <a:gd name="csX17" fmla="*/ 433655 w 794364"/>
              <a:gd name="csY17" fmla="*/ 360725 h 794369"/>
              <a:gd name="csX18" fmla="*/ 448760 w 794364"/>
              <a:gd name="csY18" fmla="*/ 397188 h 794369"/>
              <a:gd name="csX19" fmla="*/ 433655 w 794364"/>
              <a:gd name="csY19" fmla="*/ 433650 h 794369"/>
              <a:gd name="csX20" fmla="*/ 397192 w 794364"/>
              <a:gd name="csY20" fmla="*/ 448756 h 794369"/>
              <a:gd name="csX21" fmla="*/ 360729 w 794364"/>
              <a:gd name="csY21" fmla="*/ 433650 h 794369"/>
              <a:gd name="csX22" fmla="*/ 345624 w 794364"/>
              <a:gd name="csY22" fmla="*/ 397188 h 794369"/>
              <a:gd name="csX23" fmla="*/ 360729 w 794364"/>
              <a:gd name="csY23" fmla="*/ 360725 h 794369"/>
              <a:gd name="csX24" fmla="*/ 397192 w 794364"/>
              <a:gd name="csY24" fmla="*/ 345619 h 794369"/>
              <a:gd name="csX25" fmla="*/ 419963 w 794364"/>
              <a:gd name="csY25" fmla="*/ 374417 h 794369"/>
              <a:gd name="csX26" fmla="*/ 397192 w 794364"/>
              <a:gd name="csY26" fmla="*/ 364967 h 794369"/>
              <a:gd name="csX27" fmla="*/ 374422 w 794364"/>
              <a:gd name="csY27" fmla="*/ 374417 h 794369"/>
              <a:gd name="csX28" fmla="*/ 365008 w 794364"/>
              <a:gd name="csY28" fmla="*/ 397188 h 794369"/>
              <a:gd name="csX29" fmla="*/ 374422 w 794364"/>
              <a:gd name="csY29" fmla="*/ 419958 h 794369"/>
              <a:gd name="csX30" fmla="*/ 397192 w 794364"/>
              <a:gd name="csY30" fmla="*/ 429409 h 794369"/>
              <a:gd name="csX31" fmla="*/ 419963 w 794364"/>
              <a:gd name="csY31" fmla="*/ 419958 h 794369"/>
              <a:gd name="csX32" fmla="*/ 429413 w 794364"/>
              <a:gd name="csY32" fmla="*/ 397188 h 794369"/>
              <a:gd name="csX33" fmla="*/ 419963 w 794364"/>
              <a:gd name="csY33" fmla="*/ 374417 h 794369"/>
              <a:gd name="csX34" fmla="*/ 223728 w 794364"/>
              <a:gd name="csY34" fmla="*/ 436293 h 794369"/>
              <a:gd name="csX35" fmla="*/ 223728 w 794364"/>
              <a:gd name="csY35" fmla="*/ 477406 h 794369"/>
              <a:gd name="csX36" fmla="*/ 223766 w 794364"/>
              <a:gd name="csY36" fmla="*/ 477406 h 794369"/>
              <a:gd name="csX37" fmla="*/ 226742 w 794364"/>
              <a:gd name="csY37" fmla="*/ 484364 h 794369"/>
              <a:gd name="csX38" fmla="*/ 240397 w 794364"/>
              <a:gd name="csY38" fmla="*/ 484104 h 794369"/>
              <a:gd name="csX39" fmla="*/ 317416 w 794364"/>
              <a:gd name="csY39" fmla="*/ 403922 h 794369"/>
              <a:gd name="csX40" fmla="*/ 317416 w 794364"/>
              <a:gd name="csY40" fmla="*/ 390528 h 794369"/>
              <a:gd name="csX41" fmla="*/ 240880 w 794364"/>
              <a:gd name="csY41" fmla="*/ 310868 h 794369"/>
              <a:gd name="csX42" fmla="*/ 233402 w 794364"/>
              <a:gd name="csY42" fmla="*/ 307370 h 794369"/>
              <a:gd name="csX43" fmla="*/ 223728 w 794364"/>
              <a:gd name="csY43" fmla="*/ 317044 h 794369"/>
              <a:gd name="csX44" fmla="*/ 223728 w 794364"/>
              <a:gd name="csY44" fmla="*/ 358158 h 794369"/>
              <a:gd name="csX45" fmla="*/ 39067 w 794364"/>
              <a:gd name="csY45" fmla="*/ 358083 h 794369"/>
              <a:gd name="csX46" fmla="*/ 11460 w 794364"/>
              <a:gd name="csY46" fmla="*/ 369543 h 794369"/>
              <a:gd name="csX47" fmla="*/ 0 w 794364"/>
              <a:gd name="csY47" fmla="*/ 397150 h 794369"/>
              <a:gd name="csX48" fmla="*/ 11460 w 794364"/>
              <a:gd name="csY48" fmla="*/ 424757 h 794369"/>
              <a:gd name="csX49" fmla="*/ 39067 w 794364"/>
              <a:gd name="csY49" fmla="*/ 436217 h 794369"/>
              <a:gd name="csX50" fmla="*/ 39067 w 794364"/>
              <a:gd name="csY50" fmla="*/ 416907 h 794369"/>
              <a:gd name="csX51" fmla="*/ 25152 w 794364"/>
              <a:gd name="csY51" fmla="*/ 411103 h 794369"/>
              <a:gd name="csX52" fmla="*/ 19348 w 794364"/>
              <a:gd name="csY52" fmla="*/ 397188 h 794369"/>
              <a:gd name="csX53" fmla="*/ 25152 w 794364"/>
              <a:gd name="csY53" fmla="*/ 383273 h 794369"/>
              <a:gd name="csX54" fmla="*/ 39067 w 794364"/>
              <a:gd name="csY54" fmla="*/ 377469 h 794369"/>
              <a:gd name="csX55" fmla="*/ 233396 w 794364"/>
              <a:gd name="csY55" fmla="*/ 377469 h 794369"/>
              <a:gd name="csX56" fmla="*/ 243070 w 794364"/>
              <a:gd name="csY56" fmla="*/ 367795 h 794369"/>
              <a:gd name="csX57" fmla="*/ 243070 w 794364"/>
              <a:gd name="csY57" fmla="*/ 341043 h 794369"/>
              <a:gd name="csX58" fmla="*/ 297020 w 794364"/>
              <a:gd name="csY58" fmla="*/ 397188 h 794369"/>
              <a:gd name="csX59" fmla="*/ 243107 w 794364"/>
              <a:gd name="csY59" fmla="*/ 453333 h 794369"/>
              <a:gd name="csX60" fmla="*/ 243107 w 794364"/>
              <a:gd name="csY60" fmla="*/ 426582 h 794369"/>
              <a:gd name="csX61" fmla="*/ 233433 w 794364"/>
              <a:gd name="csY61" fmla="*/ 416908 h 794369"/>
              <a:gd name="csX62" fmla="*/ 377462 w 794364"/>
              <a:gd name="csY62" fmla="*/ 560973 h 794369"/>
              <a:gd name="csX63" fmla="*/ 377462 w 794364"/>
              <a:gd name="csY63" fmla="*/ 755302 h 794369"/>
              <a:gd name="csX64" fmla="*/ 383266 w 794364"/>
              <a:gd name="csY64" fmla="*/ 769217 h 794369"/>
              <a:gd name="csX65" fmla="*/ 397181 w 794364"/>
              <a:gd name="csY65" fmla="*/ 775021 h 794369"/>
              <a:gd name="csX66" fmla="*/ 411096 w 794364"/>
              <a:gd name="csY66" fmla="*/ 769217 h 794369"/>
              <a:gd name="csX67" fmla="*/ 416901 w 794364"/>
              <a:gd name="csY67" fmla="*/ 755302 h 794369"/>
              <a:gd name="csX68" fmla="*/ 416901 w 794364"/>
              <a:gd name="csY68" fmla="*/ 560973 h 794369"/>
              <a:gd name="csX69" fmla="*/ 426574 w 794364"/>
              <a:gd name="csY69" fmla="*/ 551299 h 794369"/>
              <a:gd name="csX70" fmla="*/ 453326 w 794364"/>
              <a:gd name="csY70" fmla="*/ 551299 h 794369"/>
              <a:gd name="csX71" fmla="*/ 397181 w 794364"/>
              <a:gd name="csY71" fmla="*/ 497349 h 794369"/>
              <a:gd name="csX72" fmla="*/ 340999 w 794364"/>
              <a:gd name="csY72" fmla="*/ 551299 h 794369"/>
              <a:gd name="csX73" fmla="*/ 367751 w 794364"/>
              <a:gd name="csY73" fmla="*/ 551299 h 794369"/>
              <a:gd name="csX74" fmla="*/ 377461 w 794364"/>
              <a:gd name="csY74" fmla="*/ 560973 h 794369"/>
              <a:gd name="csX75" fmla="*/ 358077 w 794364"/>
              <a:gd name="csY75" fmla="*/ 755302 h 794369"/>
              <a:gd name="csX76" fmla="*/ 358077 w 794364"/>
              <a:gd name="csY76" fmla="*/ 570641 h 794369"/>
              <a:gd name="csX77" fmla="*/ 316963 w 794364"/>
              <a:gd name="csY77" fmla="*/ 570641 h 794369"/>
              <a:gd name="csX78" fmla="*/ 316963 w 794364"/>
              <a:gd name="csY78" fmla="*/ 570604 h 794369"/>
              <a:gd name="csX79" fmla="*/ 310005 w 794364"/>
              <a:gd name="csY79" fmla="*/ 567627 h 794369"/>
              <a:gd name="csX80" fmla="*/ 310266 w 794364"/>
              <a:gd name="csY80" fmla="*/ 553972 h 794369"/>
              <a:gd name="csX81" fmla="*/ 390447 w 794364"/>
              <a:gd name="csY81" fmla="*/ 476954 h 794369"/>
              <a:gd name="csX82" fmla="*/ 403841 w 794364"/>
              <a:gd name="csY82" fmla="*/ 476954 h 794369"/>
              <a:gd name="csX83" fmla="*/ 483502 w 794364"/>
              <a:gd name="csY83" fmla="*/ 553489 h 794369"/>
              <a:gd name="csX84" fmla="*/ 486999 w 794364"/>
              <a:gd name="csY84" fmla="*/ 560968 h 794369"/>
              <a:gd name="csX85" fmla="*/ 477326 w 794364"/>
              <a:gd name="csY85" fmla="*/ 570641 h 794369"/>
              <a:gd name="csX86" fmla="*/ 436212 w 794364"/>
              <a:gd name="csY86" fmla="*/ 570641 h 794369"/>
              <a:gd name="csX87" fmla="*/ 436212 w 794364"/>
              <a:gd name="csY87" fmla="*/ 755303 h 794369"/>
              <a:gd name="csX88" fmla="*/ 424715 w 794364"/>
              <a:gd name="csY88" fmla="*/ 782910 h 794369"/>
              <a:gd name="csX89" fmla="*/ 397108 w 794364"/>
              <a:gd name="csY89" fmla="*/ 794369 h 794369"/>
              <a:gd name="csX90" fmla="*/ 369501 w 794364"/>
              <a:gd name="csY90" fmla="*/ 782910 h 794369"/>
              <a:gd name="csX91" fmla="*/ 358078 w 794364"/>
              <a:gd name="csY91" fmla="*/ 755303 h 794369"/>
              <a:gd name="csX92" fmla="*/ 560969 w 794364"/>
              <a:gd name="csY92" fmla="*/ 416907 h 794369"/>
              <a:gd name="csX93" fmla="*/ 755298 w 794364"/>
              <a:gd name="csY93" fmla="*/ 416907 h 794369"/>
              <a:gd name="csX94" fmla="*/ 769213 w 794364"/>
              <a:gd name="csY94" fmla="*/ 411103 h 794369"/>
              <a:gd name="csX95" fmla="*/ 775017 w 794364"/>
              <a:gd name="csY95" fmla="*/ 397188 h 794369"/>
              <a:gd name="csX96" fmla="*/ 769213 w 794364"/>
              <a:gd name="csY96" fmla="*/ 383273 h 794369"/>
              <a:gd name="csX97" fmla="*/ 755298 w 794364"/>
              <a:gd name="csY97" fmla="*/ 377469 h 794369"/>
              <a:gd name="csX98" fmla="*/ 560969 w 794364"/>
              <a:gd name="csY98" fmla="*/ 377469 h 794369"/>
              <a:gd name="csX99" fmla="*/ 551295 w 794364"/>
              <a:gd name="csY99" fmla="*/ 367795 h 794369"/>
              <a:gd name="csX100" fmla="*/ 551295 w 794364"/>
              <a:gd name="csY100" fmla="*/ 341043 h 794369"/>
              <a:gd name="csX101" fmla="*/ 497307 w 794364"/>
              <a:gd name="csY101" fmla="*/ 397188 h 794369"/>
              <a:gd name="csX102" fmla="*/ 551258 w 794364"/>
              <a:gd name="csY102" fmla="*/ 453333 h 794369"/>
              <a:gd name="csX103" fmla="*/ 551258 w 794364"/>
              <a:gd name="csY103" fmla="*/ 426582 h 794369"/>
              <a:gd name="csX104" fmla="*/ 560969 w 794364"/>
              <a:gd name="csY104" fmla="*/ 416908 h 794369"/>
              <a:gd name="csX105" fmla="*/ 755298 w 794364"/>
              <a:gd name="csY105" fmla="*/ 436293 h 794369"/>
              <a:gd name="csX106" fmla="*/ 782905 w 794364"/>
              <a:gd name="csY106" fmla="*/ 424833 h 794369"/>
              <a:gd name="csX107" fmla="*/ 794365 w 794364"/>
              <a:gd name="csY107" fmla="*/ 397226 h 794369"/>
              <a:gd name="csX108" fmla="*/ 782905 w 794364"/>
              <a:gd name="csY108" fmla="*/ 369619 h 794369"/>
              <a:gd name="csX109" fmla="*/ 755298 w 794364"/>
              <a:gd name="csY109" fmla="*/ 358159 h 794369"/>
              <a:gd name="csX110" fmla="*/ 570637 w 794364"/>
              <a:gd name="csY110" fmla="*/ 358085 h 794369"/>
              <a:gd name="csX111" fmla="*/ 570637 w 794364"/>
              <a:gd name="csY111" fmla="*/ 316971 h 794369"/>
              <a:gd name="csX112" fmla="*/ 560963 w 794364"/>
              <a:gd name="csY112" fmla="*/ 307297 h 794369"/>
              <a:gd name="csX113" fmla="*/ 553484 w 794364"/>
              <a:gd name="csY113" fmla="*/ 310795 h 794369"/>
              <a:gd name="csX114" fmla="*/ 476949 w 794364"/>
              <a:gd name="csY114" fmla="*/ 390455 h 794369"/>
              <a:gd name="csX115" fmla="*/ 476949 w 794364"/>
              <a:gd name="csY115" fmla="*/ 403849 h 794369"/>
              <a:gd name="csX116" fmla="*/ 553967 w 794364"/>
              <a:gd name="csY116" fmla="*/ 484031 h 794369"/>
              <a:gd name="csX117" fmla="*/ 567622 w 794364"/>
              <a:gd name="csY117" fmla="*/ 484291 h 794369"/>
              <a:gd name="csX118" fmla="*/ 570599 w 794364"/>
              <a:gd name="csY118" fmla="*/ 477333 h 794369"/>
              <a:gd name="csX119" fmla="*/ 570636 w 794364"/>
              <a:gd name="csY119" fmla="*/ 477333 h 794369"/>
              <a:gd name="csX120" fmla="*/ 570636 w 794364"/>
              <a:gd name="csY120" fmla="*/ 436220 h 794369"/>
              <a:gd name="csX121" fmla="*/ 377460 w 794364"/>
              <a:gd name="csY121" fmla="*/ 39072 h 794369"/>
              <a:gd name="csX122" fmla="*/ 377460 w 794364"/>
              <a:gd name="csY122" fmla="*/ 233401 h 794369"/>
              <a:gd name="csX123" fmla="*/ 367786 w 794364"/>
              <a:gd name="csY123" fmla="*/ 243074 h 794369"/>
              <a:gd name="csX124" fmla="*/ 341035 w 794364"/>
              <a:gd name="csY124" fmla="*/ 243074 h 794369"/>
              <a:gd name="csX125" fmla="*/ 397217 w 794364"/>
              <a:gd name="csY125" fmla="*/ 297025 h 794369"/>
              <a:gd name="csX126" fmla="*/ 453362 w 794364"/>
              <a:gd name="csY126" fmla="*/ 243074 h 794369"/>
              <a:gd name="csX127" fmla="*/ 426610 w 794364"/>
              <a:gd name="csY127" fmla="*/ 243074 h 794369"/>
              <a:gd name="csX128" fmla="*/ 416936 w 794364"/>
              <a:gd name="csY128" fmla="*/ 233401 h 794369"/>
              <a:gd name="csX129" fmla="*/ 416899 w 794364"/>
              <a:gd name="csY129" fmla="*/ 39072 h 794369"/>
              <a:gd name="csX130" fmla="*/ 411095 w 794364"/>
              <a:gd name="csY130" fmla="*/ 25156 h 794369"/>
              <a:gd name="csX131" fmla="*/ 397180 w 794364"/>
              <a:gd name="csY131" fmla="*/ 19352 h 794369"/>
              <a:gd name="csX132" fmla="*/ 383265 w 794364"/>
              <a:gd name="csY132" fmla="*/ 25156 h 794369"/>
              <a:gd name="csX133" fmla="*/ 377461 w 794364"/>
              <a:gd name="csY133" fmla="*/ 39072 h 794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Lst>
            <a:rect l="l" t="t" r="r" b="b"/>
            <a:pathLst>
              <a:path w="794364" h="794369">
                <a:moveTo>
                  <a:pt x="358087" y="223728"/>
                </a:moveTo>
                <a:lnTo>
                  <a:pt x="358087" y="39067"/>
                </a:lnTo>
                <a:cubicBezTo>
                  <a:pt x="358087" y="28314"/>
                  <a:pt x="362478" y="18529"/>
                  <a:pt x="369547" y="11460"/>
                </a:cubicBezTo>
                <a:cubicBezTo>
                  <a:pt x="376616" y="4390"/>
                  <a:pt x="386401" y="0"/>
                  <a:pt x="397154" y="0"/>
                </a:cubicBezTo>
                <a:cubicBezTo>
                  <a:pt x="407907" y="0"/>
                  <a:pt x="417692" y="4390"/>
                  <a:pt x="424761" y="11460"/>
                </a:cubicBezTo>
                <a:cubicBezTo>
                  <a:pt x="431831" y="18529"/>
                  <a:pt x="436258" y="28314"/>
                  <a:pt x="436258" y="39067"/>
                </a:cubicBezTo>
                <a:lnTo>
                  <a:pt x="436258" y="223728"/>
                </a:lnTo>
                <a:lnTo>
                  <a:pt x="477372" y="223728"/>
                </a:lnTo>
                <a:cubicBezTo>
                  <a:pt x="482729" y="223728"/>
                  <a:pt x="487045" y="228081"/>
                  <a:pt x="487045" y="233402"/>
                </a:cubicBezTo>
                <a:cubicBezTo>
                  <a:pt x="487045" y="236415"/>
                  <a:pt x="485669" y="239094"/>
                  <a:pt x="483548" y="240880"/>
                </a:cubicBezTo>
                <a:lnTo>
                  <a:pt x="403887" y="317416"/>
                </a:lnTo>
                <a:cubicBezTo>
                  <a:pt x="400129" y="321025"/>
                  <a:pt x="394214" y="320987"/>
                  <a:pt x="390493" y="317416"/>
                </a:cubicBezTo>
                <a:lnTo>
                  <a:pt x="310312" y="240397"/>
                </a:lnTo>
                <a:cubicBezTo>
                  <a:pt x="306480" y="236714"/>
                  <a:pt x="306331" y="230575"/>
                  <a:pt x="310051" y="226742"/>
                </a:cubicBezTo>
                <a:cubicBezTo>
                  <a:pt x="311949" y="224770"/>
                  <a:pt x="314479" y="223766"/>
                  <a:pt x="317009" y="223766"/>
                </a:cubicBezTo>
                <a:lnTo>
                  <a:pt x="317009" y="223728"/>
                </a:lnTo>
                <a:close/>
                <a:moveTo>
                  <a:pt x="397192" y="345619"/>
                </a:moveTo>
                <a:cubicBezTo>
                  <a:pt x="411442" y="345619"/>
                  <a:pt x="424316" y="351387"/>
                  <a:pt x="433655" y="360725"/>
                </a:cubicBezTo>
                <a:cubicBezTo>
                  <a:pt x="442993" y="370064"/>
                  <a:pt x="448760" y="382975"/>
                  <a:pt x="448760" y="397188"/>
                </a:cubicBezTo>
                <a:cubicBezTo>
                  <a:pt x="448760" y="411438"/>
                  <a:pt x="442993" y="424312"/>
                  <a:pt x="433655" y="433650"/>
                </a:cubicBezTo>
                <a:cubicBezTo>
                  <a:pt x="424316" y="442989"/>
                  <a:pt x="411405" y="448756"/>
                  <a:pt x="397192" y="448756"/>
                </a:cubicBezTo>
                <a:cubicBezTo>
                  <a:pt x="382942" y="448756"/>
                  <a:pt x="370068" y="442989"/>
                  <a:pt x="360729" y="433650"/>
                </a:cubicBezTo>
                <a:cubicBezTo>
                  <a:pt x="351391" y="424312"/>
                  <a:pt x="345624" y="411401"/>
                  <a:pt x="345624" y="397188"/>
                </a:cubicBezTo>
                <a:cubicBezTo>
                  <a:pt x="345624" y="382937"/>
                  <a:pt x="351391" y="370063"/>
                  <a:pt x="360729" y="360725"/>
                </a:cubicBezTo>
                <a:cubicBezTo>
                  <a:pt x="370068" y="351387"/>
                  <a:pt x="382942" y="345619"/>
                  <a:pt x="397192" y="345619"/>
                </a:cubicBezTo>
                <a:close/>
                <a:moveTo>
                  <a:pt x="419963" y="374417"/>
                </a:moveTo>
                <a:cubicBezTo>
                  <a:pt x="414121" y="368576"/>
                  <a:pt x="406085" y="364967"/>
                  <a:pt x="397192" y="364967"/>
                </a:cubicBezTo>
                <a:cubicBezTo>
                  <a:pt x="388300" y="364967"/>
                  <a:pt x="380263" y="368576"/>
                  <a:pt x="374422" y="374417"/>
                </a:cubicBezTo>
                <a:cubicBezTo>
                  <a:pt x="368580" y="380259"/>
                  <a:pt x="365008" y="388295"/>
                  <a:pt x="365008" y="397188"/>
                </a:cubicBezTo>
                <a:cubicBezTo>
                  <a:pt x="365008" y="406080"/>
                  <a:pt x="368617" y="414154"/>
                  <a:pt x="374422" y="419958"/>
                </a:cubicBezTo>
                <a:cubicBezTo>
                  <a:pt x="380263" y="425800"/>
                  <a:pt x="388300" y="429409"/>
                  <a:pt x="397192" y="429409"/>
                </a:cubicBezTo>
                <a:cubicBezTo>
                  <a:pt x="406085" y="429409"/>
                  <a:pt x="414158" y="425800"/>
                  <a:pt x="419963" y="419958"/>
                </a:cubicBezTo>
                <a:cubicBezTo>
                  <a:pt x="425804" y="414117"/>
                  <a:pt x="429413" y="406080"/>
                  <a:pt x="429413" y="397188"/>
                </a:cubicBezTo>
                <a:cubicBezTo>
                  <a:pt x="429413" y="388295"/>
                  <a:pt x="425804" y="380222"/>
                  <a:pt x="419963" y="374417"/>
                </a:cubicBezTo>
                <a:close/>
                <a:moveTo>
                  <a:pt x="223728" y="436293"/>
                </a:moveTo>
                <a:lnTo>
                  <a:pt x="223728" y="477406"/>
                </a:lnTo>
                <a:lnTo>
                  <a:pt x="223766" y="477406"/>
                </a:lnTo>
                <a:cubicBezTo>
                  <a:pt x="223766" y="479936"/>
                  <a:pt x="224770" y="482467"/>
                  <a:pt x="226742" y="484364"/>
                </a:cubicBezTo>
                <a:cubicBezTo>
                  <a:pt x="230575" y="488048"/>
                  <a:pt x="236714" y="487936"/>
                  <a:pt x="240397" y="484104"/>
                </a:cubicBezTo>
                <a:lnTo>
                  <a:pt x="317416" y="403922"/>
                </a:lnTo>
                <a:cubicBezTo>
                  <a:pt x="320987" y="400202"/>
                  <a:pt x="321025" y="394286"/>
                  <a:pt x="317416" y="390528"/>
                </a:cubicBezTo>
                <a:lnTo>
                  <a:pt x="240880" y="310868"/>
                </a:lnTo>
                <a:cubicBezTo>
                  <a:pt x="239094" y="308710"/>
                  <a:pt x="236415" y="307370"/>
                  <a:pt x="233402" y="307370"/>
                </a:cubicBezTo>
                <a:cubicBezTo>
                  <a:pt x="228044" y="307370"/>
                  <a:pt x="223728" y="311723"/>
                  <a:pt x="223728" y="317044"/>
                </a:cubicBezTo>
                <a:lnTo>
                  <a:pt x="223728" y="358158"/>
                </a:lnTo>
                <a:lnTo>
                  <a:pt x="39067" y="358083"/>
                </a:lnTo>
                <a:cubicBezTo>
                  <a:pt x="28314" y="358083"/>
                  <a:pt x="18529" y="362474"/>
                  <a:pt x="11460" y="369543"/>
                </a:cubicBezTo>
                <a:cubicBezTo>
                  <a:pt x="4390" y="376612"/>
                  <a:pt x="0" y="386397"/>
                  <a:pt x="0" y="397150"/>
                </a:cubicBezTo>
                <a:cubicBezTo>
                  <a:pt x="0" y="407903"/>
                  <a:pt x="4390" y="417688"/>
                  <a:pt x="11460" y="424757"/>
                </a:cubicBezTo>
                <a:cubicBezTo>
                  <a:pt x="18529" y="431826"/>
                  <a:pt x="28314" y="436217"/>
                  <a:pt x="39067" y="436217"/>
                </a:cubicBezTo>
                <a:close/>
                <a:moveTo>
                  <a:pt x="39067" y="416907"/>
                </a:moveTo>
                <a:cubicBezTo>
                  <a:pt x="33672" y="416907"/>
                  <a:pt x="28724" y="414675"/>
                  <a:pt x="25152" y="411103"/>
                </a:cubicBezTo>
                <a:cubicBezTo>
                  <a:pt x="21580" y="407531"/>
                  <a:pt x="19348" y="402583"/>
                  <a:pt x="19348" y="397188"/>
                </a:cubicBezTo>
                <a:cubicBezTo>
                  <a:pt x="19348" y="391793"/>
                  <a:pt x="21580" y="386845"/>
                  <a:pt x="25152" y="383273"/>
                </a:cubicBezTo>
                <a:cubicBezTo>
                  <a:pt x="28724" y="379701"/>
                  <a:pt x="33673" y="377469"/>
                  <a:pt x="39067" y="377469"/>
                </a:cubicBezTo>
                <a:lnTo>
                  <a:pt x="233396" y="377469"/>
                </a:lnTo>
                <a:cubicBezTo>
                  <a:pt x="238754" y="377469"/>
                  <a:pt x="243070" y="373115"/>
                  <a:pt x="243070" y="367795"/>
                </a:cubicBezTo>
                <a:lnTo>
                  <a:pt x="243070" y="341043"/>
                </a:lnTo>
                <a:lnTo>
                  <a:pt x="297020" y="397188"/>
                </a:lnTo>
                <a:lnTo>
                  <a:pt x="243107" y="453333"/>
                </a:lnTo>
                <a:lnTo>
                  <a:pt x="243107" y="426582"/>
                </a:lnTo>
                <a:cubicBezTo>
                  <a:pt x="243107" y="421224"/>
                  <a:pt x="238754" y="416908"/>
                  <a:pt x="233433" y="416908"/>
                </a:cubicBezTo>
                <a:close/>
                <a:moveTo>
                  <a:pt x="377462" y="560973"/>
                </a:moveTo>
                <a:lnTo>
                  <a:pt x="377462" y="755302"/>
                </a:lnTo>
                <a:cubicBezTo>
                  <a:pt x="377462" y="760734"/>
                  <a:pt x="379694" y="765645"/>
                  <a:pt x="383266" y="769217"/>
                </a:cubicBezTo>
                <a:cubicBezTo>
                  <a:pt x="386838" y="772789"/>
                  <a:pt x="391787" y="775021"/>
                  <a:pt x="397181" y="775021"/>
                </a:cubicBezTo>
                <a:cubicBezTo>
                  <a:pt x="402614" y="775021"/>
                  <a:pt x="407525" y="772789"/>
                  <a:pt x="411096" y="769217"/>
                </a:cubicBezTo>
                <a:cubicBezTo>
                  <a:pt x="414668" y="765645"/>
                  <a:pt x="416901" y="760697"/>
                  <a:pt x="416901" y="755302"/>
                </a:cubicBezTo>
                <a:lnTo>
                  <a:pt x="416901" y="560973"/>
                </a:lnTo>
                <a:cubicBezTo>
                  <a:pt x="416901" y="555615"/>
                  <a:pt x="421254" y="551299"/>
                  <a:pt x="426574" y="551299"/>
                </a:cubicBezTo>
                <a:lnTo>
                  <a:pt x="453326" y="551299"/>
                </a:lnTo>
                <a:lnTo>
                  <a:pt x="397181" y="497349"/>
                </a:lnTo>
                <a:lnTo>
                  <a:pt x="340999" y="551299"/>
                </a:lnTo>
                <a:lnTo>
                  <a:pt x="367751" y="551299"/>
                </a:lnTo>
                <a:cubicBezTo>
                  <a:pt x="373108" y="551262"/>
                  <a:pt x="377461" y="555615"/>
                  <a:pt x="377461" y="560973"/>
                </a:cubicBezTo>
                <a:close/>
                <a:moveTo>
                  <a:pt x="358077" y="755302"/>
                </a:moveTo>
                <a:lnTo>
                  <a:pt x="358077" y="570641"/>
                </a:lnTo>
                <a:lnTo>
                  <a:pt x="316963" y="570641"/>
                </a:lnTo>
                <a:lnTo>
                  <a:pt x="316963" y="570604"/>
                </a:lnTo>
                <a:cubicBezTo>
                  <a:pt x="314433" y="570604"/>
                  <a:pt x="311903" y="569599"/>
                  <a:pt x="310005" y="567627"/>
                </a:cubicBezTo>
                <a:cubicBezTo>
                  <a:pt x="306322" y="563795"/>
                  <a:pt x="306433" y="557655"/>
                  <a:pt x="310266" y="553972"/>
                </a:cubicBezTo>
                <a:lnTo>
                  <a:pt x="390447" y="476954"/>
                </a:lnTo>
                <a:cubicBezTo>
                  <a:pt x="394168" y="473382"/>
                  <a:pt x="400084" y="473345"/>
                  <a:pt x="403841" y="476954"/>
                </a:cubicBezTo>
                <a:lnTo>
                  <a:pt x="483502" y="553489"/>
                </a:lnTo>
                <a:cubicBezTo>
                  <a:pt x="485660" y="555275"/>
                  <a:pt x="486999" y="557954"/>
                  <a:pt x="486999" y="560968"/>
                </a:cubicBezTo>
                <a:cubicBezTo>
                  <a:pt x="486999" y="566326"/>
                  <a:pt x="482646" y="570641"/>
                  <a:pt x="477326" y="570641"/>
                </a:cubicBezTo>
                <a:lnTo>
                  <a:pt x="436212" y="570641"/>
                </a:lnTo>
                <a:lnTo>
                  <a:pt x="436212" y="755303"/>
                </a:lnTo>
                <a:cubicBezTo>
                  <a:pt x="436212" y="766055"/>
                  <a:pt x="431821" y="775840"/>
                  <a:pt x="424715" y="782910"/>
                </a:cubicBezTo>
                <a:cubicBezTo>
                  <a:pt x="417646" y="789979"/>
                  <a:pt x="407861" y="794369"/>
                  <a:pt x="397108" y="794369"/>
                </a:cubicBezTo>
                <a:cubicBezTo>
                  <a:pt x="386355" y="794369"/>
                  <a:pt x="376570" y="789979"/>
                  <a:pt x="369501" y="782910"/>
                </a:cubicBezTo>
                <a:cubicBezTo>
                  <a:pt x="362469" y="775840"/>
                  <a:pt x="358078" y="766055"/>
                  <a:pt x="358078" y="755303"/>
                </a:cubicBezTo>
                <a:close/>
                <a:moveTo>
                  <a:pt x="560969" y="416907"/>
                </a:moveTo>
                <a:lnTo>
                  <a:pt x="755298" y="416907"/>
                </a:lnTo>
                <a:cubicBezTo>
                  <a:pt x="760730" y="416907"/>
                  <a:pt x="765641" y="414675"/>
                  <a:pt x="769213" y="411103"/>
                </a:cubicBezTo>
                <a:cubicBezTo>
                  <a:pt x="772785" y="407531"/>
                  <a:pt x="775017" y="402583"/>
                  <a:pt x="775017" y="397188"/>
                </a:cubicBezTo>
                <a:cubicBezTo>
                  <a:pt x="775017" y="391793"/>
                  <a:pt x="772785" y="386845"/>
                  <a:pt x="769213" y="383273"/>
                </a:cubicBezTo>
                <a:cubicBezTo>
                  <a:pt x="765641" y="379701"/>
                  <a:pt x="760692" y="377469"/>
                  <a:pt x="755298" y="377469"/>
                </a:cubicBezTo>
                <a:lnTo>
                  <a:pt x="560969" y="377469"/>
                </a:lnTo>
                <a:cubicBezTo>
                  <a:pt x="555611" y="377469"/>
                  <a:pt x="551295" y="373115"/>
                  <a:pt x="551295" y="367795"/>
                </a:cubicBezTo>
                <a:lnTo>
                  <a:pt x="551295" y="341043"/>
                </a:lnTo>
                <a:lnTo>
                  <a:pt x="497307" y="397188"/>
                </a:lnTo>
                <a:lnTo>
                  <a:pt x="551258" y="453333"/>
                </a:lnTo>
                <a:lnTo>
                  <a:pt x="551258" y="426582"/>
                </a:lnTo>
                <a:cubicBezTo>
                  <a:pt x="551258" y="421261"/>
                  <a:pt x="555611" y="416908"/>
                  <a:pt x="560969" y="416908"/>
                </a:cubicBezTo>
                <a:close/>
                <a:moveTo>
                  <a:pt x="755298" y="436293"/>
                </a:moveTo>
                <a:cubicBezTo>
                  <a:pt x="766051" y="436293"/>
                  <a:pt x="775836" y="431902"/>
                  <a:pt x="782905" y="424833"/>
                </a:cubicBezTo>
                <a:cubicBezTo>
                  <a:pt x="789974" y="417764"/>
                  <a:pt x="794365" y="407979"/>
                  <a:pt x="794365" y="397226"/>
                </a:cubicBezTo>
                <a:cubicBezTo>
                  <a:pt x="794365" y="386473"/>
                  <a:pt x="789974" y="376688"/>
                  <a:pt x="782905" y="369619"/>
                </a:cubicBezTo>
                <a:cubicBezTo>
                  <a:pt x="775836" y="362549"/>
                  <a:pt x="766051" y="358159"/>
                  <a:pt x="755298" y="358159"/>
                </a:cubicBezTo>
                <a:lnTo>
                  <a:pt x="570637" y="358085"/>
                </a:lnTo>
                <a:lnTo>
                  <a:pt x="570637" y="316971"/>
                </a:lnTo>
                <a:cubicBezTo>
                  <a:pt x="570637" y="311613"/>
                  <a:pt x="566283" y="307297"/>
                  <a:pt x="560963" y="307297"/>
                </a:cubicBezTo>
                <a:cubicBezTo>
                  <a:pt x="557949" y="307297"/>
                  <a:pt x="555270" y="308674"/>
                  <a:pt x="553484" y="310795"/>
                </a:cubicBezTo>
                <a:lnTo>
                  <a:pt x="476949" y="390455"/>
                </a:lnTo>
                <a:cubicBezTo>
                  <a:pt x="473340" y="394213"/>
                  <a:pt x="473377" y="400129"/>
                  <a:pt x="476949" y="403849"/>
                </a:cubicBezTo>
                <a:lnTo>
                  <a:pt x="553967" y="484031"/>
                </a:lnTo>
                <a:cubicBezTo>
                  <a:pt x="557651" y="487863"/>
                  <a:pt x="563790" y="488012"/>
                  <a:pt x="567622" y="484291"/>
                </a:cubicBezTo>
                <a:cubicBezTo>
                  <a:pt x="569594" y="482394"/>
                  <a:pt x="570599" y="479864"/>
                  <a:pt x="570599" y="477333"/>
                </a:cubicBezTo>
                <a:lnTo>
                  <a:pt x="570636" y="477333"/>
                </a:lnTo>
                <a:lnTo>
                  <a:pt x="570636" y="436220"/>
                </a:lnTo>
                <a:close/>
                <a:moveTo>
                  <a:pt x="377460" y="39072"/>
                </a:moveTo>
                <a:lnTo>
                  <a:pt x="377460" y="233401"/>
                </a:lnTo>
                <a:cubicBezTo>
                  <a:pt x="377460" y="238758"/>
                  <a:pt x="373107" y="243074"/>
                  <a:pt x="367786" y="243074"/>
                </a:cubicBezTo>
                <a:lnTo>
                  <a:pt x="341035" y="243074"/>
                </a:lnTo>
                <a:lnTo>
                  <a:pt x="397217" y="297025"/>
                </a:lnTo>
                <a:lnTo>
                  <a:pt x="453362" y="243074"/>
                </a:lnTo>
                <a:lnTo>
                  <a:pt x="426610" y="243074"/>
                </a:lnTo>
                <a:cubicBezTo>
                  <a:pt x="421252" y="243074"/>
                  <a:pt x="416936" y="238721"/>
                  <a:pt x="416936" y="233401"/>
                </a:cubicBezTo>
                <a:lnTo>
                  <a:pt x="416899" y="39072"/>
                </a:lnTo>
                <a:cubicBezTo>
                  <a:pt x="416899" y="33676"/>
                  <a:pt x="414667" y="28728"/>
                  <a:pt x="411095" y="25156"/>
                </a:cubicBezTo>
                <a:cubicBezTo>
                  <a:pt x="407523" y="21585"/>
                  <a:pt x="402575" y="19352"/>
                  <a:pt x="397180" y="19352"/>
                </a:cubicBezTo>
                <a:cubicBezTo>
                  <a:pt x="391748" y="19352"/>
                  <a:pt x="386837" y="21585"/>
                  <a:pt x="383265" y="25156"/>
                </a:cubicBezTo>
                <a:cubicBezTo>
                  <a:pt x="379693" y="28728"/>
                  <a:pt x="377461" y="33677"/>
                  <a:pt x="377461" y="39072"/>
                </a:cubicBezTo>
                <a:close/>
              </a:path>
            </a:pathLst>
          </a:custGeom>
          <a:solidFill>
            <a:srgbClr val="00B388"/>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1" name="Groupe 40">
            <a:extLst>
              <a:ext uri="{FF2B5EF4-FFF2-40B4-BE49-F238E27FC236}">
                <a16:creationId xmlns:a16="http://schemas.microsoft.com/office/drawing/2014/main" id="{16D05205-8880-29DA-7F7D-7C7856FBB1C5}"/>
              </a:ext>
            </a:extLst>
          </p:cNvPr>
          <p:cNvGrpSpPr>
            <a:grpSpLocks noChangeAspect="1"/>
          </p:cNvGrpSpPr>
          <p:nvPr/>
        </p:nvGrpSpPr>
        <p:grpSpPr>
          <a:xfrm>
            <a:off x="576529" y="4248001"/>
            <a:ext cx="360012" cy="360181"/>
            <a:chOff x="7971477" y="2310149"/>
            <a:chExt cx="885825" cy="886301"/>
          </a:xfrm>
          <a:solidFill>
            <a:srgbClr val="00B388"/>
          </a:solidFill>
        </p:grpSpPr>
        <p:sp>
          <p:nvSpPr>
            <p:cNvPr id="28" name="Forme libre : forme 27">
              <a:extLst>
                <a:ext uri="{FF2B5EF4-FFF2-40B4-BE49-F238E27FC236}">
                  <a16:creationId xmlns:a16="http://schemas.microsoft.com/office/drawing/2014/main" id="{D26E966E-1A2A-B0E0-6EA0-E021A52C94DD}"/>
                </a:ext>
              </a:extLst>
            </p:cNvPr>
            <p:cNvSpPr/>
            <p:nvPr/>
          </p:nvSpPr>
          <p:spPr>
            <a:xfrm>
              <a:off x="8658229" y="231037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3813 w 27622"/>
                <a:gd name="csY12" fmla="*/ 25013 h 28822"/>
                <a:gd name="csX13" fmla="*/ 13335 w 27622"/>
                <a:gd name="csY13"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0725"/>
                    <a:pt x="1905" y="6915"/>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29" name="Forme libre : forme 28">
              <a:extLst>
                <a:ext uri="{FF2B5EF4-FFF2-40B4-BE49-F238E27FC236}">
                  <a16:creationId xmlns:a16="http://schemas.microsoft.com/office/drawing/2014/main" id="{C8F5E6AC-D4F2-872E-C46B-1E5BA24FD520}"/>
                </a:ext>
              </a:extLst>
            </p:cNvPr>
            <p:cNvSpPr/>
            <p:nvPr/>
          </p:nvSpPr>
          <p:spPr>
            <a:xfrm>
              <a:off x="8714427" y="231062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7"/>
                    <a:pt x="63817" y="0"/>
                    <a:pt x="71438" y="0"/>
                  </a:cubicBezTo>
                  <a:lnTo>
                    <a:pt x="71438" y="0"/>
                  </a:lnTo>
                  <a:cubicBezTo>
                    <a:pt x="79058" y="0"/>
                    <a:pt x="85725" y="6667"/>
                    <a:pt x="85725" y="14288"/>
                  </a:cubicBezTo>
                  <a:lnTo>
                    <a:pt x="85725" y="14288"/>
                  </a:lnTo>
                  <a:cubicBezTo>
                    <a:pt x="85725" y="21908"/>
                    <a:pt x="79058" y="28575"/>
                    <a:pt x="71438" y="28575"/>
                  </a:cubicBezTo>
                  <a:lnTo>
                    <a:pt x="71438" y="28575"/>
                  </a:lnTo>
                  <a:cubicBezTo>
                    <a:pt x="63817" y="28575"/>
                    <a:pt x="57150" y="21908"/>
                    <a:pt x="57150" y="1428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0" name="Forme libre : forme 29">
              <a:extLst>
                <a:ext uri="{FF2B5EF4-FFF2-40B4-BE49-F238E27FC236}">
                  <a16:creationId xmlns:a16="http://schemas.microsoft.com/office/drawing/2014/main" id="{927F471F-60F7-DA9E-E8DA-F3972276F70B}"/>
                </a:ext>
              </a:extLst>
            </p:cNvPr>
            <p:cNvSpPr/>
            <p:nvPr/>
          </p:nvSpPr>
          <p:spPr>
            <a:xfrm>
              <a:off x="8829679" y="2310149"/>
              <a:ext cx="27622" cy="29051"/>
            </a:xfrm>
            <a:custGeom>
              <a:avLst/>
              <a:gdLst>
                <a:gd name="csX0" fmla="*/ 13335 w 27622"/>
                <a:gd name="csY0" fmla="*/ 29051 h 29051"/>
                <a:gd name="csX1" fmla="*/ 10477 w 27622"/>
                <a:gd name="csY1" fmla="*/ 29051 h 29051"/>
                <a:gd name="csX2" fmla="*/ 7620 w 27622"/>
                <a:gd name="csY2" fmla="*/ 28099 h 29051"/>
                <a:gd name="csX3" fmla="*/ 5715 w 27622"/>
                <a:gd name="csY3" fmla="*/ 27146 h 29051"/>
                <a:gd name="csX4" fmla="*/ 3810 w 27622"/>
                <a:gd name="csY4" fmla="*/ 25241 h 29051"/>
                <a:gd name="csX5" fmla="*/ 1905 w 27622"/>
                <a:gd name="csY5" fmla="*/ 23336 h 29051"/>
                <a:gd name="csX6" fmla="*/ 952 w 27622"/>
                <a:gd name="csY6" fmla="*/ 20479 h 29051"/>
                <a:gd name="csX7" fmla="*/ 0 w 27622"/>
                <a:gd name="csY7" fmla="*/ 17621 h 29051"/>
                <a:gd name="csX8" fmla="*/ 0 w 27622"/>
                <a:gd name="csY8" fmla="*/ 14764 h 29051"/>
                <a:gd name="csX9" fmla="*/ 0 w 27622"/>
                <a:gd name="csY9" fmla="*/ 11906 h 29051"/>
                <a:gd name="csX10" fmla="*/ 952 w 27622"/>
                <a:gd name="csY10" fmla="*/ 9049 h 29051"/>
                <a:gd name="csX11" fmla="*/ 1905 w 27622"/>
                <a:gd name="csY11" fmla="*/ 6191 h 29051"/>
                <a:gd name="csX12" fmla="*/ 3810 w 27622"/>
                <a:gd name="csY12" fmla="*/ 4286 h 29051"/>
                <a:gd name="csX13" fmla="*/ 23813 w 27622"/>
                <a:gd name="csY13" fmla="*/ 4286 h 29051"/>
                <a:gd name="csX14" fmla="*/ 25718 w 27622"/>
                <a:gd name="csY14" fmla="*/ 6191 h 29051"/>
                <a:gd name="csX15" fmla="*/ 26670 w 27622"/>
                <a:gd name="csY15" fmla="*/ 9049 h 29051"/>
                <a:gd name="csX16" fmla="*/ 27623 w 27622"/>
                <a:gd name="csY16" fmla="*/ 11906 h 29051"/>
                <a:gd name="csX17" fmla="*/ 27623 w 27622"/>
                <a:gd name="csY17" fmla="*/ 14764 h 29051"/>
                <a:gd name="csX18" fmla="*/ 23813 w 27622"/>
                <a:gd name="csY18" fmla="*/ 25241 h 29051"/>
                <a:gd name="csX19" fmla="*/ 13335 w 27622"/>
                <a:gd name="csY19" fmla="*/ 29051 h 290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9051">
                  <a:moveTo>
                    <a:pt x="13335" y="29051"/>
                  </a:moveTo>
                  <a:cubicBezTo>
                    <a:pt x="12383" y="29051"/>
                    <a:pt x="11430" y="29051"/>
                    <a:pt x="10477" y="29051"/>
                  </a:cubicBezTo>
                  <a:cubicBezTo>
                    <a:pt x="9525" y="29051"/>
                    <a:pt x="8573" y="29051"/>
                    <a:pt x="7620" y="28099"/>
                  </a:cubicBezTo>
                  <a:cubicBezTo>
                    <a:pt x="6668" y="28099"/>
                    <a:pt x="5715" y="27146"/>
                    <a:pt x="5715" y="27146"/>
                  </a:cubicBezTo>
                  <a:cubicBezTo>
                    <a:pt x="4763" y="26194"/>
                    <a:pt x="3810" y="26194"/>
                    <a:pt x="3810" y="25241"/>
                  </a:cubicBezTo>
                  <a:cubicBezTo>
                    <a:pt x="2858" y="24289"/>
                    <a:pt x="2858" y="23336"/>
                    <a:pt x="1905" y="23336"/>
                  </a:cubicBezTo>
                  <a:cubicBezTo>
                    <a:pt x="1905" y="22384"/>
                    <a:pt x="952" y="21431"/>
                    <a:pt x="952" y="20479"/>
                  </a:cubicBezTo>
                  <a:cubicBezTo>
                    <a:pt x="952" y="19526"/>
                    <a:pt x="0" y="18574"/>
                    <a:pt x="0" y="17621"/>
                  </a:cubicBezTo>
                  <a:cubicBezTo>
                    <a:pt x="0" y="16669"/>
                    <a:pt x="0" y="15716"/>
                    <a:pt x="0" y="14764"/>
                  </a:cubicBezTo>
                  <a:cubicBezTo>
                    <a:pt x="0" y="13811"/>
                    <a:pt x="0" y="12859"/>
                    <a:pt x="0" y="11906"/>
                  </a:cubicBezTo>
                  <a:cubicBezTo>
                    <a:pt x="0" y="10954"/>
                    <a:pt x="0" y="10001"/>
                    <a:pt x="952" y="9049"/>
                  </a:cubicBezTo>
                  <a:cubicBezTo>
                    <a:pt x="952" y="8096"/>
                    <a:pt x="1905" y="7144"/>
                    <a:pt x="1905" y="6191"/>
                  </a:cubicBezTo>
                  <a:cubicBezTo>
                    <a:pt x="1905" y="5239"/>
                    <a:pt x="2858" y="4286"/>
                    <a:pt x="3810" y="4286"/>
                  </a:cubicBezTo>
                  <a:cubicBezTo>
                    <a:pt x="9525" y="-1429"/>
                    <a:pt x="19050" y="-1429"/>
                    <a:pt x="23813" y="4286"/>
                  </a:cubicBezTo>
                  <a:cubicBezTo>
                    <a:pt x="24765" y="5239"/>
                    <a:pt x="24765" y="5239"/>
                    <a:pt x="25718" y="6191"/>
                  </a:cubicBezTo>
                  <a:cubicBezTo>
                    <a:pt x="26670" y="7144"/>
                    <a:pt x="26670" y="8096"/>
                    <a:pt x="26670" y="9049"/>
                  </a:cubicBezTo>
                  <a:cubicBezTo>
                    <a:pt x="26670" y="10001"/>
                    <a:pt x="27623" y="10954"/>
                    <a:pt x="27623" y="11906"/>
                  </a:cubicBezTo>
                  <a:cubicBezTo>
                    <a:pt x="27623" y="12859"/>
                    <a:pt x="27623" y="13811"/>
                    <a:pt x="27623" y="14764"/>
                  </a:cubicBezTo>
                  <a:cubicBezTo>
                    <a:pt x="27623" y="18574"/>
                    <a:pt x="25718" y="22384"/>
                    <a:pt x="23813" y="25241"/>
                  </a:cubicBezTo>
                  <a:cubicBezTo>
                    <a:pt x="20955" y="27146"/>
                    <a:pt x="17145" y="29051"/>
                    <a:pt x="13335" y="2905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1" name="Forme libre : forme 30">
              <a:extLst>
                <a:ext uri="{FF2B5EF4-FFF2-40B4-BE49-F238E27FC236}">
                  <a16:creationId xmlns:a16="http://schemas.microsoft.com/office/drawing/2014/main" id="{018E755B-3E7A-4CD5-3D2A-20E6FA76728B}"/>
                </a:ext>
              </a:extLst>
            </p:cNvPr>
            <p:cNvSpPr/>
            <p:nvPr/>
          </p:nvSpPr>
          <p:spPr>
            <a:xfrm>
              <a:off x="882872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2" name="Forme libre : forme 31">
              <a:extLst>
                <a:ext uri="{FF2B5EF4-FFF2-40B4-BE49-F238E27FC236}">
                  <a16:creationId xmlns:a16="http://schemas.microsoft.com/office/drawing/2014/main" id="{E8FC7950-7778-3A7B-CC70-5BFAEC7616D2}"/>
                </a:ext>
              </a:extLst>
            </p:cNvPr>
            <p:cNvSpPr/>
            <p:nvPr/>
          </p:nvSpPr>
          <p:spPr>
            <a:xfrm>
              <a:off x="8828727" y="2481827"/>
              <a:ext cx="27622" cy="28822"/>
            </a:xfrm>
            <a:custGeom>
              <a:avLst/>
              <a:gdLst>
                <a:gd name="csX0" fmla="*/ 14288 w 27622"/>
                <a:gd name="csY0" fmla="*/ 28823 h 28822"/>
                <a:gd name="csX1" fmla="*/ 3810 w 27622"/>
                <a:gd name="csY1" fmla="*/ 25013 h 28822"/>
                <a:gd name="csX2" fmla="*/ 0 w 27622"/>
                <a:gd name="csY2" fmla="*/ 14535 h 28822"/>
                <a:gd name="csX3" fmla="*/ 0 w 27622"/>
                <a:gd name="csY3" fmla="*/ 11678 h 28822"/>
                <a:gd name="csX4" fmla="*/ 952 w 27622"/>
                <a:gd name="csY4" fmla="*/ 8820 h 28822"/>
                <a:gd name="csX5" fmla="*/ 1905 w 27622"/>
                <a:gd name="csY5" fmla="*/ 5963 h 28822"/>
                <a:gd name="csX6" fmla="*/ 3810 w 27622"/>
                <a:gd name="csY6" fmla="*/ 4058 h 28822"/>
                <a:gd name="csX7" fmla="*/ 5715 w 27622"/>
                <a:gd name="csY7" fmla="*/ 2153 h 28822"/>
                <a:gd name="csX8" fmla="*/ 7620 w 27622"/>
                <a:gd name="csY8" fmla="*/ 1200 h 28822"/>
                <a:gd name="csX9" fmla="*/ 10477 w 27622"/>
                <a:gd name="csY9" fmla="*/ 248 h 28822"/>
                <a:gd name="csX10" fmla="*/ 23813 w 27622"/>
                <a:gd name="csY10" fmla="*/ 4058 h 28822"/>
                <a:gd name="csX11" fmla="*/ 27623 w 27622"/>
                <a:gd name="csY11" fmla="*/ 14535 h 28822"/>
                <a:gd name="csX12" fmla="*/ 27623 w 27622"/>
                <a:gd name="csY12" fmla="*/ 17393 h 28822"/>
                <a:gd name="csX13" fmla="*/ 26670 w 27622"/>
                <a:gd name="csY13" fmla="*/ 20250 h 28822"/>
                <a:gd name="csX14" fmla="*/ 25717 w 27622"/>
                <a:gd name="csY14" fmla="*/ 23108 h 28822"/>
                <a:gd name="csX15" fmla="*/ 23813 w 27622"/>
                <a:gd name="csY15" fmla="*/ 25013 h 28822"/>
                <a:gd name="csX16" fmla="*/ 14288 w 27622"/>
                <a:gd name="csY16"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7622" h="28822">
                  <a:moveTo>
                    <a:pt x="14288" y="28823"/>
                  </a:moveTo>
                  <a:cubicBezTo>
                    <a:pt x="10477" y="28823"/>
                    <a:pt x="6667" y="26918"/>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7" y="1200"/>
                    <a:pt x="7620" y="1200"/>
                    <a:pt x="7620" y="1200"/>
                  </a:cubicBezTo>
                  <a:cubicBezTo>
                    <a:pt x="8573" y="1200"/>
                    <a:pt x="9525" y="248"/>
                    <a:pt x="10477" y="248"/>
                  </a:cubicBezTo>
                  <a:cubicBezTo>
                    <a:pt x="15240" y="-705"/>
                    <a:pt x="20002" y="1200"/>
                    <a:pt x="23813" y="4058"/>
                  </a:cubicBezTo>
                  <a:cubicBezTo>
                    <a:pt x="26670" y="6915"/>
                    <a:pt x="27623" y="10725"/>
                    <a:pt x="27623" y="14535"/>
                  </a:cubicBezTo>
                  <a:cubicBezTo>
                    <a:pt x="27623" y="15488"/>
                    <a:pt x="27623" y="16440"/>
                    <a:pt x="27623" y="17393"/>
                  </a:cubicBezTo>
                  <a:cubicBezTo>
                    <a:pt x="27623" y="18345"/>
                    <a:pt x="27623" y="19298"/>
                    <a:pt x="26670" y="20250"/>
                  </a:cubicBezTo>
                  <a:cubicBezTo>
                    <a:pt x="25717" y="21203"/>
                    <a:pt x="25717" y="22155"/>
                    <a:pt x="25717" y="23108"/>
                  </a:cubicBezTo>
                  <a:cubicBezTo>
                    <a:pt x="25717" y="24060"/>
                    <a:pt x="24765" y="25013"/>
                    <a:pt x="23813" y="25013"/>
                  </a:cubicBezTo>
                  <a:cubicBezTo>
                    <a:pt x="21908" y="26918"/>
                    <a:pt x="18098" y="28823"/>
                    <a:pt x="14288"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3" name="Forme libre : forme 32">
              <a:extLst>
                <a:ext uri="{FF2B5EF4-FFF2-40B4-BE49-F238E27FC236}">
                  <a16:creationId xmlns:a16="http://schemas.microsoft.com/office/drawing/2014/main" id="{3D7E7443-73C6-6505-C964-020AAB3C8750}"/>
                </a:ext>
              </a:extLst>
            </p:cNvPr>
            <p:cNvSpPr/>
            <p:nvPr/>
          </p:nvSpPr>
          <p:spPr>
            <a:xfrm>
              <a:off x="8714427" y="2482075"/>
              <a:ext cx="85725" cy="28575"/>
            </a:xfrm>
            <a:custGeom>
              <a:avLst/>
              <a:gdLst>
                <a:gd name="csX0" fmla="*/ 57150 w 85725"/>
                <a:gd name="csY0" fmla="*/ 14288 h 28575"/>
                <a:gd name="csX1" fmla="*/ 71438 w 85725"/>
                <a:gd name="csY1" fmla="*/ 0 h 28575"/>
                <a:gd name="csX2" fmla="*/ 71438 w 85725"/>
                <a:gd name="csY2" fmla="*/ 0 h 28575"/>
                <a:gd name="csX3" fmla="*/ 85725 w 85725"/>
                <a:gd name="csY3" fmla="*/ 14288 h 28575"/>
                <a:gd name="csX4" fmla="*/ 85725 w 85725"/>
                <a:gd name="csY4" fmla="*/ 14288 h 28575"/>
                <a:gd name="csX5" fmla="*/ 71438 w 85725"/>
                <a:gd name="csY5" fmla="*/ 28575 h 28575"/>
                <a:gd name="csX6" fmla="*/ 71438 w 85725"/>
                <a:gd name="csY6" fmla="*/ 28575 h 28575"/>
                <a:gd name="csX7" fmla="*/ 57150 w 85725"/>
                <a:gd name="csY7" fmla="*/ 14288 h 28575"/>
                <a:gd name="csX8" fmla="*/ 0 w 85725"/>
                <a:gd name="csY8" fmla="*/ 14288 h 28575"/>
                <a:gd name="csX9" fmla="*/ 14288 w 85725"/>
                <a:gd name="csY9" fmla="*/ 0 h 28575"/>
                <a:gd name="csX10" fmla="*/ 14288 w 85725"/>
                <a:gd name="csY10" fmla="*/ 0 h 28575"/>
                <a:gd name="csX11" fmla="*/ 28575 w 85725"/>
                <a:gd name="csY11" fmla="*/ 14288 h 28575"/>
                <a:gd name="csX12" fmla="*/ 28575 w 85725"/>
                <a:gd name="csY12" fmla="*/ 14288 h 28575"/>
                <a:gd name="csX13" fmla="*/ 14288 w 85725"/>
                <a:gd name="csY13" fmla="*/ 28575 h 28575"/>
                <a:gd name="csX14" fmla="*/ 14288 w 85725"/>
                <a:gd name="csY14" fmla="*/ 28575 h 28575"/>
                <a:gd name="csX15" fmla="*/ 0 w 85725"/>
                <a:gd name="csY15" fmla="*/ 14288 h 285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5725" h="28575">
                  <a:moveTo>
                    <a:pt x="57150" y="14288"/>
                  </a:moveTo>
                  <a:cubicBezTo>
                    <a:pt x="57150" y="6668"/>
                    <a:pt x="63817" y="0"/>
                    <a:pt x="71438" y="0"/>
                  </a:cubicBezTo>
                  <a:lnTo>
                    <a:pt x="71438" y="0"/>
                  </a:lnTo>
                  <a:cubicBezTo>
                    <a:pt x="79058" y="0"/>
                    <a:pt x="85725" y="6668"/>
                    <a:pt x="85725" y="14288"/>
                  </a:cubicBezTo>
                  <a:lnTo>
                    <a:pt x="85725" y="14288"/>
                  </a:lnTo>
                  <a:cubicBezTo>
                    <a:pt x="85725" y="21907"/>
                    <a:pt x="79058" y="28575"/>
                    <a:pt x="71438" y="28575"/>
                  </a:cubicBezTo>
                  <a:lnTo>
                    <a:pt x="71438" y="28575"/>
                  </a:lnTo>
                  <a:cubicBezTo>
                    <a:pt x="63817" y="28575"/>
                    <a:pt x="57150" y="21907"/>
                    <a:pt x="57150" y="14288"/>
                  </a:cubicBezTo>
                  <a:close/>
                  <a:moveTo>
                    <a:pt x="0" y="14288"/>
                  </a:moveTo>
                  <a:cubicBezTo>
                    <a:pt x="0" y="6668"/>
                    <a:pt x="6667" y="0"/>
                    <a:pt x="14288" y="0"/>
                  </a:cubicBezTo>
                  <a:lnTo>
                    <a:pt x="14288" y="0"/>
                  </a:lnTo>
                  <a:cubicBezTo>
                    <a:pt x="21908" y="0"/>
                    <a:pt x="28575" y="6668"/>
                    <a:pt x="28575" y="14288"/>
                  </a:cubicBezTo>
                  <a:lnTo>
                    <a:pt x="28575" y="14288"/>
                  </a:lnTo>
                  <a:cubicBezTo>
                    <a:pt x="28575" y="21907"/>
                    <a:pt x="21908" y="28575"/>
                    <a:pt x="14288" y="28575"/>
                  </a:cubicBezTo>
                  <a:lnTo>
                    <a:pt x="14288" y="28575"/>
                  </a:lnTo>
                  <a:cubicBezTo>
                    <a:pt x="6667" y="28575"/>
                    <a:pt x="0" y="21907"/>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4" name="Forme libre : forme 33">
              <a:extLst>
                <a:ext uri="{FF2B5EF4-FFF2-40B4-BE49-F238E27FC236}">
                  <a16:creationId xmlns:a16="http://schemas.microsoft.com/office/drawing/2014/main" id="{B3D2206E-7A2F-3170-1B54-5A4EFA48B978}"/>
                </a:ext>
              </a:extLst>
            </p:cNvPr>
            <p:cNvSpPr/>
            <p:nvPr/>
          </p:nvSpPr>
          <p:spPr>
            <a:xfrm>
              <a:off x="8658229" y="2481827"/>
              <a:ext cx="27622" cy="28822"/>
            </a:xfrm>
            <a:custGeom>
              <a:avLst/>
              <a:gdLst>
                <a:gd name="csX0" fmla="*/ 13335 w 27622"/>
                <a:gd name="csY0" fmla="*/ 28823 h 28822"/>
                <a:gd name="csX1" fmla="*/ 10477 w 27622"/>
                <a:gd name="csY1" fmla="*/ 28823 h 28822"/>
                <a:gd name="csX2" fmla="*/ 7620 w 27622"/>
                <a:gd name="csY2" fmla="*/ 27870 h 28822"/>
                <a:gd name="csX3" fmla="*/ 5715 w 27622"/>
                <a:gd name="csY3" fmla="*/ 26918 h 28822"/>
                <a:gd name="csX4" fmla="*/ 3810 w 27622"/>
                <a:gd name="csY4" fmla="*/ 25013 h 28822"/>
                <a:gd name="csX5" fmla="*/ 0 w 27622"/>
                <a:gd name="csY5" fmla="*/ 14535 h 28822"/>
                <a:gd name="csX6" fmla="*/ 0 w 27622"/>
                <a:gd name="csY6" fmla="*/ 11678 h 28822"/>
                <a:gd name="csX7" fmla="*/ 952 w 27622"/>
                <a:gd name="csY7" fmla="*/ 8820 h 28822"/>
                <a:gd name="csX8" fmla="*/ 1905 w 27622"/>
                <a:gd name="csY8" fmla="*/ 5963 h 28822"/>
                <a:gd name="csX9" fmla="*/ 3810 w 27622"/>
                <a:gd name="csY9" fmla="*/ 4058 h 28822"/>
                <a:gd name="csX10" fmla="*/ 5715 w 27622"/>
                <a:gd name="csY10" fmla="*/ 2153 h 28822"/>
                <a:gd name="csX11" fmla="*/ 7620 w 27622"/>
                <a:gd name="csY11" fmla="*/ 1200 h 28822"/>
                <a:gd name="csX12" fmla="*/ 10477 w 27622"/>
                <a:gd name="csY12" fmla="*/ 248 h 28822"/>
                <a:gd name="csX13" fmla="*/ 23813 w 27622"/>
                <a:gd name="csY13" fmla="*/ 4058 h 28822"/>
                <a:gd name="csX14" fmla="*/ 25718 w 27622"/>
                <a:gd name="csY14" fmla="*/ 5963 h 28822"/>
                <a:gd name="csX15" fmla="*/ 26670 w 27622"/>
                <a:gd name="csY15" fmla="*/ 8820 h 28822"/>
                <a:gd name="csX16" fmla="*/ 27623 w 27622"/>
                <a:gd name="csY16" fmla="*/ 11678 h 28822"/>
                <a:gd name="csX17" fmla="*/ 27623 w 27622"/>
                <a:gd name="csY17" fmla="*/ 14535 h 28822"/>
                <a:gd name="csX18" fmla="*/ 23813 w 27622"/>
                <a:gd name="csY18" fmla="*/ 25013 h 28822"/>
                <a:gd name="csX19" fmla="*/ 13335 w 27622"/>
                <a:gd name="csY19" fmla="*/ 28823 h 2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7622" h="28822">
                  <a:moveTo>
                    <a:pt x="13335" y="28823"/>
                  </a:moveTo>
                  <a:cubicBezTo>
                    <a:pt x="12383" y="28823"/>
                    <a:pt x="11430" y="28823"/>
                    <a:pt x="10477" y="28823"/>
                  </a:cubicBezTo>
                  <a:cubicBezTo>
                    <a:pt x="9525" y="28823"/>
                    <a:pt x="8573" y="28823"/>
                    <a:pt x="7620" y="27870"/>
                  </a:cubicBezTo>
                  <a:cubicBezTo>
                    <a:pt x="6668" y="27870"/>
                    <a:pt x="5715" y="26918"/>
                    <a:pt x="5715" y="26918"/>
                  </a:cubicBezTo>
                  <a:cubicBezTo>
                    <a:pt x="4763" y="25965"/>
                    <a:pt x="3810" y="25965"/>
                    <a:pt x="3810" y="25013"/>
                  </a:cubicBezTo>
                  <a:cubicBezTo>
                    <a:pt x="952" y="22155"/>
                    <a:pt x="0" y="18345"/>
                    <a:pt x="0" y="14535"/>
                  </a:cubicBezTo>
                  <a:cubicBezTo>
                    <a:pt x="0" y="13583"/>
                    <a:pt x="0" y="12630"/>
                    <a:pt x="0" y="11678"/>
                  </a:cubicBezTo>
                  <a:cubicBezTo>
                    <a:pt x="0" y="10725"/>
                    <a:pt x="0" y="9773"/>
                    <a:pt x="952" y="8820"/>
                  </a:cubicBezTo>
                  <a:cubicBezTo>
                    <a:pt x="952" y="7868"/>
                    <a:pt x="1905" y="6915"/>
                    <a:pt x="1905" y="5963"/>
                  </a:cubicBezTo>
                  <a:cubicBezTo>
                    <a:pt x="1905" y="5010"/>
                    <a:pt x="2858" y="4058"/>
                    <a:pt x="3810" y="4058"/>
                  </a:cubicBezTo>
                  <a:cubicBezTo>
                    <a:pt x="4763" y="3105"/>
                    <a:pt x="4763" y="3105"/>
                    <a:pt x="5715" y="2153"/>
                  </a:cubicBezTo>
                  <a:cubicBezTo>
                    <a:pt x="6668" y="1200"/>
                    <a:pt x="7620" y="1200"/>
                    <a:pt x="7620" y="1200"/>
                  </a:cubicBezTo>
                  <a:cubicBezTo>
                    <a:pt x="8573" y="1200"/>
                    <a:pt x="9525" y="248"/>
                    <a:pt x="10477" y="248"/>
                  </a:cubicBezTo>
                  <a:cubicBezTo>
                    <a:pt x="15240" y="-705"/>
                    <a:pt x="20002" y="1200"/>
                    <a:pt x="23813" y="4058"/>
                  </a:cubicBezTo>
                  <a:cubicBezTo>
                    <a:pt x="24765" y="5010"/>
                    <a:pt x="24765" y="5010"/>
                    <a:pt x="25718" y="5963"/>
                  </a:cubicBezTo>
                  <a:cubicBezTo>
                    <a:pt x="26670" y="6915"/>
                    <a:pt x="26670" y="7868"/>
                    <a:pt x="26670" y="8820"/>
                  </a:cubicBezTo>
                  <a:cubicBezTo>
                    <a:pt x="26670" y="9773"/>
                    <a:pt x="27623" y="10725"/>
                    <a:pt x="27623" y="11678"/>
                  </a:cubicBezTo>
                  <a:cubicBezTo>
                    <a:pt x="27623" y="12630"/>
                    <a:pt x="27623" y="13583"/>
                    <a:pt x="27623" y="14535"/>
                  </a:cubicBezTo>
                  <a:cubicBezTo>
                    <a:pt x="27623" y="18345"/>
                    <a:pt x="25718" y="22155"/>
                    <a:pt x="23813" y="25013"/>
                  </a:cubicBezTo>
                  <a:cubicBezTo>
                    <a:pt x="20955" y="26918"/>
                    <a:pt x="17145" y="28823"/>
                    <a:pt x="13335" y="2882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5" name="Forme libre : forme 34">
              <a:extLst>
                <a:ext uri="{FF2B5EF4-FFF2-40B4-BE49-F238E27FC236}">
                  <a16:creationId xmlns:a16="http://schemas.microsoft.com/office/drawing/2014/main" id="{9AEAE25F-FB87-3504-A9B0-AB776919FB43}"/>
                </a:ext>
              </a:extLst>
            </p:cNvPr>
            <p:cNvSpPr/>
            <p:nvPr/>
          </p:nvSpPr>
          <p:spPr>
            <a:xfrm>
              <a:off x="8657277" y="2367775"/>
              <a:ext cx="28575" cy="85725"/>
            </a:xfrm>
            <a:custGeom>
              <a:avLst/>
              <a:gdLst>
                <a:gd name="csX0" fmla="*/ 0 w 28575"/>
                <a:gd name="csY0" fmla="*/ 71438 h 85725"/>
                <a:gd name="csX1" fmla="*/ 14288 w 28575"/>
                <a:gd name="csY1" fmla="*/ 57150 h 85725"/>
                <a:gd name="csX2" fmla="*/ 14288 w 28575"/>
                <a:gd name="csY2" fmla="*/ 57150 h 85725"/>
                <a:gd name="csX3" fmla="*/ 28575 w 28575"/>
                <a:gd name="csY3" fmla="*/ 71438 h 85725"/>
                <a:gd name="csX4" fmla="*/ 28575 w 28575"/>
                <a:gd name="csY4" fmla="*/ 71438 h 85725"/>
                <a:gd name="csX5" fmla="*/ 14288 w 28575"/>
                <a:gd name="csY5" fmla="*/ 85725 h 85725"/>
                <a:gd name="csX6" fmla="*/ 14288 w 28575"/>
                <a:gd name="csY6" fmla="*/ 85725 h 85725"/>
                <a:gd name="csX7" fmla="*/ 0 w 28575"/>
                <a:gd name="csY7" fmla="*/ 71438 h 85725"/>
                <a:gd name="csX8" fmla="*/ 0 w 28575"/>
                <a:gd name="csY8" fmla="*/ 14288 h 85725"/>
                <a:gd name="csX9" fmla="*/ 14288 w 28575"/>
                <a:gd name="csY9" fmla="*/ 0 h 85725"/>
                <a:gd name="csX10" fmla="*/ 14288 w 28575"/>
                <a:gd name="csY10" fmla="*/ 0 h 85725"/>
                <a:gd name="csX11" fmla="*/ 28575 w 28575"/>
                <a:gd name="csY11" fmla="*/ 14288 h 85725"/>
                <a:gd name="csX12" fmla="*/ 28575 w 28575"/>
                <a:gd name="csY12" fmla="*/ 14288 h 85725"/>
                <a:gd name="csX13" fmla="*/ 14288 w 28575"/>
                <a:gd name="csY13" fmla="*/ 28575 h 85725"/>
                <a:gd name="csX14" fmla="*/ 14288 w 28575"/>
                <a:gd name="csY14" fmla="*/ 28575 h 85725"/>
                <a:gd name="csX15" fmla="*/ 0 w 28575"/>
                <a:gd name="csY15" fmla="*/ 14288 h 857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8575" h="85725">
                  <a:moveTo>
                    <a:pt x="0" y="71438"/>
                  </a:moveTo>
                  <a:cubicBezTo>
                    <a:pt x="0" y="63818"/>
                    <a:pt x="6667" y="57150"/>
                    <a:pt x="14288" y="57150"/>
                  </a:cubicBezTo>
                  <a:lnTo>
                    <a:pt x="14288" y="57150"/>
                  </a:lnTo>
                  <a:cubicBezTo>
                    <a:pt x="21908" y="57150"/>
                    <a:pt x="28575" y="63818"/>
                    <a:pt x="28575" y="71438"/>
                  </a:cubicBezTo>
                  <a:lnTo>
                    <a:pt x="28575" y="71438"/>
                  </a:lnTo>
                  <a:cubicBezTo>
                    <a:pt x="28575" y="79057"/>
                    <a:pt x="21908" y="85725"/>
                    <a:pt x="14288" y="85725"/>
                  </a:cubicBezTo>
                  <a:lnTo>
                    <a:pt x="14288" y="85725"/>
                  </a:lnTo>
                  <a:cubicBezTo>
                    <a:pt x="6667" y="85725"/>
                    <a:pt x="0" y="79057"/>
                    <a:pt x="0" y="71438"/>
                  </a:cubicBezTo>
                  <a:close/>
                  <a:moveTo>
                    <a:pt x="0" y="14288"/>
                  </a:moveTo>
                  <a:cubicBezTo>
                    <a:pt x="0" y="6667"/>
                    <a:pt x="6667" y="0"/>
                    <a:pt x="14288" y="0"/>
                  </a:cubicBezTo>
                  <a:lnTo>
                    <a:pt x="14288" y="0"/>
                  </a:lnTo>
                  <a:cubicBezTo>
                    <a:pt x="21908" y="0"/>
                    <a:pt x="28575" y="6667"/>
                    <a:pt x="28575" y="14288"/>
                  </a:cubicBezTo>
                  <a:lnTo>
                    <a:pt x="28575" y="14288"/>
                  </a:lnTo>
                  <a:cubicBezTo>
                    <a:pt x="28575" y="21908"/>
                    <a:pt x="21908" y="28575"/>
                    <a:pt x="14288" y="28575"/>
                  </a:cubicBezTo>
                  <a:lnTo>
                    <a:pt x="14288" y="28575"/>
                  </a:lnTo>
                  <a:cubicBezTo>
                    <a:pt x="6667" y="28575"/>
                    <a:pt x="0" y="21908"/>
                    <a:pt x="0" y="14288"/>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36" name="Espace réservé du contenu 13">
              <a:extLst>
                <a:ext uri="{FF2B5EF4-FFF2-40B4-BE49-F238E27FC236}">
                  <a16:creationId xmlns:a16="http://schemas.microsoft.com/office/drawing/2014/main" id="{6653D8C5-2299-CD61-712B-A0E05322D53E}"/>
                </a:ext>
              </a:extLst>
            </p:cNvPr>
            <p:cNvGrpSpPr/>
            <p:nvPr/>
          </p:nvGrpSpPr>
          <p:grpSpPr>
            <a:xfrm>
              <a:off x="7971477" y="2339200"/>
              <a:ext cx="667702" cy="857250"/>
              <a:chOff x="7971477" y="2339200"/>
              <a:chExt cx="667702" cy="857250"/>
            </a:xfrm>
            <a:grpFill/>
          </p:grpSpPr>
          <p:sp>
            <p:nvSpPr>
              <p:cNvPr id="37" name="Forme libre : forme 36">
                <a:extLst>
                  <a:ext uri="{FF2B5EF4-FFF2-40B4-BE49-F238E27FC236}">
                    <a16:creationId xmlns:a16="http://schemas.microsoft.com/office/drawing/2014/main" id="{0C6311F0-1899-DEC4-BD58-DC64895D8F12}"/>
                  </a:ext>
                </a:extLst>
              </p:cNvPr>
              <p:cNvSpPr/>
              <p:nvPr/>
            </p:nvSpPr>
            <p:spPr>
              <a:xfrm>
                <a:off x="7971477" y="2339200"/>
                <a:ext cx="614362" cy="857250"/>
              </a:xfrm>
              <a:custGeom>
                <a:avLst/>
                <a:gdLst>
                  <a:gd name="csX0" fmla="*/ 278130 w 614362"/>
                  <a:gd name="csY0" fmla="*/ 559118 h 857250"/>
                  <a:gd name="csX1" fmla="*/ 187643 w 614362"/>
                  <a:gd name="csY1" fmla="*/ 649605 h 857250"/>
                  <a:gd name="csX2" fmla="*/ 166688 w 614362"/>
                  <a:gd name="csY2" fmla="*/ 657225 h 857250"/>
                  <a:gd name="csX3" fmla="*/ 166688 w 614362"/>
                  <a:gd name="csY3" fmla="*/ 657225 h 857250"/>
                  <a:gd name="csX4" fmla="*/ 114300 w 614362"/>
                  <a:gd name="csY4" fmla="*/ 657225 h 857250"/>
                  <a:gd name="csX5" fmla="*/ 114300 w 614362"/>
                  <a:gd name="csY5" fmla="*/ 421005 h 857250"/>
                  <a:gd name="csX6" fmla="*/ 206693 w 614362"/>
                  <a:gd name="csY6" fmla="*/ 185738 h 857250"/>
                  <a:gd name="csX7" fmla="*/ 442913 w 614362"/>
                  <a:gd name="csY7" fmla="*/ 85725 h 857250"/>
                  <a:gd name="csX8" fmla="*/ 481013 w 614362"/>
                  <a:gd name="csY8" fmla="*/ 85725 h 857250"/>
                  <a:gd name="csX9" fmla="*/ 490538 w 614362"/>
                  <a:gd name="csY9" fmla="*/ 95250 h 857250"/>
                  <a:gd name="csX10" fmla="*/ 490538 w 614362"/>
                  <a:gd name="csY10" fmla="*/ 142875 h 857250"/>
                  <a:gd name="csX11" fmla="*/ 614363 w 614362"/>
                  <a:gd name="csY11" fmla="*/ 71438 h 857250"/>
                  <a:gd name="csX12" fmla="*/ 490538 w 614362"/>
                  <a:gd name="csY12" fmla="*/ 0 h 857250"/>
                  <a:gd name="csX13" fmla="*/ 490538 w 614362"/>
                  <a:gd name="csY13" fmla="*/ 47625 h 857250"/>
                  <a:gd name="csX14" fmla="*/ 481013 w 614362"/>
                  <a:gd name="csY14" fmla="*/ 57150 h 857250"/>
                  <a:gd name="csX15" fmla="*/ 449580 w 614362"/>
                  <a:gd name="csY15" fmla="*/ 57150 h 857250"/>
                  <a:gd name="csX16" fmla="*/ 194310 w 614362"/>
                  <a:gd name="csY16" fmla="*/ 157163 h 857250"/>
                  <a:gd name="csX17" fmla="*/ 85725 w 614362"/>
                  <a:gd name="csY17" fmla="*/ 414338 h 857250"/>
                  <a:gd name="csX18" fmla="*/ 85725 w 614362"/>
                  <a:gd name="csY18" fmla="*/ 657225 h 857250"/>
                  <a:gd name="csX19" fmla="*/ 33338 w 614362"/>
                  <a:gd name="csY19" fmla="*/ 657225 h 857250"/>
                  <a:gd name="csX20" fmla="*/ 0 w 614362"/>
                  <a:gd name="csY20" fmla="*/ 690563 h 857250"/>
                  <a:gd name="csX21" fmla="*/ 0 w 614362"/>
                  <a:gd name="csY21" fmla="*/ 823913 h 857250"/>
                  <a:gd name="csX22" fmla="*/ 33338 w 614362"/>
                  <a:gd name="csY22" fmla="*/ 857250 h 857250"/>
                  <a:gd name="csX23" fmla="*/ 166688 w 614362"/>
                  <a:gd name="csY23" fmla="*/ 857250 h 857250"/>
                  <a:gd name="csX24" fmla="*/ 200025 w 614362"/>
                  <a:gd name="csY24" fmla="*/ 823913 h 857250"/>
                  <a:gd name="csX25" fmla="*/ 200025 w 614362"/>
                  <a:gd name="csY25" fmla="*/ 690563 h 857250"/>
                  <a:gd name="csX26" fmla="*/ 200025 w 614362"/>
                  <a:gd name="csY26" fmla="*/ 690563 h 857250"/>
                  <a:gd name="csX27" fmla="*/ 207645 w 614362"/>
                  <a:gd name="csY27" fmla="*/ 669608 h 857250"/>
                  <a:gd name="csX28" fmla="*/ 298133 w 614362"/>
                  <a:gd name="csY28" fmla="*/ 579120 h 857250"/>
                  <a:gd name="csX29" fmla="*/ 313373 w 614362"/>
                  <a:gd name="csY29" fmla="*/ 594360 h 857250"/>
                  <a:gd name="csX30" fmla="*/ 331470 w 614362"/>
                  <a:gd name="csY30" fmla="*/ 525780 h 857250"/>
                  <a:gd name="csX31" fmla="*/ 262890 w 614362"/>
                  <a:gd name="csY31" fmla="*/ 543878 h 857250"/>
                  <a:gd name="csX32" fmla="*/ 278130 w 614362"/>
                  <a:gd name="csY32" fmla="*/ 559118 h 857250"/>
                  <a:gd name="csX33" fmla="*/ 171450 w 614362"/>
                  <a:gd name="csY33" fmla="*/ 823913 h 857250"/>
                  <a:gd name="csX34" fmla="*/ 166688 w 614362"/>
                  <a:gd name="csY34" fmla="*/ 828675 h 857250"/>
                  <a:gd name="csX35" fmla="*/ 33338 w 614362"/>
                  <a:gd name="csY35" fmla="*/ 828675 h 857250"/>
                  <a:gd name="csX36" fmla="*/ 28575 w 614362"/>
                  <a:gd name="csY36" fmla="*/ 823913 h 857250"/>
                  <a:gd name="csX37" fmla="*/ 28575 w 614362"/>
                  <a:gd name="csY37" fmla="*/ 690563 h 857250"/>
                  <a:gd name="csX38" fmla="*/ 33338 w 614362"/>
                  <a:gd name="csY38" fmla="*/ 685800 h 857250"/>
                  <a:gd name="csX39" fmla="*/ 100013 w 614362"/>
                  <a:gd name="csY39" fmla="*/ 685800 h 857250"/>
                  <a:gd name="csX40" fmla="*/ 100013 w 614362"/>
                  <a:gd name="csY40" fmla="*/ 685800 h 857250"/>
                  <a:gd name="csX41" fmla="*/ 166688 w 614362"/>
                  <a:gd name="csY41" fmla="*/ 685800 h 857250"/>
                  <a:gd name="csX42" fmla="*/ 171450 w 614362"/>
                  <a:gd name="csY42" fmla="*/ 690563 h 857250"/>
                  <a:gd name="csX43" fmla="*/ 171450 w 614362"/>
                  <a:gd name="csY43" fmla="*/ 823913 h 857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614362" h="857250">
                    <a:moveTo>
                      <a:pt x="278130" y="559118"/>
                    </a:moveTo>
                    <a:lnTo>
                      <a:pt x="187643" y="649605"/>
                    </a:lnTo>
                    <a:cubicBezTo>
                      <a:pt x="181928" y="655320"/>
                      <a:pt x="174308" y="657225"/>
                      <a:pt x="166688" y="657225"/>
                    </a:cubicBezTo>
                    <a:lnTo>
                      <a:pt x="166688" y="657225"/>
                    </a:lnTo>
                    <a:lnTo>
                      <a:pt x="114300" y="657225"/>
                    </a:lnTo>
                    <a:cubicBezTo>
                      <a:pt x="114300" y="627698"/>
                      <a:pt x="114300" y="551498"/>
                      <a:pt x="114300" y="421005"/>
                    </a:cubicBezTo>
                    <a:cubicBezTo>
                      <a:pt x="114300" y="333375"/>
                      <a:pt x="145733" y="248602"/>
                      <a:pt x="206693" y="185738"/>
                    </a:cubicBezTo>
                    <a:cubicBezTo>
                      <a:pt x="269558" y="120968"/>
                      <a:pt x="353378" y="85725"/>
                      <a:pt x="442913" y="85725"/>
                    </a:cubicBezTo>
                    <a:lnTo>
                      <a:pt x="481013" y="85725"/>
                    </a:lnTo>
                    <a:cubicBezTo>
                      <a:pt x="486728" y="85725"/>
                      <a:pt x="490538" y="89535"/>
                      <a:pt x="490538" y="95250"/>
                    </a:cubicBezTo>
                    <a:lnTo>
                      <a:pt x="490538" y="142875"/>
                    </a:lnTo>
                    <a:lnTo>
                      <a:pt x="614363" y="71438"/>
                    </a:lnTo>
                    <a:lnTo>
                      <a:pt x="490538" y="0"/>
                    </a:lnTo>
                    <a:lnTo>
                      <a:pt x="490538" y="47625"/>
                    </a:lnTo>
                    <a:cubicBezTo>
                      <a:pt x="490538" y="53340"/>
                      <a:pt x="486728" y="57150"/>
                      <a:pt x="481013" y="57150"/>
                    </a:cubicBezTo>
                    <a:lnTo>
                      <a:pt x="449580" y="57150"/>
                    </a:lnTo>
                    <a:cubicBezTo>
                      <a:pt x="355283" y="57150"/>
                      <a:pt x="262890" y="91440"/>
                      <a:pt x="194310" y="157163"/>
                    </a:cubicBezTo>
                    <a:cubicBezTo>
                      <a:pt x="123825" y="224790"/>
                      <a:pt x="85725" y="316230"/>
                      <a:pt x="85725" y="414338"/>
                    </a:cubicBezTo>
                    <a:cubicBezTo>
                      <a:pt x="85725" y="503873"/>
                      <a:pt x="85725" y="617220"/>
                      <a:pt x="85725" y="657225"/>
                    </a:cubicBezTo>
                    <a:lnTo>
                      <a:pt x="33338" y="657225"/>
                    </a:lnTo>
                    <a:cubicBezTo>
                      <a:pt x="15240" y="657225"/>
                      <a:pt x="0" y="672465"/>
                      <a:pt x="0" y="690563"/>
                    </a:cubicBezTo>
                    <a:lnTo>
                      <a:pt x="0" y="823913"/>
                    </a:lnTo>
                    <a:cubicBezTo>
                      <a:pt x="0" y="842010"/>
                      <a:pt x="15240" y="857250"/>
                      <a:pt x="33338" y="857250"/>
                    </a:cubicBezTo>
                    <a:lnTo>
                      <a:pt x="166688" y="857250"/>
                    </a:lnTo>
                    <a:cubicBezTo>
                      <a:pt x="184785" y="857250"/>
                      <a:pt x="200025" y="842010"/>
                      <a:pt x="200025" y="823913"/>
                    </a:cubicBezTo>
                    <a:lnTo>
                      <a:pt x="200025" y="690563"/>
                    </a:lnTo>
                    <a:lnTo>
                      <a:pt x="200025" y="690563"/>
                    </a:lnTo>
                    <a:cubicBezTo>
                      <a:pt x="200025" y="682943"/>
                      <a:pt x="201930" y="675323"/>
                      <a:pt x="207645" y="669608"/>
                    </a:cubicBezTo>
                    <a:lnTo>
                      <a:pt x="298133" y="579120"/>
                    </a:lnTo>
                    <a:lnTo>
                      <a:pt x="313373" y="594360"/>
                    </a:lnTo>
                    <a:lnTo>
                      <a:pt x="331470" y="525780"/>
                    </a:lnTo>
                    <a:lnTo>
                      <a:pt x="262890" y="543878"/>
                    </a:lnTo>
                    <a:lnTo>
                      <a:pt x="278130" y="559118"/>
                    </a:lnTo>
                    <a:close/>
                    <a:moveTo>
                      <a:pt x="171450" y="823913"/>
                    </a:moveTo>
                    <a:cubicBezTo>
                      <a:pt x="171450" y="826770"/>
                      <a:pt x="169545" y="828675"/>
                      <a:pt x="166688" y="828675"/>
                    </a:cubicBezTo>
                    <a:lnTo>
                      <a:pt x="33338" y="828675"/>
                    </a:lnTo>
                    <a:cubicBezTo>
                      <a:pt x="30480" y="828675"/>
                      <a:pt x="28575" y="826770"/>
                      <a:pt x="28575" y="823913"/>
                    </a:cubicBezTo>
                    <a:lnTo>
                      <a:pt x="28575" y="690563"/>
                    </a:lnTo>
                    <a:cubicBezTo>
                      <a:pt x="28575" y="687705"/>
                      <a:pt x="30480" y="685800"/>
                      <a:pt x="33338" y="685800"/>
                    </a:cubicBezTo>
                    <a:lnTo>
                      <a:pt x="100013" y="685800"/>
                    </a:lnTo>
                    <a:lnTo>
                      <a:pt x="100013" y="685800"/>
                    </a:lnTo>
                    <a:lnTo>
                      <a:pt x="166688" y="685800"/>
                    </a:lnTo>
                    <a:cubicBezTo>
                      <a:pt x="169545" y="685800"/>
                      <a:pt x="171450" y="687705"/>
                      <a:pt x="171450" y="690563"/>
                    </a:cubicBezTo>
                    <a:lnTo>
                      <a:pt x="171450" y="823913"/>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38" name="Forme libre : forme 37">
                <a:extLst>
                  <a:ext uri="{FF2B5EF4-FFF2-40B4-BE49-F238E27FC236}">
                    <a16:creationId xmlns:a16="http://schemas.microsoft.com/office/drawing/2014/main" id="{CA3F6568-A92D-A125-6F58-57028E64C25A}"/>
                  </a:ext>
                </a:extLst>
              </p:cNvPr>
              <p:cNvSpPr/>
              <p:nvPr/>
            </p:nvSpPr>
            <p:spPr>
              <a:xfrm>
                <a:off x="8314377" y="2527795"/>
                <a:ext cx="324802" cy="324802"/>
              </a:xfrm>
              <a:custGeom>
                <a:avLst/>
                <a:gdLst>
                  <a:gd name="csX0" fmla="*/ 306705 w 324802"/>
                  <a:gd name="csY0" fmla="*/ 68580 h 324802"/>
                  <a:gd name="csX1" fmla="*/ 324803 w 324802"/>
                  <a:gd name="csY1" fmla="*/ 0 h 324802"/>
                  <a:gd name="csX2" fmla="*/ 256223 w 324802"/>
                  <a:gd name="csY2" fmla="*/ 18098 h 324802"/>
                  <a:gd name="csX3" fmla="*/ 271463 w 324802"/>
                  <a:gd name="csY3" fmla="*/ 33338 h 324802"/>
                  <a:gd name="csX4" fmla="*/ 187643 w 324802"/>
                  <a:gd name="csY4" fmla="*/ 117157 h 324802"/>
                  <a:gd name="csX5" fmla="*/ 166688 w 324802"/>
                  <a:gd name="csY5" fmla="*/ 124778 h 324802"/>
                  <a:gd name="csX6" fmla="*/ 166688 w 324802"/>
                  <a:gd name="csY6" fmla="*/ 124778 h 324802"/>
                  <a:gd name="csX7" fmla="*/ 33338 w 324802"/>
                  <a:gd name="csY7" fmla="*/ 124778 h 324802"/>
                  <a:gd name="csX8" fmla="*/ 0 w 324802"/>
                  <a:gd name="csY8" fmla="*/ 158115 h 324802"/>
                  <a:gd name="csX9" fmla="*/ 0 w 324802"/>
                  <a:gd name="csY9" fmla="*/ 291465 h 324802"/>
                  <a:gd name="csX10" fmla="*/ 33338 w 324802"/>
                  <a:gd name="csY10" fmla="*/ 324803 h 324802"/>
                  <a:gd name="csX11" fmla="*/ 166688 w 324802"/>
                  <a:gd name="csY11" fmla="*/ 324803 h 324802"/>
                  <a:gd name="csX12" fmla="*/ 200025 w 324802"/>
                  <a:gd name="csY12" fmla="*/ 291465 h 324802"/>
                  <a:gd name="csX13" fmla="*/ 200025 w 324802"/>
                  <a:gd name="csY13" fmla="*/ 159068 h 324802"/>
                  <a:gd name="csX14" fmla="*/ 200025 w 324802"/>
                  <a:gd name="csY14" fmla="*/ 159068 h 324802"/>
                  <a:gd name="csX15" fmla="*/ 207645 w 324802"/>
                  <a:gd name="csY15" fmla="*/ 138113 h 324802"/>
                  <a:gd name="csX16" fmla="*/ 291465 w 324802"/>
                  <a:gd name="csY16" fmla="*/ 54293 h 324802"/>
                  <a:gd name="csX17" fmla="*/ 306705 w 324802"/>
                  <a:gd name="csY17" fmla="*/ 68580 h 324802"/>
                  <a:gd name="csX18" fmla="*/ 171450 w 324802"/>
                  <a:gd name="csY18" fmla="*/ 292418 h 324802"/>
                  <a:gd name="csX19" fmla="*/ 166688 w 324802"/>
                  <a:gd name="csY19" fmla="*/ 297180 h 324802"/>
                  <a:gd name="csX20" fmla="*/ 33338 w 324802"/>
                  <a:gd name="csY20" fmla="*/ 297180 h 324802"/>
                  <a:gd name="csX21" fmla="*/ 28575 w 324802"/>
                  <a:gd name="csY21" fmla="*/ 292418 h 324802"/>
                  <a:gd name="csX22" fmla="*/ 28575 w 324802"/>
                  <a:gd name="csY22" fmla="*/ 159068 h 324802"/>
                  <a:gd name="csX23" fmla="*/ 33338 w 324802"/>
                  <a:gd name="csY23" fmla="*/ 154305 h 324802"/>
                  <a:gd name="csX24" fmla="*/ 166688 w 324802"/>
                  <a:gd name="csY24" fmla="*/ 154305 h 324802"/>
                  <a:gd name="csX25" fmla="*/ 171450 w 324802"/>
                  <a:gd name="csY25" fmla="*/ 159068 h 324802"/>
                  <a:gd name="csX26" fmla="*/ 171450 w 324802"/>
                  <a:gd name="csY26" fmla="*/ 292418 h 324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24802" h="324802">
                    <a:moveTo>
                      <a:pt x="306705" y="68580"/>
                    </a:moveTo>
                    <a:lnTo>
                      <a:pt x="324803" y="0"/>
                    </a:lnTo>
                    <a:lnTo>
                      <a:pt x="256223" y="18098"/>
                    </a:lnTo>
                    <a:lnTo>
                      <a:pt x="271463" y="33338"/>
                    </a:lnTo>
                    <a:lnTo>
                      <a:pt x="187643" y="117157"/>
                    </a:lnTo>
                    <a:cubicBezTo>
                      <a:pt x="181927" y="122873"/>
                      <a:pt x="174308" y="124778"/>
                      <a:pt x="166688" y="124778"/>
                    </a:cubicBezTo>
                    <a:lnTo>
                      <a:pt x="166688" y="124778"/>
                    </a:lnTo>
                    <a:lnTo>
                      <a:pt x="33338" y="124778"/>
                    </a:lnTo>
                    <a:cubicBezTo>
                      <a:pt x="15240" y="124778"/>
                      <a:pt x="0" y="140018"/>
                      <a:pt x="0" y="158115"/>
                    </a:cubicBezTo>
                    <a:lnTo>
                      <a:pt x="0" y="291465"/>
                    </a:lnTo>
                    <a:cubicBezTo>
                      <a:pt x="0" y="309563"/>
                      <a:pt x="15240" y="324803"/>
                      <a:pt x="33338" y="324803"/>
                    </a:cubicBezTo>
                    <a:lnTo>
                      <a:pt x="166688" y="324803"/>
                    </a:lnTo>
                    <a:cubicBezTo>
                      <a:pt x="184785" y="324803"/>
                      <a:pt x="200025" y="309563"/>
                      <a:pt x="200025" y="291465"/>
                    </a:cubicBezTo>
                    <a:lnTo>
                      <a:pt x="200025" y="159068"/>
                    </a:lnTo>
                    <a:lnTo>
                      <a:pt x="200025" y="159068"/>
                    </a:lnTo>
                    <a:cubicBezTo>
                      <a:pt x="200025" y="151448"/>
                      <a:pt x="201930" y="143828"/>
                      <a:pt x="207645" y="138113"/>
                    </a:cubicBezTo>
                    <a:lnTo>
                      <a:pt x="291465" y="54293"/>
                    </a:lnTo>
                    <a:lnTo>
                      <a:pt x="306705" y="68580"/>
                    </a:lnTo>
                    <a:close/>
                    <a:moveTo>
                      <a:pt x="171450" y="292418"/>
                    </a:moveTo>
                    <a:cubicBezTo>
                      <a:pt x="171450" y="295275"/>
                      <a:pt x="169545" y="297180"/>
                      <a:pt x="166688" y="297180"/>
                    </a:cubicBezTo>
                    <a:lnTo>
                      <a:pt x="33338" y="297180"/>
                    </a:lnTo>
                    <a:cubicBezTo>
                      <a:pt x="30480" y="297180"/>
                      <a:pt x="28575" y="295275"/>
                      <a:pt x="28575" y="292418"/>
                    </a:cubicBezTo>
                    <a:lnTo>
                      <a:pt x="28575" y="159068"/>
                    </a:lnTo>
                    <a:cubicBezTo>
                      <a:pt x="28575" y="156210"/>
                      <a:pt x="30480" y="154305"/>
                      <a:pt x="33338" y="154305"/>
                    </a:cubicBezTo>
                    <a:lnTo>
                      <a:pt x="166688" y="154305"/>
                    </a:lnTo>
                    <a:cubicBezTo>
                      <a:pt x="169545" y="154305"/>
                      <a:pt x="171450" y="156210"/>
                      <a:pt x="171450" y="159068"/>
                    </a:cubicBezTo>
                    <a:lnTo>
                      <a:pt x="171450" y="292418"/>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sp>
        <p:nvSpPr>
          <p:cNvPr id="48" name="Rectangle : coins arrondis 47">
            <a:extLst>
              <a:ext uri="{FF2B5EF4-FFF2-40B4-BE49-F238E27FC236}">
                <a16:creationId xmlns:a16="http://schemas.microsoft.com/office/drawing/2014/main" id="{A698FBEB-04FC-61E9-2347-9368B786FC62}"/>
              </a:ext>
            </a:extLst>
          </p:cNvPr>
          <p:cNvSpPr/>
          <p:nvPr/>
        </p:nvSpPr>
        <p:spPr>
          <a:xfrm>
            <a:off x="6289945" y="1140088"/>
            <a:ext cx="5760000" cy="334706"/>
          </a:xfrm>
          <a:prstGeom prst="roundRect">
            <a:avLst/>
          </a:prstGeom>
          <a:solidFill>
            <a:srgbClr val="0084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rPr>
              <a:t>EN CAS DE</a:t>
            </a:r>
          </a:p>
        </p:txBody>
      </p:sp>
      <p:grpSp>
        <p:nvGrpSpPr>
          <p:cNvPr id="117" name="Groupe 116">
            <a:extLst>
              <a:ext uri="{FF2B5EF4-FFF2-40B4-BE49-F238E27FC236}">
                <a16:creationId xmlns:a16="http://schemas.microsoft.com/office/drawing/2014/main" id="{96C45ECE-EEA5-9E8F-28F0-2EBDF70AB679}"/>
              </a:ext>
            </a:extLst>
          </p:cNvPr>
          <p:cNvGrpSpPr/>
          <p:nvPr/>
        </p:nvGrpSpPr>
        <p:grpSpPr>
          <a:xfrm>
            <a:off x="8148031" y="1550233"/>
            <a:ext cx="2039891" cy="540000"/>
            <a:chOff x="8116990" y="1648553"/>
            <a:chExt cx="2039891" cy="540000"/>
          </a:xfrm>
        </p:grpSpPr>
        <p:sp>
          <p:nvSpPr>
            <p:cNvPr id="52" name="Bulle narrative : rectangle à coins arrondis 51">
              <a:extLst>
                <a:ext uri="{FF2B5EF4-FFF2-40B4-BE49-F238E27FC236}">
                  <a16:creationId xmlns:a16="http://schemas.microsoft.com/office/drawing/2014/main" id="{1871586D-0877-6970-48C1-8C1D70EE786B}"/>
                </a:ext>
              </a:extLst>
            </p:cNvPr>
            <p:cNvSpPr>
              <a:spLocks noChangeAspect="1"/>
            </p:cNvSpPr>
            <p:nvPr/>
          </p:nvSpPr>
          <p:spPr>
            <a:xfrm>
              <a:off x="8428881" y="1693641"/>
              <a:ext cx="1728000" cy="449824"/>
            </a:xfrm>
            <a:prstGeom prst="wedgeRoundRectCallout">
              <a:avLst>
                <a:gd name="adj1" fmla="val -20833"/>
                <a:gd name="adj2" fmla="val 45014"/>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Désengagement ?</a:t>
              </a:r>
            </a:p>
          </p:txBody>
        </p:sp>
        <p:pic>
          <p:nvPicPr>
            <p:cNvPr id="53" name="Graphique 52" descr="Visage confus avec remplissage solide avec un remplissage uni">
              <a:extLst>
                <a:ext uri="{FF2B5EF4-FFF2-40B4-BE49-F238E27FC236}">
                  <a16:creationId xmlns:a16="http://schemas.microsoft.com/office/drawing/2014/main" id="{4E2A9728-0B0E-F563-EFA3-6492128B58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116990" y="1648553"/>
              <a:ext cx="540000" cy="540000"/>
            </a:xfrm>
            <a:prstGeom prst="rect">
              <a:avLst/>
            </a:prstGeom>
          </p:spPr>
        </p:pic>
      </p:grpSp>
      <p:grpSp>
        <p:nvGrpSpPr>
          <p:cNvPr id="116" name="Groupe 115">
            <a:extLst>
              <a:ext uri="{FF2B5EF4-FFF2-40B4-BE49-F238E27FC236}">
                <a16:creationId xmlns:a16="http://schemas.microsoft.com/office/drawing/2014/main" id="{731D5CCA-1BC5-8627-F907-8FECA58FAB64}"/>
              </a:ext>
            </a:extLst>
          </p:cNvPr>
          <p:cNvGrpSpPr/>
          <p:nvPr/>
        </p:nvGrpSpPr>
        <p:grpSpPr>
          <a:xfrm>
            <a:off x="6289945" y="1527692"/>
            <a:ext cx="1870773" cy="540000"/>
            <a:chOff x="6162127" y="1626012"/>
            <a:chExt cx="1870773" cy="540000"/>
          </a:xfrm>
        </p:grpSpPr>
        <p:sp>
          <p:nvSpPr>
            <p:cNvPr id="50" name="Bulle narrative : rectangle à coins arrondis 49">
              <a:extLst>
                <a:ext uri="{FF2B5EF4-FFF2-40B4-BE49-F238E27FC236}">
                  <a16:creationId xmlns:a16="http://schemas.microsoft.com/office/drawing/2014/main" id="{8935612A-8C09-69CA-5D30-E44E3B951126}"/>
                </a:ext>
              </a:extLst>
            </p:cNvPr>
            <p:cNvSpPr>
              <a:spLocks noChangeAspect="1"/>
            </p:cNvSpPr>
            <p:nvPr/>
          </p:nvSpPr>
          <p:spPr>
            <a:xfrm>
              <a:off x="6304900" y="1671100"/>
              <a:ext cx="1728000" cy="449824"/>
            </a:xfrm>
            <a:prstGeom prst="wedgeRoundRectCallout">
              <a:avLst>
                <a:gd name="adj1" fmla="val -22540"/>
                <a:gd name="adj2" fmla="val 47199"/>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Blocage ? </a:t>
              </a:r>
            </a:p>
          </p:txBody>
        </p:sp>
        <p:pic>
          <p:nvPicPr>
            <p:cNvPr id="51" name="Graphique 50" descr="Stop avec un remplissage uni">
              <a:extLst>
                <a:ext uri="{FF2B5EF4-FFF2-40B4-BE49-F238E27FC236}">
                  <a16:creationId xmlns:a16="http://schemas.microsoft.com/office/drawing/2014/main" id="{1D862A7F-75D3-478F-8D18-FB26F924D5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2127" y="1626012"/>
              <a:ext cx="540000" cy="540000"/>
            </a:xfrm>
            <a:prstGeom prst="rect">
              <a:avLst/>
            </a:prstGeom>
          </p:spPr>
        </p:pic>
      </p:grpSp>
      <p:grpSp>
        <p:nvGrpSpPr>
          <p:cNvPr id="115" name="Groupe 114">
            <a:extLst>
              <a:ext uri="{FF2B5EF4-FFF2-40B4-BE49-F238E27FC236}">
                <a16:creationId xmlns:a16="http://schemas.microsoft.com/office/drawing/2014/main" id="{0818B089-EEDE-6EE9-ABD3-80DF29C63EBF}"/>
              </a:ext>
            </a:extLst>
          </p:cNvPr>
          <p:cNvGrpSpPr/>
          <p:nvPr/>
        </p:nvGrpSpPr>
        <p:grpSpPr>
          <a:xfrm>
            <a:off x="10175235" y="1527692"/>
            <a:ext cx="1874710" cy="540000"/>
            <a:chOff x="10240971" y="1626012"/>
            <a:chExt cx="1874710" cy="540000"/>
          </a:xfrm>
        </p:grpSpPr>
        <p:sp>
          <p:nvSpPr>
            <p:cNvPr id="49" name="Bulle narrative : rectangle à coins arrondis 48">
              <a:extLst>
                <a:ext uri="{FF2B5EF4-FFF2-40B4-BE49-F238E27FC236}">
                  <a16:creationId xmlns:a16="http://schemas.microsoft.com/office/drawing/2014/main" id="{42115D7D-9E3E-8DC3-E32A-5666E1FF921A}"/>
                </a:ext>
              </a:extLst>
            </p:cNvPr>
            <p:cNvSpPr>
              <a:spLocks noChangeAspect="1"/>
            </p:cNvSpPr>
            <p:nvPr/>
          </p:nvSpPr>
          <p:spPr>
            <a:xfrm>
              <a:off x="10387681" y="1671100"/>
              <a:ext cx="1728000" cy="449824"/>
            </a:xfrm>
            <a:prstGeom prst="wedgeRoundRectCallout">
              <a:avLst>
                <a:gd name="adj1" fmla="val -21402"/>
                <a:gd name="adj2" fmla="val 40642"/>
                <a:gd name="adj3" fmla="val 16667"/>
              </a:avLst>
            </a:prstGeom>
            <a:solidFill>
              <a:srgbClr val="F1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Surcharge ?</a:t>
              </a:r>
            </a:p>
          </p:txBody>
        </p:sp>
        <p:pic>
          <p:nvPicPr>
            <p:cNvPr id="54" name="Graphique 53" descr="Visage triste à remplissage solide avec un remplissage uni">
              <a:extLst>
                <a:ext uri="{FF2B5EF4-FFF2-40B4-BE49-F238E27FC236}">
                  <a16:creationId xmlns:a16="http://schemas.microsoft.com/office/drawing/2014/main" id="{6115AD6F-9DE4-576E-2E19-E23B92E5F722}"/>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240971" y="1626012"/>
              <a:ext cx="540000" cy="540000"/>
            </a:xfrm>
            <a:prstGeom prst="rect">
              <a:avLst/>
            </a:prstGeom>
          </p:spPr>
        </p:pic>
      </p:grpSp>
      <p:sp>
        <p:nvSpPr>
          <p:cNvPr id="61" name="Triangle isocèle 60">
            <a:extLst>
              <a:ext uri="{FF2B5EF4-FFF2-40B4-BE49-F238E27FC236}">
                <a16:creationId xmlns:a16="http://schemas.microsoft.com/office/drawing/2014/main" id="{9DE04187-F9A5-0A23-0144-8CC4A2ACC04A}"/>
              </a:ext>
            </a:extLst>
          </p:cNvPr>
          <p:cNvSpPr/>
          <p:nvPr/>
        </p:nvSpPr>
        <p:spPr>
          <a:xfrm flipV="1">
            <a:off x="6289945" y="2174542"/>
            <a:ext cx="5760000" cy="216000"/>
          </a:xfrm>
          <a:prstGeom prst="triangle">
            <a:avLst/>
          </a:prstGeom>
          <a:solidFill>
            <a:srgbClr val="A4C8E1">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sp>
        <p:nvSpPr>
          <p:cNvPr id="4" name="Titre 1">
            <a:extLst>
              <a:ext uri="{FF2B5EF4-FFF2-40B4-BE49-F238E27FC236}">
                <a16:creationId xmlns:a16="http://schemas.microsoft.com/office/drawing/2014/main" id="{02C09DB5-0478-E21F-B758-0190011DE1EC}"/>
              </a:ext>
            </a:extLst>
          </p:cNvPr>
          <p:cNvSpPr txBox="1">
            <a:spLocks/>
          </p:cNvSpPr>
          <p:nvPr/>
        </p:nvSpPr>
        <p:spPr>
          <a:xfrm>
            <a:off x="6442243" y="122402"/>
            <a:ext cx="5400000" cy="664797"/>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ctr" defTabSz="914355" rtl="0" eaLnBrk="1" fontAlgn="auto" latinLnBrk="0" hangingPunct="1">
              <a:lnSpc>
                <a:spcPct val="90000"/>
              </a:lnSpc>
              <a:spcBef>
                <a:spcPct val="0"/>
              </a:spcBef>
              <a:spcAft>
                <a:spcPts val="0"/>
              </a:spcAft>
              <a:buClrTx/>
              <a:buSzTx/>
              <a:buFontTx/>
              <a:buNone/>
              <a:tabLst/>
              <a:defRPr/>
            </a:pPr>
            <a:r>
              <a:rPr kumimoji="0" lang="fr-FR" sz="2400" b="1" i="0" u="none" strike="noStrike" kern="1200" cap="none" spc="0" normalizeH="0" baseline="0" noProof="0">
                <a:ln>
                  <a:noFill/>
                </a:ln>
                <a:solidFill>
                  <a:srgbClr val="003865"/>
                </a:solidFill>
                <a:effectLst/>
                <a:uLnTx/>
                <a:uFillTx/>
                <a:latin typeface="Avenir LT Std 45 Book" panose="020B0502020203020204" pitchFamily="34" charset="0"/>
                <a:ea typeface="+mj-ea"/>
                <a:cs typeface="Arial" panose="020B0604020202020204" pitchFamily="34" charset="0"/>
              </a:rPr>
              <a:t>Bonnes pratiques préventives sur la gestion de projet</a:t>
            </a:r>
          </a:p>
        </p:txBody>
      </p:sp>
      <p:grpSp>
        <p:nvGrpSpPr>
          <p:cNvPr id="42" name="Groupe 41">
            <a:extLst>
              <a:ext uri="{FF2B5EF4-FFF2-40B4-BE49-F238E27FC236}">
                <a16:creationId xmlns:a16="http://schemas.microsoft.com/office/drawing/2014/main" id="{683CA990-4906-F411-6DE2-8838C7E0803A}"/>
              </a:ext>
            </a:extLst>
          </p:cNvPr>
          <p:cNvGrpSpPr/>
          <p:nvPr/>
        </p:nvGrpSpPr>
        <p:grpSpPr>
          <a:xfrm>
            <a:off x="541809" y="1140088"/>
            <a:ext cx="5272144" cy="1193075"/>
            <a:chOff x="115931" y="1140088"/>
            <a:chExt cx="5272144" cy="1193075"/>
          </a:xfrm>
        </p:grpSpPr>
        <p:sp>
          <p:nvSpPr>
            <p:cNvPr id="18" name="Rectangle : coins arrondis 17">
              <a:extLst>
                <a:ext uri="{FF2B5EF4-FFF2-40B4-BE49-F238E27FC236}">
                  <a16:creationId xmlns:a16="http://schemas.microsoft.com/office/drawing/2014/main" id="{A9A1B184-57C9-74C7-D074-E1CD7D04E024}"/>
                </a:ext>
              </a:extLst>
            </p:cNvPr>
            <p:cNvSpPr/>
            <p:nvPr/>
          </p:nvSpPr>
          <p:spPr>
            <a:xfrm>
              <a:off x="629230" y="1140088"/>
              <a:ext cx="4758845" cy="1193075"/>
            </a:xfrm>
            <a:prstGeom prst="roundRect">
              <a:avLst/>
            </a:prstGeom>
            <a:no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lIns="75600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00B388"/>
                  </a:solidFill>
                  <a:effectLst/>
                  <a:uLnTx/>
                  <a:uFillTx/>
                  <a:latin typeface="Avenir LT Std 45 Book" panose="020B0502020203020204" pitchFamily="34" charset="0"/>
                  <a:ea typeface="+mn-ea"/>
                  <a:cs typeface="+mn-cs"/>
                </a:rPr>
                <a:t>LES RESSOURCES MATÉRIELLES</a:t>
              </a:r>
            </a:p>
          </p:txBody>
        </p:sp>
        <p:sp>
          <p:nvSpPr>
            <p:cNvPr id="19" name="Ellipse 18">
              <a:extLst>
                <a:ext uri="{FF2B5EF4-FFF2-40B4-BE49-F238E27FC236}">
                  <a16:creationId xmlns:a16="http://schemas.microsoft.com/office/drawing/2014/main" id="{97EE734E-8478-0D4D-3AFD-B787C28B4C55}"/>
                </a:ext>
              </a:extLst>
            </p:cNvPr>
            <p:cNvSpPr/>
            <p:nvPr/>
          </p:nvSpPr>
          <p:spPr>
            <a:xfrm>
              <a:off x="115931" y="1140088"/>
              <a:ext cx="1193074" cy="1193075"/>
            </a:xfrm>
            <a:prstGeom prst="ellipse">
              <a:avLst/>
            </a:prstGeom>
            <a:solidFill>
              <a:schemeClr val="bg1"/>
            </a:solidFill>
            <a:ln w="28575">
              <a:solidFill>
                <a:srgbClr val="00B3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pic>
          <p:nvPicPr>
            <p:cNvPr id="17" name="Graphique 16" descr="Trombone avec un remplissage uni">
              <a:extLst>
                <a:ext uri="{FF2B5EF4-FFF2-40B4-BE49-F238E27FC236}">
                  <a16:creationId xmlns:a16="http://schemas.microsoft.com/office/drawing/2014/main" id="{DB34ABA5-D5EC-2388-30C6-9C465333962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40789" y="1288185"/>
              <a:ext cx="939429" cy="939429"/>
            </a:xfrm>
            <a:prstGeom prst="rect">
              <a:avLst/>
            </a:prstGeom>
          </p:spPr>
        </p:pic>
      </p:grpSp>
      <p:sp>
        <p:nvSpPr>
          <p:cNvPr id="44" name="Rectangle : coins arrondis 3">
            <a:extLst>
              <a:ext uri="{FF2B5EF4-FFF2-40B4-BE49-F238E27FC236}">
                <a16:creationId xmlns:a16="http://schemas.microsoft.com/office/drawing/2014/main" id="{B57FE53E-1B4A-10AE-1791-DABBF05DAD28}"/>
              </a:ext>
            </a:extLst>
          </p:cNvPr>
          <p:cNvSpPr/>
          <p:nvPr/>
        </p:nvSpPr>
        <p:spPr>
          <a:xfrm>
            <a:off x="6469945" y="2497393"/>
            <a:ext cx="5400000" cy="3672000"/>
          </a:xfrm>
          <a:custGeom>
            <a:avLst/>
            <a:gdLst>
              <a:gd name="csX0" fmla="*/ 0 w 6759388"/>
              <a:gd name="csY0" fmla="*/ 635426 h 3812479"/>
              <a:gd name="csX1" fmla="*/ 635426 w 6759388"/>
              <a:gd name="csY1" fmla="*/ 0 h 3812479"/>
              <a:gd name="csX2" fmla="*/ 6123962 w 6759388"/>
              <a:gd name="csY2" fmla="*/ 0 h 3812479"/>
              <a:gd name="csX3" fmla="*/ 6759388 w 6759388"/>
              <a:gd name="csY3" fmla="*/ 635426 h 3812479"/>
              <a:gd name="csX4" fmla="*/ 6759388 w 6759388"/>
              <a:gd name="csY4" fmla="*/ 3177053 h 3812479"/>
              <a:gd name="csX5" fmla="*/ 6123962 w 6759388"/>
              <a:gd name="csY5" fmla="*/ 3812479 h 3812479"/>
              <a:gd name="csX6" fmla="*/ 635426 w 6759388"/>
              <a:gd name="csY6" fmla="*/ 3812479 h 3812479"/>
              <a:gd name="csX7" fmla="*/ 0 w 6759388"/>
              <a:gd name="csY7" fmla="*/ 3177053 h 3812479"/>
              <a:gd name="csX8" fmla="*/ 0 w 6759388"/>
              <a:gd name="csY8" fmla="*/ 635426 h 3812479"/>
              <a:gd name="csX0" fmla="*/ 0 w 6759388"/>
              <a:gd name="csY0" fmla="*/ 304371 h 3814799"/>
              <a:gd name="csX1" fmla="*/ 635426 w 6759388"/>
              <a:gd name="csY1" fmla="*/ 2320 h 3814799"/>
              <a:gd name="csX2" fmla="*/ 6123962 w 6759388"/>
              <a:gd name="csY2" fmla="*/ 2320 h 3814799"/>
              <a:gd name="csX3" fmla="*/ 6759388 w 6759388"/>
              <a:gd name="csY3" fmla="*/ 637746 h 3814799"/>
              <a:gd name="csX4" fmla="*/ 6759388 w 6759388"/>
              <a:gd name="csY4" fmla="*/ 3179373 h 3814799"/>
              <a:gd name="csX5" fmla="*/ 6123962 w 6759388"/>
              <a:gd name="csY5" fmla="*/ 3814799 h 3814799"/>
              <a:gd name="csX6" fmla="*/ 635426 w 6759388"/>
              <a:gd name="csY6" fmla="*/ 3814799 h 3814799"/>
              <a:gd name="csX7" fmla="*/ 0 w 6759388"/>
              <a:gd name="csY7" fmla="*/ 3179373 h 3814799"/>
              <a:gd name="csX8" fmla="*/ 0 w 6759388"/>
              <a:gd name="csY8" fmla="*/ 304371 h 3814799"/>
              <a:gd name="csX0" fmla="*/ 0 w 6759388"/>
              <a:gd name="csY0" fmla="*/ 304371 h 3815017"/>
              <a:gd name="csX1" fmla="*/ 635426 w 6759388"/>
              <a:gd name="csY1" fmla="*/ 2320 h 3815017"/>
              <a:gd name="csX2" fmla="*/ 6123962 w 6759388"/>
              <a:gd name="csY2" fmla="*/ 2320 h 3815017"/>
              <a:gd name="csX3" fmla="*/ 6759388 w 6759388"/>
              <a:gd name="csY3" fmla="*/ 637746 h 3815017"/>
              <a:gd name="csX4" fmla="*/ 6759388 w 6759388"/>
              <a:gd name="csY4" fmla="*/ 3179373 h 3815017"/>
              <a:gd name="csX5" fmla="*/ 6123962 w 6759388"/>
              <a:gd name="csY5" fmla="*/ 3814799 h 3815017"/>
              <a:gd name="csX6" fmla="*/ 635426 w 6759388"/>
              <a:gd name="csY6" fmla="*/ 3814799 h 3815017"/>
              <a:gd name="csX7" fmla="*/ 0 w 6759388"/>
              <a:gd name="csY7" fmla="*/ 3484173 h 3815017"/>
              <a:gd name="csX8" fmla="*/ 0 w 6759388"/>
              <a:gd name="csY8" fmla="*/ 304371 h 3815017"/>
              <a:gd name="csX0" fmla="*/ 0 w 6759388"/>
              <a:gd name="csY0" fmla="*/ 305694 h 3816340"/>
              <a:gd name="csX1" fmla="*/ 635426 w 6759388"/>
              <a:gd name="csY1" fmla="*/ 3643 h 3816340"/>
              <a:gd name="csX2" fmla="*/ 6123962 w 6759388"/>
              <a:gd name="csY2" fmla="*/ 3643 h 3816340"/>
              <a:gd name="csX3" fmla="*/ 6759388 w 6759388"/>
              <a:gd name="csY3" fmla="*/ 296169 h 3816340"/>
              <a:gd name="csX4" fmla="*/ 6759388 w 6759388"/>
              <a:gd name="csY4" fmla="*/ 3180696 h 3816340"/>
              <a:gd name="csX5" fmla="*/ 6123962 w 6759388"/>
              <a:gd name="csY5" fmla="*/ 3816122 h 3816340"/>
              <a:gd name="csX6" fmla="*/ 635426 w 6759388"/>
              <a:gd name="csY6" fmla="*/ 3816122 h 3816340"/>
              <a:gd name="csX7" fmla="*/ 0 w 6759388"/>
              <a:gd name="csY7" fmla="*/ 3485496 h 3816340"/>
              <a:gd name="csX8" fmla="*/ 0 w 6759388"/>
              <a:gd name="csY8" fmla="*/ 305694 h 3816340"/>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17937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 name="csX0" fmla="*/ 0 w 6759388"/>
              <a:gd name="csY0" fmla="*/ 304372 h 3815018"/>
              <a:gd name="csX1" fmla="*/ 635426 w 6759388"/>
              <a:gd name="csY1" fmla="*/ 2321 h 3815018"/>
              <a:gd name="csX2" fmla="*/ 6123962 w 6759388"/>
              <a:gd name="csY2" fmla="*/ 2321 h 3815018"/>
              <a:gd name="csX3" fmla="*/ 6749863 w 6759388"/>
              <a:gd name="csY3" fmla="*/ 351997 h 3815018"/>
              <a:gd name="csX4" fmla="*/ 6759388 w 6759388"/>
              <a:gd name="csY4" fmla="*/ 3465124 h 3815018"/>
              <a:gd name="csX5" fmla="*/ 6123962 w 6759388"/>
              <a:gd name="csY5" fmla="*/ 3814800 h 3815018"/>
              <a:gd name="csX6" fmla="*/ 635426 w 6759388"/>
              <a:gd name="csY6" fmla="*/ 3814800 h 3815018"/>
              <a:gd name="csX7" fmla="*/ 0 w 6759388"/>
              <a:gd name="csY7" fmla="*/ 3484174 h 3815018"/>
              <a:gd name="csX8" fmla="*/ 0 w 6759388"/>
              <a:gd name="csY8" fmla="*/ 304372 h 3815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759388" h="3815018">
                <a:moveTo>
                  <a:pt x="0" y="304372"/>
                </a:moveTo>
                <a:cubicBezTo>
                  <a:pt x="0" y="-46564"/>
                  <a:pt x="284490" y="2321"/>
                  <a:pt x="635426" y="2321"/>
                </a:cubicBezTo>
                <a:lnTo>
                  <a:pt x="6123962" y="2321"/>
                </a:lnTo>
                <a:cubicBezTo>
                  <a:pt x="6474898" y="2321"/>
                  <a:pt x="6749863" y="1061"/>
                  <a:pt x="6749863" y="351997"/>
                </a:cubicBezTo>
                <a:lnTo>
                  <a:pt x="6759388" y="3465124"/>
                </a:lnTo>
                <a:cubicBezTo>
                  <a:pt x="6759388" y="3816060"/>
                  <a:pt x="6474898" y="3814800"/>
                  <a:pt x="6123962" y="3814800"/>
                </a:cubicBezTo>
                <a:lnTo>
                  <a:pt x="635426" y="3814800"/>
                </a:lnTo>
                <a:cubicBezTo>
                  <a:pt x="284490" y="3814800"/>
                  <a:pt x="0" y="3835110"/>
                  <a:pt x="0" y="3484174"/>
                </a:cubicBezTo>
                <a:lnTo>
                  <a:pt x="0" y="304372"/>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tlCol="0" anchor="ctr"/>
          <a:lstStyle/>
          <a:p>
            <a:pPr marL="452438" marR="0" lvl="1" indent="-223838" algn="l" defTabSz="914400" rtl="0" eaLnBrk="1" fontAlgn="base" latinLnBrk="0" hangingPunct="1">
              <a:lnSpc>
                <a:spcPct val="100000"/>
              </a:lnSpc>
              <a:spcBef>
                <a:spcPts val="0"/>
              </a:spcBef>
              <a:spcAft>
                <a:spcPts val="600"/>
              </a:spcAft>
              <a:buClrTx/>
              <a:buSzTx/>
              <a:buFontTx/>
              <a:buNone/>
              <a:tabLst/>
              <a:defRPr/>
            </a:pP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Privilégiez certaines </a:t>
            </a:r>
            <a:r>
              <a:rPr kumimoji="0" lang="fr-FR" sz="1400" b="1" i="0" u="none" strike="noStrike" kern="1200" cap="none" spc="0" normalizeH="0" baseline="0" noProof="0">
                <a:ln>
                  <a:noFill/>
                </a:ln>
                <a:solidFill>
                  <a:srgbClr val="0084D4"/>
                </a:solidFill>
                <a:effectLst/>
                <a:uLnTx/>
                <a:uFillTx/>
                <a:latin typeface="Avenir LT Std 45 Book" panose="020B0502020203020204" pitchFamily="34" charset="0"/>
                <a:ea typeface="+mn-ea"/>
                <a:cs typeface="+mn-cs"/>
              </a:rPr>
              <a:t>actions clés </a:t>
            </a:r>
            <a: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qui peuvent vous aider</a:t>
            </a: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br>
              <a:rPr kumimoji="0" lang="fr-FR" sz="14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Identifier les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questions structurantes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à instruire en début de projet</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Toujours</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tracer les décisions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Mettre les acteurs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responsabilité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et en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visibilité</a:t>
            </a: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Revoir régulièrement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l’analyse de risques</a:t>
            </a:r>
          </a:p>
          <a:p>
            <a:pPr marL="457200" marR="0" lvl="2" indent="0" algn="l" defTabSz="914400" rtl="0" eaLnBrk="1" fontAlgn="base" latinLnBrk="0" hangingPunct="1">
              <a:lnSpc>
                <a:spcPct val="100000"/>
              </a:lnSpc>
              <a:spcBef>
                <a:spcPts val="0"/>
              </a:spcBef>
              <a:spcAft>
                <a:spcPts val="600"/>
              </a:spcAft>
              <a:buClrTx/>
              <a:buSzTx/>
              <a:buFontTx/>
              <a:buNone/>
              <a:tabLst/>
              <a:defRPr/>
            </a:pPr>
            <a:b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Jouer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transparence</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sur les alertes et risques</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Privilégier un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pilotage de projet clair, simple et efficace</a:t>
            </a:r>
            <a:b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br>
            <a:endPar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a:p>
            <a:pPr marL="457200" marR="0" lvl="2" indent="0" algn="l" defTabSz="914400" rtl="0" eaLnBrk="1" fontAlgn="base" latinLnBrk="0" hangingPunct="1">
              <a:lnSpc>
                <a:spcPct val="100000"/>
              </a:lnSpc>
              <a:spcBef>
                <a:spcPts val="0"/>
              </a:spcBef>
              <a:spcAft>
                <a:spcPts val="60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Se méfier de la </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sur-information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en trouvant</a:t>
            </a:r>
            <a:r>
              <a:rPr kumimoji="0" lang="fr-FR" sz="120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a:t>
            </a:r>
            <a:r>
              <a:rPr kumimoji="0" lang="fr-FR" sz="12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bon niveau de partage et en privilégiant des informations ciblées</a:t>
            </a:r>
          </a:p>
        </p:txBody>
      </p:sp>
      <p:sp>
        <p:nvSpPr>
          <p:cNvPr id="45" name="Forme libre : forme 44">
            <a:extLst>
              <a:ext uri="{FF2B5EF4-FFF2-40B4-BE49-F238E27FC236}">
                <a16:creationId xmlns:a16="http://schemas.microsoft.com/office/drawing/2014/main" id="{9CC4F4B7-CBCF-DCCB-6BF2-D9D790A099F9}"/>
              </a:ext>
            </a:extLst>
          </p:cNvPr>
          <p:cNvSpPr>
            <a:spLocks noChangeAspect="1"/>
          </p:cNvSpPr>
          <p:nvPr/>
        </p:nvSpPr>
        <p:spPr>
          <a:xfrm>
            <a:off x="6583091" y="4313760"/>
            <a:ext cx="288000" cy="287942"/>
          </a:xfrm>
          <a:custGeom>
            <a:avLst/>
            <a:gdLst>
              <a:gd name="csX0" fmla="*/ 1531966 w 2728404"/>
              <a:gd name="csY0" fmla="*/ 1171343 h 2727859"/>
              <a:gd name="csX1" fmla="*/ 1499232 w 2728404"/>
              <a:gd name="csY1" fmla="*/ 879462 h 2727859"/>
              <a:gd name="csX2" fmla="*/ 1499232 w 2728404"/>
              <a:gd name="csY2" fmla="*/ 879462 h 2727859"/>
              <a:gd name="csX3" fmla="*/ 1499232 w 2728404"/>
              <a:gd name="csY3" fmla="*/ 758345 h 2727859"/>
              <a:gd name="csX4" fmla="*/ 1534694 w 2728404"/>
              <a:gd name="csY4" fmla="*/ 722883 h 2727859"/>
              <a:gd name="csX5" fmla="*/ 1665631 w 2728404"/>
              <a:gd name="csY5" fmla="*/ 722883 h 2727859"/>
              <a:gd name="csX6" fmla="*/ 1701093 w 2728404"/>
              <a:gd name="csY6" fmla="*/ 758345 h 2727859"/>
              <a:gd name="csX7" fmla="*/ 1700548 w 2728404"/>
              <a:gd name="csY7" fmla="*/ 886009 h 2727859"/>
              <a:gd name="csX8" fmla="*/ 1670541 w 2728404"/>
              <a:gd name="csY8" fmla="*/ 1172980 h 2727859"/>
              <a:gd name="csX9" fmla="*/ 1635625 w 2728404"/>
              <a:gd name="csY9" fmla="*/ 1204623 h 2727859"/>
              <a:gd name="csX10" fmla="*/ 1635625 w 2728404"/>
              <a:gd name="csY10" fmla="*/ 1204623 h 2727859"/>
              <a:gd name="csX11" fmla="*/ 1566883 w 2728404"/>
              <a:gd name="csY11" fmla="*/ 1204623 h 2727859"/>
              <a:gd name="csX12" fmla="*/ 1531966 w 2728404"/>
              <a:gd name="csY12" fmla="*/ 1171343 h 2727859"/>
              <a:gd name="csX13" fmla="*/ 1531966 w 2728404"/>
              <a:gd name="csY13" fmla="*/ 1171343 h 2727859"/>
              <a:gd name="csX14" fmla="*/ 1570156 w 2728404"/>
              <a:gd name="csY14" fmla="*/ 878371 h 2727859"/>
              <a:gd name="csX15" fmla="*/ 1598526 w 2728404"/>
              <a:gd name="csY15" fmla="*/ 1134244 h 2727859"/>
              <a:gd name="csX16" fmla="*/ 1603981 w 2728404"/>
              <a:gd name="csY16" fmla="*/ 1134244 h 2727859"/>
              <a:gd name="csX17" fmla="*/ 1630169 w 2728404"/>
              <a:gd name="csY17" fmla="*/ 878916 h 2727859"/>
              <a:gd name="csX18" fmla="*/ 1630169 w 2728404"/>
              <a:gd name="csY18" fmla="*/ 793807 h 2727859"/>
              <a:gd name="csX19" fmla="*/ 1569610 w 2728404"/>
              <a:gd name="csY19" fmla="*/ 793807 h 2727859"/>
              <a:gd name="csX20" fmla="*/ 1569610 w 2728404"/>
              <a:gd name="csY20" fmla="*/ 878371 h 2727859"/>
              <a:gd name="csX21" fmla="*/ 1504142 w 2728404"/>
              <a:gd name="csY21" fmla="*/ 1396118 h 2727859"/>
              <a:gd name="csX22" fmla="*/ 1504142 w 2728404"/>
              <a:gd name="csY22" fmla="*/ 1294642 h 2727859"/>
              <a:gd name="csX23" fmla="*/ 1539604 w 2728404"/>
              <a:gd name="csY23" fmla="*/ 1259180 h 2727859"/>
              <a:gd name="csX24" fmla="*/ 1661266 w 2728404"/>
              <a:gd name="csY24" fmla="*/ 1259180 h 2727859"/>
              <a:gd name="csX25" fmla="*/ 1696729 w 2728404"/>
              <a:gd name="csY25" fmla="*/ 1294642 h 2727859"/>
              <a:gd name="csX26" fmla="*/ 1696729 w 2728404"/>
              <a:gd name="csY26" fmla="*/ 1396118 h 2727859"/>
              <a:gd name="csX27" fmla="*/ 1661266 w 2728404"/>
              <a:gd name="csY27" fmla="*/ 1431581 h 2727859"/>
              <a:gd name="csX28" fmla="*/ 1539604 w 2728404"/>
              <a:gd name="csY28" fmla="*/ 1431581 h 2727859"/>
              <a:gd name="csX29" fmla="*/ 1504142 w 2728404"/>
              <a:gd name="csY29" fmla="*/ 1396118 h 2727859"/>
              <a:gd name="csX30" fmla="*/ 1504142 w 2728404"/>
              <a:gd name="csY30" fmla="*/ 1396118 h 2727859"/>
              <a:gd name="csX31" fmla="*/ 1575066 w 2728404"/>
              <a:gd name="csY31" fmla="*/ 1330104 h 2727859"/>
              <a:gd name="csX32" fmla="*/ 1575066 w 2728404"/>
              <a:gd name="csY32" fmla="*/ 1360656 h 2727859"/>
              <a:gd name="csX33" fmla="*/ 1625804 w 2728404"/>
              <a:gd name="csY33" fmla="*/ 1360656 h 2727859"/>
              <a:gd name="csX34" fmla="*/ 1625804 w 2728404"/>
              <a:gd name="csY34" fmla="*/ 1330104 h 2727859"/>
              <a:gd name="csX35" fmla="*/ 1575066 w 2728404"/>
              <a:gd name="csY35" fmla="*/ 1330104 h 2727859"/>
              <a:gd name="csX36" fmla="*/ 1709277 w 2728404"/>
              <a:gd name="csY36" fmla="*/ 465373 h 2727859"/>
              <a:gd name="csX37" fmla="*/ 2253758 w 2728404"/>
              <a:gd name="csY37" fmla="*/ 1408667 h 2727859"/>
              <a:gd name="csX38" fmla="*/ 2144643 w 2728404"/>
              <a:gd name="csY38" fmla="*/ 1597434 h 2727859"/>
              <a:gd name="csX39" fmla="*/ 1055682 w 2728404"/>
              <a:gd name="csY39" fmla="*/ 1597434 h 2727859"/>
              <a:gd name="csX40" fmla="*/ 992395 w 2728404"/>
              <a:gd name="csY40" fmla="*/ 1580522 h 2727859"/>
              <a:gd name="csX41" fmla="*/ 992395 w 2728404"/>
              <a:gd name="csY41" fmla="*/ 1580522 h 2727859"/>
              <a:gd name="csX42" fmla="*/ 946567 w 2728404"/>
              <a:gd name="csY42" fmla="*/ 1408667 h 2727859"/>
              <a:gd name="csX43" fmla="*/ 1491048 w 2728404"/>
              <a:gd name="csY43" fmla="*/ 465373 h 2727859"/>
              <a:gd name="csX44" fmla="*/ 1491048 w 2728404"/>
              <a:gd name="csY44" fmla="*/ 465373 h 2727859"/>
              <a:gd name="csX45" fmla="*/ 1709277 w 2728404"/>
              <a:gd name="csY45" fmla="*/ 465373 h 2727859"/>
              <a:gd name="csX46" fmla="*/ 1709277 w 2728404"/>
              <a:gd name="csY46" fmla="*/ 465373 h 2727859"/>
              <a:gd name="csX47" fmla="*/ 1920413 w 2728404"/>
              <a:gd name="csY47" fmla="*/ 972209 h 2727859"/>
              <a:gd name="csX48" fmla="*/ 1648173 w 2728404"/>
              <a:gd name="csY48" fmla="*/ 500835 h 2727859"/>
              <a:gd name="csX49" fmla="*/ 1552698 w 2728404"/>
              <a:gd name="csY49" fmla="*/ 500835 h 2727859"/>
              <a:gd name="csX50" fmla="*/ 1552698 w 2728404"/>
              <a:gd name="csY50" fmla="*/ 500835 h 2727859"/>
              <a:gd name="csX51" fmla="*/ 1008217 w 2728404"/>
              <a:gd name="csY51" fmla="*/ 1443583 h 2727859"/>
              <a:gd name="csX52" fmla="*/ 1028403 w 2728404"/>
              <a:gd name="csY52" fmla="*/ 1519418 h 2727859"/>
              <a:gd name="csX53" fmla="*/ 1028403 w 2728404"/>
              <a:gd name="csY53" fmla="*/ 1519418 h 2727859"/>
              <a:gd name="csX54" fmla="*/ 1056227 w 2728404"/>
              <a:gd name="csY54" fmla="*/ 1526510 h 2727859"/>
              <a:gd name="csX55" fmla="*/ 2144643 w 2728404"/>
              <a:gd name="csY55" fmla="*/ 1526510 h 2727859"/>
              <a:gd name="csX56" fmla="*/ 2192653 w 2728404"/>
              <a:gd name="csY56" fmla="*/ 1443583 h 2727859"/>
              <a:gd name="csX57" fmla="*/ 1921504 w 2728404"/>
              <a:gd name="csY57" fmla="*/ 973846 h 2727859"/>
              <a:gd name="csX58" fmla="*/ 1920413 w 2728404"/>
              <a:gd name="csY58" fmla="*/ 972209 h 2727859"/>
              <a:gd name="csX59" fmla="*/ 2252121 w 2728404"/>
              <a:gd name="csY59" fmla="*/ 476284 h 2727859"/>
              <a:gd name="csX60" fmla="*/ 2252121 w 2728404"/>
              <a:gd name="csY60" fmla="*/ 1788930 h 2727859"/>
              <a:gd name="csX61" fmla="*/ 939475 w 2728404"/>
              <a:gd name="csY61" fmla="*/ 1788930 h 2727859"/>
              <a:gd name="csX62" fmla="*/ 939475 w 2728404"/>
              <a:gd name="csY62" fmla="*/ 476284 h 2727859"/>
              <a:gd name="csX63" fmla="*/ 2252121 w 2728404"/>
              <a:gd name="csY63" fmla="*/ 476284 h 2727859"/>
              <a:gd name="csX64" fmla="*/ 2252121 w 2728404"/>
              <a:gd name="csY64" fmla="*/ 476284 h 2727859"/>
              <a:gd name="csX65" fmla="*/ 2452891 w 2728404"/>
              <a:gd name="csY65" fmla="*/ 1132607 h 2727859"/>
              <a:gd name="csX66" fmla="*/ 1595252 w 2728404"/>
              <a:gd name="csY66" fmla="*/ 274968 h 2727859"/>
              <a:gd name="csX67" fmla="*/ 738159 w 2728404"/>
              <a:gd name="csY67" fmla="*/ 1132607 h 2727859"/>
              <a:gd name="csX68" fmla="*/ 1595252 w 2728404"/>
              <a:gd name="csY68" fmla="*/ 1989701 h 2727859"/>
              <a:gd name="csX69" fmla="*/ 2452891 w 2728404"/>
              <a:gd name="csY69" fmla="*/ 1132607 h 2727859"/>
              <a:gd name="csX70" fmla="*/ 2452891 w 2728404"/>
              <a:gd name="csY70" fmla="*/ 1132607 h 2727859"/>
              <a:gd name="csX71" fmla="*/ 636137 w 2728404"/>
              <a:gd name="csY71" fmla="*/ 1984245 h 2727859"/>
              <a:gd name="csX72" fmla="*/ 744160 w 2728404"/>
              <a:gd name="csY72" fmla="*/ 2092268 h 2727859"/>
              <a:gd name="csX73" fmla="*/ 877825 w 2728404"/>
              <a:gd name="csY73" fmla="*/ 1958603 h 2727859"/>
              <a:gd name="csX74" fmla="*/ 877825 w 2728404"/>
              <a:gd name="csY74" fmla="*/ 1958603 h 2727859"/>
              <a:gd name="csX75" fmla="*/ 925290 w 2728404"/>
              <a:gd name="csY75" fmla="*/ 1956421 h 2727859"/>
              <a:gd name="csX76" fmla="*/ 1650355 w 2728404"/>
              <a:gd name="csY76" fmla="*/ 2193745 h 2727859"/>
              <a:gd name="csX77" fmla="*/ 2657481 w 2728404"/>
              <a:gd name="csY77" fmla="*/ 1132607 h 2727859"/>
              <a:gd name="csX78" fmla="*/ 1595798 w 2728404"/>
              <a:gd name="csY78" fmla="*/ 70924 h 2727859"/>
              <a:gd name="csX79" fmla="*/ 535206 w 2728404"/>
              <a:gd name="csY79" fmla="*/ 1078596 h 2727859"/>
              <a:gd name="csX80" fmla="*/ 770893 w 2728404"/>
              <a:gd name="csY80" fmla="*/ 1801478 h 2727859"/>
              <a:gd name="csX81" fmla="*/ 770348 w 2728404"/>
              <a:gd name="csY81" fmla="*/ 1850580 h 2727859"/>
              <a:gd name="csX82" fmla="*/ 636137 w 2728404"/>
              <a:gd name="csY82" fmla="*/ 1984245 h 2727859"/>
              <a:gd name="csX83" fmla="*/ 782896 w 2728404"/>
              <a:gd name="csY83" fmla="*/ 2153918 h 2727859"/>
              <a:gd name="csX84" fmla="*/ 750161 w 2728404"/>
              <a:gd name="csY84" fmla="*/ 2279399 h 2727859"/>
              <a:gd name="csX85" fmla="*/ 338800 w 2728404"/>
              <a:gd name="csY85" fmla="*/ 2690215 h 2727859"/>
              <a:gd name="csX86" fmla="*/ 157125 w 2728404"/>
              <a:gd name="csY86" fmla="*/ 2690215 h 2727859"/>
              <a:gd name="csX87" fmla="*/ 37644 w 2728404"/>
              <a:gd name="csY87" fmla="*/ 2570735 h 2727859"/>
              <a:gd name="csX88" fmla="*/ 37644 w 2728404"/>
              <a:gd name="csY88" fmla="*/ 2389059 h 2727859"/>
              <a:gd name="csX89" fmla="*/ 448460 w 2728404"/>
              <a:gd name="csY89" fmla="*/ 1978244 h 2727859"/>
              <a:gd name="csX90" fmla="*/ 573942 w 2728404"/>
              <a:gd name="csY90" fmla="*/ 1945509 h 2727859"/>
              <a:gd name="csX91" fmla="*/ 696695 w 2728404"/>
              <a:gd name="csY91" fmla="*/ 1822756 h 2727859"/>
              <a:gd name="csX92" fmla="*/ 464282 w 2728404"/>
              <a:gd name="csY92" fmla="*/ 1074777 h 2727859"/>
              <a:gd name="csX93" fmla="*/ 1595798 w 2728404"/>
              <a:gd name="csY93" fmla="*/ 0 h 2727859"/>
              <a:gd name="csX94" fmla="*/ 2728405 w 2728404"/>
              <a:gd name="csY94" fmla="*/ 1132607 h 2727859"/>
              <a:gd name="csX95" fmla="*/ 1653628 w 2728404"/>
              <a:gd name="csY95" fmla="*/ 2263578 h 2727859"/>
              <a:gd name="csX96" fmla="*/ 905104 w 2728404"/>
              <a:gd name="csY96" fmla="*/ 2030619 h 2727859"/>
              <a:gd name="csX97" fmla="*/ 782896 w 2728404"/>
              <a:gd name="csY97" fmla="*/ 2153918 h 2727859"/>
              <a:gd name="csX98" fmla="*/ 579943 w 2728404"/>
              <a:gd name="csY98" fmla="*/ 2027891 h 2727859"/>
              <a:gd name="csX99" fmla="*/ 499198 w 2728404"/>
              <a:gd name="csY99" fmla="*/ 2028436 h 2727859"/>
              <a:gd name="csX100" fmla="*/ 87837 w 2728404"/>
              <a:gd name="csY100" fmla="*/ 2439798 h 2727859"/>
              <a:gd name="csX101" fmla="*/ 87837 w 2728404"/>
              <a:gd name="csY101" fmla="*/ 2521088 h 2727859"/>
              <a:gd name="csX102" fmla="*/ 207317 w 2728404"/>
              <a:gd name="csY102" fmla="*/ 2640568 h 2727859"/>
              <a:gd name="csX103" fmla="*/ 288608 w 2728404"/>
              <a:gd name="csY103" fmla="*/ 2640568 h 2727859"/>
              <a:gd name="csX104" fmla="*/ 699423 w 2728404"/>
              <a:gd name="csY104" fmla="*/ 2229752 h 2727859"/>
              <a:gd name="csX105" fmla="*/ 699423 w 2728404"/>
              <a:gd name="csY105" fmla="*/ 2148462 h 2727859"/>
              <a:gd name="csX106" fmla="*/ 579943 w 2728404"/>
              <a:gd name="csY106" fmla="*/ 2028982 h 2727859"/>
              <a:gd name="csX107" fmla="*/ 579943 w 2728404"/>
              <a:gd name="csY107" fmla="*/ 2027891 h 2727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Lst>
            <a:rect l="l" t="t" r="r" b="b"/>
            <a:pathLst>
              <a:path w="2728404" h="2727859">
                <a:moveTo>
                  <a:pt x="1531966" y="1171343"/>
                </a:moveTo>
                <a:lnTo>
                  <a:pt x="1499232" y="879462"/>
                </a:lnTo>
                <a:lnTo>
                  <a:pt x="1499232" y="879462"/>
                </a:lnTo>
                <a:lnTo>
                  <a:pt x="1499232" y="758345"/>
                </a:lnTo>
                <a:cubicBezTo>
                  <a:pt x="1499232" y="738704"/>
                  <a:pt x="1515053" y="722883"/>
                  <a:pt x="1534694" y="722883"/>
                </a:cubicBezTo>
                <a:lnTo>
                  <a:pt x="1665631" y="722883"/>
                </a:lnTo>
                <a:cubicBezTo>
                  <a:pt x="1685272" y="722883"/>
                  <a:pt x="1701093" y="738704"/>
                  <a:pt x="1701093" y="758345"/>
                </a:cubicBezTo>
                <a:lnTo>
                  <a:pt x="1700548" y="886009"/>
                </a:lnTo>
                <a:lnTo>
                  <a:pt x="1670541" y="1172980"/>
                </a:lnTo>
                <a:cubicBezTo>
                  <a:pt x="1668904" y="1190983"/>
                  <a:pt x="1653083" y="1204623"/>
                  <a:pt x="1635625" y="1204623"/>
                </a:cubicBezTo>
                <a:lnTo>
                  <a:pt x="1635625" y="1204623"/>
                </a:lnTo>
                <a:lnTo>
                  <a:pt x="1566883" y="1204623"/>
                </a:lnTo>
                <a:cubicBezTo>
                  <a:pt x="1548333" y="1205168"/>
                  <a:pt x="1532511" y="1189892"/>
                  <a:pt x="1531966" y="1171343"/>
                </a:cubicBezTo>
                <a:lnTo>
                  <a:pt x="1531966" y="1171343"/>
                </a:lnTo>
                <a:close/>
                <a:moveTo>
                  <a:pt x="1570156" y="878371"/>
                </a:moveTo>
                <a:lnTo>
                  <a:pt x="1598526" y="1134244"/>
                </a:lnTo>
                <a:lnTo>
                  <a:pt x="1603981" y="1134244"/>
                </a:lnTo>
                <a:lnTo>
                  <a:pt x="1630169" y="878916"/>
                </a:lnTo>
                <a:lnTo>
                  <a:pt x="1630169" y="793807"/>
                </a:lnTo>
                <a:lnTo>
                  <a:pt x="1569610" y="793807"/>
                </a:lnTo>
                <a:lnTo>
                  <a:pt x="1569610" y="878371"/>
                </a:lnTo>
                <a:close/>
                <a:moveTo>
                  <a:pt x="1504142" y="1396118"/>
                </a:moveTo>
                <a:lnTo>
                  <a:pt x="1504142" y="1294642"/>
                </a:lnTo>
                <a:cubicBezTo>
                  <a:pt x="1504142" y="1275002"/>
                  <a:pt x="1519963" y="1259180"/>
                  <a:pt x="1539604" y="1259180"/>
                </a:cubicBezTo>
                <a:lnTo>
                  <a:pt x="1661266" y="1259180"/>
                </a:lnTo>
                <a:cubicBezTo>
                  <a:pt x="1680907" y="1259180"/>
                  <a:pt x="1696729" y="1275002"/>
                  <a:pt x="1696729" y="1294642"/>
                </a:cubicBezTo>
                <a:lnTo>
                  <a:pt x="1696729" y="1396118"/>
                </a:lnTo>
                <a:cubicBezTo>
                  <a:pt x="1696729" y="1415759"/>
                  <a:pt x="1680907" y="1431581"/>
                  <a:pt x="1661266" y="1431581"/>
                </a:cubicBezTo>
                <a:lnTo>
                  <a:pt x="1539604" y="1431581"/>
                </a:lnTo>
                <a:cubicBezTo>
                  <a:pt x="1519963" y="1431581"/>
                  <a:pt x="1504142" y="1415759"/>
                  <a:pt x="1504142" y="1396118"/>
                </a:cubicBezTo>
                <a:lnTo>
                  <a:pt x="1504142" y="1396118"/>
                </a:lnTo>
                <a:close/>
                <a:moveTo>
                  <a:pt x="1575066" y="1330104"/>
                </a:moveTo>
                <a:lnTo>
                  <a:pt x="1575066" y="1360656"/>
                </a:lnTo>
                <a:lnTo>
                  <a:pt x="1625804" y="1360656"/>
                </a:lnTo>
                <a:lnTo>
                  <a:pt x="1625804" y="1330104"/>
                </a:lnTo>
                <a:lnTo>
                  <a:pt x="1575066" y="1330104"/>
                </a:lnTo>
                <a:close/>
                <a:moveTo>
                  <a:pt x="1709277" y="465373"/>
                </a:moveTo>
                <a:lnTo>
                  <a:pt x="2253758" y="1408667"/>
                </a:lnTo>
                <a:cubicBezTo>
                  <a:pt x="2302859" y="1493776"/>
                  <a:pt x="2240118" y="1597434"/>
                  <a:pt x="2144643" y="1597434"/>
                </a:cubicBezTo>
                <a:lnTo>
                  <a:pt x="1055682" y="1597434"/>
                </a:lnTo>
                <a:cubicBezTo>
                  <a:pt x="1033313" y="1597434"/>
                  <a:pt x="1010945" y="1591433"/>
                  <a:pt x="992395" y="1580522"/>
                </a:cubicBezTo>
                <a:lnTo>
                  <a:pt x="992395" y="1580522"/>
                </a:lnTo>
                <a:cubicBezTo>
                  <a:pt x="934019" y="1546696"/>
                  <a:pt x="910560" y="1470862"/>
                  <a:pt x="946567" y="1408667"/>
                </a:cubicBezTo>
                <a:cubicBezTo>
                  <a:pt x="1127697" y="1094963"/>
                  <a:pt x="1306099" y="776349"/>
                  <a:pt x="1491048" y="465373"/>
                </a:cubicBezTo>
                <a:lnTo>
                  <a:pt x="1491048" y="465373"/>
                </a:lnTo>
                <a:cubicBezTo>
                  <a:pt x="1540150" y="381355"/>
                  <a:pt x="1660721" y="381900"/>
                  <a:pt x="1709277" y="465373"/>
                </a:cubicBezTo>
                <a:lnTo>
                  <a:pt x="1709277" y="465373"/>
                </a:lnTo>
                <a:close/>
                <a:moveTo>
                  <a:pt x="1920413" y="972209"/>
                </a:moveTo>
                <a:lnTo>
                  <a:pt x="1648173" y="500835"/>
                </a:lnTo>
                <a:cubicBezTo>
                  <a:pt x="1626895" y="463736"/>
                  <a:pt x="1573975" y="464282"/>
                  <a:pt x="1552698" y="500835"/>
                </a:cubicBezTo>
                <a:lnTo>
                  <a:pt x="1552698" y="500835"/>
                </a:lnTo>
                <a:lnTo>
                  <a:pt x="1008217" y="1443583"/>
                </a:lnTo>
                <a:cubicBezTo>
                  <a:pt x="992395" y="1471407"/>
                  <a:pt x="1003307" y="1504687"/>
                  <a:pt x="1028403" y="1519418"/>
                </a:cubicBezTo>
                <a:lnTo>
                  <a:pt x="1028403" y="1519418"/>
                </a:lnTo>
                <a:cubicBezTo>
                  <a:pt x="1036041" y="1523782"/>
                  <a:pt x="1045861" y="1526510"/>
                  <a:pt x="1056227" y="1526510"/>
                </a:cubicBezTo>
                <a:lnTo>
                  <a:pt x="2144643" y="1526510"/>
                </a:lnTo>
                <a:cubicBezTo>
                  <a:pt x="2188835" y="1526510"/>
                  <a:pt x="2213385" y="1479591"/>
                  <a:pt x="2192653" y="1443583"/>
                </a:cubicBezTo>
                <a:lnTo>
                  <a:pt x="1921504" y="973846"/>
                </a:lnTo>
                <a:lnTo>
                  <a:pt x="1920413" y="972209"/>
                </a:lnTo>
                <a:close/>
                <a:moveTo>
                  <a:pt x="2252121" y="476284"/>
                </a:moveTo>
                <a:cubicBezTo>
                  <a:pt x="2614381" y="838544"/>
                  <a:pt x="2614381" y="1426671"/>
                  <a:pt x="2252121" y="1788930"/>
                </a:cubicBezTo>
                <a:cubicBezTo>
                  <a:pt x="1889861" y="2151190"/>
                  <a:pt x="1301735" y="2151190"/>
                  <a:pt x="939475" y="1788930"/>
                </a:cubicBezTo>
                <a:cubicBezTo>
                  <a:pt x="577215" y="1426671"/>
                  <a:pt x="577215" y="838544"/>
                  <a:pt x="939475" y="476284"/>
                </a:cubicBezTo>
                <a:cubicBezTo>
                  <a:pt x="1301735" y="114025"/>
                  <a:pt x="1889316" y="114025"/>
                  <a:pt x="2252121" y="476284"/>
                </a:cubicBezTo>
                <a:lnTo>
                  <a:pt x="2252121" y="476284"/>
                </a:lnTo>
                <a:close/>
                <a:moveTo>
                  <a:pt x="2452891" y="1132607"/>
                </a:moveTo>
                <a:cubicBezTo>
                  <a:pt x="2452891" y="659051"/>
                  <a:pt x="2068809" y="274968"/>
                  <a:pt x="1595252" y="274968"/>
                </a:cubicBezTo>
                <a:cubicBezTo>
                  <a:pt x="1121696" y="274968"/>
                  <a:pt x="738159" y="659051"/>
                  <a:pt x="738159" y="1132607"/>
                </a:cubicBezTo>
                <a:cubicBezTo>
                  <a:pt x="738159" y="1606164"/>
                  <a:pt x="1121696" y="1989701"/>
                  <a:pt x="1595252" y="1989701"/>
                </a:cubicBezTo>
                <a:cubicBezTo>
                  <a:pt x="2068809" y="1989701"/>
                  <a:pt x="2452891" y="1606164"/>
                  <a:pt x="2452891" y="1132607"/>
                </a:cubicBezTo>
                <a:lnTo>
                  <a:pt x="2452891" y="1132607"/>
                </a:lnTo>
                <a:close/>
                <a:moveTo>
                  <a:pt x="636137" y="1984245"/>
                </a:moveTo>
                <a:lnTo>
                  <a:pt x="744160" y="2092268"/>
                </a:lnTo>
                <a:lnTo>
                  <a:pt x="877825" y="1958603"/>
                </a:lnTo>
                <a:lnTo>
                  <a:pt x="877825" y="1958603"/>
                </a:lnTo>
                <a:cubicBezTo>
                  <a:pt x="890373" y="1946055"/>
                  <a:pt x="911105" y="1944418"/>
                  <a:pt x="925290" y="1956421"/>
                </a:cubicBezTo>
                <a:cubicBezTo>
                  <a:pt x="1134790" y="2127730"/>
                  <a:pt x="1394482" y="2206293"/>
                  <a:pt x="1650355" y="2193745"/>
                </a:cubicBezTo>
                <a:cubicBezTo>
                  <a:pt x="2214476" y="2164829"/>
                  <a:pt x="2657481" y="1698365"/>
                  <a:pt x="2657481" y="1132607"/>
                </a:cubicBezTo>
                <a:cubicBezTo>
                  <a:pt x="2657481" y="546117"/>
                  <a:pt x="2182288" y="70924"/>
                  <a:pt x="1595798" y="70924"/>
                </a:cubicBezTo>
                <a:cubicBezTo>
                  <a:pt x="1030040" y="70924"/>
                  <a:pt x="563576" y="513929"/>
                  <a:pt x="535206" y="1078596"/>
                </a:cubicBezTo>
                <a:cubicBezTo>
                  <a:pt x="522112" y="1333378"/>
                  <a:pt x="600675" y="1592524"/>
                  <a:pt x="770893" y="1801478"/>
                </a:cubicBezTo>
                <a:cubicBezTo>
                  <a:pt x="783987" y="1815663"/>
                  <a:pt x="783987" y="1836941"/>
                  <a:pt x="770348" y="1850580"/>
                </a:cubicBezTo>
                <a:lnTo>
                  <a:pt x="636137" y="1984245"/>
                </a:lnTo>
                <a:close/>
                <a:moveTo>
                  <a:pt x="782896" y="2153918"/>
                </a:moveTo>
                <a:cubicBezTo>
                  <a:pt x="794898" y="2197564"/>
                  <a:pt x="783441" y="2246120"/>
                  <a:pt x="750161" y="2279399"/>
                </a:cubicBezTo>
                <a:lnTo>
                  <a:pt x="338800" y="2690215"/>
                </a:lnTo>
                <a:cubicBezTo>
                  <a:pt x="288608" y="2740408"/>
                  <a:pt x="207317" y="2740408"/>
                  <a:pt x="157125" y="2690215"/>
                </a:cubicBezTo>
                <a:lnTo>
                  <a:pt x="37644" y="2570735"/>
                </a:lnTo>
                <a:cubicBezTo>
                  <a:pt x="-12548" y="2520542"/>
                  <a:pt x="-12548" y="2439252"/>
                  <a:pt x="37644" y="2389059"/>
                </a:cubicBezTo>
                <a:lnTo>
                  <a:pt x="448460" y="1978244"/>
                </a:lnTo>
                <a:cubicBezTo>
                  <a:pt x="481740" y="1944964"/>
                  <a:pt x="530296" y="1933507"/>
                  <a:pt x="573942" y="1945509"/>
                </a:cubicBezTo>
                <a:lnTo>
                  <a:pt x="696695" y="1822756"/>
                </a:lnTo>
                <a:cubicBezTo>
                  <a:pt x="528659" y="1603981"/>
                  <a:pt x="451188" y="1337197"/>
                  <a:pt x="464282" y="1074777"/>
                </a:cubicBezTo>
                <a:cubicBezTo>
                  <a:pt x="495379" y="472465"/>
                  <a:pt x="992395" y="0"/>
                  <a:pt x="1595798" y="0"/>
                </a:cubicBezTo>
                <a:cubicBezTo>
                  <a:pt x="2221023" y="0"/>
                  <a:pt x="2728405" y="507382"/>
                  <a:pt x="2728405" y="1132607"/>
                </a:cubicBezTo>
                <a:cubicBezTo>
                  <a:pt x="2728405" y="1735464"/>
                  <a:pt x="2255940" y="2233026"/>
                  <a:pt x="1653628" y="2263578"/>
                </a:cubicBezTo>
                <a:cubicBezTo>
                  <a:pt x="1390663" y="2277217"/>
                  <a:pt x="1124424" y="2199200"/>
                  <a:pt x="905104" y="2030619"/>
                </a:cubicBezTo>
                <a:lnTo>
                  <a:pt x="782896" y="2153918"/>
                </a:lnTo>
                <a:close/>
                <a:moveTo>
                  <a:pt x="579943" y="2027891"/>
                </a:moveTo>
                <a:cubicBezTo>
                  <a:pt x="557574" y="2006613"/>
                  <a:pt x="521567" y="2006613"/>
                  <a:pt x="499198" y="2028436"/>
                </a:cubicBezTo>
                <a:lnTo>
                  <a:pt x="87837" y="2439798"/>
                </a:lnTo>
                <a:cubicBezTo>
                  <a:pt x="65469" y="2462166"/>
                  <a:pt x="65469" y="2499265"/>
                  <a:pt x="87837" y="2521088"/>
                </a:cubicBezTo>
                <a:lnTo>
                  <a:pt x="207317" y="2640568"/>
                </a:lnTo>
                <a:cubicBezTo>
                  <a:pt x="229686" y="2662936"/>
                  <a:pt x="266239" y="2662936"/>
                  <a:pt x="288608" y="2640568"/>
                </a:cubicBezTo>
                <a:lnTo>
                  <a:pt x="699423" y="2229752"/>
                </a:lnTo>
                <a:cubicBezTo>
                  <a:pt x="721792" y="2207384"/>
                  <a:pt x="721792" y="2170285"/>
                  <a:pt x="699423" y="2148462"/>
                </a:cubicBezTo>
                <a:lnTo>
                  <a:pt x="579943" y="2028982"/>
                </a:lnTo>
                <a:lnTo>
                  <a:pt x="579943" y="2027891"/>
                </a:lnTo>
                <a:close/>
              </a:path>
            </a:pathLst>
          </a:custGeom>
          <a:solidFill>
            <a:srgbClr val="0084D4"/>
          </a:solidFill>
          <a:ln w="5451"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46" name="Forme libre : forme 45">
            <a:extLst>
              <a:ext uri="{FF2B5EF4-FFF2-40B4-BE49-F238E27FC236}">
                <a16:creationId xmlns:a16="http://schemas.microsoft.com/office/drawing/2014/main" id="{8B7CBDD1-95DC-5FC1-2751-1F05751FF76E}"/>
              </a:ext>
            </a:extLst>
          </p:cNvPr>
          <p:cNvSpPr>
            <a:spLocks noChangeAspect="1"/>
          </p:cNvSpPr>
          <p:nvPr/>
        </p:nvSpPr>
        <p:spPr>
          <a:xfrm>
            <a:off x="6576587" y="5712942"/>
            <a:ext cx="360000" cy="360000"/>
          </a:xfrm>
          <a:custGeom>
            <a:avLst/>
            <a:gdLst>
              <a:gd name="csX0" fmla="*/ 811114 w 855762"/>
              <a:gd name="csY0" fmla="*/ 773907 h 855762"/>
              <a:gd name="csX1" fmla="*/ 844600 w 855762"/>
              <a:gd name="csY1" fmla="*/ 773907 h 855762"/>
              <a:gd name="csX2" fmla="*/ 855762 w 855762"/>
              <a:gd name="csY2" fmla="*/ 785069 h 855762"/>
              <a:gd name="csX3" fmla="*/ 855762 w 855762"/>
              <a:gd name="csY3" fmla="*/ 844601 h 855762"/>
              <a:gd name="csX4" fmla="*/ 844600 w 855762"/>
              <a:gd name="csY4" fmla="*/ 855763 h 855762"/>
              <a:gd name="csX5" fmla="*/ 11162 w 855762"/>
              <a:gd name="csY5" fmla="*/ 855763 h 855762"/>
              <a:gd name="csX6" fmla="*/ 0 w 855762"/>
              <a:gd name="csY6" fmla="*/ 844601 h 855762"/>
              <a:gd name="csX7" fmla="*/ 0 w 855762"/>
              <a:gd name="csY7" fmla="*/ 785069 h 855762"/>
              <a:gd name="csX8" fmla="*/ 11162 w 855762"/>
              <a:gd name="csY8" fmla="*/ 773907 h 855762"/>
              <a:gd name="csX9" fmla="*/ 44648 w 855762"/>
              <a:gd name="csY9" fmla="*/ 773907 h 855762"/>
              <a:gd name="csX10" fmla="*/ 44648 w 855762"/>
              <a:gd name="csY10" fmla="*/ 755304 h 855762"/>
              <a:gd name="csX11" fmla="*/ 205345 w 855762"/>
              <a:gd name="csY11" fmla="*/ 567776 h 855762"/>
              <a:gd name="csX12" fmla="*/ 133944 w 855762"/>
              <a:gd name="csY12" fmla="*/ 442760 h 855762"/>
              <a:gd name="csX13" fmla="*/ 279048 w 855762"/>
              <a:gd name="csY13" fmla="*/ 297656 h 855762"/>
              <a:gd name="csX14" fmla="*/ 424152 w 855762"/>
              <a:gd name="csY14" fmla="*/ 442760 h 855762"/>
              <a:gd name="csX15" fmla="*/ 352752 w 855762"/>
              <a:gd name="csY15" fmla="*/ 567776 h 855762"/>
              <a:gd name="csX16" fmla="*/ 513448 w 855762"/>
              <a:gd name="csY16" fmla="*/ 755304 h 855762"/>
              <a:gd name="csX17" fmla="*/ 513448 w 855762"/>
              <a:gd name="csY17" fmla="*/ 773907 h 855762"/>
              <a:gd name="csX18" fmla="*/ 561817 w 855762"/>
              <a:gd name="csY18" fmla="*/ 773907 h 855762"/>
              <a:gd name="csX19" fmla="*/ 550655 w 855762"/>
              <a:gd name="csY19" fmla="*/ 740421 h 855762"/>
              <a:gd name="csX20" fmla="*/ 606465 w 855762"/>
              <a:gd name="csY20" fmla="*/ 684610 h 855762"/>
              <a:gd name="csX21" fmla="*/ 595303 w 855762"/>
              <a:gd name="csY21" fmla="*/ 651124 h 855762"/>
              <a:gd name="csX22" fmla="*/ 606465 w 855762"/>
              <a:gd name="csY22" fmla="*/ 617638 h 855762"/>
              <a:gd name="csX23" fmla="*/ 550655 w 855762"/>
              <a:gd name="csY23" fmla="*/ 561827 h 855762"/>
              <a:gd name="csX24" fmla="*/ 606465 w 855762"/>
              <a:gd name="csY24" fmla="*/ 506016 h 855762"/>
              <a:gd name="csX25" fmla="*/ 595303 w 855762"/>
              <a:gd name="csY25" fmla="*/ 472530 h 855762"/>
              <a:gd name="csX26" fmla="*/ 606465 w 855762"/>
              <a:gd name="csY26" fmla="*/ 439044 h 855762"/>
              <a:gd name="csX27" fmla="*/ 550655 w 855762"/>
              <a:gd name="csY27" fmla="*/ 383233 h 855762"/>
              <a:gd name="csX28" fmla="*/ 606465 w 855762"/>
              <a:gd name="csY28" fmla="*/ 327423 h 855762"/>
              <a:gd name="csX29" fmla="*/ 799937 w 855762"/>
              <a:gd name="csY29" fmla="*/ 327423 h 855762"/>
              <a:gd name="csX30" fmla="*/ 811099 w 855762"/>
              <a:gd name="csY30" fmla="*/ 338585 h 855762"/>
              <a:gd name="csX31" fmla="*/ 811099 w 855762"/>
              <a:gd name="csY31" fmla="*/ 416720 h 855762"/>
              <a:gd name="csX32" fmla="*/ 844586 w 855762"/>
              <a:gd name="csY32" fmla="*/ 416720 h 855762"/>
              <a:gd name="csX33" fmla="*/ 855748 w 855762"/>
              <a:gd name="csY33" fmla="*/ 427882 h 855762"/>
              <a:gd name="csX34" fmla="*/ 855748 w 855762"/>
              <a:gd name="csY34" fmla="*/ 517179 h 855762"/>
              <a:gd name="csX35" fmla="*/ 844586 w 855762"/>
              <a:gd name="csY35" fmla="*/ 528341 h 855762"/>
              <a:gd name="csX36" fmla="*/ 811099 w 855762"/>
              <a:gd name="csY36" fmla="*/ 528341 h 855762"/>
              <a:gd name="csX37" fmla="*/ 811099 w 855762"/>
              <a:gd name="csY37" fmla="*/ 595313 h 855762"/>
              <a:gd name="csX38" fmla="*/ 844586 w 855762"/>
              <a:gd name="csY38" fmla="*/ 595313 h 855762"/>
              <a:gd name="csX39" fmla="*/ 855748 w 855762"/>
              <a:gd name="csY39" fmla="*/ 606476 h 855762"/>
              <a:gd name="csX40" fmla="*/ 855748 w 855762"/>
              <a:gd name="csY40" fmla="*/ 695773 h 855762"/>
              <a:gd name="csX41" fmla="*/ 844586 w 855762"/>
              <a:gd name="csY41" fmla="*/ 706935 h 855762"/>
              <a:gd name="csX42" fmla="*/ 811099 w 855762"/>
              <a:gd name="csY42" fmla="*/ 706935 h 855762"/>
              <a:gd name="csX43" fmla="*/ 55810 w 855762"/>
              <a:gd name="csY43" fmla="*/ 796232 h 855762"/>
              <a:gd name="csX44" fmla="*/ 22324 w 855762"/>
              <a:gd name="csY44" fmla="*/ 796232 h 855762"/>
              <a:gd name="csX45" fmla="*/ 22324 w 855762"/>
              <a:gd name="csY45" fmla="*/ 833438 h 855762"/>
              <a:gd name="csX46" fmla="*/ 833435 w 855762"/>
              <a:gd name="csY46" fmla="*/ 833438 h 855762"/>
              <a:gd name="csX47" fmla="*/ 833435 w 855762"/>
              <a:gd name="csY47" fmla="*/ 796232 h 855762"/>
              <a:gd name="csX48" fmla="*/ 323700 w 855762"/>
              <a:gd name="csY48" fmla="*/ 587872 h 855762"/>
              <a:gd name="csX49" fmla="*/ 234404 w 855762"/>
              <a:gd name="csY49" fmla="*/ 587872 h 855762"/>
              <a:gd name="csX50" fmla="*/ 66973 w 855762"/>
              <a:gd name="csY50" fmla="*/ 755303 h 855762"/>
              <a:gd name="csX51" fmla="*/ 66973 w 855762"/>
              <a:gd name="csY51" fmla="*/ 773906 h 855762"/>
              <a:gd name="csX52" fmla="*/ 491131 w 855762"/>
              <a:gd name="csY52" fmla="*/ 773906 h 855762"/>
              <a:gd name="csX53" fmla="*/ 491131 w 855762"/>
              <a:gd name="csY53" fmla="*/ 755303 h 855762"/>
              <a:gd name="csX54" fmla="*/ 323700 w 855762"/>
              <a:gd name="csY54" fmla="*/ 587872 h 855762"/>
              <a:gd name="csX55" fmla="*/ 279052 w 855762"/>
              <a:gd name="csY55" fmla="*/ 565548 h 855762"/>
              <a:gd name="csX56" fmla="*/ 401839 w 855762"/>
              <a:gd name="csY56" fmla="*/ 442761 h 855762"/>
              <a:gd name="csX57" fmla="*/ 279052 w 855762"/>
              <a:gd name="csY57" fmla="*/ 319974 h 855762"/>
              <a:gd name="csX58" fmla="*/ 156265 w 855762"/>
              <a:gd name="csY58" fmla="*/ 442761 h 855762"/>
              <a:gd name="csX59" fmla="*/ 279052 w 855762"/>
              <a:gd name="csY59" fmla="*/ 565548 h 855762"/>
              <a:gd name="csX60" fmla="*/ 788792 w 855762"/>
              <a:gd name="csY60" fmla="*/ 706937 h 855762"/>
              <a:gd name="csX61" fmla="*/ 606474 w 855762"/>
              <a:gd name="csY61" fmla="*/ 706937 h 855762"/>
              <a:gd name="csX62" fmla="*/ 572988 w 855762"/>
              <a:gd name="csY62" fmla="*/ 740423 h 855762"/>
              <a:gd name="csX63" fmla="*/ 606474 w 855762"/>
              <a:gd name="csY63" fmla="*/ 773909 h 855762"/>
              <a:gd name="csX64" fmla="*/ 788792 w 855762"/>
              <a:gd name="csY64" fmla="*/ 773909 h 855762"/>
              <a:gd name="csX65" fmla="*/ 651127 w 855762"/>
              <a:gd name="csY65" fmla="*/ 617640 h 855762"/>
              <a:gd name="csX66" fmla="*/ 617641 w 855762"/>
              <a:gd name="csY66" fmla="*/ 651126 h 855762"/>
              <a:gd name="csX67" fmla="*/ 651127 w 855762"/>
              <a:gd name="csY67" fmla="*/ 684612 h 855762"/>
              <a:gd name="csX68" fmla="*/ 833445 w 855762"/>
              <a:gd name="csY68" fmla="*/ 684612 h 855762"/>
              <a:gd name="csX69" fmla="*/ 833445 w 855762"/>
              <a:gd name="csY69" fmla="*/ 617640 h 855762"/>
              <a:gd name="csX70" fmla="*/ 788792 w 855762"/>
              <a:gd name="csY70" fmla="*/ 528343 h 855762"/>
              <a:gd name="csX71" fmla="*/ 606474 w 855762"/>
              <a:gd name="csY71" fmla="*/ 528343 h 855762"/>
              <a:gd name="csX72" fmla="*/ 572988 w 855762"/>
              <a:gd name="csY72" fmla="*/ 561829 h 855762"/>
              <a:gd name="csX73" fmla="*/ 606474 w 855762"/>
              <a:gd name="csY73" fmla="*/ 595315 h 855762"/>
              <a:gd name="csX74" fmla="*/ 788792 w 855762"/>
              <a:gd name="csY74" fmla="*/ 595315 h 855762"/>
              <a:gd name="csX75" fmla="*/ 651127 w 855762"/>
              <a:gd name="csY75" fmla="*/ 439046 h 855762"/>
              <a:gd name="csX76" fmla="*/ 617641 w 855762"/>
              <a:gd name="csY76" fmla="*/ 472532 h 855762"/>
              <a:gd name="csX77" fmla="*/ 651127 w 855762"/>
              <a:gd name="csY77" fmla="*/ 506018 h 855762"/>
              <a:gd name="csX78" fmla="*/ 833445 w 855762"/>
              <a:gd name="csY78" fmla="*/ 506018 h 855762"/>
              <a:gd name="csX79" fmla="*/ 833445 w 855762"/>
              <a:gd name="csY79" fmla="*/ 439046 h 855762"/>
              <a:gd name="csX80" fmla="*/ 788792 w 855762"/>
              <a:gd name="csY80" fmla="*/ 416721 h 855762"/>
              <a:gd name="csX81" fmla="*/ 788792 w 855762"/>
              <a:gd name="csY81" fmla="*/ 349749 h 855762"/>
              <a:gd name="csX82" fmla="*/ 606474 w 855762"/>
              <a:gd name="csY82" fmla="*/ 349749 h 855762"/>
              <a:gd name="csX83" fmla="*/ 572988 w 855762"/>
              <a:gd name="csY83" fmla="*/ 383235 h 855762"/>
              <a:gd name="csX84" fmla="*/ 606474 w 855762"/>
              <a:gd name="csY84" fmla="*/ 416721 h 855762"/>
              <a:gd name="csX85" fmla="*/ 66006 w 855762"/>
              <a:gd name="csY85" fmla="*/ 84909 h 855762"/>
              <a:gd name="csX86" fmla="*/ 60537 w 855762"/>
              <a:gd name="csY86" fmla="*/ 70100 h 855762"/>
              <a:gd name="csX87" fmla="*/ 75345 w 855762"/>
              <a:gd name="csY87" fmla="*/ 64631 h 855762"/>
              <a:gd name="csX88" fmla="*/ 88405 w 855762"/>
              <a:gd name="csY88" fmla="*/ 70658 h 855762"/>
              <a:gd name="csX89" fmla="*/ 120589 w 855762"/>
              <a:gd name="csY89" fmla="*/ 126395 h 855762"/>
              <a:gd name="csX90" fmla="*/ 119287 w 855762"/>
              <a:gd name="csY90" fmla="*/ 140719 h 855762"/>
              <a:gd name="csX91" fmla="*/ 138597 w 855762"/>
              <a:gd name="csY91" fmla="*/ 174168 h 855762"/>
              <a:gd name="csX92" fmla="*/ 151657 w 855762"/>
              <a:gd name="csY92" fmla="*/ 180196 h 855762"/>
              <a:gd name="csX93" fmla="*/ 183841 w 855762"/>
              <a:gd name="csY93" fmla="*/ 235932 h 855762"/>
              <a:gd name="csX94" fmla="*/ 182538 w 855762"/>
              <a:gd name="csY94" fmla="*/ 250257 h 855762"/>
              <a:gd name="csX95" fmla="*/ 170409 w 855762"/>
              <a:gd name="csY95" fmla="*/ 260340 h 855762"/>
              <a:gd name="csX96" fmla="*/ 160289 w 855762"/>
              <a:gd name="csY96" fmla="*/ 248211 h 855762"/>
              <a:gd name="csX97" fmla="*/ 161591 w 855762"/>
              <a:gd name="csY97" fmla="*/ 233886 h 855762"/>
              <a:gd name="csX98" fmla="*/ 142281 w 855762"/>
              <a:gd name="csY98" fmla="*/ 200437 h 855762"/>
              <a:gd name="csX99" fmla="*/ 129221 w 855762"/>
              <a:gd name="csY99" fmla="*/ 194410 h 855762"/>
              <a:gd name="csX100" fmla="*/ 97037 w 855762"/>
              <a:gd name="csY100" fmla="*/ 138673 h 855762"/>
              <a:gd name="csX101" fmla="*/ 98340 w 855762"/>
              <a:gd name="csY101" fmla="*/ 124349 h 855762"/>
              <a:gd name="csX102" fmla="*/ 79030 w 855762"/>
              <a:gd name="csY102" fmla="*/ 90900 h 855762"/>
              <a:gd name="csX103" fmla="*/ 65970 w 855762"/>
              <a:gd name="csY103" fmla="*/ 84872 h 855762"/>
              <a:gd name="csX104" fmla="*/ 265774 w 855762"/>
              <a:gd name="csY104" fmla="*/ 17601 h 855762"/>
              <a:gd name="csX105" fmla="*/ 268453 w 855762"/>
              <a:gd name="csY105" fmla="*/ 2049 h 855762"/>
              <a:gd name="csX106" fmla="*/ 284006 w 855762"/>
              <a:gd name="csY106" fmla="*/ 4728 h 855762"/>
              <a:gd name="csX107" fmla="*/ 292303 w 855762"/>
              <a:gd name="csY107" fmla="*/ 16485 h 855762"/>
              <a:gd name="csX108" fmla="*/ 292303 w 855762"/>
              <a:gd name="csY108" fmla="*/ 80853 h 855762"/>
              <a:gd name="csX109" fmla="*/ 284006 w 855762"/>
              <a:gd name="csY109" fmla="*/ 92611 h 855762"/>
              <a:gd name="csX110" fmla="*/ 284006 w 855762"/>
              <a:gd name="csY110" fmla="*/ 131232 h 855762"/>
              <a:gd name="csX111" fmla="*/ 292303 w 855762"/>
              <a:gd name="csY111" fmla="*/ 142990 h 855762"/>
              <a:gd name="csX112" fmla="*/ 292303 w 855762"/>
              <a:gd name="csY112" fmla="*/ 207358 h 855762"/>
              <a:gd name="csX113" fmla="*/ 284006 w 855762"/>
              <a:gd name="csY113" fmla="*/ 219115 h 855762"/>
              <a:gd name="csX114" fmla="*/ 268453 w 855762"/>
              <a:gd name="csY114" fmla="*/ 221794 h 855762"/>
              <a:gd name="csX115" fmla="*/ 265774 w 855762"/>
              <a:gd name="csY115" fmla="*/ 206242 h 855762"/>
              <a:gd name="csX116" fmla="*/ 274071 w 855762"/>
              <a:gd name="csY116" fmla="*/ 194484 h 855762"/>
              <a:gd name="csX117" fmla="*/ 274071 w 855762"/>
              <a:gd name="csY117" fmla="*/ 155863 h 855762"/>
              <a:gd name="csX118" fmla="*/ 265774 w 855762"/>
              <a:gd name="csY118" fmla="*/ 144105 h 855762"/>
              <a:gd name="csX119" fmla="*/ 265774 w 855762"/>
              <a:gd name="csY119" fmla="*/ 79737 h 855762"/>
              <a:gd name="csX120" fmla="*/ 274071 w 855762"/>
              <a:gd name="csY120" fmla="*/ 67980 h 855762"/>
              <a:gd name="csX121" fmla="*/ 274071 w 855762"/>
              <a:gd name="csY121" fmla="*/ 29359 h 855762"/>
              <a:gd name="csX122" fmla="*/ 474800 w 855762"/>
              <a:gd name="csY122" fmla="*/ 70026 h 855762"/>
              <a:gd name="csX123" fmla="*/ 484921 w 855762"/>
              <a:gd name="csY123" fmla="*/ 57897 h 855762"/>
              <a:gd name="csX124" fmla="*/ 497050 w 855762"/>
              <a:gd name="csY124" fmla="*/ 68017 h 855762"/>
              <a:gd name="csX125" fmla="*/ 498352 w 855762"/>
              <a:gd name="csY125" fmla="*/ 82342 h 855762"/>
              <a:gd name="csX126" fmla="*/ 466168 w 855762"/>
              <a:gd name="csY126" fmla="*/ 138078 h 855762"/>
              <a:gd name="csX127" fmla="*/ 453108 w 855762"/>
              <a:gd name="csY127" fmla="*/ 144106 h 855762"/>
              <a:gd name="csX128" fmla="*/ 433798 w 855762"/>
              <a:gd name="csY128" fmla="*/ 177554 h 855762"/>
              <a:gd name="csX129" fmla="*/ 435101 w 855762"/>
              <a:gd name="csY129" fmla="*/ 191879 h 855762"/>
              <a:gd name="csX130" fmla="*/ 402916 w 855762"/>
              <a:gd name="csY130" fmla="*/ 247616 h 855762"/>
              <a:gd name="csX131" fmla="*/ 389857 w 855762"/>
              <a:gd name="csY131" fmla="*/ 253643 h 855762"/>
              <a:gd name="csX132" fmla="*/ 375048 w 855762"/>
              <a:gd name="csY132" fmla="*/ 248211 h 855762"/>
              <a:gd name="csX133" fmla="*/ 380518 w 855762"/>
              <a:gd name="csY133" fmla="*/ 233402 h 855762"/>
              <a:gd name="csX134" fmla="*/ 393577 w 855762"/>
              <a:gd name="csY134" fmla="*/ 227375 h 855762"/>
              <a:gd name="csX135" fmla="*/ 412887 w 855762"/>
              <a:gd name="csY135" fmla="*/ 193926 h 855762"/>
              <a:gd name="csX136" fmla="*/ 411585 w 855762"/>
              <a:gd name="csY136" fmla="*/ 179601 h 855762"/>
              <a:gd name="csX137" fmla="*/ 443769 w 855762"/>
              <a:gd name="csY137" fmla="*/ 123865 h 855762"/>
              <a:gd name="csX138" fmla="*/ 456829 w 855762"/>
              <a:gd name="csY138" fmla="*/ 117837 h 855762"/>
              <a:gd name="csX139" fmla="*/ 476139 w 855762"/>
              <a:gd name="csY139" fmla="*/ 84388 h 855762"/>
              <a:gd name="csX140" fmla="*/ 474837 w 855762"/>
              <a:gd name="csY140" fmla="*/ 70064 h 855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855762" h="855762">
                <a:moveTo>
                  <a:pt x="811114" y="773907"/>
                </a:moveTo>
                <a:lnTo>
                  <a:pt x="844600" y="773907"/>
                </a:lnTo>
                <a:cubicBezTo>
                  <a:pt x="850776" y="773907"/>
                  <a:pt x="855762" y="778893"/>
                  <a:pt x="855762" y="785069"/>
                </a:cubicBezTo>
                <a:lnTo>
                  <a:pt x="855762" y="844601"/>
                </a:lnTo>
                <a:cubicBezTo>
                  <a:pt x="855762" y="850777"/>
                  <a:pt x="850776" y="855763"/>
                  <a:pt x="844600" y="855763"/>
                </a:cubicBezTo>
                <a:lnTo>
                  <a:pt x="11162" y="855763"/>
                </a:lnTo>
                <a:cubicBezTo>
                  <a:pt x="4986" y="855763"/>
                  <a:pt x="0" y="850777"/>
                  <a:pt x="0" y="844601"/>
                </a:cubicBezTo>
                <a:lnTo>
                  <a:pt x="0" y="785069"/>
                </a:lnTo>
                <a:cubicBezTo>
                  <a:pt x="0" y="778893"/>
                  <a:pt x="4986" y="773907"/>
                  <a:pt x="11162" y="773907"/>
                </a:cubicBezTo>
                <a:lnTo>
                  <a:pt x="44648" y="773907"/>
                </a:lnTo>
                <a:lnTo>
                  <a:pt x="44648" y="755304"/>
                </a:lnTo>
                <a:cubicBezTo>
                  <a:pt x="44648" y="660389"/>
                  <a:pt x="114337" y="581768"/>
                  <a:pt x="205345" y="567776"/>
                </a:cubicBezTo>
                <a:cubicBezTo>
                  <a:pt x="162631" y="542512"/>
                  <a:pt x="133944" y="495966"/>
                  <a:pt x="133944" y="442760"/>
                </a:cubicBezTo>
                <a:cubicBezTo>
                  <a:pt x="133944" y="362691"/>
                  <a:pt x="198982" y="297656"/>
                  <a:pt x="279048" y="297656"/>
                </a:cubicBezTo>
                <a:cubicBezTo>
                  <a:pt x="359155" y="297656"/>
                  <a:pt x="424152" y="362694"/>
                  <a:pt x="424152" y="442760"/>
                </a:cubicBezTo>
                <a:cubicBezTo>
                  <a:pt x="424152" y="495966"/>
                  <a:pt x="395466" y="542477"/>
                  <a:pt x="352752" y="567776"/>
                </a:cubicBezTo>
                <a:cubicBezTo>
                  <a:pt x="443760" y="581766"/>
                  <a:pt x="513448" y="660421"/>
                  <a:pt x="513448" y="755304"/>
                </a:cubicBezTo>
                <a:lnTo>
                  <a:pt x="513448" y="773907"/>
                </a:lnTo>
                <a:lnTo>
                  <a:pt x="561817" y="773907"/>
                </a:lnTo>
                <a:cubicBezTo>
                  <a:pt x="554822" y="764605"/>
                  <a:pt x="550655" y="752997"/>
                  <a:pt x="550655" y="740421"/>
                </a:cubicBezTo>
                <a:cubicBezTo>
                  <a:pt x="550655" y="709613"/>
                  <a:pt x="575658" y="684610"/>
                  <a:pt x="606465" y="684610"/>
                </a:cubicBezTo>
                <a:cubicBezTo>
                  <a:pt x="599470" y="675308"/>
                  <a:pt x="595303" y="663700"/>
                  <a:pt x="595303" y="651124"/>
                </a:cubicBezTo>
                <a:cubicBezTo>
                  <a:pt x="595303" y="638548"/>
                  <a:pt x="599470" y="626976"/>
                  <a:pt x="606465" y="617638"/>
                </a:cubicBezTo>
                <a:cubicBezTo>
                  <a:pt x="575658" y="617638"/>
                  <a:pt x="550655" y="592635"/>
                  <a:pt x="550655" y="561827"/>
                </a:cubicBezTo>
                <a:cubicBezTo>
                  <a:pt x="550655" y="531020"/>
                  <a:pt x="575658" y="506016"/>
                  <a:pt x="606465" y="506016"/>
                </a:cubicBezTo>
                <a:cubicBezTo>
                  <a:pt x="599470" y="496715"/>
                  <a:pt x="595303" y="485106"/>
                  <a:pt x="595303" y="472530"/>
                </a:cubicBezTo>
                <a:cubicBezTo>
                  <a:pt x="595303" y="459954"/>
                  <a:pt x="599470" y="448383"/>
                  <a:pt x="606465" y="439044"/>
                </a:cubicBezTo>
                <a:cubicBezTo>
                  <a:pt x="575658" y="439044"/>
                  <a:pt x="550655" y="414041"/>
                  <a:pt x="550655" y="383233"/>
                </a:cubicBezTo>
                <a:cubicBezTo>
                  <a:pt x="550655" y="352426"/>
                  <a:pt x="575658" y="327423"/>
                  <a:pt x="606465" y="327423"/>
                </a:cubicBezTo>
                <a:lnTo>
                  <a:pt x="799937" y="327423"/>
                </a:lnTo>
                <a:cubicBezTo>
                  <a:pt x="806114" y="327423"/>
                  <a:pt x="811099" y="332408"/>
                  <a:pt x="811099" y="338585"/>
                </a:cubicBezTo>
                <a:lnTo>
                  <a:pt x="811099" y="416720"/>
                </a:lnTo>
                <a:lnTo>
                  <a:pt x="844586" y="416720"/>
                </a:lnTo>
                <a:cubicBezTo>
                  <a:pt x="850762" y="416720"/>
                  <a:pt x="855748" y="421705"/>
                  <a:pt x="855748" y="427882"/>
                </a:cubicBezTo>
                <a:lnTo>
                  <a:pt x="855748" y="517179"/>
                </a:lnTo>
                <a:cubicBezTo>
                  <a:pt x="855748" y="523355"/>
                  <a:pt x="850762" y="528341"/>
                  <a:pt x="844586" y="528341"/>
                </a:cubicBezTo>
                <a:lnTo>
                  <a:pt x="811099" y="528341"/>
                </a:lnTo>
                <a:lnTo>
                  <a:pt x="811099" y="595313"/>
                </a:lnTo>
                <a:lnTo>
                  <a:pt x="844586" y="595313"/>
                </a:lnTo>
                <a:cubicBezTo>
                  <a:pt x="850762" y="595313"/>
                  <a:pt x="855748" y="600299"/>
                  <a:pt x="855748" y="606476"/>
                </a:cubicBezTo>
                <a:lnTo>
                  <a:pt x="855748" y="695773"/>
                </a:lnTo>
                <a:cubicBezTo>
                  <a:pt x="855748" y="701949"/>
                  <a:pt x="850762" y="706935"/>
                  <a:pt x="844586" y="706935"/>
                </a:cubicBezTo>
                <a:lnTo>
                  <a:pt x="811099" y="706935"/>
                </a:lnTo>
                <a:close/>
                <a:moveTo>
                  <a:pt x="55810" y="796232"/>
                </a:moveTo>
                <a:lnTo>
                  <a:pt x="22324" y="796232"/>
                </a:lnTo>
                <a:lnTo>
                  <a:pt x="22324" y="833438"/>
                </a:lnTo>
                <a:lnTo>
                  <a:pt x="833435" y="833438"/>
                </a:lnTo>
                <a:lnTo>
                  <a:pt x="833435" y="796232"/>
                </a:lnTo>
                <a:close/>
                <a:moveTo>
                  <a:pt x="323700" y="587872"/>
                </a:moveTo>
                <a:lnTo>
                  <a:pt x="234404" y="587872"/>
                </a:lnTo>
                <a:cubicBezTo>
                  <a:pt x="141944" y="587872"/>
                  <a:pt x="66973" y="662845"/>
                  <a:pt x="66973" y="755303"/>
                </a:cubicBezTo>
                <a:lnTo>
                  <a:pt x="66973" y="773906"/>
                </a:lnTo>
                <a:lnTo>
                  <a:pt x="491131" y="773906"/>
                </a:lnTo>
                <a:lnTo>
                  <a:pt x="491131" y="755303"/>
                </a:lnTo>
                <a:cubicBezTo>
                  <a:pt x="491131" y="662844"/>
                  <a:pt x="416159" y="587872"/>
                  <a:pt x="323700" y="587872"/>
                </a:cubicBezTo>
                <a:close/>
                <a:moveTo>
                  <a:pt x="279052" y="565548"/>
                </a:moveTo>
                <a:cubicBezTo>
                  <a:pt x="346806" y="565548"/>
                  <a:pt x="401839" y="510556"/>
                  <a:pt x="401839" y="442761"/>
                </a:cubicBezTo>
                <a:cubicBezTo>
                  <a:pt x="401839" y="375007"/>
                  <a:pt x="346810" y="319974"/>
                  <a:pt x="279052" y="319974"/>
                </a:cubicBezTo>
                <a:cubicBezTo>
                  <a:pt x="211294" y="319974"/>
                  <a:pt x="156265" y="375003"/>
                  <a:pt x="156265" y="442761"/>
                </a:cubicBezTo>
                <a:cubicBezTo>
                  <a:pt x="156265" y="510552"/>
                  <a:pt x="211294" y="565548"/>
                  <a:pt x="279052" y="565548"/>
                </a:cubicBezTo>
                <a:close/>
                <a:moveTo>
                  <a:pt x="788792" y="706937"/>
                </a:moveTo>
                <a:lnTo>
                  <a:pt x="606474" y="706937"/>
                </a:lnTo>
                <a:cubicBezTo>
                  <a:pt x="587982" y="706937"/>
                  <a:pt x="572988" y="721931"/>
                  <a:pt x="572988" y="740423"/>
                </a:cubicBezTo>
                <a:cubicBezTo>
                  <a:pt x="572988" y="758915"/>
                  <a:pt x="587982" y="773909"/>
                  <a:pt x="606474" y="773909"/>
                </a:cubicBezTo>
                <a:lnTo>
                  <a:pt x="788792" y="773909"/>
                </a:lnTo>
                <a:close/>
                <a:moveTo>
                  <a:pt x="651127" y="617640"/>
                </a:moveTo>
                <a:cubicBezTo>
                  <a:pt x="632635" y="617640"/>
                  <a:pt x="617641" y="632634"/>
                  <a:pt x="617641" y="651126"/>
                </a:cubicBezTo>
                <a:cubicBezTo>
                  <a:pt x="617641" y="669618"/>
                  <a:pt x="632635" y="684612"/>
                  <a:pt x="651127" y="684612"/>
                </a:cubicBezTo>
                <a:lnTo>
                  <a:pt x="833445" y="684612"/>
                </a:lnTo>
                <a:lnTo>
                  <a:pt x="833445" y="617640"/>
                </a:lnTo>
                <a:close/>
                <a:moveTo>
                  <a:pt x="788792" y="528343"/>
                </a:moveTo>
                <a:lnTo>
                  <a:pt x="606474" y="528343"/>
                </a:lnTo>
                <a:cubicBezTo>
                  <a:pt x="587982" y="528343"/>
                  <a:pt x="572988" y="543337"/>
                  <a:pt x="572988" y="561829"/>
                </a:cubicBezTo>
                <a:cubicBezTo>
                  <a:pt x="572988" y="580321"/>
                  <a:pt x="587982" y="595315"/>
                  <a:pt x="606474" y="595315"/>
                </a:cubicBezTo>
                <a:lnTo>
                  <a:pt x="788792" y="595315"/>
                </a:lnTo>
                <a:close/>
                <a:moveTo>
                  <a:pt x="651127" y="439046"/>
                </a:moveTo>
                <a:cubicBezTo>
                  <a:pt x="632635" y="439046"/>
                  <a:pt x="617641" y="454040"/>
                  <a:pt x="617641" y="472532"/>
                </a:cubicBezTo>
                <a:cubicBezTo>
                  <a:pt x="617641" y="491024"/>
                  <a:pt x="632635" y="506018"/>
                  <a:pt x="651127" y="506018"/>
                </a:cubicBezTo>
                <a:lnTo>
                  <a:pt x="833445" y="506018"/>
                </a:lnTo>
                <a:lnTo>
                  <a:pt x="833445" y="439046"/>
                </a:lnTo>
                <a:close/>
                <a:moveTo>
                  <a:pt x="788792" y="416721"/>
                </a:moveTo>
                <a:lnTo>
                  <a:pt x="788792" y="349749"/>
                </a:lnTo>
                <a:lnTo>
                  <a:pt x="606474" y="349749"/>
                </a:lnTo>
                <a:cubicBezTo>
                  <a:pt x="587982" y="349749"/>
                  <a:pt x="572988" y="364744"/>
                  <a:pt x="572988" y="383235"/>
                </a:cubicBezTo>
                <a:cubicBezTo>
                  <a:pt x="572988" y="401727"/>
                  <a:pt x="587982" y="416721"/>
                  <a:pt x="606474" y="416721"/>
                </a:cubicBezTo>
                <a:close/>
                <a:moveTo>
                  <a:pt x="66006" y="84909"/>
                </a:moveTo>
                <a:cubicBezTo>
                  <a:pt x="60425" y="82341"/>
                  <a:pt x="57970" y="75681"/>
                  <a:pt x="60537" y="70100"/>
                </a:cubicBezTo>
                <a:cubicBezTo>
                  <a:pt x="63141" y="64519"/>
                  <a:pt x="69764" y="62063"/>
                  <a:pt x="75345" y="64631"/>
                </a:cubicBezTo>
                <a:lnTo>
                  <a:pt x="88405" y="70658"/>
                </a:lnTo>
                <a:cubicBezTo>
                  <a:pt x="109836" y="80555"/>
                  <a:pt x="122748" y="102879"/>
                  <a:pt x="120589" y="126395"/>
                </a:cubicBezTo>
                <a:lnTo>
                  <a:pt x="119287" y="140719"/>
                </a:lnTo>
                <a:cubicBezTo>
                  <a:pt x="117985" y="154858"/>
                  <a:pt x="125724" y="168252"/>
                  <a:pt x="138597" y="174168"/>
                </a:cubicBezTo>
                <a:lnTo>
                  <a:pt x="151657" y="180196"/>
                </a:lnTo>
                <a:cubicBezTo>
                  <a:pt x="173088" y="190093"/>
                  <a:pt x="185999" y="212417"/>
                  <a:pt x="183841" y="235932"/>
                </a:cubicBezTo>
                <a:lnTo>
                  <a:pt x="182538" y="250257"/>
                </a:lnTo>
                <a:cubicBezTo>
                  <a:pt x="181980" y="256396"/>
                  <a:pt x="176511" y="260898"/>
                  <a:pt x="170409" y="260340"/>
                </a:cubicBezTo>
                <a:cubicBezTo>
                  <a:pt x="164270" y="259782"/>
                  <a:pt x="159768" y="254350"/>
                  <a:pt x="160289" y="248211"/>
                </a:cubicBezTo>
                <a:lnTo>
                  <a:pt x="161591" y="233886"/>
                </a:lnTo>
                <a:cubicBezTo>
                  <a:pt x="162894" y="219784"/>
                  <a:pt x="155154" y="206390"/>
                  <a:pt x="142281" y="200437"/>
                </a:cubicBezTo>
                <a:lnTo>
                  <a:pt x="129221" y="194410"/>
                </a:lnTo>
                <a:cubicBezTo>
                  <a:pt x="107790" y="184512"/>
                  <a:pt x="94879" y="162189"/>
                  <a:pt x="97037" y="138673"/>
                </a:cubicBezTo>
                <a:lnTo>
                  <a:pt x="98340" y="124349"/>
                </a:lnTo>
                <a:cubicBezTo>
                  <a:pt x="99642" y="110247"/>
                  <a:pt x="91903" y="96853"/>
                  <a:pt x="79030" y="90900"/>
                </a:cubicBezTo>
                <a:lnTo>
                  <a:pt x="65970" y="84872"/>
                </a:lnTo>
                <a:close/>
                <a:moveTo>
                  <a:pt x="265774" y="17601"/>
                </a:moveTo>
                <a:cubicBezTo>
                  <a:pt x="262240" y="12578"/>
                  <a:pt x="263430" y="5583"/>
                  <a:pt x="268453" y="2049"/>
                </a:cubicBezTo>
                <a:cubicBezTo>
                  <a:pt x="273513" y="-1523"/>
                  <a:pt x="280471" y="-295"/>
                  <a:pt x="284006" y="4728"/>
                </a:cubicBezTo>
                <a:lnTo>
                  <a:pt x="292303" y="16485"/>
                </a:lnTo>
                <a:cubicBezTo>
                  <a:pt x="305921" y="35758"/>
                  <a:pt x="305921" y="61543"/>
                  <a:pt x="292303" y="80853"/>
                </a:cubicBezTo>
                <a:lnTo>
                  <a:pt x="284006" y="92611"/>
                </a:lnTo>
                <a:cubicBezTo>
                  <a:pt x="275820" y="104182"/>
                  <a:pt x="275820" y="119660"/>
                  <a:pt x="284006" y="131232"/>
                </a:cubicBezTo>
                <a:lnTo>
                  <a:pt x="292303" y="142990"/>
                </a:lnTo>
                <a:cubicBezTo>
                  <a:pt x="305921" y="162262"/>
                  <a:pt x="305921" y="188048"/>
                  <a:pt x="292303" y="207358"/>
                </a:cubicBezTo>
                <a:lnTo>
                  <a:pt x="284006" y="219115"/>
                </a:lnTo>
                <a:cubicBezTo>
                  <a:pt x="280471" y="224138"/>
                  <a:pt x="273476" y="225366"/>
                  <a:pt x="268453" y="221794"/>
                </a:cubicBezTo>
                <a:cubicBezTo>
                  <a:pt x="263430" y="218222"/>
                  <a:pt x="262240" y="211264"/>
                  <a:pt x="265774" y="206242"/>
                </a:cubicBezTo>
                <a:lnTo>
                  <a:pt x="274071" y="194484"/>
                </a:lnTo>
                <a:cubicBezTo>
                  <a:pt x="282220" y="182913"/>
                  <a:pt x="282220" y="167435"/>
                  <a:pt x="274071" y="155863"/>
                </a:cubicBezTo>
                <a:lnTo>
                  <a:pt x="265774" y="144105"/>
                </a:lnTo>
                <a:cubicBezTo>
                  <a:pt x="252156" y="124795"/>
                  <a:pt x="252156" y="99010"/>
                  <a:pt x="265774" y="79737"/>
                </a:cubicBezTo>
                <a:lnTo>
                  <a:pt x="274071" y="67980"/>
                </a:lnTo>
                <a:cubicBezTo>
                  <a:pt x="282220" y="56409"/>
                  <a:pt x="282220" y="40931"/>
                  <a:pt x="274071" y="29359"/>
                </a:cubicBezTo>
                <a:close/>
                <a:moveTo>
                  <a:pt x="474800" y="70026"/>
                </a:moveTo>
                <a:cubicBezTo>
                  <a:pt x="474242" y="63887"/>
                  <a:pt x="478744" y="58455"/>
                  <a:pt x="484921" y="57897"/>
                </a:cubicBezTo>
                <a:cubicBezTo>
                  <a:pt x="491060" y="57338"/>
                  <a:pt x="496492" y="61878"/>
                  <a:pt x="497050" y="68017"/>
                </a:cubicBezTo>
                <a:lnTo>
                  <a:pt x="498352" y="82342"/>
                </a:lnTo>
                <a:cubicBezTo>
                  <a:pt x="500510" y="105857"/>
                  <a:pt x="487599" y="128181"/>
                  <a:pt x="466168" y="138078"/>
                </a:cubicBezTo>
                <a:lnTo>
                  <a:pt x="453108" y="144106"/>
                </a:lnTo>
                <a:cubicBezTo>
                  <a:pt x="440234" y="150059"/>
                  <a:pt x="432495" y="163453"/>
                  <a:pt x="433798" y="177554"/>
                </a:cubicBezTo>
                <a:lnTo>
                  <a:pt x="435101" y="191879"/>
                </a:lnTo>
                <a:cubicBezTo>
                  <a:pt x="437258" y="215394"/>
                  <a:pt x="424348" y="237718"/>
                  <a:pt x="402916" y="247616"/>
                </a:cubicBezTo>
                <a:lnTo>
                  <a:pt x="389857" y="253643"/>
                </a:lnTo>
                <a:cubicBezTo>
                  <a:pt x="384276" y="256248"/>
                  <a:pt x="377615" y="253792"/>
                  <a:pt x="375048" y="248211"/>
                </a:cubicBezTo>
                <a:cubicBezTo>
                  <a:pt x="372481" y="242630"/>
                  <a:pt x="374899" y="235969"/>
                  <a:pt x="380518" y="233402"/>
                </a:cubicBezTo>
                <a:lnTo>
                  <a:pt x="393577" y="227375"/>
                </a:lnTo>
                <a:cubicBezTo>
                  <a:pt x="406451" y="221422"/>
                  <a:pt x="414190" y="208028"/>
                  <a:pt x="412887" y="193926"/>
                </a:cubicBezTo>
                <a:lnTo>
                  <a:pt x="411585" y="179601"/>
                </a:lnTo>
                <a:cubicBezTo>
                  <a:pt x="409427" y="156086"/>
                  <a:pt x="422338" y="133762"/>
                  <a:pt x="443769" y="123865"/>
                </a:cubicBezTo>
                <a:lnTo>
                  <a:pt x="456829" y="117837"/>
                </a:lnTo>
                <a:cubicBezTo>
                  <a:pt x="469703" y="111884"/>
                  <a:pt x="477442" y="98490"/>
                  <a:pt x="476139" y="84388"/>
                </a:cubicBezTo>
                <a:lnTo>
                  <a:pt x="474837" y="70064"/>
                </a:ln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47" name="Groupe 46">
            <a:extLst>
              <a:ext uri="{FF2B5EF4-FFF2-40B4-BE49-F238E27FC236}">
                <a16:creationId xmlns:a16="http://schemas.microsoft.com/office/drawing/2014/main" id="{AB36D7BF-E101-2A87-D4BA-DFD08136D775}"/>
              </a:ext>
            </a:extLst>
          </p:cNvPr>
          <p:cNvGrpSpPr>
            <a:grpSpLocks noChangeAspect="1"/>
          </p:cNvGrpSpPr>
          <p:nvPr/>
        </p:nvGrpSpPr>
        <p:grpSpPr>
          <a:xfrm>
            <a:off x="6565133" y="3009207"/>
            <a:ext cx="324003" cy="334422"/>
            <a:chOff x="8325332" y="3831448"/>
            <a:chExt cx="590607" cy="609601"/>
          </a:xfrm>
          <a:solidFill>
            <a:srgbClr val="0084D4"/>
          </a:solidFill>
        </p:grpSpPr>
        <p:sp>
          <p:nvSpPr>
            <p:cNvPr id="59" name="Ellipse 58">
              <a:extLst>
                <a:ext uri="{FF2B5EF4-FFF2-40B4-BE49-F238E27FC236}">
                  <a16:creationId xmlns:a16="http://schemas.microsoft.com/office/drawing/2014/main" id="{60405578-9CCB-6597-BEE5-49918028D34E}"/>
                </a:ext>
              </a:extLst>
            </p:cNvPr>
            <p:cNvSpPr/>
            <p:nvPr/>
          </p:nvSpPr>
          <p:spPr>
            <a:xfrm>
              <a:off x="8401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0" name="Forme libre : forme 59">
              <a:extLst>
                <a:ext uri="{FF2B5EF4-FFF2-40B4-BE49-F238E27FC236}">
                  <a16:creationId xmlns:a16="http://schemas.microsoft.com/office/drawing/2014/main" id="{A2ADDFAA-B8BD-944F-27CF-238F185005AE}"/>
                </a:ext>
              </a:extLst>
            </p:cNvPr>
            <p:cNvSpPr/>
            <p:nvPr/>
          </p:nvSpPr>
          <p:spPr>
            <a:xfrm>
              <a:off x="8325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3" name="Ellipse 62">
              <a:extLst>
                <a:ext uri="{FF2B5EF4-FFF2-40B4-BE49-F238E27FC236}">
                  <a16:creationId xmlns:a16="http://schemas.microsoft.com/office/drawing/2014/main" id="{E4F5ED6D-BF68-3DF1-5922-3AA1AFAAE746}"/>
                </a:ext>
              </a:extLst>
            </p:cNvPr>
            <p:cNvSpPr/>
            <p:nvPr/>
          </p:nvSpPr>
          <p:spPr>
            <a:xfrm>
              <a:off x="8592032" y="41552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4" name="Forme libre : forme 63">
              <a:extLst>
                <a:ext uri="{FF2B5EF4-FFF2-40B4-BE49-F238E27FC236}">
                  <a16:creationId xmlns:a16="http://schemas.microsoft.com/office/drawing/2014/main" id="{E5A5944E-C447-7853-2B74-637F1E71B435}"/>
                </a:ext>
              </a:extLst>
            </p:cNvPr>
            <p:cNvSpPr/>
            <p:nvPr/>
          </p:nvSpPr>
          <p:spPr>
            <a:xfrm>
              <a:off x="8515831" y="3831448"/>
              <a:ext cx="209570" cy="257175"/>
            </a:xfrm>
            <a:custGeom>
              <a:avLst/>
              <a:gdLst>
                <a:gd name="csX0" fmla="*/ 133350 w 209570"/>
                <a:gd name="csY0" fmla="*/ 236602 h 257175"/>
                <a:gd name="csX1" fmla="*/ 154400 w 209570"/>
                <a:gd name="csY1" fmla="*/ 197073 h 257175"/>
                <a:gd name="csX2" fmla="*/ 197053 w 209570"/>
                <a:gd name="csY2" fmla="*/ 55170 h 257175"/>
                <a:gd name="csX3" fmla="*/ 55150 w 209570"/>
                <a:gd name="csY3" fmla="*/ 12518 h 257175"/>
                <a:gd name="csX4" fmla="*/ 0 w 209570"/>
                <a:gd name="csY4" fmla="*/ 104776 h 257175"/>
                <a:gd name="csX5" fmla="*/ 57150 w 209570"/>
                <a:gd name="csY5" fmla="*/ 104776 h 257175"/>
                <a:gd name="csX6" fmla="*/ 104794 w 209570"/>
                <a:gd name="csY6" fmla="*/ 57170 h 257175"/>
                <a:gd name="csX7" fmla="*/ 152400 w 209570"/>
                <a:gd name="csY7" fmla="*/ 104814 h 257175"/>
                <a:gd name="csX8" fmla="*/ 127254 w 209570"/>
                <a:gd name="csY8" fmla="*/ 146781 h 257175"/>
                <a:gd name="csX9" fmla="*/ 76200 w 209570"/>
                <a:gd name="csY9" fmla="*/ 236602 h 257175"/>
                <a:gd name="csX10" fmla="*/ 76200 w 209570"/>
                <a:gd name="csY10" fmla="*/ 257176 h 257175"/>
                <a:gd name="csX11" fmla="*/ 133350 w 209570"/>
                <a:gd name="csY11" fmla="*/ 257176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570" h="257175">
                  <a:moveTo>
                    <a:pt x="133350" y="236602"/>
                  </a:moveTo>
                  <a:cubicBezTo>
                    <a:pt x="132718" y="220592"/>
                    <a:pt x="140763" y="205484"/>
                    <a:pt x="154400" y="197073"/>
                  </a:cubicBezTo>
                  <a:cubicBezTo>
                    <a:pt x="205364" y="169666"/>
                    <a:pt x="224460" y="106134"/>
                    <a:pt x="197053" y="55170"/>
                  </a:cubicBezTo>
                  <a:cubicBezTo>
                    <a:pt x="169645" y="4207"/>
                    <a:pt x="106113" y="-14889"/>
                    <a:pt x="55150" y="12518"/>
                  </a:cubicBezTo>
                  <a:cubicBezTo>
                    <a:pt x="21191" y="30780"/>
                    <a:pt x="7" y="66218"/>
                    <a:pt x="0" y="104776"/>
                  </a:cubicBezTo>
                  <a:lnTo>
                    <a:pt x="57150" y="104776"/>
                  </a:lnTo>
                  <a:cubicBezTo>
                    <a:pt x="57161" y="78473"/>
                    <a:pt x="78492" y="57159"/>
                    <a:pt x="104794" y="57170"/>
                  </a:cubicBezTo>
                  <a:cubicBezTo>
                    <a:pt x="131097" y="57180"/>
                    <a:pt x="152411" y="78511"/>
                    <a:pt x="152400" y="104814"/>
                  </a:cubicBezTo>
                  <a:cubicBezTo>
                    <a:pt x="152393" y="122368"/>
                    <a:pt x="142730" y="138495"/>
                    <a:pt x="127254" y="146781"/>
                  </a:cubicBezTo>
                  <a:cubicBezTo>
                    <a:pt x="95015" y="165056"/>
                    <a:pt x="75408" y="199552"/>
                    <a:pt x="76200" y="236602"/>
                  </a:cubicBezTo>
                  <a:lnTo>
                    <a:pt x="76200" y="257176"/>
                  </a:lnTo>
                  <a:lnTo>
                    <a:pt x="133350" y="257176"/>
                  </a:ln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5" name="Ellipse 64">
              <a:extLst>
                <a:ext uri="{FF2B5EF4-FFF2-40B4-BE49-F238E27FC236}">
                  <a16:creationId xmlns:a16="http://schemas.microsoft.com/office/drawing/2014/main" id="{0083C2F2-8B16-AAF4-40B7-3FA6C66D19BC}"/>
                </a:ext>
              </a:extLst>
            </p:cNvPr>
            <p:cNvSpPr/>
            <p:nvPr/>
          </p:nvSpPr>
          <p:spPr>
            <a:xfrm>
              <a:off x="8782532" y="4383899"/>
              <a:ext cx="57150" cy="571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6" name="Forme libre : forme 65">
              <a:extLst>
                <a:ext uri="{FF2B5EF4-FFF2-40B4-BE49-F238E27FC236}">
                  <a16:creationId xmlns:a16="http://schemas.microsoft.com/office/drawing/2014/main" id="{8DAC7409-4A37-7F8F-35F2-B25B633F794C}"/>
                </a:ext>
              </a:extLst>
            </p:cNvPr>
            <p:cNvSpPr/>
            <p:nvPr/>
          </p:nvSpPr>
          <p:spPr>
            <a:xfrm>
              <a:off x="8706332" y="4060048"/>
              <a:ext cx="209607" cy="257175"/>
            </a:xfrm>
            <a:custGeom>
              <a:avLst/>
              <a:gdLst>
                <a:gd name="csX0" fmla="*/ 104775 w 209607"/>
                <a:gd name="csY0" fmla="*/ 0 h 257175"/>
                <a:gd name="csX1" fmla="*/ 0 w 209607"/>
                <a:gd name="csY1" fmla="*/ 104775 h 257175"/>
                <a:gd name="csX2" fmla="*/ 57150 w 209607"/>
                <a:gd name="csY2" fmla="*/ 104775 h 257175"/>
                <a:gd name="csX3" fmla="*/ 104794 w 209607"/>
                <a:gd name="csY3" fmla="*/ 57169 h 257175"/>
                <a:gd name="csX4" fmla="*/ 152400 w 209607"/>
                <a:gd name="csY4" fmla="*/ 104813 h 257175"/>
                <a:gd name="csX5" fmla="*/ 127254 w 209607"/>
                <a:gd name="csY5" fmla="*/ 146780 h 257175"/>
                <a:gd name="csX6" fmla="*/ 76200 w 209607"/>
                <a:gd name="csY6" fmla="*/ 236601 h 257175"/>
                <a:gd name="csX7" fmla="*/ 76200 w 209607"/>
                <a:gd name="csY7" fmla="*/ 257175 h 257175"/>
                <a:gd name="csX8" fmla="*/ 133350 w 209607"/>
                <a:gd name="csY8" fmla="*/ 257175 h 257175"/>
                <a:gd name="csX9" fmla="*/ 133350 w 209607"/>
                <a:gd name="csY9" fmla="*/ 236601 h 257175"/>
                <a:gd name="csX10" fmla="*/ 154400 w 209607"/>
                <a:gd name="csY10" fmla="*/ 197072 h 257175"/>
                <a:gd name="csX11" fmla="*/ 197109 w 209607"/>
                <a:gd name="csY11" fmla="*/ 55187 h 257175"/>
                <a:gd name="csX12" fmla="*/ 104775 w 209607"/>
                <a:gd name="csY12" fmla="*/ 0 h 257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607" h="257175">
                  <a:moveTo>
                    <a:pt x="104775" y="0"/>
                  </a:moveTo>
                  <a:cubicBezTo>
                    <a:pt x="46909" y="0"/>
                    <a:pt x="0" y="46909"/>
                    <a:pt x="0" y="104775"/>
                  </a:cubicBezTo>
                  <a:lnTo>
                    <a:pt x="57150" y="104775"/>
                  </a:lnTo>
                  <a:cubicBezTo>
                    <a:pt x="57161" y="78473"/>
                    <a:pt x="78492" y="57159"/>
                    <a:pt x="104794" y="57169"/>
                  </a:cubicBezTo>
                  <a:cubicBezTo>
                    <a:pt x="131097" y="57180"/>
                    <a:pt x="152411" y="78511"/>
                    <a:pt x="152400" y="104813"/>
                  </a:cubicBezTo>
                  <a:cubicBezTo>
                    <a:pt x="152393" y="122368"/>
                    <a:pt x="142730" y="138495"/>
                    <a:pt x="127254" y="146780"/>
                  </a:cubicBezTo>
                  <a:cubicBezTo>
                    <a:pt x="95015" y="165056"/>
                    <a:pt x="75408" y="199551"/>
                    <a:pt x="76200" y="236601"/>
                  </a:cubicBezTo>
                  <a:lnTo>
                    <a:pt x="76200" y="257175"/>
                  </a:lnTo>
                  <a:lnTo>
                    <a:pt x="133350" y="257175"/>
                  </a:lnTo>
                  <a:lnTo>
                    <a:pt x="133350" y="236601"/>
                  </a:lnTo>
                  <a:cubicBezTo>
                    <a:pt x="132718" y="220591"/>
                    <a:pt x="140763" y="205484"/>
                    <a:pt x="154400" y="197072"/>
                  </a:cubicBezTo>
                  <a:cubicBezTo>
                    <a:pt x="205375" y="169685"/>
                    <a:pt x="224496" y="106161"/>
                    <a:pt x="197109" y="55187"/>
                  </a:cubicBezTo>
                  <a:cubicBezTo>
                    <a:pt x="178844" y="21190"/>
                    <a:pt x="143368" y="-14"/>
                    <a:pt x="104775"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67" name="Groupe 66">
            <a:extLst>
              <a:ext uri="{FF2B5EF4-FFF2-40B4-BE49-F238E27FC236}">
                <a16:creationId xmlns:a16="http://schemas.microsoft.com/office/drawing/2014/main" id="{4FEE173F-1175-29CE-28E4-42E95C56DDCA}"/>
              </a:ext>
            </a:extLst>
          </p:cNvPr>
          <p:cNvGrpSpPr>
            <a:grpSpLocks noChangeAspect="1"/>
          </p:cNvGrpSpPr>
          <p:nvPr/>
        </p:nvGrpSpPr>
        <p:grpSpPr>
          <a:xfrm>
            <a:off x="6601097" y="3474023"/>
            <a:ext cx="252001" cy="302212"/>
            <a:chOff x="5152131" y="3603800"/>
            <a:chExt cx="744593" cy="892968"/>
          </a:xfrm>
          <a:solidFill>
            <a:srgbClr val="0084D4"/>
          </a:solidFill>
        </p:grpSpPr>
        <p:sp>
          <p:nvSpPr>
            <p:cNvPr id="68" name="Forme libre : forme 67">
              <a:extLst>
                <a:ext uri="{FF2B5EF4-FFF2-40B4-BE49-F238E27FC236}">
                  <a16:creationId xmlns:a16="http://schemas.microsoft.com/office/drawing/2014/main" id="{E5F250E6-373A-27B2-1D4A-2DA3A6DDA576}"/>
                </a:ext>
              </a:extLst>
            </p:cNvPr>
            <p:cNvSpPr/>
            <p:nvPr/>
          </p:nvSpPr>
          <p:spPr>
            <a:xfrm>
              <a:off x="5660226" y="3984802"/>
              <a:ext cx="144028" cy="120998"/>
            </a:xfrm>
            <a:custGeom>
              <a:avLst/>
              <a:gdLst>
                <a:gd name="csX0" fmla="*/ 14883 w 144028"/>
                <a:gd name="csY0" fmla="*/ 0 h 120998"/>
                <a:gd name="csX1" fmla="*/ 0 w 144028"/>
                <a:gd name="csY1" fmla="*/ 14883 h 120998"/>
                <a:gd name="csX2" fmla="*/ 14883 w 144028"/>
                <a:gd name="csY2" fmla="*/ 29766 h 120998"/>
                <a:gd name="csX3" fmla="*/ 114743 w 144028"/>
                <a:gd name="csY3" fmla="*/ 109389 h 120998"/>
                <a:gd name="csX4" fmla="*/ 129179 w 144028"/>
                <a:gd name="csY4" fmla="*/ 120998 h 120998"/>
                <a:gd name="csX5" fmla="*/ 132453 w 144028"/>
                <a:gd name="csY5" fmla="*/ 120701 h 120998"/>
                <a:gd name="csX6" fmla="*/ 143616 w 144028"/>
                <a:gd name="csY6" fmla="*/ 102841 h 120998"/>
                <a:gd name="csX7" fmla="*/ 14733 w 144028"/>
                <a:gd name="csY7" fmla="*/ 0 h 120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28" h="120998">
                  <a:moveTo>
                    <a:pt x="14883" y="0"/>
                  </a:moveTo>
                  <a:cubicBezTo>
                    <a:pt x="6697" y="0"/>
                    <a:pt x="0" y="6698"/>
                    <a:pt x="0" y="14883"/>
                  </a:cubicBezTo>
                  <a:cubicBezTo>
                    <a:pt x="0" y="23069"/>
                    <a:pt x="6697" y="29766"/>
                    <a:pt x="14883" y="29766"/>
                  </a:cubicBezTo>
                  <a:cubicBezTo>
                    <a:pt x="62955" y="29766"/>
                    <a:pt x="104031" y="62508"/>
                    <a:pt x="114743" y="109389"/>
                  </a:cubicBezTo>
                  <a:cubicBezTo>
                    <a:pt x="116380" y="116235"/>
                    <a:pt x="122482" y="120998"/>
                    <a:pt x="129179" y="120998"/>
                  </a:cubicBezTo>
                  <a:cubicBezTo>
                    <a:pt x="130221" y="120998"/>
                    <a:pt x="131412" y="120998"/>
                    <a:pt x="132453" y="120701"/>
                  </a:cubicBezTo>
                  <a:cubicBezTo>
                    <a:pt x="140490" y="118915"/>
                    <a:pt x="145550" y="110879"/>
                    <a:pt x="143616" y="102841"/>
                  </a:cubicBezTo>
                  <a:cubicBezTo>
                    <a:pt x="129923" y="42268"/>
                    <a:pt x="76941" y="0"/>
                    <a:pt x="14733"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69" name="Forme libre : forme 68">
              <a:extLst>
                <a:ext uri="{FF2B5EF4-FFF2-40B4-BE49-F238E27FC236}">
                  <a16:creationId xmlns:a16="http://schemas.microsoft.com/office/drawing/2014/main" id="{8B7EF5C6-97E0-E087-31A2-CEE47F7C48AA}"/>
                </a:ext>
              </a:extLst>
            </p:cNvPr>
            <p:cNvSpPr/>
            <p:nvPr/>
          </p:nvSpPr>
          <p:spPr>
            <a:xfrm>
              <a:off x="5152131" y="3603800"/>
              <a:ext cx="744593" cy="892968"/>
            </a:xfrm>
            <a:custGeom>
              <a:avLst/>
              <a:gdLst>
                <a:gd name="csX0" fmla="*/ 739977 w 744593"/>
                <a:gd name="csY0" fmla="*/ 807103 h 892968"/>
                <a:gd name="csX1" fmla="*/ 660502 w 744593"/>
                <a:gd name="csY1" fmla="*/ 659313 h 892968"/>
                <a:gd name="csX2" fmla="*/ 723902 w 744593"/>
                <a:gd name="csY2" fmla="*/ 513162 h 892968"/>
                <a:gd name="csX3" fmla="*/ 669729 w 744593"/>
                <a:gd name="csY3" fmla="*/ 376240 h 892968"/>
                <a:gd name="csX4" fmla="*/ 669729 w 744593"/>
                <a:gd name="csY4" fmla="*/ 163413 h 892968"/>
                <a:gd name="csX5" fmla="*/ 669580 w 744593"/>
                <a:gd name="csY5" fmla="*/ 162520 h 892968"/>
                <a:gd name="csX6" fmla="*/ 668836 w 744593"/>
                <a:gd name="csY6" fmla="*/ 158502 h 892968"/>
                <a:gd name="csX7" fmla="*/ 668390 w 744593"/>
                <a:gd name="csY7" fmla="*/ 157163 h 892968"/>
                <a:gd name="csX8" fmla="*/ 665562 w 744593"/>
                <a:gd name="csY8" fmla="*/ 152995 h 892968"/>
                <a:gd name="csX9" fmla="*/ 516734 w 744593"/>
                <a:gd name="csY9" fmla="*/ 4167 h 892968"/>
                <a:gd name="csX10" fmla="*/ 512566 w 744593"/>
                <a:gd name="csY10" fmla="*/ 1339 h 892968"/>
                <a:gd name="csX11" fmla="*/ 511078 w 744593"/>
                <a:gd name="csY11" fmla="*/ 893 h 892968"/>
                <a:gd name="csX12" fmla="*/ 507209 w 744593"/>
                <a:gd name="csY12" fmla="*/ 149 h 892968"/>
                <a:gd name="csX13" fmla="*/ 506316 w 744593"/>
                <a:gd name="csY13" fmla="*/ 0 h 892968"/>
                <a:gd name="csX14" fmla="*/ 74414 w 744593"/>
                <a:gd name="csY14" fmla="*/ 0 h 892968"/>
                <a:gd name="csX15" fmla="*/ 0 w 744593"/>
                <a:gd name="csY15" fmla="*/ 74414 h 892968"/>
                <a:gd name="csX16" fmla="*/ 0 w 744593"/>
                <a:gd name="csY16" fmla="*/ 759023 h 892968"/>
                <a:gd name="csX17" fmla="*/ 74414 w 744593"/>
                <a:gd name="csY17" fmla="*/ 833438 h 892968"/>
                <a:gd name="csX18" fmla="*/ 592936 w 744593"/>
                <a:gd name="csY18" fmla="*/ 833438 h 892968"/>
                <a:gd name="csX19" fmla="*/ 606628 w 744593"/>
                <a:gd name="csY19" fmla="*/ 868412 h 892968"/>
                <a:gd name="csX20" fmla="*/ 640412 w 744593"/>
                <a:gd name="csY20" fmla="*/ 892969 h 892968"/>
                <a:gd name="csX21" fmla="*/ 692651 w 744593"/>
                <a:gd name="csY21" fmla="*/ 880021 h 892968"/>
                <a:gd name="csX22" fmla="*/ 736258 w 744593"/>
                <a:gd name="csY22" fmla="*/ 848767 h 892968"/>
                <a:gd name="csX23" fmla="*/ 739830 w 744593"/>
                <a:gd name="csY23" fmla="*/ 807392 h 892968"/>
                <a:gd name="csX24" fmla="*/ 522988 w 744593"/>
                <a:gd name="csY24" fmla="*/ 684317 h 892968"/>
                <a:gd name="csX25" fmla="*/ 351833 w 744593"/>
                <a:gd name="csY25" fmla="*/ 513162 h 892968"/>
                <a:gd name="csX26" fmla="*/ 522988 w 744593"/>
                <a:gd name="csY26" fmla="*/ 342007 h 892968"/>
                <a:gd name="csX27" fmla="*/ 694143 w 744593"/>
                <a:gd name="csY27" fmla="*/ 513162 h 892968"/>
                <a:gd name="csX28" fmla="*/ 522988 w 744593"/>
                <a:gd name="csY28" fmla="*/ 684317 h 892968"/>
                <a:gd name="csX29" fmla="*/ 520904 w 744593"/>
                <a:gd name="csY29" fmla="*/ 50456 h 892968"/>
                <a:gd name="csX30" fmla="*/ 618983 w 744593"/>
                <a:gd name="csY30" fmla="*/ 148535 h 892968"/>
                <a:gd name="csX31" fmla="*/ 550671 w 744593"/>
                <a:gd name="csY31" fmla="*/ 148535 h 892968"/>
                <a:gd name="csX32" fmla="*/ 520905 w 744593"/>
                <a:gd name="csY32" fmla="*/ 118770 h 892968"/>
                <a:gd name="csX33" fmla="*/ 74420 w 744593"/>
                <a:gd name="csY33" fmla="*/ 803379 h 892968"/>
                <a:gd name="csX34" fmla="*/ 29771 w 744593"/>
                <a:gd name="csY34" fmla="*/ 758731 h 892968"/>
                <a:gd name="csX35" fmla="*/ 29771 w 744593"/>
                <a:gd name="csY35" fmla="*/ 74121 h 892968"/>
                <a:gd name="csX36" fmla="*/ 74420 w 744593"/>
                <a:gd name="csY36" fmla="*/ 29473 h 892968"/>
                <a:gd name="csX37" fmla="*/ 491139 w 744593"/>
                <a:gd name="csY37" fmla="*/ 29473 h 892968"/>
                <a:gd name="csX38" fmla="*/ 491139 w 744593"/>
                <a:gd name="csY38" fmla="*/ 118770 h 892968"/>
                <a:gd name="csX39" fmla="*/ 550670 w 744593"/>
                <a:gd name="csY39" fmla="*/ 178301 h 892968"/>
                <a:gd name="csX40" fmla="*/ 639967 w 744593"/>
                <a:gd name="csY40" fmla="*/ 178301 h 892968"/>
                <a:gd name="csX41" fmla="*/ 639967 w 744593"/>
                <a:gd name="csY41" fmla="*/ 350046 h 892968"/>
                <a:gd name="csX42" fmla="*/ 522990 w 744593"/>
                <a:gd name="csY42" fmla="*/ 312243 h 892968"/>
                <a:gd name="csX43" fmla="*/ 343206 w 744593"/>
                <a:gd name="csY43" fmla="*/ 423867 h 892968"/>
                <a:gd name="csX44" fmla="*/ 253165 w 744593"/>
                <a:gd name="csY44" fmla="*/ 423867 h 892968"/>
                <a:gd name="csX45" fmla="*/ 238282 w 744593"/>
                <a:gd name="csY45" fmla="*/ 438750 h 892968"/>
                <a:gd name="csX46" fmla="*/ 253165 w 744593"/>
                <a:gd name="csY46" fmla="*/ 453632 h 892968"/>
                <a:gd name="csX47" fmla="*/ 331002 w 744593"/>
                <a:gd name="csY47" fmla="*/ 453632 h 892968"/>
                <a:gd name="csX48" fmla="*/ 321924 w 744593"/>
                <a:gd name="csY48" fmla="*/ 513164 h 892968"/>
                <a:gd name="csX49" fmla="*/ 361363 w 744593"/>
                <a:gd name="csY49" fmla="*/ 632226 h 892968"/>
                <a:gd name="csX50" fmla="*/ 253169 w 744593"/>
                <a:gd name="csY50" fmla="*/ 632226 h 892968"/>
                <a:gd name="csX51" fmla="*/ 238286 w 744593"/>
                <a:gd name="csY51" fmla="*/ 647109 h 892968"/>
                <a:gd name="csX52" fmla="*/ 253169 w 744593"/>
                <a:gd name="csY52" fmla="*/ 661992 h 892968"/>
                <a:gd name="csX53" fmla="*/ 388452 w 744593"/>
                <a:gd name="csY53" fmla="*/ 661992 h 892968"/>
                <a:gd name="csX54" fmla="*/ 522993 w 744593"/>
                <a:gd name="csY54" fmla="*/ 714082 h 892968"/>
                <a:gd name="csX55" fmla="*/ 545615 w 744593"/>
                <a:gd name="csY55" fmla="*/ 712743 h 892968"/>
                <a:gd name="csX56" fmla="*/ 581185 w 744593"/>
                <a:gd name="csY56" fmla="*/ 803379 h 892968"/>
                <a:gd name="csX57" fmla="*/ 713786 w 744593"/>
                <a:gd name="csY57" fmla="*/ 829126 h 892968"/>
                <a:gd name="csX58" fmla="*/ 680299 w 744593"/>
                <a:gd name="csY58" fmla="*/ 852641 h 892968"/>
                <a:gd name="csX59" fmla="*/ 640562 w 744593"/>
                <a:gd name="csY59" fmla="*/ 862910 h 892968"/>
                <a:gd name="csX60" fmla="*/ 634609 w 744593"/>
                <a:gd name="csY60" fmla="*/ 857701 h 892968"/>
                <a:gd name="csX61" fmla="*/ 575375 w 744593"/>
                <a:gd name="csY61" fmla="*/ 706787 h 892968"/>
                <a:gd name="csX62" fmla="*/ 636990 w 744593"/>
                <a:gd name="csY62" fmla="*/ 678361 h 892968"/>
                <a:gd name="csX63" fmla="*/ 713934 w 744593"/>
                <a:gd name="csY63" fmla="*/ 821388 h 892968"/>
                <a:gd name="csX64" fmla="*/ 713785 w 744593"/>
                <a:gd name="csY64" fmla="*/ 829127 h 892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Lst>
              <a:rect l="l" t="t" r="r" b="b"/>
              <a:pathLst>
                <a:path w="744593" h="892968">
                  <a:moveTo>
                    <a:pt x="739977" y="807103"/>
                  </a:moveTo>
                  <a:lnTo>
                    <a:pt x="660502" y="659313"/>
                  </a:lnTo>
                  <a:cubicBezTo>
                    <a:pt x="699496" y="622701"/>
                    <a:pt x="723902" y="570760"/>
                    <a:pt x="723902" y="513162"/>
                  </a:cubicBezTo>
                  <a:cubicBezTo>
                    <a:pt x="723902" y="460328"/>
                    <a:pt x="703215" y="412254"/>
                    <a:pt x="669729" y="376240"/>
                  </a:cubicBezTo>
                  <a:lnTo>
                    <a:pt x="669729" y="163413"/>
                  </a:lnTo>
                  <a:cubicBezTo>
                    <a:pt x="669729" y="163413"/>
                    <a:pt x="669580" y="162818"/>
                    <a:pt x="669580" y="162520"/>
                  </a:cubicBezTo>
                  <a:cubicBezTo>
                    <a:pt x="669580" y="161181"/>
                    <a:pt x="669283" y="159841"/>
                    <a:pt x="668836" y="158502"/>
                  </a:cubicBezTo>
                  <a:lnTo>
                    <a:pt x="668390" y="157163"/>
                  </a:lnTo>
                  <a:cubicBezTo>
                    <a:pt x="667645" y="155674"/>
                    <a:pt x="666752" y="154186"/>
                    <a:pt x="665562" y="152995"/>
                  </a:cubicBezTo>
                  <a:lnTo>
                    <a:pt x="516734" y="4167"/>
                  </a:lnTo>
                  <a:cubicBezTo>
                    <a:pt x="515543" y="2977"/>
                    <a:pt x="514055" y="2084"/>
                    <a:pt x="512566" y="1339"/>
                  </a:cubicBezTo>
                  <a:cubicBezTo>
                    <a:pt x="512120" y="1191"/>
                    <a:pt x="511673" y="1042"/>
                    <a:pt x="511078" y="893"/>
                  </a:cubicBezTo>
                  <a:cubicBezTo>
                    <a:pt x="509888" y="446"/>
                    <a:pt x="508548" y="149"/>
                    <a:pt x="507209" y="149"/>
                  </a:cubicBezTo>
                  <a:cubicBezTo>
                    <a:pt x="506911" y="149"/>
                    <a:pt x="506613" y="0"/>
                    <a:pt x="506316" y="0"/>
                  </a:cubicBezTo>
                  <a:lnTo>
                    <a:pt x="74414" y="0"/>
                  </a:lnTo>
                  <a:cubicBezTo>
                    <a:pt x="33338" y="0"/>
                    <a:pt x="0" y="33338"/>
                    <a:pt x="0" y="74414"/>
                  </a:cubicBezTo>
                  <a:lnTo>
                    <a:pt x="0" y="759023"/>
                  </a:lnTo>
                  <a:cubicBezTo>
                    <a:pt x="0" y="800100"/>
                    <a:pt x="33338" y="833438"/>
                    <a:pt x="74414" y="833438"/>
                  </a:cubicBezTo>
                  <a:lnTo>
                    <a:pt x="592936" y="833438"/>
                  </a:lnTo>
                  <a:lnTo>
                    <a:pt x="606628" y="868412"/>
                  </a:lnTo>
                  <a:cubicBezTo>
                    <a:pt x="611837" y="883147"/>
                    <a:pt x="625381" y="892969"/>
                    <a:pt x="640412" y="892969"/>
                  </a:cubicBezTo>
                  <a:cubicBezTo>
                    <a:pt x="656486" y="892969"/>
                    <a:pt x="674047" y="888653"/>
                    <a:pt x="692651" y="880021"/>
                  </a:cubicBezTo>
                  <a:cubicBezTo>
                    <a:pt x="711404" y="871388"/>
                    <a:pt x="725989" y="860822"/>
                    <a:pt x="736258" y="848767"/>
                  </a:cubicBezTo>
                  <a:cubicBezTo>
                    <a:pt x="745931" y="837308"/>
                    <a:pt x="747271" y="820639"/>
                    <a:pt x="739830" y="807392"/>
                  </a:cubicBezTo>
                  <a:close/>
                  <a:moveTo>
                    <a:pt x="522988" y="684317"/>
                  </a:moveTo>
                  <a:cubicBezTo>
                    <a:pt x="428631" y="684317"/>
                    <a:pt x="351833" y="607521"/>
                    <a:pt x="351833" y="513162"/>
                  </a:cubicBezTo>
                  <a:cubicBezTo>
                    <a:pt x="351833" y="418802"/>
                    <a:pt x="428628" y="342007"/>
                    <a:pt x="522988" y="342007"/>
                  </a:cubicBezTo>
                  <a:cubicBezTo>
                    <a:pt x="617347" y="342007"/>
                    <a:pt x="694143" y="418802"/>
                    <a:pt x="694143" y="513162"/>
                  </a:cubicBezTo>
                  <a:cubicBezTo>
                    <a:pt x="694143" y="607521"/>
                    <a:pt x="617347" y="684317"/>
                    <a:pt x="522988" y="684317"/>
                  </a:cubicBezTo>
                  <a:close/>
                  <a:moveTo>
                    <a:pt x="520904" y="50456"/>
                  </a:moveTo>
                  <a:lnTo>
                    <a:pt x="618983" y="148535"/>
                  </a:lnTo>
                  <a:lnTo>
                    <a:pt x="550671" y="148535"/>
                  </a:lnTo>
                  <a:cubicBezTo>
                    <a:pt x="534299" y="148535"/>
                    <a:pt x="520905" y="135141"/>
                    <a:pt x="520905" y="118770"/>
                  </a:cubicBezTo>
                  <a:close/>
                  <a:moveTo>
                    <a:pt x="74420" y="803379"/>
                  </a:moveTo>
                  <a:cubicBezTo>
                    <a:pt x="49863" y="803379"/>
                    <a:pt x="29771" y="783287"/>
                    <a:pt x="29771" y="758731"/>
                  </a:cubicBezTo>
                  <a:lnTo>
                    <a:pt x="29771" y="74121"/>
                  </a:lnTo>
                  <a:cubicBezTo>
                    <a:pt x="29771" y="49565"/>
                    <a:pt x="49863" y="29473"/>
                    <a:pt x="74420" y="29473"/>
                  </a:cubicBezTo>
                  <a:lnTo>
                    <a:pt x="491139" y="29473"/>
                  </a:lnTo>
                  <a:lnTo>
                    <a:pt x="491139" y="118770"/>
                  </a:lnTo>
                  <a:cubicBezTo>
                    <a:pt x="491139" y="151660"/>
                    <a:pt x="517779" y="178301"/>
                    <a:pt x="550670" y="178301"/>
                  </a:cubicBezTo>
                  <a:lnTo>
                    <a:pt x="639967" y="178301"/>
                  </a:lnTo>
                  <a:lnTo>
                    <a:pt x="639967" y="350046"/>
                  </a:lnTo>
                  <a:cubicBezTo>
                    <a:pt x="606926" y="326382"/>
                    <a:pt x="566743" y="312243"/>
                    <a:pt x="522990" y="312243"/>
                  </a:cubicBezTo>
                  <a:cubicBezTo>
                    <a:pt x="444260" y="312243"/>
                    <a:pt x="376248" y="357784"/>
                    <a:pt x="343206" y="423867"/>
                  </a:cubicBezTo>
                  <a:lnTo>
                    <a:pt x="253165" y="423867"/>
                  </a:lnTo>
                  <a:cubicBezTo>
                    <a:pt x="244979" y="423867"/>
                    <a:pt x="238282" y="430564"/>
                    <a:pt x="238282" y="438750"/>
                  </a:cubicBezTo>
                  <a:cubicBezTo>
                    <a:pt x="238282" y="446935"/>
                    <a:pt x="244979" y="453632"/>
                    <a:pt x="253165" y="453632"/>
                  </a:cubicBezTo>
                  <a:lnTo>
                    <a:pt x="331002" y="453632"/>
                  </a:lnTo>
                  <a:cubicBezTo>
                    <a:pt x="325198" y="472385"/>
                    <a:pt x="321924" y="492476"/>
                    <a:pt x="321924" y="513164"/>
                  </a:cubicBezTo>
                  <a:cubicBezTo>
                    <a:pt x="321924" y="557812"/>
                    <a:pt x="336658" y="598889"/>
                    <a:pt x="361363" y="632226"/>
                  </a:cubicBezTo>
                  <a:lnTo>
                    <a:pt x="253169" y="632226"/>
                  </a:lnTo>
                  <a:cubicBezTo>
                    <a:pt x="244983" y="632226"/>
                    <a:pt x="238286" y="638923"/>
                    <a:pt x="238286" y="647109"/>
                  </a:cubicBezTo>
                  <a:cubicBezTo>
                    <a:pt x="238286" y="655295"/>
                    <a:pt x="244983" y="661992"/>
                    <a:pt x="253169" y="661992"/>
                  </a:cubicBezTo>
                  <a:lnTo>
                    <a:pt x="388452" y="661992"/>
                  </a:lnTo>
                  <a:cubicBezTo>
                    <a:pt x="424171" y="694287"/>
                    <a:pt x="471201" y="714082"/>
                    <a:pt x="522993" y="714082"/>
                  </a:cubicBezTo>
                  <a:cubicBezTo>
                    <a:pt x="530583" y="714082"/>
                    <a:pt x="538174" y="713487"/>
                    <a:pt x="545615" y="712743"/>
                  </a:cubicBezTo>
                  <a:lnTo>
                    <a:pt x="581185" y="803379"/>
                  </a:lnTo>
                  <a:close/>
                  <a:moveTo>
                    <a:pt x="713786" y="829126"/>
                  </a:moveTo>
                  <a:cubicBezTo>
                    <a:pt x="706493" y="837758"/>
                    <a:pt x="694884" y="845943"/>
                    <a:pt x="680299" y="852641"/>
                  </a:cubicBezTo>
                  <a:cubicBezTo>
                    <a:pt x="661993" y="861125"/>
                    <a:pt x="648599" y="862910"/>
                    <a:pt x="640562" y="862910"/>
                  </a:cubicBezTo>
                  <a:cubicBezTo>
                    <a:pt x="638181" y="862910"/>
                    <a:pt x="635800" y="860976"/>
                    <a:pt x="634609" y="857701"/>
                  </a:cubicBezTo>
                  <a:lnTo>
                    <a:pt x="575375" y="706787"/>
                  </a:lnTo>
                  <a:cubicBezTo>
                    <a:pt x="597700" y="700685"/>
                    <a:pt x="618534" y="691160"/>
                    <a:pt x="636990" y="678361"/>
                  </a:cubicBezTo>
                  <a:lnTo>
                    <a:pt x="713934" y="821388"/>
                  </a:lnTo>
                  <a:cubicBezTo>
                    <a:pt x="715422" y="824067"/>
                    <a:pt x="715422" y="827193"/>
                    <a:pt x="713785" y="829127"/>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0" name="Forme libre : forme 69">
              <a:extLst>
                <a:ext uri="{FF2B5EF4-FFF2-40B4-BE49-F238E27FC236}">
                  <a16:creationId xmlns:a16="http://schemas.microsoft.com/office/drawing/2014/main" id="{6036183F-B9CC-29AE-625A-384AF0723A21}"/>
                </a:ext>
              </a:extLst>
            </p:cNvPr>
            <p:cNvSpPr/>
            <p:nvPr/>
          </p:nvSpPr>
          <p:spPr>
            <a:xfrm>
              <a:off x="5241428" y="3782101"/>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1" name="Forme libre : forme 70">
              <a:extLst>
                <a:ext uri="{FF2B5EF4-FFF2-40B4-BE49-F238E27FC236}">
                  <a16:creationId xmlns:a16="http://schemas.microsoft.com/office/drawing/2014/main" id="{423587EC-3105-848C-86E3-B66AB3F4963E}"/>
                </a:ext>
              </a:extLst>
            </p:cNvPr>
            <p:cNvSpPr/>
            <p:nvPr/>
          </p:nvSpPr>
          <p:spPr>
            <a:xfrm>
              <a:off x="5390554" y="3819306"/>
              <a:ext cx="282473" cy="29765"/>
            </a:xfrm>
            <a:custGeom>
              <a:avLst/>
              <a:gdLst>
                <a:gd name="csX0" fmla="*/ 14883 w 282473"/>
                <a:gd name="csY0" fmla="*/ 29766 h 29765"/>
                <a:gd name="csX1" fmla="*/ 267591 w 282473"/>
                <a:gd name="csY1" fmla="*/ 29766 h 29765"/>
                <a:gd name="csX2" fmla="*/ 282473 w 282473"/>
                <a:gd name="csY2" fmla="*/ 14883 h 29765"/>
                <a:gd name="csX3" fmla="*/ 267591 w 282473"/>
                <a:gd name="csY3" fmla="*/ 0 h 29765"/>
                <a:gd name="csX4" fmla="*/ 14883 w 282473"/>
                <a:gd name="csY4" fmla="*/ 0 h 29765"/>
                <a:gd name="csX5" fmla="*/ 0 w 282473"/>
                <a:gd name="csY5" fmla="*/ 14883 h 29765"/>
                <a:gd name="csX6" fmla="*/ 14883 w 282473"/>
                <a:gd name="csY6" fmla="*/ 29766 h 29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2473" h="29765">
                  <a:moveTo>
                    <a:pt x="14883" y="29766"/>
                  </a:moveTo>
                  <a:lnTo>
                    <a:pt x="267591" y="29766"/>
                  </a:lnTo>
                  <a:cubicBezTo>
                    <a:pt x="275776" y="29766"/>
                    <a:pt x="282473" y="23068"/>
                    <a:pt x="282473" y="14883"/>
                  </a:cubicBezTo>
                  <a:cubicBezTo>
                    <a:pt x="282473" y="6697"/>
                    <a:pt x="275776" y="0"/>
                    <a:pt x="267591" y="0"/>
                  </a:cubicBezTo>
                  <a:lnTo>
                    <a:pt x="14883" y="0"/>
                  </a:lnTo>
                  <a:cubicBezTo>
                    <a:pt x="6697" y="0"/>
                    <a:pt x="0" y="6697"/>
                    <a:pt x="0" y="14883"/>
                  </a:cubicBezTo>
                  <a:cubicBezTo>
                    <a:pt x="0" y="23068"/>
                    <a:pt x="6697" y="29766"/>
                    <a:pt x="14883" y="2976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2" name="Forme libre : forme 71">
              <a:extLst>
                <a:ext uri="{FF2B5EF4-FFF2-40B4-BE49-F238E27FC236}">
                  <a16:creationId xmlns:a16="http://schemas.microsoft.com/office/drawing/2014/main" id="{9367AC80-218B-08F4-1A24-D04A3D71C022}"/>
                </a:ext>
              </a:extLst>
            </p:cNvPr>
            <p:cNvSpPr/>
            <p:nvPr/>
          </p:nvSpPr>
          <p:spPr>
            <a:xfrm>
              <a:off x="5241428" y="399046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3" name="Forme libre : forme 72">
              <a:extLst>
                <a:ext uri="{FF2B5EF4-FFF2-40B4-BE49-F238E27FC236}">
                  <a16:creationId xmlns:a16="http://schemas.microsoft.com/office/drawing/2014/main" id="{F8BFD46B-A4C4-9200-D8E0-F7DEE08DC970}"/>
                </a:ext>
              </a:extLst>
            </p:cNvPr>
            <p:cNvSpPr/>
            <p:nvPr/>
          </p:nvSpPr>
          <p:spPr>
            <a:xfrm>
              <a:off x="5241428" y="4198820"/>
              <a:ext cx="104180" cy="104180"/>
            </a:xfrm>
            <a:custGeom>
              <a:avLst/>
              <a:gdLst>
                <a:gd name="csX0" fmla="*/ 52090 w 104180"/>
                <a:gd name="csY0" fmla="*/ 0 h 104180"/>
                <a:gd name="csX1" fmla="*/ 0 w 104180"/>
                <a:gd name="csY1" fmla="*/ 52090 h 104180"/>
                <a:gd name="csX2" fmla="*/ 52090 w 104180"/>
                <a:gd name="csY2" fmla="*/ 104181 h 104180"/>
                <a:gd name="csX3" fmla="*/ 104181 w 104180"/>
                <a:gd name="csY3" fmla="*/ 52090 h 104180"/>
                <a:gd name="csX4" fmla="*/ 52090 w 104180"/>
                <a:gd name="csY4" fmla="*/ 0 h 104180"/>
                <a:gd name="csX5" fmla="*/ 52090 w 104180"/>
                <a:gd name="csY5" fmla="*/ 74414 h 104180"/>
                <a:gd name="csX6" fmla="*/ 29766 w 104180"/>
                <a:gd name="csY6" fmla="*/ 52089 h 104180"/>
                <a:gd name="csX7" fmla="*/ 52090 w 104180"/>
                <a:gd name="csY7" fmla="*/ 29765 h 104180"/>
                <a:gd name="csX8" fmla="*/ 74415 w 104180"/>
                <a:gd name="csY8" fmla="*/ 52089 h 104180"/>
                <a:gd name="csX9" fmla="*/ 52090 w 104180"/>
                <a:gd name="csY9" fmla="*/ 74414 h 1041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180" h="104180">
                  <a:moveTo>
                    <a:pt x="52090" y="0"/>
                  </a:moveTo>
                  <a:cubicBezTo>
                    <a:pt x="23367" y="0"/>
                    <a:pt x="0" y="23366"/>
                    <a:pt x="0" y="52090"/>
                  </a:cubicBezTo>
                  <a:cubicBezTo>
                    <a:pt x="0" y="80815"/>
                    <a:pt x="23366" y="104181"/>
                    <a:pt x="52090" y="104181"/>
                  </a:cubicBezTo>
                  <a:cubicBezTo>
                    <a:pt x="80815" y="104181"/>
                    <a:pt x="104181" y="80815"/>
                    <a:pt x="104181" y="52090"/>
                  </a:cubicBezTo>
                  <a:cubicBezTo>
                    <a:pt x="104181" y="23366"/>
                    <a:pt x="80815" y="0"/>
                    <a:pt x="52090" y="0"/>
                  </a:cubicBezTo>
                  <a:close/>
                  <a:moveTo>
                    <a:pt x="52090" y="74414"/>
                  </a:moveTo>
                  <a:cubicBezTo>
                    <a:pt x="39737" y="74414"/>
                    <a:pt x="29766" y="64442"/>
                    <a:pt x="29766" y="52089"/>
                  </a:cubicBezTo>
                  <a:cubicBezTo>
                    <a:pt x="29766" y="39736"/>
                    <a:pt x="39737" y="29765"/>
                    <a:pt x="52090" y="29765"/>
                  </a:cubicBezTo>
                  <a:cubicBezTo>
                    <a:pt x="64443" y="29765"/>
                    <a:pt x="74415" y="39736"/>
                    <a:pt x="74415" y="52089"/>
                  </a:cubicBezTo>
                  <a:cubicBezTo>
                    <a:pt x="74415" y="64442"/>
                    <a:pt x="64443" y="74414"/>
                    <a:pt x="52090" y="7441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74" name="Groupe 73">
            <a:extLst>
              <a:ext uri="{FF2B5EF4-FFF2-40B4-BE49-F238E27FC236}">
                <a16:creationId xmlns:a16="http://schemas.microsoft.com/office/drawing/2014/main" id="{4C5FCF6E-34F1-EEEE-AA15-66B8F89B96F5}"/>
              </a:ext>
            </a:extLst>
          </p:cNvPr>
          <p:cNvGrpSpPr>
            <a:grpSpLocks noChangeAspect="1"/>
          </p:cNvGrpSpPr>
          <p:nvPr/>
        </p:nvGrpSpPr>
        <p:grpSpPr>
          <a:xfrm>
            <a:off x="6547094" y="3906628"/>
            <a:ext cx="360001" cy="276739"/>
            <a:chOff x="4625545" y="4184041"/>
            <a:chExt cx="825253" cy="634390"/>
          </a:xfrm>
          <a:solidFill>
            <a:srgbClr val="0084D4"/>
          </a:solidFill>
        </p:grpSpPr>
        <p:sp>
          <p:nvSpPr>
            <p:cNvPr id="75" name="Forme libre : forme 74">
              <a:extLst>
                <a:ext uri="{FF2B5EF4-FFF2-40B4-BE49-F238E27FC236}">
                  <a16:creationId xmlns:a16="http://schemas.microsoft.com/office/drawing/2014/main" id="{81EBBA7B-1A21-F975-5530-CDA00F145931}"/>
                </a:ext>
              </a:extLst>
            </p:cNvPr>
            <p:cNvSpPr/>
            <p:nvPr/>
          </p:nvSpPr>
          <p:spPr>
            <a:xfrm>
              <a:off x="5043681" y="4555701"/>
              <a:ext cx="300238" cy="262688"/>
            </a:xfrm>
            <a:custGeom>
              <a:avLst/>
              <a:gdLst>
                <a:gd name="csX0" fmla="*/ 239947 w 300238"/>
                <a:gd name="csY0" fmla="*/ 44 h 262688"/>
                <a:gd name="csX1" fmla="*/ 194518 w 300238"/>
                <a:gd name="csY1" fmla="*/ 14369 h 262688"/>
                <a:gd name="csX2" fmla="*/ 140270 w 300238"/>
                <a:gd name="csY2" fmla="*/ 41753 h 262688"/>
                <a:gd name="csX3" fmla="*/ 49261 w 300238"/>
                <a:gd name="csY3" fmla="*/ 59612 h 262688"/>
                <a:gd name="csX4" fmla="*/ 15775 w 300238"/>
                <a:gd name="csY4" fmla="*/ 86179 h 262688"/>
                <a:gd name="csX5" fmla="*/ 0 w 300238"/>
                <a:gd name="csY5" fmla="*/ 120223 h 262688"/>
                <a:gd name="csX6" fmla="*/ 0 w 300238"/>
                <a:gd name="csY6" fmla="*/ 244419 h 262688"/>
                <a:gd name="csX7" fmla="*/ 0 w 300238"/>
                <a:gd name="csY7" fmla="*/ 244382 h 262688"/>
                <a:gd name="csX8" fmla="*/ 18306 w 300238"/>
                <a:gd name="csY8" fmla="*/ 262688 h 262688"/>
                <a:gd name="csX9" fmla="*/ 36612 w 300238"/>
                <a:gd name="csY9" fmla="*/ 244382 h 262688"/>
                <a:gd name="csX10" fmla="*/ 36612 w 300238"/>
                <a:gd name="csY10" fmla="*/ 120186 h 262688"/>
                <a:gd name="csX11" fmla="*/ 43123 w 300238"/>
                <a:gd name="csY11" fmla="*/ 110475 h 262688"/>
                <a:gd name="csX12" fmla="*/ 67531 w 300238"/>
                <a:gd name="csY12" fmla="*/ 91313 h 262688"/>
                <a:gd name="csX13" fmla="*/ 137852 w 300238"/>
                <a:gd name="csY13" fmla="*/ 78738 h 262688"/>
                <a:gd name="csX14" fmla="*/ 137890 w 300238"/>
                <a:gd name="csY14" fmla="*/ 78775 h 262688"/>
                <a:gd name="csX15" fmla="*/ 150875 w 300238"/>
                <a:gd name="csY15" fmla="*/ 77435 h 262688"/>
                <a:gd name="csX16" fmla="*/ 211820 w 300238"/>
                <a:gd name="csY16" fmla="*/ 46665 h 262688"/>
                <a:gd name="csX17" fmla="*/ 211820 w 300238"/>
                <a:gd name="csY17" fmla="*/ 46628 h 262688"/>
                <a:gd name="csX18" fmla="*/ 213420 w 300238"/>
                <a:gd name="csY18" fmla="*/ 45735 h 262688"/>
                <a:gd name="csX19" fmla="*/ 257138 w 300238"/>
                <a:gd name="csY19" fmla="*/ 40228 h 262688"/>
                <a:gd name="csX20" fmla="*/ 262533 w 300238"/>
                <a:gd name="csY20" fmla="*/ 47074 h 262688"/>
                <a:gd name="csX21" fmla="*/ 262607 w 300238"/>
                <a:gd name="csY21" fmla="*/ 47260 h 262688"/>
                <a:gd name="csX22" fmla="*/ 157794 w 300238"/>
                <a:gd name="csY22" fmla="*/ 106382 h 262688"/>
                <a:gd name="csX23" fmla="*/ 157831 w 300238"/>
                <a:gd name="csY23" fmla="*/ 106382 h 262688"/>
                <a:gd name="csX24" fmla="*/ 149199 w 300238"/>
                <a:gd name="csY24" fmla="*/ 117395 h 262688"/>
                <a:gd name="csX25" fmla="*/ 150873 w 300238"/>
                <a:gd name="csY25" fmla="*/ 131310 h 262688"/>
                <a:gd name="csX26" fmla="*/ 161924 w 300238"/>
                <a:gd name="csY26" fmla="*/ 139942 h 262688"/>
                <a:gd name="csX27" fmla="*/ 175839 w 300238"/>
                <a:gd name="csY27" fmla="*/ 138267 h 262688"/>
                <a:gd name="csX28" fmla="*/ 284786 w 300238"/>
                <a:gd name="csY28" fmla="*/ 76765 h 262688"/>
                <a:gd name="csX29" fmla="*/ 286944 w 300238"/>
                <a:gd name="csY29" fmla="*/ 75351 h 262688"/>
                <a:gd name="csX30" fmla="*/ 300227 w 300238"/>
                <a:gd name="csY30" fmla="*/ 50087 h 262688"/>
                <a:gd name="csX31" fmla="*/ 294385 w 300238"/>
                <a:gd name="csY31" fmla="*/ 28992 h 262688"/>
                <a:gd name="csX32" fmla="*/ 280209 w 300238"/>
                <a:gd name="csY32" fmla="*/ 11542 h 262688"/>
                <a:gd name="csX33" fmla="*/ 277456 w 300238"/>
                <a:gd name="csY33" fmla="*/ 9532 h 262688"/>
                <a:gd name="csX34" fmla="*/ 239951 w 300238"/>
                <a:gd name="csY34" fmla="*/ 45 h 262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300238" h="262688">
                  <a:moveTo>
                    <a:pt x="239947" y="44"/>
                  </a:moveTo>
                  <a:cubicBezTo>
                    <a:pt x="215949" y="862"/>
                    <a:pt x="197270" y="12583"/>
                    <a:pt x="194518" y="14369"/>
                  </a:cubicBezTo>
                  <a:lnTo>
                    <a:pt x="140270" y="41753"/>
                  </a:lnTo>
                  <a:cubicBezTo>
                    <a:pt x="106970" y="35205"/>
                    <a:pt x="74339" y="45176"/>
                    <a:pt x="49261" y="59612"/>
                  </a:cubicBezTo>
                  <a:cubicBezTo>
                    <a:pt x="35829" y="67351"/>
                    <a:pt x="24444" y="76430"/>
                    <a:pt x="15775" y="86179"/>
                  </a:cubicBezTo>
                  <a:cubicBezTo>
                    <a:pt x="7107" y="95927"/>
                    <a:pt x="0" y="105972"/>
                    <a:pt x="0" y="120223"/>
                  </a:cubicBezTo>
                  <a:lnTo>
                    <a:pt x="0" y="244419"/>
                  </a:lnTo>
                  <a:lnTo>
                    <a:pt x="0" y="244382"/>
                  </a:lnTo>
                  <a:cubicBezTo>
                    <a:pt x="0" y="254502"/>
                    <a:pt x="8186" y="262688"/>
                    <a:pt x="18306" y="262688"/>
                  </a:cubicBezTo>
                  <a:cubicBezTo>
                    <a:pt x="28427" y="262688"/>
                    <a:pt x="36612" y="254503"/>
                    <a:pt x="36612" y="244382"/>
                  </a:cubicBezTo>
                  <a:lnTo>
                    <a:pt x="36612" y="120186"/>
                  </a:lnTo>
                  <a:cubicBezTo>
                    <a:pt x="36612" y="122120"/>
                    <a:pt x="37691" y="116614"/>
                    <a:pt x="43123" y="110475"/>
                  </a:cubicBezTo>
                  <a:cubicBezTo>
                    <a:pt x="48556" y="104336"/>
                    <a:pt x="57225" y="97229"/>
                    <a:pt x="67531" y="91313"/>
                  </a:cubicBezTo>
                  <a:cubicBezTo>
                    <a:pt x="88144" y="79444"/>
                    <a:pt x="114784" y="72561"/>
                    <a:pt x="137852" y="78738"/>
                  </a:cubicBezTo>
                  <a:lnTo>
                    <a:pt x="137890" y="78775"/>
                  </a:lnTo>
                  <a:cubicBezTo>
                    <a:pt x="142243" y="79928"/>
                    <a:pt x="146856" y="79444"/>
                    <a:pt x="150875" y="77435"/>
                  </a:cubicBezTo>
                  <a:lnTo>
                    <a:pt x="211820" y="46665"/>
                  </a:lnTo>
                  <a:lnTo>
                    <a:pt x="211820" y="46628"/>
                  </a:lnTo>
                  <a:cubicBezTo>
                    <a:pt x="212378" y="46367"/>
                    <a:pt x="212899" y="46070"/>
                    <a:pt x="213420" y="45735"/>
                  </a:cubicBezTo>
                  <a:cubicBezTo>
                    <a:pt x="213420" y="45735"/>
                    <a:pt x="239241" y="31336"/>
                    <a:pt x="257138" y="40228"/>
                  </a:cubicBezTo>
                  <a:cubicBezTo>
                    <a:pt x="258440" y="41567"/>
                    <a:pt x="260933" y="44209"/>
                    <a:pt x="262533" y="47074"/>
                  </a:cubicBezTo>
                  <a:cubicBezTo>
                    <a:pt x="262607" y="47149"/>
                    <a:pt x="262607" y="47186"/>
                    <a:pt x="262607" y="47260"/>
                  </a:cubicBezTo>
                  <a:lnTo>
                    <a:pt x="157794" y="106382"/>
                  </a:lnTo>
                  <a:lnTo>
                    <a:pt x="157831" y="106382"/>
                  </a:lnTo>
                  <a:cubicBezTo>
                    <a:pt x="153590" y="108763"/>
                    <a:pt x="150501" y="112707"/>
                    <a:pt x="149199" y="117395"/>
                  </a:cubicBezTo>
                  <a:cubicBezTo>
                    <a:pt x="147897" y="122083"/>
                    <a:pt x="148492" y="127068"/>
                    <a:pt x="150873" y="131310"/>
                  </a:cubicBezTo>
                  <a:cubicBezTo>
                    <a:pt x="153255" y="135551"/>
                    <a:pt x="157236" y="138639"/>
                    <a:pt x="161924" y="139942"/>
                  </a:cubicBezTo>
                  <a:cubicBezTo>
                    <a:pt x="166612" y="141244"/>
                    <a:pt x="171598" y="140649"/>
                    <a:pt x="175839" y="138267"/>
                  </a:cubicBezTo>
                  <a:lnTo>
                    <a:pt x="284786" y="76765"/>
                  </a:lnTo>
                  <a:cubicBezTo>
                    <a:pt x="285531" y="76355"/>
                    <a:pt x="286275" y="75872"/>
                    <a:pt x="286944" y="75351"/>
                  </a:cubicBezTo>
                  <a:cubicBezTo>
                    <a:pt x="294907" y="69211"/>
                    <a:pt x="300004" y="58979"/>
                    <a:pt x="300227" y="50087"/>
                  </a:cubicBezTo>
                  <a:cubicBezTo>
                    <a:pt x="300450" y="41195"/>
                    <a:pt x="297436" y="34349"/>
                    <a:pt x="294385" y="28992"/>
                  </a:cubicBezTo>
                  <a:cubicBezTo>
                    <a:pt x="288321" y="18313"/>
                    <a:pt x="280209" y="11542"/>
                    <a:pt x="280209" y="11542"/>
                  </a:cubicBezTo>
                  <a:cubicBezTo>
                    <a:pt x="279354" y="10798"/>
                    <a:pt x="278423" y="10091"/>
                    <a:pt x="277456" y="9532"/>
                  </a:cubicBezTo>
                  <a:cubicBezTo>
                    <a:pt x="264695" y="1979"/>
                    <a:pt x="251746" y="-365"/>
                    <a:pt x="239951" y="45"/>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6" name="Forme libre : forme 75">
              <a:extLst>
                <a:ext uri="{FF2B5EF4-FFF2-40B4-BE49-F238E27FC236}">
                  <a16:creationId xmlns:a16="http://schemas.microsoft.com/office/drawing/2014/main" id="{7F8B887B-78B1-2F5C-0D9F-300307374444}"/>
                </a:ext>
              </a:extLst>
            </p:cNvPr>
            <p:cNvSpPr/>
            <p:nvPr/>
          </p:nvSpPr>
          <p:spPr>
            <a:xfrm>
              <a:off x="5190872" y="4410936"/>
              <a:ext cx="259926" cy="407495"/>
            </a:xfrm>
            <a:custGeom>
              <a:avLst/>
              <a:gdLst>
                <a:gd name="csX0" fmla="*/ 222867 w 259926"/>
                <a:gd name="csY0" fmla="*/ 1 h 407495"/>
                <a:gd name="csX1" fmla="*/ 190832 w 259926"/>
                <a:gd name="csY1" fmla="*/ 6289 h 407495"/>
                <a:gd name="csX2" fmla="*/ 145588 w 259926"/>
                <a:gd name="csY2" fmla="*/ 51644 h 407495"/>
                <a:gd name="csX3" fmla="*/ 115041 w 259926"/>
                <a:gd name="csY3" fmla="*/ 165649 h 407495"/>
                <a:gd name="csX4" fmla="*/ 116864 w 259926"/>
                <a:gd name="csY4" fmla="*/ 179527 h 407495"/>
                <a:gd name="csX5" fmla="*/ 127989 w 259926"/>
                <a:gd name="csY5" fmla="*/ 188084 h 407495"/>
                <a:gd name="csX6" fmla="*/ 150426 w 259926"/>
                <a:gd name="csY6" fmla="*/ 175136 h 407495"/>
                <a:gd name="csX7" fmla="*/ 180972 w 259926"/>
                <a:gd name="csY7" fmla="*/ 61131 h 407495"/>
                <a:gd name="csX8" fmla="*/ 203147 w 259926"/>
                <a:gd name="csY8" fmla="*/ 40779 h 407495"/>
                <a:gd name="csX9" fmla="*/ 218067 w 259926"/>
                <a:gd name="csY9" fmla="*/ 37207 h 407495"/>
                <a:gd name="csX10" fmla="*/ 222830 w 259926"/>
                <a:gd name="csY10" fmla="*/ 44946 h 407495"/>
                <a:gd name="csX11" fmla="*/ 168768 w 259926"/>
                <a:gd name="csY11" fmla="*/ 246724 h 407495"/>
                <a:gd name="csX12" fmla="*/ 8967 w 259926"/>
                <a:gd name="csY12" fmla="*/ 341863 h 407495"/>
                <a:gd name="csX13" fmla="*/ 0 w 259926"/>
                <a:gd name="csY13" fmla="*/ 357601 h 407495"/>
                <a:gd name="csX14" fmla="*/ 0 w 259926"/>
                <a:gd name="csY14" fmla="*/ 389152 h 407495"/>
                <a:gd name="csX15" fmla="*/ 18306 w 259926"/>
                <a:gd name="csY15" fmla="*/ 407495 h 407495"/>
                <a:gd name="csX16" fmla="*/ 36612 w 259926"/>
                <a:gd name="csY16" fmla="*/ 389152 h 407495"/>
                <a:gd name="csX17" fmla="*/ 36612 w 259926"/>
                <a:gd name="csY17" fmla="*/ 367981 h 407495"/>
                <a:gd name="csX18" fmla="*/ 193889 w 259926"/>
                <a:gd name="csY18" fmla="*/ 274331 h 407495"/>
                <a:gd name="csX19" fmla="*/ 193889 w 259926"/>
                <a:gd name="csY19" fmla="*/ 274368 h 407495"/>
                <a:gd name="csX20" fmla="*/ 202186 w 259926"/>
                <a:gd name="csY20" fmla="*/ 263393 h 407495"/>
                <a:gd name="csX21" fmla="*/ 259299 w 259926"/>
                <a:gd name="csY21" fmla="*/ 50271 h 407495"/>
                <a:gd name="csX22" fmla="*/ 259857 w 259926"/>
                <a:gd name="csY22" fmla="*/ 43760 h 407495"/>
                <a:gd name="csX23" fmla="*/ 232621 w 259926"/>
                <a:gd name="csY23" fmla="*/ 2535 h 407495"/>
                <a:gd name="csX24" fmla="*/ 232584 w 259926"/>
                <a:gd name="csY24" fmla="*/ 2535 h 407495"/>
                <a:gd name="csX25" fmla="*/ 222836 w 259926"/>
                <a:gd name="csY25" fmla="*/ 4 h 407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59926" h="407495">
                  <a:moveTo>
                    <a:pt x="222867" y="1"/>
                  </a:moveTo>
                  <a:cubicBezTo>
                    <a:pt x="222867" y="1"/>
                    <a:pt x="207686" y="261"/>
                    <a:pt x="190832" y="6289"/>
                  </a:cubicBezTo>
                  <a:cubicBezTo>
                    <a:pt x="173977" y="12316"/>
                    <a:pt x="152509" y="25785"/>
                    <a:pt x="145588" y="51644"/>
                  </a:cubicBezTo>
                  <a:lnTo>
                    <a:pt x="115041" y="165649"/>
                  </a:lnTo>
                  <a:cubicBezTo>
                    <a:pt x="113776" y="170337"/>
                    <a:pt x="114446" y="175322"/>
                    <a:pt x="116864" y="179527"/>
                  </a:cubicBezTo>
                  <a:cubicBezTo>
                    <a:pt x="119283" y="183731"/>
                    <a:pt x="123301" y="186819"/>
                    <a:pt x="127989" y="188084"/>
                  </a:cubicBezTo>
                  <a:cubicBezTo>
                    <a:pt x="137737" y="190689"/>
                    <a:pt x="147783" y="184884"/>
                    <a:pt x="150426" y="175136"/>
                  </a:cubicBezTo>
                  <a:lnTo>
                    <a:pt x="180972" y="61131"/>
                  </a:lnTo>
                  <a:cubicBezTo>
                    <a:pt x="183912" y="50156"/>
                    <a:pt x="192469" y="44611"/>
                    <a:pt x="203147" y="40779"/>
                  </a:cubicBezTo>
                  <a:cubicBezTo>
                    <a:pt x="208989" y="38696"/>
                    <a:pt x="214160" y="37728"/>
                    <a:pt x="218067" y="37207"/>
                  </a:cubicBezTo>
                  <a:cubicBezTo>
                    <a:pt x="221007" y="40072"/>
                    <a:pt x="222272" y="42937"/>
                    <a:pt x="222830" y="44946"/>
                  </a:cubicBezTo>
                  <a:lnTo>
                    <a:pt x="168768" y="246724"/>
                  </a:lnTo>
                  <a:lnTo>
                    <a:pt x="8967" y="341863"/>
                  </a:lnTo>
                  <a:cubicBezTo>
                    <a:pt x="3423" y="345174"/>
                    <a:pt x="0" y="351164"/>
                    <a:pt x="0" y="357601"/>
                  </a:cubicBezTo>
                  <a:lnTo>
                    <a:pt x="0" y="389152"/>
                  </a:lnTo>
                  <a:cubicBezTo>
                    <a:pt x="0" y="399273"/>
                    <a:pt x="8186" y="407458"/>
                    <a:pt x="18306" y="407495"/>
                  </a:cubicBezTo>
                  <a:cubicBezTo>
                    <a:pt x="28426" y="407458"/>
                    <a:pt x="36612" y="399273"/>
                    <a:pt x="36612" y="389152"/>
                  </a:cubicBezTo>
                  <a:lnTo>
                    <a:pt x="36612" y="367981"/>
                  </a:lnTo>
                  <a:lnTo>
                    <a:pt x="193889" y="274331"/>
                  </a:lnTo>
                  <a:lnTo>
                    <a:pt x="193889" y="274368"/>
                  </a:lnTo>
                  <a:cubicBezTo>
                    <a:pt x="197982" y="271950"/>
                    <a:pt x="200958" y="268006"/>
                    <a:pt x="202186" y="263393"/>
                  </a:cubicBezTo>
                  <a:lnTo>
                    <a:pt x="259299" y="50271"/>
                  </a:lnTo>
                  <a:cubicBezTo>
                    <a:pt x="259857" y="48150"/>
                    <a:pt x="260043" y="45918"/>
                    <a:pt x="259857" y="43760"/>
                  </a:cubicBezTo>
                  <a:cubicBezTo>
                    <a:pt x="259857" y="43760"/>
                    <a:pt x="256955" y="16859"/>
                    <a:pt x="232621" y="2535"/>
                  </a:cubicBezTo>
                  <a:lnTo>
                    <a:pt x="232584" y="2535"/>
                  </a:lnTo>
                  <a:cubicBezTo>
                    <a:pt x="229645" y="786"/>
                    <a:pt x="226259" y="-70"/>
                    <a:pt x="222836" y="4"/>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7" name="Forme libre : forme 76">
              <a:extLst>
                <a:ext uri="{FF2B5EF4-FFF2-40B4-BE49-F238E27FC236}">
                  <a16:creationId xmlns:a16="http://schemas.microsoft.com/office/drawing/2014/main" id="{19AA3BBA-EC61-8B54-192B-72F7FFFF2CCB}"/>
                </a:ext>
              </a:extLst>
            </p:cNvPr>
            <p:cNvSpPr/>
            <p:nvPr/>
          </p:nvSpPr>
          <p:spPr>
            <a:xfrm>
              <a:off x="4732422" y="4555700"/>
              <a:ext cx="300239" cy="262687"/>
            </a:xfrm>
            <a:custGeom>
              <a:avLst/>
              <a:gdLst>
                <a:gd name="csX0" fmla="*/ 60287 w 300239"/>
                <a:gd name="csY0" fmla="*/ 45 h 262687"/>
                <a:gd name="csX1" fmla="*/ 22783 w 300239"/>
                <a:gd name="csY1" fmla="*/ 9532 h 262687"/>
                <a:gd name="csX2" fmla="*/ 20029 w 300239"/>
                <a:gd name="csY2" fmla="*/ 11542 h 262687"/>
                <a:gd name="csX3" fmla="*/ 5853 w 300239"/>
                <a:gd name="csY3" fmla="*/ 28991 h 262687"/>
                <a:gd name="csX4" fmla="*/ 12 w 300239"/>
                <a:gd name="csY4" fmla="*/ 50087 h 262687"/>
                <a:gd name="csX5" fmla="*/ 13294 w 300239"/>
                <a:gd name="csY5" fmla="*/ 75351 h 262687"/>
                <a:gd name="csX6" fmla="*/ 15452 w 300239"/>
                <a:gd name="csY6" fmla="*/ 76764 h 262687"/>
                <a:gd name="csX7" fmla="*/ 124399 w 300239"/>
                <a:gd name="csY7" fmla="*/ 138267 h 262687"/>
                <a:gd name="csX8" fmla="*/ 149328 w 300239"/>
                <a:gd name="csY8" fmla="*/ 131310 h 262687"/>
                <a:gd name="csX9" fmla="*/ 142408 w 300239"/>
                <a:gd name="csY9" fmla="*/ 106381 h 262687"/>
                <a:gd name="csX10" fmla="*/ 37633 w 300239"/>
                <a:gd name="csY10" fmla="*/ 47259 h 262687"/>
                <a:gd name="csX11" fmla="*/ 37707 w 300239"/>
                <a:gd name="csY11" fmla="*/ 47073 h 262687"/>
                <a:gd name="csX12" fmla="*/ 43102 w 300239"/>
                <a:gd name="csY12" fmla="*/ 40227 h 262687"/>
                <a:gd name="csX13" fmla="*/ 86820 w 300239"/>
                <a:gd name="csY13" fmla="*/ 45734 h 262687"/>
                <a:gd name="csX14" fmla="*/ 88420 w 300239"/>
                <a:gd name="csY14" fmla="*/ 46627 h 262687"/>
                <a:gd name="csX15" fmla="*/ 149365 w 300239"/>
                <a:gd name="csY15" fmla="*/ 77397 h 262687"/>
                <a:gd name="csX16" fmla="*/ 149365 w 300239"/>
                <a:gd name="csY16" fmla="*/ 77434 h 262687"/>
                <a:gd name="csX17" fmla="*/ 162350 w 300239"/>
                <a:gd name="csY17" fmla="*/ 78774 h 262687"/>
                <a:gd name="csX18" fmla="*/ 232671 w 300239"/>
                <a:gd name="csY18" fmla="*/ 91350 h 262687"/>
                <a:gd name="csX19" fmla="*/ 257079 w 300239"/>
                <a:gd name="csY19" fmla="*/ 110511 h 262687"/>
                <a:gd name="csX20" fmla="*/ 263590 w 300239"/>
                <a:gd name="csY20" fmla="*/ 120222 h 262687"/>
                <a:gd name="csX21" fmla="*/ 263590 w 300239"/>
                <a:gd name="csY21" fmla="*/ 244418 h 262687"/>
                <a:gd name="csX22" fmla="*/ 263627 w 300239"/>
                <a:gd name="csY22" fmla="*/ 244381 h 262687"/>
                <a:gd name="csX23" fmla="*/ 281934 w 300239"/>
                <a:gd name="csY23" fmla="*/ 262687 h 262687"/>
                <a:gd name="csX24" fmla="*/ 300240 w 300239"/>
                <a:gd name="csY24" fmla="*/ 244381 h 262687"/>
                <a:gd name="csX25" fmla="*/ 300240 w 300239"/>
                <a:gd name="csY25" fmla="*/ 120185 h 262687"/>
                <a:gd name="csX26" fmla="*/ 284464 w 300239"/>
                <a:gd name="csY26" fmla="*/ 86140 h 262687"/>
                <a:gd name="csX27" fmla="*/ 250978 w 300239"/>
                <a:gd name="csY27" fmla="*/ 59574 h 262687"/>
                <a:gd name="csX28" fmla="*/ 159970 w 300239"/>
                <a:gd name="csY28" fmla="*/ 41715 h 262687"/>
                <a:gd name="csX29" fmla="*/ 105722 w 300239"/>
                <a:gd name="csY29" fmla="*/ 14330 h 262687"/>
                <a:gd name="csX30" fmla="*/ 60292 w 300239"/>
                <a:gd name="csY30" fmla="*/ 6 h 2626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300239" h="262687">
                  <a:moveTo>
                    <a:pt x="60287" y="45"/>
                  </a:moveTo>
                  <a:cubicBezTo>
                    <a:pt x="48492" y="-365"/>
                    <a:pt x="35544" y="1979"/>
                    <a:pt x="22783" y="9532"/>
                  </a:cubicBezTo>
                  <a:cubicBezTo>
                    <a:pt x="21815" y="10091"/>
                    <a:pt x="20885" y="10797"/>
                    <a:pt x="20029" y="11542"/>
                  </a:cubicBezTo>
                  <a:cubicBezTo>
                    <a:pt x="20029" y="11542"/>
                    <a:pt x="11918" y="18276"/>
                    <a:pt x="5853" y="28991"/>
                  </a:cubicBezTo>
                  <a:cubicBezTo>
                    <a:pt x="2802" y="34349"/>
                    <a:pt x="-212" y="41195"/>
                    <a:pt x="12" y="50087"/>
                  </a:cubicBezTo>
                  <a:cubicBezTo>
                    <a:pt x="235" y="58980"/>
                    <a:pt x="5332" y="69249"/>
                    <a:pt x="13294" y="75351"/>
                  </a:cubicBezTo>
                  <a:cubicBezTo>
                    <a:pt x="13964" y="75871"/>
                    <a:pt x="14708" y="76355"/>
                    <a:pt x="15452" y="76764"/>
                  </a:cubicBezTo>
                  <a:lnTo>
                    <a:pt x="124399" y="138267"/>
                  </a:lnTo>
                  <a:cubicBezTo>
                    <a:pt x="133217" y="143216"/>
                    <a:pt x="144380" y="140128"/>
                    <a:pt x="149328" y="131310"/>
                  </a:cubicBezTo>
                  <a:cubicBezTo>
                    <a:pt x="154314" y="122492"/>
                    <a:pt x="151188" y="111329"/>
                    <a:pt x="142408" y="106381"/>
                  </a:cubicBezTo>
                  <a:lnTo>
                    <a:pt x="37633" y="47259"/>
                  </a:lnTo>
                  <a:cubicBezTo>
                    <a:pt x="37707" y="47185"/>
                    <a:pt x="37633" y="47148"/>
                    <a:pt x="37707" y="47073"/>
                  </a:cubicBezTo>
                  <a:cubicBezTo>
                    <a:pt x="39344" y="44208"/>
                    <a:pt x="41800" y="41567"/>
                    <a:pt x="43102" y="40227"/>
                  </a:cubicBezTo>
                  <a:cubicBezTo>
                    <a:pt x="60999" y="31335"/>
                    <a:pt x="86820" y="45734"/>
                    <a:pt x="86820" y="45734"/>
                  </a:cubicBezTo>
                  <a:cubicBezTo>
                    <a:pt x="87341" y="46068"/>
                    <a:pt x="87862" y="46366"/>
                    <a:pt x="88420" y="46627"/>
                  </a:cubicBezTo>
                  <a:lnTo>
                    <a:pt x="149365" y="77397"/>
                  </a:lnTo>
                  <a:lnTo>
                    <a:pt x="149365" y="77434"/>
                  </a:lnTo>
                  <a:cubicBezTo>
                    <a:pt x="153383" y="79443"/>
                    <a:pt x="157997" y="79927"/>
                    <a:pt x="162350" y="78774"/>
                  </a:cubicBezTo>
                  <a:cubicBezTo>
                    <a:pt x="185419" y="72597"/>
                    <a:pt x="212096" y="79481"/>
                    <a:pt x="232671" y="91350"/>
                  </a:cubicBezTo>
                  <a:cubicBezTo>
                    <a:pt x="242977" y="97303"/>
                    <a:pt x="251647" y="104409"/>
                    <a:pt x="257079" y="110511"/>
                  </a:cubicBezTo>
                  <a:cubicBezTo>
                    <a:pt x="262511" y="116650"/>
                    <a:pt x="263590" y="122120"/>
                    <a:pt x="263590" y="120222"/>
                  </a:cubicBezTo>
                  <a:lnTo>
                    <a:pt x="263590" y="244418"/>
                  </a:lnTo>
                  <a:lnTo>
                    <a:pt x="263627" y="244381"/>
                  </a:lnTo>
                  <a:cubicBezTo>
                    <a:pt x="263627" y="254501"/>
                    <a:pt x="271813" y="262687"/>
                    <a:pt x="281934" y="262687"/>
                  </a:cubicBezTo>
                  <a:cubicBezTo>
                    <a:pt x="292054" y="262687"/>
                    <a:pt x="300240" y="254502"/>
                    <a:pt x="300240" y="244381"/>
                  </a:cubicBezTo>
                  <a:lnTo>
                    <a:pt x="300240" y="120185"/>
                  </a:lnTo>
                  <a:cubicBezTo>
                    <a:pt x="300240" y="105934"/>
                    <a:pt x="293133" y="95888"/>
                    <a:pt x="284464" y="86140"/>
                  </a:cubicBezTo>
                  <a:cubicBezTo>
                    <a:pt x="275795" y="76392"/>
                    <a:pt x="264409" y="67313"/>
                    <a:pt x="250978" y="59574"/>
                  </a:cubicBezTo>
                  <a:cubicBezTo>
                    <a:pt x="225901" y="45138"/>
                    <a:pt x="193307" y="35203"/>
                    <a:pt x="159970" y="41715"/>
                  </a:cubicBezTo>
                  <a:lnTo>
                    <a:pt x="105722" y="14330"/>
                  </a:lnTo>
                  <a:cubicBezTo>
                    <a:pt x="102969" y="12507"/>
                    <a:pt x="84291" y="787"/>
                    <a:pt x="60292" y="6"/>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78" name="Forme libre : forme 77">
              <a:extLst>
                <a:ext uri="{FF2B5EF4-FFF2-40B4-BE49-F238E27FC236}">
                  <a16:creationId xmlns:a16="http://schemas.microsoft.com/office/drawing/2014/main" id="{10DC0F86-947D-E09F-0F96-9BCD23836AB0}"/>
                </a:ext>
              </a:extLst>
            </p:cNvPr>
            <p:cNvSpPr/>
            <p:nvPr/>
          </p:nvSpPr>
          <p:spPr>
            <a:xfrm>
              <a:off x="4625545" y="4410932"/>
              <a:ext cx="259925" cy="407458"/>
            </a:xfrm>
            <a:custGeom>
              <a:avLst/>
              <a:gdLst>
                <a:gd name="csX0" fmla="*/ 37091 w 259925"/>
                <a:gd name="csY0" fmla="*/ 4 h 407458"/>
                <a:gd name="csX1" fmla="*/ 27343 w 259925"/>
                <a:gd name="csY1" fmla="*/ 2535 h 407458"/>
                <a:gd name="csX2" fmla="*/ 107 w 259925"/>
                <a:gd name="csY2" fmla="*/ 43760 h 407458"/>
                <a:gd name="csX3" fmla="*/ 70 w 259925"/>
                <a:gd name="csY3" fmla="*/ 43722 h 407458"/>
                <a:gd name="csX4" fmla="*/ 628 w 259925"/>
                <a:gd name="csY4" fmla="*/ 50271 h 407458"/>
                <a:gd name="csX5" fmla="*/ 57741 w 259925"/>
                <a:gd name="csY5" fmla="*/ 263393 h 407458"/>
                <a:gd name="csX6" fmla="*/ 66038 w 259925"/>
                <a:gd name="csY6" fmla="*/ 274368 h 407458"/>
                <a:gd name="csX7" fmla="*/ 223277 w 259925"/>
                <a:gd name="csY7" fmla="*/ 368018 h 407458"/>
                <a:gd name="csX8" fmla="*/ 223277 w 259925"/>
                <a:gd name="csY8" fmla="*/ 389189 h 407458"/>
                <a:gd name="csX9" fmla="*/ 223314 w 259925"/>
                <a:gd name="csY9" fmla="*/ 389152 h 407458"/>
                <a:gd name="csX10" fmla="*/ 241620 w 259925"/>
                <a:gd name="csY10" fmla="*/ 407458 h 407458"/>
                <a:gd name="csX11" fmla="*/ 259926 w 259925"/>
                <a:gd name="csY11" fmla="*/ 389152 h 407458"/>
                <a:gd name="csX12" fmla="*/ 259926 w 259925"/>
                <a:gd name="csY12" fmla="*/ 357601 h 407458"/>
                <a:gd name="csX13" fmla="*/ 250959 w 259925"/>
                <a:gd name="csY13" fmla="*/ 341863 h 407458"/>
                <a:gd name="csX14" fmla="*/ 91196 w 259925"/>
                <a:gd name="csY14" fmla="*/ 246724 h 407458"/>
                <a:gd name="csX15" fmla="*/ 37097 w 259925"/>
                <a:gd name="csY15" fmla="*/ 44946 h 407458"/>
                <a:gd name="csX16" fmla="*/ 41860 w 259925"/>
                <a:gd name="csY16" fmla="*/ 37207 h 407458"/>
                <a:gd name="csX17" fmla="*/ 56780 w 259925"/>
                <a:gd name="csY17" fmla="*/ 40779 h 407458"/>
                <a:gd name="csX18" fmla="*/ 78992 w 259925"/>
                <a:gd name="csY18" fmla="*/ 61131 h 407458"/>
                <a:gd name="csX19" fmla="*/ 109501 w 259925"/>
                <a:gd name="csY19" fmla="*/ 175136 h 407458"/>
                <a:gd name="csX20" fmla="*/ 118059 w 259925"/>
                <a:gd name="csY20" fmla="*/ 186261 h 407458"/>
                <a:gd name="csX21" fmla="*/ 131937 w 259925"/>
                <a:gd name="csY21" fmla="*/ 188084 h 407458"/>
                <a:gd name="csX22" fmla="*/ 143062 w 259925"/>
                <a:gd name="csY22" fmla="*/ 179564 h 407458"/>
                <a:gd name="csX23" fmla="*/ 144885 w 259925"/>
                <a:gd name="csY23" fmla="*/ 165649 h 407458"/>
                <a:gd name="csX24" fmla="*/ 114339 w 259925"/>
                <a:gd name="csY24" fmla="*/ 51644 h 407458"/>
                <a:gd name="csX25" fmla="*/ 69095 w 259925"/>
                <a:gd name="csY25" fmla="*/ 6289 h 407458"/>
                <a:gd name="csX26" fmla="*/ 37097 w 259925"/>
                <a:gd name="csY26" fmla="*/ 1 h 407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59925" h="407458">
                  <a:moveTo>
                    <a:pt x="37091" y="4"/>
                  </a:moveTo>
                  <a:cubicBezTo>
                    <a:pt x="33668" y="-70"/>
                    <a:pt x="30282" y="786"/>
                    <a:pt x="27343" y="2535"/>
                  </a:cubicBezTo>
                  <a:cubicBezTo>
                    <a:pt x="2972" y="16859"/>
                    <a:pt x="107" y="43760"/>
                    <a:pt x="107" y="43760"/>
                  </a:cubicBezTo>
                  <a:lnTo>
                    <a:pt x="70" y="43722"/>
                  </a:lnTo>
                  <a:cubicBezTo>
                    <a:pt x="-116" y="45918"/>
                    <a:pt x="70" y="48150"/>
                    <a:pt x="628" y="50271"/>
                  </a:cubicBezTo>
                  <a:lnTo>
                    <a:pt x="57741" y="263393"/>
                  </a:lnTo>
                  <a:cubicBezTo>
                    <a:pt x="58969" y="267969"/>
                    <a:pt x="61945" y="271913"/>
                    <a:pt x="66038" y="274368"/>
                  </a:cubicBezTo>
                  <a:lnTo>
                    <a:pt x="223277" y="368018"/>
                  </a:lnTo>
                  <a:lnTo>
                    <a:pt x="223277" y="389189"/>
                  </a:lnTo>
                  <a:lnTo>
                    <a:pt x="223314" y="389152"/>
                  </a:lnTo>
                  <a:cubicBezTo>
                    <a:pt x="223314" y="399273"/>
                    <a:pt x="231499" y="407458"/>
                    <a:pt x="241620" y="407458"/>
                  </a:cubicBezTo>
                  <a:cubicBezTo>
                    <a:pt x="251740" y="407458"/>
                    <a:pt x="259926" y="399273"/>
                    <a:pt x="259926" y="389152"/>
                  </a:cubicBezTo>
                  <a:lnTo>
                    <a:pt x="259926" y="357601"/>
                  </a:lnTo>
                  <a:cubicBezTo>
                    <a:pt x="259926" y="351164"/>
                    <a:pt x="256503" y="345173"/>
                    <a:pt x="250959" y="341863"/>
                  </a:cubicBezTo>
                  <a:lnTo>
                    <a:pt x="91196" y="246724"/>
                  </a:lnTo>
                  <a:lnTo>
                    <a:pt x="37097" y="44946"/>
                  </a:lnTo>
                  <a:cubicBezTo>
                    <a:pt x="37655" y="42937"/>
                    <a:pt x="38920" y="40072"/>
                    <a:pt x="41860" y="37207"/>
                  </a:cubicBezTo>
                  <a:cubicBezTo>
                    <a:pt x="45766" y="37728"/>
                    <a:pt x="50938" y="38696"/>
                    <a:pt x="56780" y="40779"/>
                  </a:cubicBezTo>
                  <a:cubicBezTo>
                    <a:pt x="67495" y="44611"/>
                    <a:pt x="76052" y="50155"/>
                    <a:pt x="78992" y="61131"/>
                  </a:cubicBezTo>
                  <a:lnTo>
                    <a:pt x="109501" y="175136"/>
                  </a:lnTo>
                  <a:cubicBezTo>
                    <a:pt x="110766" y="179824"/>
                    <a:pt x="113855" y="183842"/>
                    <a:pt x="118059" y="186261"/>
                  </a:cubicBezTo>
                  <a:cubicBezTo>
                    <a:pt x="122263" y="188680"/>
                    <a:pt x="127249" y="189349"/>
                    <a:pt x="131937" y="188084"/>
                  </a:cubicBezTo>
                  <a:cubicBezTo>
                    <a:pt x="136625" y="186819"/>
                    <a:pt x="140643" y="183768"/>
                    <a:pt x="143062" y="179564"/>
                  </a:cubicBezTo>
                  <a:cubicBezTo>
                    <a:pt x="145481" y="175360"/>
                    <a:pt x="146150" y="170337"/>
                    <a:pt x="144885" y="165649"/>
                  </a:cubicBezTo>
                  <a:lnTo>
                    <a:pt x="114339" y="51644"/>
                  </a:lnTo>
                  <a:cubicBezTo>
                    <a:pt x="107418" y="25786"/>
                    <a:pt x="85949" y="12316"/>
                    <a:pt x="69095" y="6289"/>
                  </a:cubicBezTo>
                  <a:cubicBezTo>
                    <a:pt x="52240" y="261"/>
                    <a:pt x="37097" y="1"/>
                    <a:pt x="37097"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7" name="Forme libre : forme 106">
              <a:extLst>
                <a:ext uri="{FF2B5EF4-FFF2-40B4-BE49-F238E27FC236}">
                  <a16:creationId xmlns:a16="http://schemas.microsoft.com/office/drawing/2014/main" id="{C46379C2-7A81-A262-584C-0A6A97BF0C9C}"/>
                </a:ext>
              </a:extLst>
            </p:cNvPr>
            <p:cNvSpPr/>
            <p:nvPr/>
          </p:nvSpPr>
          <p:spPr>
            <a:xfrm>
              <a:off x="4954603" y="42189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8" name="Forme libre : forme 107">
              <a:extLst>
                <a:ext uri="{FF2B5EF4-FFF2-40B4-BE49-F238E27FC236}">
                  <a16:creationId xmlns:a16="http://schemas.microsoft.com/office/drawing/2014/main" id="{B870E10B-1DD5-D8CA-986B-4D0BFF709846}"/>
                </a:ext>
              </a:extLst>
            </p:cNvPr>
            <p:cNvSpPr/>
            <p:nvPr/>
          </p:nvSpPr>
          <p:spPr>
            <a:xfrm>
              <a:off x="4902142" y="4368741"/>
              <a:ext cx="272163" cy="255688"/>
            </a:xfrm>
            <a:custGeom>
              <a:avLst/>
              <a:gdLst>
                <a:gd name="csX0" fmla="*/ 136065 w 272163"/>
                <a:gd name="csY0" fmla="*/ 0 h 255688"/>
                <a:gd name="csX1" fmla="*/ 0 w 272163"/>
                <a:gd name="csY1" fmla="*/ 136103 h 255688"/>
                <a:gd name="csX2" fmla="*/ 0 w 272163"/>
                <a:gd name="csY2" fmla="*/ 237382 h 255688"/>
                <a:gd name="csX3" fmla="*/ 18306 w 272163"/>
                <a:gd name="csY3" fmla="*/ 255688 h 255688"/>
                <a:gd name="csX4" fmla="*/ 36612 w 272163"/>
                <a:gd name="csY4" fmla="*/ 237382 h 255688"/>
                <a:gd name="csX5" fmla="*/ 36612 w 272163"/>
                <a:gd name="csY5" fmla="*/ 136103 h 255688"/>
                <a:gd name="csX6" fmla="*/ 136063 w 272163"/>
                <a:gd name="csY6" fmla="*/ 36614 h 255688"/>
                <a:gd name="csX7" fmla="*/ 235551 w 272163"/>
                <a:gd name="csY7" fmla="*/ 136103 h 255688"/>
                <a:gd name="csX8" fmla="*/ 235551 w 272163"/>
                <a:gd name="csY8" fmla="*/ 237382 h 255688"/>
                <a:gd name="csX9" fmla="*/ 253857 w 272163"/>
                <a:gd name="csY9" fmla="*/ 255688 h 255688"/>
                <a:gd name="csX10" fmla="*/ 266806 w 272163"/>
                <a:gd name="csY10" fmla="*/ 250293 h 255688"/>
                <a:gd name="csX11" fmla="*/ 272164 w 272163"/>
                <a:gd name="csY11" fmla="*/ 237382 h 255688"/>
                <a:gd name="csX12" fmla="*/ 272164 w 272163"/>
                <a:gd name="csY12" fmla="*/ 136103 h 255688"/>
                <a:gd name="csX13" fmla="*/ 136061 w 272163"/>
                <a:gd name="csY13" fmla="*/ 0 h 255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2163" h="255688">
                  <a:moveTo>
                    <a:pt x="136065" y="0"/>
                  </a:moveTo>
                  <a:cubicBezTo>
                    <a:pt x="61130" y="0"/>
                    <a:pt x="0" y="61132"/>
                    <a:pt x="0" y="136103"/>
                  </a:cubicBezTo>
                  <a:lnTo>
                    <a:pt x="0" y="237382"/>
                  </a:lnTo>
                  <a:cubicBezTo>
                    <a:pt x="0" y="247465"/>
                    <a:pt x="8186" y="255688"/>
                    <a:pt x="18306" y="255688"/>
                  </a:cubicBezTo>
                  <a:cubicBezTo>
                    <a:pt x="28389" y="255688"/>
                    <a:pt x="36612" y="247466"/>
                    <a:pt x="36612" y="237382"/>
                  </a:cubicBezTo>
                  <a:lnTo>
                    <a:pt x="36612" y="136103"/>
                  </a:lnTo>
                  <a:cubicBezTo>
                    <a:pt x="36612" y="80962"/>
                    <a:pt x="80925" y="36652"/>
                    <a:pt x="136063" y="36614"/>
                  </a:cubicBezTo>
                  <a:cubicBezTo>
                    <a:pt x="191204" y="36614"/>
                    <a:pt x="235551" y="80927"/>
                    <a:pt x="235551" y="136103"/>
                  </a:cubicBezTo>
                  <a:lnTo>
                    <a:pt x="235551" y="237382"/>
                  </a:lnTo>
                  <a:cubicBezTo>
                    <a:pt x="235551" y="247465"/>
                    <a:pt x="243737" y="255688"/>
                    <a:pt x="253857" y="255688"/>
                  </a:cubicBezTo>
                  <a:cubicBezTo>
                    <a:pt x="258694" y="255688"/>
                    <a:pt x="263382" y="253754"/>
                    <a:pt x="266806" y="250293"/>
                  </a:cubicBezTo>
                  <a:cubicBezTo>
                    <a:pt x="270229" y="246870"/>
                    <a:pt x="272164" y="242219"/>
                    <a:pt x="272164" y="237382"/>
                  </a:cubicBezTo>
                  <a:lnTo>
                    <a:pt x="272164" y="136103"/>
                  </a:lnTo>
                  <a:cubicBezTo>
                    <a:pt x="272164" y="61168"/>
                    <a:pt x="210995" y="0"/>
                    <a:pt x="136061"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09" name="Forme libre : forme 108">
              <a:extLst>
                <a:ext uri="{FF2B5EF4-FFF2-40B4-BE49-F238E27FC236}">
                  <a16:creationId xmlns:a16="http://schemas.microsoft.com/office/drawing/2014/main" id="{A237A136-664D-AEBC-8E10-B4D559059193}"/>
                </a:ext>
              </a:extLst>
            </p:cNvPr>
            <p:cNvSpPr/>
            <p:nvPr/>
          </p:nvSpPr>
          <p:spPr>
            <a:xfrm>
              <a:off x="4741662"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0" name="Forme libre : forme 109">
              <a:extLst>
                <a:ext uri="{FF2B5EF4-FFF2-40B4-BE49-F238E27FC236}">
                  <a16:creationId xmlns:a16="http://schemas.microsoft.com/office/drawing/2014/main" id="{A5D6068F-386E-24EC-04F1-8AD47E14D70C}"/>
                </a:ext>
              </a:extLst>
            </p:cNvPr>
            <p:cNvSpPr/>
            <p:nvPr/>
          </p:nvSpPr>
          <p:spPr>
            <a:xfrm>
              <a:off x="4693188" y="4333841"/>
              <a:ext cx="264168" cy="123931"/>
            </a:xfrm>
            <a:custGeom>
              <a:avLst/>
              <a:gdLst>
                <a:gd name="csX0" fmla="*/ 132077 w 264168"/>
                <a:gd name="csY0" fmla="*/ 0 h 123931"/>
                <a:gd name="csX1" fmla="*/ 623 w 264168"/>
                <a:gd name="csY1" fmla="*/ 100870 h 123931"/>
                <a:gd name="csX2" fmla="*/ 13571 w 264168"/>
                <a:gd name="csY2" fmla="*/ 123306 h 123931"/>
                <a:gd name="csX3" fmla="*/ 36007 w 264168"/>
                <a:gd name="csY3" fmla="*/ 110358 h 123931"/>
                <a:gd name="csX4" fmla="*/ 132114 w 264168"/>
                <a:gd name="csY4" fmla="*/ 36613 h 123931"/>
                <a:gd name="csX5" fmla="*/ 228184 w 264168"/>
                <a:gd name="csY5" fmla="*/ 110358 h 123931"/>
                <a:gd name="csX6" fmla="*/ 250583 w 264168"/>
                <a:gd name="csY6" fmla="*/ 123306 h 123931"/>
                <a:gd name="csX7" fmla="*/ 263531 w 264168"/>
                <a:gd name="csY7" fmla="*/ 100870 h 123931"/>
                <a:gd name="csX8" fmla="*/ 132076 w 264168"/>
                <a:gd name="csY8" fmla="*/ 0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4168" h="123931">
                  <a:moveTo>
                    <a:pt x="132077" y="0"/>
                  </a:moveTo>
                  <a:cubicBezTo>
                    <a:pt x="70574" y="0"/>
                    <a:pt x="16549" y="41449"/>
                    <a:pt x="623" y="100870"/>
                  </a:cubicBezTo>
                  <a:cubicBezTo>
                    <a:pt x="-1982" y="110655"/>
                    <a:pt x="3823" y="120701"/>
                    <a:pt x="13571" y="123306"/>
                  </a:cubicBezTo>
                  <a:cubicBezTo>
                    <a:pt x="23356" y="125910"/>
                    <a:pt x="33365" y="120143"/>
                    <a:pt x="36007" y="110358"/>
                  </a:cubicBezTo>
                  <a:cubicBezTo>
                    <a:pt x="47691" y="66788"/>
                    <a:pt x="86981" y="36613"/>
                    <a:pt x="132114" y="36613"/>
                  </a:cubicBezTo>
                  <a:cubicBezTo>
                    <a:pt x="177210" y="36613"/>
                    <a:pt x="216537" y="66751"/>
                    <a:pt x="228184" y="110358"/>
                  </a:cubicBezTo>
                  <a:cubicBezTo>
                    <a:pt x="230788" y="120143"/>
                    <a:pt x="240834" y="125910"/>
                    <a:pt x="250583" y="123306"/>
                  </a:cubicBezTo>
                  <a:cubicBezTo>
                    <a:pt x="260368" y="120701"/>
                    <a:pt x="266172" y="110656"/>
                    <a:pt x="263531" y="100870"/>
                  </a:cubicBezTo>
                  <a:cubicBezTo>
                    <a:pt x="247606" y="41450"/>
                    <a:pt x="193581" y="0"/>
                    <a:pt x="132076"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1" name="Forme libre : forme 110">
              <a:extLst>
                <a:ext uri="{FF2B5EF4-FFF2-40B4-BE49-F238E27FC236}">
                  <a16:creationId xmlns:a16="http://schemas.microsoft.com/office/drawing/2014/main" id="{7CFC0F4B-EDCA-7BAF-FEC1-B85ED9E72FFE}"/>
                </a:ext>
              </a:extLst>
            </p:cNvPr>
            <p:cNvSpPr/>
            <p:nvPr/>
          </p:nvSpPr>
          <p:spPr>
            <a:xfrm>
              <a:off x="5171554" y="4184041"/>
              <a:ext cx="167207" cy="167207"/>
            </a:xfrm>
            <a:custGeom>
              <a:avLst/>
              <a:gdLst>
                <a:gd name="csX0" fmla="*/ 83604 w 167207"/>
                <a:gd name="csY0" fmla="*/ 0 h 167207"/>
                <a:gd name="csX1" fmla="*/ 0 w 167207"/>
                <a:gd name="csY1" fmla="*/ 83604 h 167207"/>
                <a:gd name="csX2" fmla="*/ 83604 w 167207"/>
                <a:gd name="csY2" fmla="*/ 167208 h 167207"/>
                <a:gd name="csX3" fmla="*/ 167208 w 167207"/>
                <a:gd name="csY3" fmla="*/ 83604 h 167207"/>
                <a:gd name="csX4" fmla="*/ 83604 w 167207"/>
                <a:gd name="csY4" fmla="*/ 0 h 167207"/>
                <a:gd name="csX5" fmla="*/ 83604 w 167207"/>
                <a:gd name="csY5" fmla="*/ 36612 h 167207"/>
                <a:gd name="csX6" fmla="*/ 130596 w 167207"/>
                <a:gd name="csY6" fmla="*/ 83605 h 167207"/>
                <a:gd name="csX7" fmla="*/ 83604 w 167207"/>
                <a:gd name="csY7" fmla="*/ 130597 h 167207"/>
                <a:gd name="csX8" fmla="*/ 36611 w 167207"/>
                <a:gd name="csY8" fmla="*/ 83605 h 167207"/>
                <a:gd name="csX9" fmla="*/ 83604 w 167207"/>
                <a:gd name="csY9" fmla="*/ 36612 h 167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67207" h="167207">
                  <a:moveTo>
                    <a:pt x="83604" y="0"/>
                  </a:moveTo>
                  <a:cubicBezTo>
                    <a:pt x="37653" y="0"/>
                    <a:pt x="0" y="37653"/>
                    <a:pt x="0" y="83604"/>
                  </a:cubicBezTo>
                  <a:cubicBezTo>
                    <a:pt x="0" y="129554"/>
                    <a:pt x="37653" y="167208"/>
                    <a:pt x="83604" y="167208"/>
                  </a:cubicBezTo>
                  <a:cubicBezTo>
                    <a:pt x="129554" y="167208"/>
                    <a:pt x="167208" y="129554"/>
                    <a:pt x="167208" y="83604"/>
                  </a:cubicBezTo>
                  <a:cubicBezTo>
                    <a:pt x="167208" y="37653"/>
                    <a:pt x="129554" y="0"/>
                    <a:pt x="83604" y="0"/>
                  </a:cubicBezTo>
                  <a:close/>
                  <a:moveTo>
                    <a:pt x="83604" y="36612"/>
                  </a:moveTo>
                  <a:cubicBezTo>
                    <a:pt x="109760" y="36612"/>
                    <a:pt x="130596" y="57448"/>
                    <a:pt x="130596" y="83605"/>
                  </a:cubicBezTo>
                  <a:cubicBezTo>
                    <a:pt x="130596" y="109761"/>
                    <a:pt x="109760" y="130597"/>
                    <a:pt x="83604" y="130597"/>
                  </a:cubicBezTo>
                  <a:cubicBezTo>
                    <a:pt x="57447" y="130597"/>
                    <a:pt x="36611" y="109761"/>
                    <a:pt x="36611" y="83605"/>
                  </a:cubicBezTo>
                  <a:cubicBezTo>
                    <a:pt x="36611" y="57448"/>
                    <a:pt x="57447" y="36612"/>
                    <a:pt x="83604" y="36612"/>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12" name="Forme libre : forme 111">
              <a:extLst>
                <a:ext uri="{FF2B5EF4-FFF2-40B4-BE49-F238E27FC236}">
                  <a16:creationId xmlns:a16="http://schemas.microsoft.com/office/drawing/2014/main" id="{5EB2EBB8-E86B-AA47-DC09-F2C3C12B8D50}"/>
                </a:ext>
              </a:extLst>
            </p:cNvPr>
            <p:cNvSpPr/>
            <p:nvPr/>
          </p:nvSpPr>
          <p:spPr>
            <a:xfrm>
              <a:off x="5123065" y="4333841"/>
              <a:ext cx="264173" cy="123931"/>
            </a:xfrm>
            <a:custGeom>
              <a:avLst/>
              <a:gdLst>
                <a:gd name="csX0" fmla="*/ 132092 w 264173"/>
                <a:gd name="csY0" fmla="*/ 0 h 123931"/>
                <a:gd name="csX1" fmla="*/ 638 w 264173"/>
                <a:gd name="csY1" fmla="*/ 100870 h 123931"/>
                <a:gd name="csX2" fmla="*/ 13586 w 264173"/>
                <a:gd name="csY2" fmla="*/ 123306 h 123931"/>
                <a:gd name="csX3" fmla="*/ 35985 w 264173"/>
                <a:gd name="csY3" fmla="*/ 110358 h 123931"/>
                <a:gd name="csX4" fmla="*/ 132092 w 264173"/>
                <a:gd name="csY4" fmla="*/ 36613 h 123931"/>
                <a:gd name="csX5" fmla="*/ 228162 w 264173"/>
                <a:gd name="csY5" fmla="*/ 110358 h 123931"/>
                <a:gd name="csX6" fmla="*/ 250598 w 264173"/>
                <a:gd name="csY6" fmla="*/ 123306 h 123931"/>
                <a:gd name="csX7" fmla="*/ 261723 w 264173"/>
                <a:gd name="csY7" fmla="*/ 114786 h 123931"/>
                <a:gd name="csX8" fmla="*/ 263546 w 264173"/>
                <a:gd name="csY8" fmla="*/ 100870 h 123931"/>
                <a:gd name="csX9" fmla="*/ 132092 w 264173"/>
                <a:gd name="csY9" fmla="*/ 1 h 1239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4173" h="123931">
                  <a:moveTo>
                    <a:pt x="132092" y="0"/>
                  </a:moveTo>
                  <a:cubicBezTo>
                    <a:pt x="70589" y="0"/>
                    <a:pt x="16564" y="41449"/>
                    <a:pt x="638" y="100870"/>
                  </a:cubicBezTo>
                  <a:cubicBezTo>
                    <a:pt x="-2004" y="110655"/>
                    <a:pt x="3801" y="120701"/>
                    <a:pt x="13586" y="123306"/>
                  </a:cubicBezTo>
                  <a:cubicBezTo>
                    <a:pt x="23334" y="125910"/>
                    <a:pt x="33380" y="120143"/>
                    <a:pt x="35985" y="110358"/>
                  </a:cubicBezTo>
                  <a:cubicBezTo>
                    <a:pt x="47669" y="66788"/>
                    <a:pt x="86959" y="36613"/>
                    <a:pt x="132092" y="36613"/>
                  </a:cubicBezTo>
                  <a:cubicBezTo>
                    <a:pt x="177188" y="36613"/>
                    <a:pt x="216515" y="66751"/>
                    <a:pt x="228162" y="110358"/>
                  </a:cubicBezTo>
                  <a:cubicBezTo>
                    <a:pt x="230803" y="120143"/>
                    <a:pt x="240812" y="125910"/>
                    <a:pt x="250598" y="123306"/>
                  </a:cubicBezTo>
                  <a:cubicBezTo>
                    <a:pt x="255286" y="122041"/>
                    <a:pt x="259267" y="118990"/>
                    <a:pt x="261723" y="114786"/>
                  </a:cubicBezTo>
                  <a:cubicBezTo>
                    <a:pt x="264141" y="110581"/>
                    <a:pt x="264811" y="105595"/>
                    <a:pt x="263546" y="100870"/>
                  </a:cubicBezTo>
                  <a:cubicBezTo>
                    <a:pt x="247621" y="41451"/>
                    <a:pt x="193596" y="1"/>
                    <a:pt x="132092" y="1"/>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sp>
        <p:nvSpPr>
          <p:cNvPr id="113" name="Forme libre : forme 112">
            <a:extLst>
              <a:ext uri="{FF2B5EF4-FFF2-40B4-BE49-F238E27FC236}">
                <a16:creationId xmlns:a16="http://schemas.microsoft.com/office/drawing/2014/main" id="{7C34CF42-57DD-003F-7935-0935B2C7F6DE}"/>
              </a:ext>
            </a:extLst>
          </p:cNvPr>
          <p:cNvSpPr>
            <a:spLocks noChangeAspect="1"/>
          </p:cNvSpPr>
          <p:nvPr/>
        </p:nvSpPr>
        <p:spPr>
          <a:xfrm>
            <a:off x="6547091" y="4732095"/>
            <a:ext cx="360000" cy="359985"/>
          </a:xfrm>
          <a:custGeom>
            <a:avLst/>
            <a:gdLst>
              <a:gd name="csX0" fmla="*/ 214758 w 871518"/>
              <a:gd name="csY0" fmla="*/ 600024 h 871485"/>
              <a:gd name="csX1" fmla="*/ 221753 w 871518"/>
              <a:gd name="csY1" fmla="*/ 614646 h 871485"/>
              <a:gd name="csX2" fmla="*/ 207131 w 871518"/>
              <a:gd name="csY2" fmla="*/ 621641 h 871485"/>
              <a:gd name="csX3" fmla="*/ 0 w 871518"/>
              <a:gd name="csY3" fmla="*/ 356389 h 871485"/>
              <a:gd name="csX4" fmla="*/ 167545 w 871518"/>
              <a:gd name="csY4" fmla="*/ 107882 h 871485"/>
              <a:gd name="csX5" fmla="*/ 164419 w 871518"/>
              <a:gd name="csY5" fmla="*/ 25432 h 871485"/>
              <a:gd name="csX6" fmla="*/ 202668 w 871518"/>
              <a:gd name="csY6" fmla="*/ 4298 h 871485"/>
              <a:gd name="csX7" fmla="*/ 300375 w 871518"/>
              <a:gd name="csY7" fmla="*/ 70935 h 871485"/>
              <a:gd name="csX8" fmla="*/ 315816 w 871518"/>
              <a:gd name="csY8" fmla="*/ 69856 h 871485"/>
              <a:gd name="csX9" fmla="*/ 571687 w 871518"/>
              <a:gd name="csY9" fmla="*/ 152828 h 871485"/>
              <a:gd name="csX10" fmla="*/ 655440 w 871518"/>
              <a:gd name="csY10" fmla="*/ 441892 h 871485"/>
              <a:gd name="csX11" fmla="*/ 640780 w 871518"/>
              <a:gd name="csY11" fmla="*/ 448776 h 871485"/>
              <a:gd name="csX12" fmla="*/ 633897 w 871518"/>
              <a:gd name="csY12" fmla="*/ 434116 h 871485"/>
              <a:gd name="csX13" fmla="*/ 556878 w 871518"/>
              <a:gd name="csY13" fmla="*/ 170283 h 871485"/>
              <a:gd name="csX14" fmla="*/ 316896 w 871518"/>
              <a:gd name="csY14" fmla="*/ 92781 h 871485"/>
              <a:gd name="csX15" fmla="*/ 298925 w 871518"/>
              <a:gd name="csY15" fmla="*/ 94120 h 871485"/>
              <a:gd name="csX16" fmla="*/ 290851 w 871518"/>
              <a:gd name="csY16" fmla="*/ 92223 h 871485"/>
              <a:gd name="csX17" fmla="*/ 189019 w 871518"/>
              <a:gd name="csY17" fmla="*/ 22944 h 871485"/>
              <a:gd name="csX18" fmla="*/ 187308 w 871518"/>
              <a:gd name="csY18" fmla="*/ 24655 h 871485"/>
              <a:gd name="csX19" fmla="*/ 190694 w 871518"/>
              <a:gd name="csY19" fmla="*/ 114547 h 871485"/>
              <a:gd name="csX20" fmla="*/ 184108 w 871518"/>
              <a:gd name="csY20" fmla="*/ 125337 h 871485"/>
              <a:gd name="csX21" fmla="*/ 23002 w 871518"/>
              <a:gd name="csY21" fmla="*/ 356433 h 871485"/>
              <a:gd name="csX22" fmla="*/ 214769 w 871518"/>
              <a:gd name="csY22" fmla="*/ 600025 h 871485"/>
              <a:gd name="csX23" fmla="*/ 561526 w 871518"/>
              <a:gd name="csY23" fmla="*/ 495439 h 871485"/>
              <a:gd name="csX24" fmla="*/ 260964 w 871518"/>
              <a:gd name="csY24" fmla="*/ 653678 h 871485"/>
              <a:gd name="csX25" fmla="*/ 260964 w 871518"/>
              <a:gd name="csY25" fmla="*/ 713246 h 871485"/>
              <a:gd name="csX26" fmla="*/ 561526 w 871518"/>
              <a:gd name="csY26" fmla="*/ 871485 h 871485"/>
              <a:gd name="csX27" fmla="*/ 862087 w 871518"/>
              <a:gd name="csY27" fmla="*/ 713246 h 871485"/>
              <a:gd name="csX28" fmla="*/ 862087 w 871518"/>
              <a:gd name="csY28" fmla="*/ 653678 h 871485"/>
              <a:gd name="csX29" fmla="*/ 561526 w 871518"/>
              <a:gd name="csY29" fmla="*/ 495439 h 871485"/>
              <a:gd name="csX30" fmla="*/ 720441 w 871518"/>
              <a:gd name="csY30" fmla="*/ 557500 h 871485"/>
              <a:gd name="csX31" fmla="*/ 402658 w 871518"/>
              <a:gd name="csY31" fmla="*/ 557500 h 871485"/>
              <a:gd name="csX32" fmla="*/ 279833 w 871518"/>
              <a:gd name="csY32" fmla="*/ 666704 h 871485"/>
              <a:gd name="csX33" fmla="*/ 279833 w 871518"/>
              <a:gd name="csY33" fmla="*/ 700265 h 871485"/>
              <a:gd name="csX34" fmla="*/ 561564 w 871518"/>
              <a:gd name="csY34" fmla="*/ 848531 h 871485"/>
              <a:gd name="csX35" fmla="*/ 843294 w 871518"/>
              <a:gd name="csY35" fmla="*/ 700265 h 871485"/>
              <a:gd name="csX36" fmla="*/ 843294 w 871518"/>
              <a:gd name="csY36" fmla="*/ 666704 h 871485"/>
              <a:gd name="csX37" fmla="*/ 720441 w 871518"/>
              <a:gd name="csY37" fmla="*/ 557500 h 871485"/>
              <a:gd name="csX38" fmla="*/ 561526 w 871518"/>
              <a:gd name="csY38" fmla="*/ 571974 h 871485"/>
              <a:gd name="csX39" fmla="*/ 450016 w 871518"/>
              <a:gd name="csY39" fmla="*/ 683483 h 871485"/>
              <a:gd name="csX40" fmla="*/ 561526 w 871518"/>
              <a:gd name="csY40" fmla="*/ 794992 h 871485"/>
              <a:gd name="csX41" fmla="*/ 673035 w 871518"/>
              <a:gd name="csY41" fmla="*/ 683483 h 871485"/>
              <a:gd name="csX42" fmla="*/ 561526 w 871518"/>
              <a:gd name="csY42" fmla="*/ 571974 h 871485"/>
              <a:gd name="csX43" fmla="*/ 624108 w 871518"/>
              <a:gd name="csY43" fmla="*/ 620863 h 871485"/>
              <a:gd name="csX44" fmla="*/ 498902 w 871518"/>
              <a:gd name="csY44" fmla="*/ 620863 h 871485"/>
              <a:gd name="csX45" fmla="*/ 498902 w 871518"/>
              <a:gd name="csY45" fmla="*/ 746070 h 871485"/>
              <a:gd name="csX46" fmla="*/ 624108 w 871518"/>
              <a:gd name="csY46" fmla="*/ 746070 h 871485"/>
              <a:gd name="csX47" fmla="*/ 624108 w 871518"/>
              <a:gd name="csY47" fmla="*/ 620863 h 871485"/>
              <a:gd name="csX48" fmla="*/ 356103 w 871518"/>
              <a:gd name="csY48" fmla="*/ 489152 h 871485"/>
              <a:gd name="csX49" fmla="*/ 344643 w 871518"/>
              <a:gd name="csY49" fmla="*/ 477655 h 871485"/>
              <a:gd name="csX50" fmla="*/ 344643 w 871518"/>
              <a:gd name="csY50" fmla="*/ 299842 h 871485"/>
              <a:gd name="csX51" fmla="*/ 335304 w 871518"/>
              <a:gd name="csY51" fmla="*/ 290541 h 871485"/>
              <a:gd name="csX52" fmla="*/ 318598 w 871518"/>
              <a:gd name="csY52" fmla="*/ 290541 h 871485"/>
              <a:gd name="csX53" fmla="*/ 316552 w 871518"/>
              <a:gd name="csY53" fmla="*/ 308884 h 871485"/>
              <a:gd name="csX54" fmla="*/ 326003 w 871518"/>
              <a:gd name="csY54" fmla="*/ 320195 h 871485"/>
              <a:gd name="csX55" fmla="*/ 326003 w 871518"/>
              <a:gd name="csY55" fmla="*/ 477653 h 871485"/>
              <a:gd name="csX56" fmla="*/ 313538 w 871518"/>
              <a:gd name="csY56" fmla="*/ 489149 h 871485"/>
              <a:gd name="csX57" fmla="*/ 306990 w 871518"/>
              <a:gd name="csY57" fmla="*/ 505000 h 871485"/>
              <a:gd name="csX58" fmla="*/ 313538 w 871518"/>
              <a:gd name="csY58" fmla="*/ 507716 h 871485"/>
              <a:gd name="csX59" fmla="*/ 357033 w 871518"/>
              <a:gd name="csY59" fmla="*/ 507716 h 871485"/>
              <a:gd name="csX60" fmla="*/ 363582 w 871518"/>
              <a:gd name="csY60" fmla="*/ 491865 h 871485"/>
              <a:gd name="csX61" fmla="*/ 356103 w 871518"/>
              <a:gd name="csY61" fmla="*/ 489149 h 871485"/>
              <a:gd name="csX62" fmla="*/ 367525 w 871518"/>
              <a:gd name="csY62" fmla="*/ 467906 h 871485"/>
              <a:gd name="csX63" fmla="*/ 367525 w 871518"/>
              <a:gd name="csY63" fmla="*/ 299838 h 871485"/>
              <a:gd name="csX64" fmla="*/ 335304 w 871518"/>
              <a:gd name="csY64" fmla="*/ 267579 h 871485"/>
              <a:gd name="csX65" fmla="*/ 318598 w 871518"/>
              <a:gd name="csY65" fmla="*/ 267579 h 871485"/>
              <a:gd name="csX66" fmla="*/ 295790 w 871518"/>
              <a:gd name="csY66" fmla="*/ 277030 h 871485"/>
              <a:gd name="csX67" fmla="*/ 303009 w 871518"/>
              <a:gd name="csY67" fmla="*/ 328078 h 871485"/>
              <a:gd name="csX68" fmla="*/ 303009 w 871518"/>
              <a:gd name="csY68" fmla="*/ 467905 h 871485"/>
              <a:gd name="csX69" fmla="*/ 290730 w 871518"/>
              <a:gd name="csY69" fmla="*/ 475607 h 871485"/>
              <a:gd name="csX70" fmla="*/ 313538 w 871518"/>
              <a:gd name="csY70" fmla="*/ 530673 h 871485"/>
              <a:gd name="csX71" fmla="*/ 357033 w 871518"/>
              <a:gd name="csY71" fmla="*/ 530673 h 871485"/>
              <a:gd name="csX72" fmla="*/ 379840 w 871518"/>
              <a:gd name="csY72" fmla="*/ 521222 h 871485"/>
              <a:gd name="csX73" fmla="*/ 367524 w 871518"/>
              <a:gd name="csY73" fmla="*/ 467904 h 871485"/>
              <a:gd name="csX74" fmla="*/ 335304 w 871518"/>
              <a:gd name="csY74" fmla="*/ 180480 h 871485"/>
              <a:gd name="csX75" fmla="*/ 294302 w 871518"/>
              <a:gd name="csY75" fmla="*/ 221482 h 871485"/>
              <a:gd name="csX76" fmla="*/ 364289 w 871518"/>
              <a:gd name="csY76" fmla="*/ 250467 h 871485"/>
              <a:gd name="csX77" fmla="*/ 335304 w 871518"/>
              <a:gd name="csY77" fmla="*/ 180480 h 871485"/>
              <a:gd name="csX78" fmla="*/ 348066 w 871518"/>
              <a:gd name="csY78" fmla="*/ 208720 h 871485"/>
              <a:gd name="csX79" fmla="*/ 317295 w 871518"/>
              <a:gd name="csY79" fmla="*/ 221481 h 871485"/>
              <a:gd name="csX80" fmla="*/ 348066 w 871518"/>
              <a:gd name="csY80" fmla="*/ 234243 h 871485"/>
              <a:gd name="csX81" fmla="*/ 348066 w 871518"/>
              <a:gd name="csY81" fmla="*/ 208719 h 871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Lst>
            <a:rect l="l" t="t" r="r" b="b"/>
            <a:pathLst>
              <a:path w="871518" h="871485">
                <a:moveTo>
                  <a:pt x="214758" y="600024"/>
                </a:moveTo>
                <a:cubicBezTo>
                  <a:pt x="220749" y="602145"/>
                  <a:pt x="223874" y="608693"/>
                  <a:pt x="221753" y="614646"/>
                </a:cubicBezTo>
                <a:cubicBezTo>
                  <a:pt x="219633" y="620637"/>
                  <a:pt x="213084" y="623762"/>
                  <a:pt x="207131" y="621641"/>
                </a:cubicBezTo>
                <a:cubicBezTo>
                  <a:pt x="91154" y="580676"/>
                  <a:pt x="0" y="480814"/>
                  <a:pt x="0" y="356389"/>
                </a:cubicBezTo>
                <a:cubicBezTo>
                  <a:pt x="0" y="247042"/>
                  <a:pt x="70619" y="155878"/>
                  <a:pt x="167545" y="107882"/>
                </a:cubicBezTo>
                <a:lnTo>
                  <a:pt x="164419" y="25432"/>
                </a:lnTo>
                <a:cubicBezTo>
                  <a:pt x="163675" y="5377"/>
                  <a:pt x="186074" y="-7012"/>
                  <a:pt x="202668" y="4298"/>
                </a:cubicBezTo>
                <a:lnTo>
                  <a:pt x="300375" y="70935"/>
                </a:lnTo>
                <a:cubicBezTo>
                  <a:pt x="305510" y="70489"/>
                  <a:pt x="310644" y="70117"/>
                  <a:pt x="315816" y="69856"/>
                </a:cubicBezTo>
                <a:cubicBezTo>
                  <a:pt x="413933" y="64945"/>
                  <a:pt x="505688" y="96646"/>
                  <a:pt x="571687" y="152828"/>
                </a:cubicBezTo>
                <a:cubicBezTo>
                  <a:pt x="658230" y="226461"/>
                  <a:pt x="693540" y="337041"/>
                  <a:pt x="655440" y="441892"/>
                </a:cubicBezTo>
                <a:cubicBezTo>
                  <a:pt x="653282" y="447846"/>
                  <a:pt x="646696" y="450897"/>
                  <a:pt x="640780" y="448776"/>
                </a:cubicBezTo>
                <a:cubicBezTo>
                  <a:pt x="634827" y="446618"/>
                  <a:pt x="631776" y="440032"/>
                  <a:pt x="633897" y="434116"/>
                </a:cubicBezTo>
                <a:cubicBezTo>
                  <a:pt x="668610" y="338533"/>
                  <a:pt x="635980" y="237587"/>
                  <a:pt x="556878" y="170283"/>
                </a:cubicBezTo>
                <a:cubicBezTo>
                  <a:pt x="495301" y="117895"/>
                  <a:pt x="408755" y="88204"/>
                  <a:pt x="316896" y="92781"/>
                </a:cubicBezTo>
                <a:cubicBezTo>
                  <a:pt x="310831" y="93079"/>
                  <a:pt x="304841" y="93525"/>
                  <a:pt x="298925" y="94120"/>
                </a:cubicBezTo>
                <a:cubicBezTo>
                  <a:pt x="296209" y="94492"/>
                  <a:pt x="293307" y="93897"/>
                  <a:pt x="290851" y="92223"/>
                </a:cubicBezTo>
                <a:lnTo>
                  <a:pt x="189019" y="22944"/>
                </a:lnTo>
                <a:cubicBezTo>
                  <a:pt x="188461" y="22906"/>
                  <a:pt x="187234" y="23278"/>
                  <a:pt x="187308" y="24655"/>
                </a:cubicBezTo>
                <a:lnTo>
                  <a:pt x="190694" y="114547"/>
                </a:lnTo>
                <a:cubicBezTo>
                  <a:pt x="190843" y="119012"/>
                  <a:pt x="188387" y="123328"/>
                  <a:pt x="184108" y="125337"/>
                </a:cubicBezTo>
                <a:cubicBezTo>
                  <a:pt x="91946" y="168497"/>
                  <a:pt x="23002" y="253591"/>
                  <a:pt x="23002" y="356433"/>
                </a:cubicBezTo>
                <a:cubicBezTo>
                  <a:pt x="23002" y="471066"/>
                  <a:pt x="107797" y="562116"/>
                  <a:pt x="214769" y="600025"/>
                </a:cubicBezTo>
                <a:close/>
                <a:moveTo>
                  <a:pt x="561526" y="495439"/>
                </a:moveTo>
                <a:cubicBezTo>
                  <a:pt x="440120" y="495439"/>
                  <a:pt x="328611" y="555343"/>
                  <a:pt x="260964" y="653678"/>
                </a:cubicBezTo>
                <a:cubicBezTo>
                  <a:pt x="248388" y="671984"/>
                  <a:pt x="248388" y="694940"/>
                  <a:pt x="260964" y="713246"/>
                </a:cubicBezTo>
                <a:cubicBezTo>
                  <a:pt x="328607" y="811583"/>
                  <a:pt x="440149" y="871485"/>
                  <a:pt x="561526" y="871485"/>
                </a:cubicBezTo>
                <a:cubicBezTo>
                  <a:pt x="682931" y="871485"/>
                  <a:pt x="794479" y="811582"/>
                  <a:pt x="862087" y="713246"/>
                </a:cubicBezTo>
                <a:cubicBezTo>
                  <a:pt x="874663" y="694940"/>
                  <a:pt x="874663" y="671984"/>
                  <a:pt x="862087" y="653678"/>
                </a:cubicBezTo>
                <a:cubicBezTo>
                  <a:pt x="794481" y="555342"/>
                  <a:pt x="682903" y="495439"/>
                  <a:pt x="561526" y="495439"/>
                </a:cubicBezTo>
                <a:close/>
                <a:moveTo>
                  <a:pt x="720441" y="557500"/>
                </a:moveTo>
                <a:cubicBezTo>
                  <a:pt x="621362" y="505336"/>
                  <a:pt x="501699" y="505336"/>
                  <a:pt x="402658" y="557500"/>
                </a:cubicBezTo>
                <a:cubicBezTo>
                  <a:pt x="353359" y="583434"/>
                  <a:pt x="311203" y="621087"/>
                  <a:pt x="279833" y="666704"/>
                </a:cubicBezTo>
                <a:cubicBezTo>
                  <a:pt x="272764" y="677010"/>
                  <a:pt x="272764" y="689959"/>
                  <a:pt x="279833" y="700265"/>
                </a:cubicBezTo>
                <a:cubicBezTo>
                  <a:pt x="343272" y="792501"/>
                  <a:pt x="447711" y="848531"/>
                  <a:pt x="561564" y="848531"/>
                </a:cubicBezTo>
                <a:cubicBezTo>
                  <a:pt x="675416" y="848531"/>
                  <a:pt x="779858" y="792460"/>
                  <a:pt x="843294" y="700265"/>
                </a:cubicBezTo>
                <a:cubicBezTo>
                  <a:pt x="850364" y="689959"/>
                  <a:pt x="850364" y="677010"/>
                  <a:pt x="843294" y="666704"/>
                </a:cubicBezTo>
                <a:cubicBezTo>
                  <a:pt x="811854" y="621051"/>
                  <a:pt x="769698" y="583435"/>
                  <a:pt x="720441" y="557500"/>
                </a:cubicBezTo>
                <a:close/>
                <a:moveTo>
                  <a:pt x="561526" y="571974"/>
                </a:moveTo>
                <a:cubicBezTo>
                  <a:pt x="499948" y="571974"/>
                  <a:pt x="450016" y="621905"/>
                  <a:pt x="450016" y="683483"/>
                </a:cubicBezTo>
                <a:cubicBezTo>
                  <a:pt x="450016" y="745060"/>
                  <a:pt x="499948" y="794992"/>
                  <a:pt x="561526" y="794992"/>
                </a:cubicBezTo>
                <a:cubicBezTo>
                  <a:pt x="623103" y="794992"/>
                  <a:pt x="673035" y="745060"/>
                  <a:pt x="673035" y="683483"/>
                </a:cubicBezTo>
                <a:cubicBezTo>
                  <a:pt x="672998" y="621867"/>
                  <a:pt x="623103" y="571974"/>
                  <a:pt x="561526" y="571974"/>
                </a:cubicBezTo>
                <a:close/>
                <a:moveTo>
                  <a:pt x="624108" y="620863"/>
                </a:moveTo>
                <a:cubicBezTo>
                  <a:pt x="589542" y="586298"/>
                  <a:pt x="533472" y="586298"/>
                  <a:pt x="498902" y="620863"/>
                </a:cubicBezTo>
                <a:cubicBezTo>
                  <a:pt x="464332" y="655429"/>
                  <a:pt x="464336" y="711500"/>
                  <a:pt x="498902" y="746070"/>
                </a:cubicBezTo>
                <a:cubicBezTo>
                  <a:pt x="533467" y="780640"/>
                  <a:pt x="589538" y="780635"/>
                  <a:pt x="624108" y="746070"/>
                </a:cubicBezTo>
                <a:cubicBezTo>
                  <a:pt x="658673" y="711504"/>
                  <a:pt x="658673" y="655433"/>
                  <a:pt x="624108" y="620863"/>
                </a:cubicBezTo>
                <a:close/>
                <a:moveTo>
                  <a:pt x="356103" y="489152"/>
                </a:moveTo>
                <a:cubicBezTo>
                  <a:pt x="349778" y="489152"/>
                  <a:pt x="344643" y="483980"/>
                  <a:pt x="344643" y="477655"/>
                </a:cubicBezTo>
                <a:lnTo>
                  <a:pt x="344643" y="299842"/>
                </a:lnTo>
                <a:cubicBezTo>
                  <a:pt x="344643" y="294708"/>
                  <a:pt x="340439" y="290541"/>
                  <a:pt x="335304" y="290541"/>
                </a:cubicBezTo>
                <a:lnTo>
                  <a:pt x="318598" y="290541"/>
                </a:lnTo>
                <a:cubicBezTo>
                  <a:pt x="307510" y="290541"/>
                  <a:pt x="305985" y="306763"/>
                  <a:pt x="316552" y="308884"/>
                </a:cubicBezTo>
                <a:cubicBezTo>
                  <a:pt x="321947" y="309851"/>
                  <a:pt x="326003" y="314539"/>
                  <a:pt x="326003" y="320195"/>
                </a:cubicBezTo>
                <a:lnTo>
                  <a:pt x="326003" y="477653"/>
                </a:lnTo>
                <a:cubicBezTo>
                  <a:pt x="326003" y="484387"/>
                  <a:pt x="320905" y="489149"/>
                  <a:pt x="313538" y="489149"/>
                </a:cubicBezTo>
                <a:cubicBezTo>
                  <a:pt x="305315" y="489149"/>
                  <a:pt x="301148" y="499158"/>
                  <a:pt x="306990" y="505000"/>
                </a:cubicBezTo>
                <a:cubicBezTo>
                  <a:pt x="308664" y="506674"/>
                  <a:pt x="311008" y="507716"/>
                  <a:pt x="313538" y="507716"/>
                </a:cubicBezTo>
                <a:lnTo>
                  <a:pt x="357033" y="507716"/>
                </a:lnTo>
                <a:cubicBezTo>
                  <a:pt x="365256" y="507716"/>
                  <a:pt x="369423" y="497707"/>
                  <a:pt x="363582" y="491865"/>
                </a:cubicBezTo>
                <a:cubicBezTo>
                  <a:pt x="361386" y="489633"/>
                  <a:pt x="359117" y="489149"/>
                  <a:pt x="356103" y="489149"/>
                </a:cubicBezTo>
                <a:close/>
                <a:moveTo>
                  <a:pt x="367525" y="467906"/>
                </a:moveTo>
                <a:lnTo>
                  <a:pt x="367525" y="299838"/>
                </a:lnTo>
                <a:cubicBezTo>
                  <a:pt x="367525" y="282015"/>
                  <a:pt x="353126" y="267579"/>
                  <a:pt x="335304" y="267579"/>
                </a:cubicBezTo>
                <a:lnTo>
                  <a:pt x="318598" y="267579"/>
                </a:lnTo>
                <a:cubicBezTo>
                  <a:pt x="309706" y="267579"/>
                  <a:pt x="301632" y="271188"/>
                  <a:pt x="295790" y="277030"/>
                </a:cubicBezTo>
                <a:cubicBezTo>
                  <a:pt x="280535" y="292285"/>
                  <a:pt x="284294" y="317734"/>
                  <a:pt x="303009" y="328078"/>
                </a:cubicBezTo>
                <a:lnTo>
                  <a:pt x="303009" y="467905"/>
                </a:lnTo>
                <a:cubicBezTo>
                  <a:pt x="298321" y="469542"/>
                  <a:pt x="294116" y="472184"/>
                  <a:pt x="290730" y="475607"/>
                </a:cubicBezTo>
                <a:cubicBezTo>
                  <a:pt x="270415" y="495922"/>
                  <a:pt x="284926" y="530673"/>
                  <a:pt x="313538" y="530673"/>
                </a:cubicBezTo>
                <a:lnTo>
                  <a:pt x="357033" y="530673"/>
                </a:lnTo>
                <a:cubicBezTo>
                  <a:pt x="365925" y="530673"/>
                  <a:pt x="373998" y="527064"/>
                  <a:pt x="379840" y="521222"/>
                </a:cubicBezTo>
                <a:cubicBezTo>
                  <a:pt x="396844" y="504294"/>
                  <a:pt x="389923" y="475606"/>
                  <a:pt x="367524" y="467904"/>
                </a:cubicBezTo>
                <a:close/>
                <a:moveTo>
                  <a:pt x="335304" y="180480"/>
                </a:moveTo>
                <a:cubicBezTo>
                  <a:pt x="312645" y="180480"/>
                  <a:pt x="294302" y="198860"/>
                  <a:pt x="294302" y="221482"/>
                </a:cubicBezTo>
                <a:cubicBezTo>
                  <a:pt x="294302" y="257870"/>
                  <a:pt x="338541" y="276251"/>
                  <a:pt x="364289" y="250467"/>
                </a:cubicBezTo>
                <a:cubicBezTo>
                  <a:pt x="390073" y="224720"/>
                  <a:pt x="371730" y="180480"/>
                  <a:pt x="335304" y="180480"/>
                </a:cubicBezTo>
                <a:close/>
                <a:moveTo>
                  <a:pt x="348066" y="208720"/>
                </a:moveTo>
                <a:cubicBezTo>
                  <a:pt x="336755" y="197409"/>
                  <a:pt x="317295" y="205445"/>
                  <a:pt x="317295" y="221481"/>
                </a:cubicBezTo>
                <a:cubicBezTo>
                  <a:pt x="317295" y="237480"/>
                  <a:pt x="336718" y="245554"/>
                  <a:pt x="348066" y="234243"/>
                </a:cubicBezTo>
                <a:cubicBezTo>
                  <a:pt x="355098" y="227173"/>
                  <a:pt x="355098" y="215788"/>
                  <a:pt x="348066" y="208719"/>
                </a:cubicBezTo>
                <a:close/>
              </a:path>
            </a:pathLst>
          </a:custGeom>
          <a:solidFill>
            <a:srgbClr val="0084D4"/>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114" name="Groupe 113">
            <a:extLst>
              <a:ext uri="{FF2B5EF4-FFF2-40B4-BE49-F238E27FC236}">
                <a16:creationId xmlns:a16="http://schemas.microsoft.com/office/drawing/2014/main" id="{4711CA8D-14A7-3592-24A3-55EE1ADBA6DB}"/>
              </a:ext>
            </a:extLst>
          </p:cNvPr>
          <p:cNvGrpSpPr>
            <a:grpSpLocks noChangeAspect="1"/>
          </p:cNvGrpSpPr>
          <p:nvPr/>
        </p:nvGrpSpPr>
        <p:grpSpPr>
          <a:xfrm>
            <a:off x="6547092" y="5222472"/>
            <a:ext cx="360000" cy="360075"/>
            <a:chOff x="3081492" y="3157692"/>
            <a:chExt cx="552215" cy="552332"/>
          </a:xfrm>
          <a:solidFill>
            <a:srgbClr val="0084D4"/>
          </a:solidFill>
        </p:grpSpPr>
        <p:sp>
          <p:nvSpPr>
            <p:cNvPr id="119" name="Forme libre : forme 118">
              <a:extLst>
                <a:ext uri="{FF2B5EF4-FFF2-40B4-BE49-F238E27FC236}">
                  <a16:creationId xmlns:a16="http://schemas.microsoft.com/office/drawing/2014/main" id="{1B1094B4-59B3-8AB9-3E6B-E30BB7AEE7AF}"/>
                </a:ext>
              </a:extLst>
            </p:cNvPr>
            <p:cNvSpPr/>
            <p:nvPr/>
          </p:nvSpPr>
          <p:spPr>
            <a:xfrm>
              <a:off x="3119475" y="3195675"/>
              <a:ext cx="476250" cy="476250"/>
            </a:xfrm>
            <a:custGeom>
              <a:avLst/>
              <a:gdLst>
                <a:gd name="csX0" fmla="*/ 238125 w 476250"/>
                <a:gd name="csY0" fmla="*/ 476250 h 476250"/>
                <a:gd name="csX1" fmla="*/ 0 w 476250"/>
                <a:gd name="csY1" fmla="*/ 238125 h 476250"/>
                <a:gd name="csX2" fmla="*/ 238125 w 476250"/>
                <a:gd name="csY2" fmla="*/ 0 h 476250"/>
                <a:gd name="csX3" fmla="*/ 476250 w 476250"/>
                <a:gd name="csY3" fmla="*/ 238125 h 476250"/>
                <a:gd name="csX4" fmla="*/ 238125 w 476250"/>
                <a:gd name="csY4" fmla="*/ 476250 h 476250"/>
                <a:gd name="csX5" fmla="*/ 238125 w 476250"/>
                <a:gd name="csY5" fmla="*/ 19050 h 476250"/>
                <a:gd name="csX6" fmla="*/ 19050 w 476250"/>
                <a:gd name="csY6" fmla="*/ 238125 h 476250"/>
                <a:gd name="csX7" fmla="*/ 238125 w 476250"/>
                <a:gd name="csY7" fmla="*/ 457200 h 476250"/>
                <a:gd name="csX8" fmla="*/ 457200 w 476250"/>
                <a:gd name="csY8" fmla="*/ 238125 h 476250"/>
                <a:gd name="csX9" fmla="*/ 238125 w 476250"/>
                <a:gd name="csY9" fmla="*/ 19050 h 4762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6250" h="476250">
                  <a:moveTo>
                    <a:pt x="238125" y="476250"/>
                  </a:moveTo>
                  <a:cubicBezTo>
                    <a:pt x="106612" y="476250"/>
                    <a:pt x="0" y="369638"/>
                    <a:pt x="0" y="238125"/>
                  </a:cubicBezTo>
                  <a:cubicBezTo>
                    <a:pt x="0" y="106612"/>
                    <a:pt x="106612" y="0"/>
                    <a:pt x="238125" y="0"/>
                  </a:cubicBezTo>
                  <a:cubicBezTo>
                    <a:pt x="369638" y="0"/>
                    <a:pt x="476250" y="106612"/>
                    <a:pt x="476250" y="238125"/>
                  </a:cubicBezTo>
                  <a:cubicBezTo>
                    <a:pt x="476102" y="369577"/>
                    <a:pt x="369577" y="476102"/>
                    <a:pt x="238125" y="476250"/>
                  </a:cubicBezTo>
                  <a:close/>
                  <a:moveTo>
                    <a:pt x="238125" y="19050"/>
                  </a:moveTo>
                  <a:cubicBezTo>
                    <a:pt x="117133" y="19050"/>
                    <a:pt x="19050" y="117133"/>
                    <a:pt x="19050" y="238125"/>
                  </a:cubicBezTo>
                  <a:cubicBezTo>
                    <a:pt x="19050" y="359117"/>
                    <a:pt x="117133" y="457200"/>
                    <a:pt x="238125" y="457200"/>
                  </a:cubicBezTo>
                  <a:cubicBezTo>
                    <a:pt x="359117" y="457200"/>
                    <a:pt x="457200" y="359117"/>
                    <a:pt x="457200" y="238125"/>
                  </a:cubicBezTo>
                  <a:cubicBezTo>
                    <a:pt x="457066" y="117189"/>
                    <a:pt x="359061" y="19184"/>
                    <a:pt x="238125" y="190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0" name="Forme libre : forme 119">
              <a:extLst>
                <a:ext uri="{FF2B5EF4-FFF2-40B4-BE49-F238E27FC236}">
                  <a16:creationId xmlns:a16="http://schemas.microsoft.com/office/drawing/2014/main" id="{97EAF6FF-8B0F-47D6-4D37-4449FC1B3937}"/>
                </a:ext>
              </a:extLst>
            </p:cNvPr>
            <p:cNvSpPr/>
            <p:nvPr/>
          </p:nvSpPr>
          <p:spPr>
            <a:xfrm>
              <a:off x="3309977" y="3157692"/>
              <a:ext cx="57148" cy="95132"/>
            </a:xfrm>
            <a:custGeom>
              <a:avLst/>
              <a:gdLst>
                <a:gd name="csX0" fmla="*/ 9523 w 57148"/>
                <a:gd name="csY0" fmla="*/ 95133 h 95132"/>
                <a:gd name="csX1" fmla="*/ 0 w 57148"/>
                <a:gd name="csY1" fmla="*/ 85606 h 95132"/>
                <a:gd name="csX2" fmla="*/ 2789 w 57148"/>
                <a:gd name="csY2" fmla="*/ 78874 h 95132"/>
                <a:gd name="csX3" fmla="*/ 34154 w 57148"/>
                <a:gd name="csY3" fmla="*/ 47508 h 95132"/>
                <a:gd name="csX4" fmla="*/ 2789 w 57148"/>
                <a:gd name="csY4" fmla="*/ 16142 h 95132"/>
                <a:gd name="csX5" fmla="*/ 3023 w 57148"/>
                <a:gd name="csY5" fmla="*/ 2674 h 95132"/>
                <a:gd name="csX6" fmla="*/ 16257 w 57148"/>
                <a:gd name="csY6" fmla="*/ 2674 h 95132"/>
                <a:gd name="csX7" fmla="*/ 54357 w 57148"/>
                <a:gd name="csY7" fmla="*/ 40774 h 95132"/>
                <a:gd name="csX8" fmla="*/ 54363 w 57148"/>
                <a:gd name="csY8" fmla="*/ 54236 h 95132"/>
                <a:gd name="csX9" fmla="*/ 54357 w 57148"/>
                <a:gd name="csY9" fmla="*/ 54242 h 95132"/>
                <a:gd name="csX10" fmla="*/ 16257 w 57148"/>
                <a:gd name="csY10" fmla="*/ 92342 h 95132"/>
                <a:gd name="csX11" fmla="*/ 9523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9523" y="95133"/>
                  </a:moveTo>
                  <a:cubicBezTo>
                    <a:pt x="4262" y="95132"/>
                    <a:pt x="-1" y="90866"/>
                    <a:pt x="0" y="85606"/>
                  </a:cubicBezTo>
                  <a:cubicBezTo>
                    <a:pt x="1" y="83081"/>
                    <a:pt x="1004" y="80659"/>
                    <a:pt x="2789" y="78874"/>
                  </a:cubicBezTo>
                  <a:lnTo>
                    <a:pt x="34154" y="47508"/>
                  </a:lnTo>
                  <a:lnTo>
                    <a:pt x="2789" y="16142"/>
                  </a:lnTo>
                  <a:cubicBezTo>
                    <a:pt x="-866" y="12358"/>
                    <a:pt x="-761" y="6328"/>
                    <a:pt x="3023" y="2674"/>
                  </a:cubicBezTo>
                  <a:cubicBezTo>
                    <a:pt x="6714" y="-891"/>
                    <a:pt x="12566" y="-891"/>
                    <a:pt x="16257" y="2674"/>
                  </a:cubicBezTo>
                  <a:lnTo>
                    <a:pt x="54357" y="40774"/>
                  </a:lnTo>
                  <a:cubicBezTo>
                    <a:pt x="58076" y="44490"/>
                    <a:pt x="58079" y="50517"/>
                    <a:pt x="54363" y="54236"/>
                  </a:cubicBezTo>
                  <a:cubicBezTo>
                    <a:pt x="54361" y="54238"/>
                    <a:pt x="54359" y="54240"/>
                    <a:pt x="54357" y="54242"/>
                  </a:cubicBezTo>
                  <a:lnTo>
                    <a:pt x="16257" y="92342"/>
                  </a:lnTo>
                  <a:cubicBezTo>
                    <a:pt x="14473" y="94131"/>
                    <a:pt x="12050" y="95136"/>
                    <a:pt x="9523"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1" name="Forme libre : forme 120">
              <a:extLst>
                <a:ext uri="{FF2B5EF4-FFF2-40B4-BE49-F238E27FC236}">
                  <a16:creationId xmlns:a16="http://schemas.microsoft.com/office/drawing/2014/main" id="{683D7832-1728-B933-9D92-83A03FBAD6A3}"/>
                </a:ext>
              </a:extLst>
            </p:cNvPr>
            <p:cNvSpPr/>
            <p:nvPr/>
          </p:nvSpPr>
          <p:spPr>
            <a:xfrm>
              <a:off x="3348074" y="3614892"/>
              <a:ext cx="57148" cy="95132"/>
            </a:xfrm>
            <a:custGeom>
              <a:avLst/>
              <a:gdLst>
                <a:gd name="csX0" fmla="*/ 47625 w 57148"/>
                <a:gd name="csY0" fmla="*/ 95133 h 95132"/>
                <a:gd name="csX1" fmla="*/ 40891 w 57148"/>
                <a:gd name="csY1" fmla="*/ 92342 h 95132"/>
                <a:gd name="csX2" fmla="*/ 2791 w 57148"/>
                <a:gd name="csY2" fmla="*/ 54242 h 95132"/>
                <a:gd name="csX3" fmla="*/ 2785 w 57148"/>
                <a:gd name="csY3" fmla="*/ 40780 h 95132"/>
                <a:gd name="csX4" fmla="*/ 2791 w 57148"/>
                <a:gd name="csY4" fmla="*/ 40774 h 95132"/>
                <a:gd name="csX5" fmla="*/ 40891 w 57148"/>
                <a:gd name="csY5" fmla="*/ 2674 h 95132"/>
                <a:gd name="csX6" fmla="*/ 54360 w 57148"/>
                <a:gd name="csY6" fmla="*/ 2908 h 95132"/>
                <a:gd name="csX7" fmla="*/ 54360 w 57148"/>
                <a:gd name="csY7" fmla="*/ 16142 h 95132"/>
                <a:gd name="csX8" fmla="*/ 22995 w 57148"/>
                <a:gd name="csY8" fmla="*/ 47508 h 95132"/>
                <a:gd name="csX9" fmla="*/ 54360 w 57148"/>
                <a:gd name="csY9" fmla="*/ 78874 h 95132"/>
                <a:gd name="csX10" fmla="*/ 54357 w 57148"/>
                <a:gd name="csY10" fmla="*/ 92344 h 95132"/>
                <a:gd name="csX11" fmla="*/ 47625 w 57148"/>
                <a:gd name="csY11" fmla="*/ 95133 h 951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148" h="95132">
                  <a:moveTo>
                    <a:pt x="47625" y="95133"/>
                  </a:moveTo>
                  <a:cubicBezTo>
                    <a:pt x="45099" y="95136"/>
                    <a:pt x="42675" y="94132"/>
                    <a:pt x="40891" y="92342"/>
                  </a:cubicBezTo>
                  <a:lnTo>
                    <a:pt x="2791" y="54242"/>
                  </a:lnTo>
                  <a:cubicBezTo>
                    <a:pt x="-928" y="50526"/>
                    <a:pt x="-931" y="44499"/>
                    <a:pt x="2785" y="40780"/>
                  </a:cubicBezTo>
                  <a:cubicBezTo>
                    <a:pt x="2787" y="40778"/>
                    <a:pt x="2789" y="40776"/>
                    <a:pt x="2791" y="40774"/>
                  </a:cubicBezTo>
                  <a:lnTo>
                    <a:pt x="40891" y="2674"/>
                  </a:lnTo>
                  <a:cubicBezTo>
                    <a:pt x="44675" y="-981"/>
                    <a:pt x="50705" y="-876"/>
                    <a:pt x="54360" y="2908"/>
                  </a:cubicBezTo>
                  <a:cubicBezTo>
                    <a:pt x="57925" y="6599"/>
                    <a:pt x="57925" y="12451"/>
                    <a:pt x="54360" y="16142"/>
                  </a:cubicBezTo>
                  <a:lnTo>
                    <a:pt x="22995" y="47508"/>
                  </a:lnTo>
                  <a:lnTo>
                    <a:pt x="54360" y="78874"/>
                  </a:lnTo>
                  <a:cubicBezTo>
                    <a:pt x="58079" y="82594"/>
                    <a:pt x="58078" y="88625"/>
                    <a:pt x="54357" y="92344"/>
                  </a:cubicBezTo>
                  <a:cubicBezTo>
                    <a:pt x="52572" y="94129"/>
                    <a:pt x="50150" y="95132"/>
                    <a:pt x="47625" y="951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2" name="Forme libre : forme 121">
              <a:extLst>
                <a:ext uri="{FF2B5EF4-FFF2-40B4-BE49-F238E27FC236}">
                  <a16:creationId xmlns:a16="http://schemas.microsoft.com/office/drawing/2014/main" id="{A4AB39EF-338E-09E1-F467-49C76CFD28FB}"/>
                </a:ext>
              </a:extLst>
            </p:cNvPr>
            <p:cNvSpPr/>
            <p:nvPr/>
          </p:nvSpPr>
          <p:spPr>
            <a:xfrm>
              <a:off x="3538692" y="3386292"/>
              <a:ext cx="95015" cy="57032"/>
            </a:xfrm>
            <a:custGeom>
              <a:avLst/>
              <a:gdLst>
                <a:gd name="csX0" fmla="*/ 47508 w 95015"/>
                <a:gd name="csY0" fmla="*/ 57033 h 57032"/>
                <a:gd name="csX1" fmla="*/ 40774 w 95015"/>
                <a:gd name="csY1" fmla="*/ 54242 h 57032"/>
                <a:gd name="csX2" fmla="*/ 2674 w 95015"/>
                <a:gd name="csY2" fmla="*/ 16142 h 57032"/>
                <a:gd name="csX3" fmla="*/ 2908 w 95015"/>
                <a:gd name="csY3" fmla="*/ 2674 h 57032"/>
                <a:gd name="csX4" fmla="*/ 16142 w 95015"/>
                <a:gd name="csY4" fmla="*/ 2674 h 57032"/>
                <a:gd name="csX5" fmla="*/ 47508 w 95015"/>
                <a:gd name="csY5" fmla="*/ 34039 h 57032"/>
                <a:gd name="csX6" fmla="*/ 78874 w 95015"/>
                <a:gd name="csY6" fmla="*/ 2674 h 57032"/>
                <a:gd name="csX7" fmla="*/ 92342 w 95015"/>
                <a:gd name="csY7" fmla="*/ 2908 h 57032"/>
                <a:gd name="csX8" fmla="*/ 92342 w 95015"/>
                <a:gd name="csY8" fmla="*/ 16142 h 57032"/>
                <a:gd name="csX9" fmla="*/ 54242 w 95015"/>
                <a:gd name="csY9" fmla="*/ 54242 h 57032"/>
                <a:gd name="csX10" fmla="*/ 47508 w 95015"/>
                <a:gd name="csY10" fmla="*/ 57033 h 57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5015" h="57032">
                  <a:moveTo>
                    <a:pt x="47508" y="57033"/>
                  </a:moveTo>
                  <a:cubicBezTo>
                    <a:pt x="44981" y="57036"/>
                    <a:pt x="42558" y="56032"/>
                    <a:pt x="40774" y="54242"/>
                  </a:cubicBezTo>
                  <a:lnTo>
                    <a:pt x="2674" y="16142"/>
                  </a:lnTo>
                  <a:cubicBezTo>
                    <a:pt x="-981" y="12358"/>
                    <a:pt x="-876" y="6328"/>
                    <a:pt x="2908" y="2674"/>
                  </a:cubicBezTo>
                  <a:cubicBezTo>
                    <a:pt x="6599" y="-891"/>
                    <a:pt x="12451" y="-891"/>
                    <a:pt x="16142" y="2674"/>
                  </a:cubicBezTo>
                  <a:lnTo>
                    <a:pt x="47508" y="34039"/>
                  </a:lnTo>
                  <a:lnTo>
                    <a:pt x="78874" y="2674"/>
                  </a:lnTo>
                  <a:cubicBezTo>
                    <a:pt x="82658" y="-981"/>
                    <a:pt x="88688" y="-876"/>
                    <a:pt x="92342" y="2908"/>
                  </a:cubicBezTo>
                  <a:cubicBezTo>
                    <a:pt x="95907" y="6599"/>
                    <a:pt x="95907" y="12451"/>
                    <a:pt x="92342" y="16142"/>
                  </a:cubicBezTo>
                  <a:lnTo>
                    <a:pt x="54242" y="54242"/>
                  </a:lnTo>
                  <a:cubicBezTo>
                    <a:pt x="52458" y="56032"/>
                    <a:pt x="50035" y="57036"/>
                    <a:pt x="47508" y="57033"/>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3" name="Forme libre : forme 122">
              <a:extLst>
                <a:ext uri="{FF2B5EF4-FFF2-40B4-BE49-F238E27FC236}">
                  <a16:creationId xmlns:a16="http://schemas.microsoft.com/office/drawing/2014/main" id="{EE4F16FF-AFE1-CD2F-8941-43B4A384D8A2}"/>
                </a:ext>
              </a:extLst>
            </p:cNvPr>
            <p:cNvSpPr/>
            <p:nvPr/>
          </p:nvSpPr>
          <p:spPr>
            <a:xfrm>
              <a:off x="3081492" y="3424274"/>
              <a:ext cx="95130" cy="57150"/>
            </a:xfrm>
            <a:custGeom>
              <a:avLst/>
              <a:gdLst>
                <a:gd name="csX0" fmla="*/ 85608 w 95130"/>
                <a:gd name="csY0" fmla="*/ 57150 h 57150"/>
                <a:gd name="csX1" fmla="*/ 78874 w 95130"/>
                <a:gd name="csY1" fmla="*/ 54360 h 57150"/>
                <a:gd name="csX2" fmla="*/ 47508 w 95130"/>
                <a:gd name="csY2" fmla="*/ 22995 h 57150"/>
                <a:gd name="csX3" fmla="*/ 16142 w 95130"/>
                <a:gd name="csY3" fmla="*/ 54360 h 57150"/>
                <a:gd name="csX4" fmla="*/ 2674 w 95130"/>
                <a:gd name="csY4" fmla="*/ 54125 h 57150"/>
                <a:gd name="csX5" fmla="*/ 2674 w 95130"/>
                <a:gd name="csY5" fmla="*/ 40891 h 57150"/>
                <a:gd name="csX6" fmla="*/ 40774 w 95130"/>
                <a:gd name="csY6" fmla="*/ 2791 h 57150"/>
                <a:gd name="csX7" fmla="*/ 54236 w 95130"/>
                <a:gd name="csY7" fmla="*/ 2785 h 57150"/>
                <a:gd name="csX8" fmla="*/ 54242 w 95130"/>
                <a:gd name="csY8" fmla="*/ 2791 h 57150"/>
                <a:gd name="csX9" fmla="*/ 92342 w 95130"/>
                <a:gd name="csY9" fmla="*/ 40891 h 57150"/>
                <a:gd name="csX10" fmla="*/ 92340 w 95130"/>
                <a:gd name="csY10" fmla="*/ 54362 h 57150"/>
                <a:gd name="csX11" fmla="*/ 85608 w 95130"/>
                <a:gd name="csY11" fmla="*/ 57150 h 5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5130" h="57150">
                  <a:moveTo>
                    <a:pt x="85608" y="57150"/>
                  </a:moveTo>
                  <a:cubicBezTo>
                    <a:pt x="83081" y="57153"/>
                    <a:pt x="80658" y="56149"/>
                    <a:pt x="78874" y="54360"/>
                  </a:cubicBezTo>
                  <a:lnTo>
                    <a:pt x="47508" y="22995"/>
                  </a:lnTo>
                  <a:lnTo>
                    <a:pt x="16142" y="54360"/>
                  </a:lnTo>
                  <a:cubicBezTo>
                    <a:pt x="12358" y="58014"/>
                    <a:pt x="6328" y="57909"/>
                    <a:pt x="2674" y="54125"/>
                  </a:cubicBezTo>
                  <a:cubicBezTo>
                    <a:pt x="-891" y="50434"/>
                    <a:pt x="-891" y="44582"/>
                    <a:pt x="2674" y="40891"/>
                  </a:cubicBezTo>
                  <a:lnTo>
                    <a:pt x="40774" y="2791"/>
                  </a:lnTo>
                  <a:cubicBezTo>
                    <a:pt x="44490" y="-928"/>
                    <a:pt x="50517" y="-931"/>
                    <a:pt x="54236" y="2785"/>
                  </a:cubicBezTo>
                  <a:cubicBezTo>
                    <a:pt x="54238" y="2787"/>
                    <a:pt x="54240" y="2789"/>
                    <a:pt x="54242" y="2791"/>
                  </a:cubicBezTo>
                  <a:lnTo>
                    <a:pt x="92342" y="40891"/>
                  </a:lnTo>
                  <a:cubicBezTo>
                    <a:pt x="96061" y="44611"/>
                    <a:pt x="96060" y="50642"/>
                    <a:pt x="92340" y="54362"/>
                  </a:cubicBezTo>
                  <a:cubicBezTo>
                    <a:pt x="90554" y="56147"/>
                    <a:pt x="88133" y="57150"/>
                    <a:pt x="85608" y="5715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4" name="Forme libre : forme 123">
              <a:extLst>
                <a:ext uri="{FF2B5EF4-FFF2-40B4-BE49-F238E27FC236}">
                  <a16:creationId xmlns:a16="http://schemas.microsoft.com/office/drawing/2014/main" id="{9B6B42C0-D43C-E880-A2F4-01A04402C419}"/>
                </a:ext>
              </a:extLst>
            </p:cNvPr>
            <p:cNvSpPr/>
            <p:nvPr/>
          </p:nvSpPr>
          <p:spPr>
            <a:xfrm>
              <a:off x="3243299" y="3425027"/>
              <a:ext cx="228600" cy="123072"/>
            </a:xfrm>
            <a:custGeom>
              <a:avLst/>
              <a:gdLst>
                <a:gd name="csX0" fmla="*/ 190617 w 228600"/>
                <a:gd name="csY0" fmla="*/ 0 h 123072"/>
                <a:gd name="csX1" fmla="*/ 75606 w 228600"/>
                <a:gd name="csY1" fmla="*/ 37623 h 123072"/>
                <a:gd name="csX2" fmla="*/ 37983 w 228600"/>
                <a:gd name="csY2" fmla="*/ 0 h 123072"/>
                <a:gd name="csX3" fmla="*/ 0 w 228600"/>
                <a:gd name="csY3" fmla="*/ 84973 h 123072"/>
                <a:gd name="csX4" fmla="*/ 0 w 228600"/>
                <a:gd name="csY4" fmla="*/ 113548 h 123072"/>
                <a:gd name="csX5" fmla="*/ 9525 w 228600"/>
                <a:gd name="csY5" fmla="*/ 123073 h 123072"/>
                <a:gd name="csX6" fmla="*/ 219075 w 228600"/>
                <a:gd name="csY6" fmla="*/ 123073 h 123072"/>
                <a:gd name="csX7" fmla="*/ 228600 w 228600"/>
                <a:gd name="csY7" fmla="*/ 113548 h 123072"/>
                <a:gd name="csX8" fmla="*/ 228600 w 228600"/>
                <a:gd name="csY8" fmla="*/ 84973 h 123072"/>
                <a:gd name="csX9" fmla="*/ 190617 w 228600"/>
                <a:gd name="csY9" fmla="*/ 0 h 123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8600" h="123072">
                  <a:moveTo>
                    <a:pt x="190617" y="0"/>
                  </a:moveTo>
                  <a:cubicBezTo>
                    <a:pt x="169247" y="42149"/>
                    <a:pt x="117755" y="58993"/>
                    <a:pt x="75606" y="37623"/>
                  </a:cubicBezTo>
                  <a:cubicBezTo>
                    <a:pt x="59385" y="29399"/>
                    <a:pt x="46207" y="16221"/>
                    <a:pt x="37983" y="0"/>
                  </a:cubicBezTo>
                  <a:cubicBezTo>
                    <a:pt x="13782" y="21610"/>
                    <a:pt x="-39" y="52527"/>
                    <a:pt x="0" y="84973"/>
                  </a:cubicBezTo>
                  <a:lnTo>
                    <a:pt x="0" y="113548"/>
                  </a:lnTo>
                  <a:cubicBezTo>
                    <a:pt x="0" y="118808"/>
                    <a:pt x="4265" y="123073"/>
                    <a:pt x="9525" y="123073"/>
                  </a:cubicBezTo>
                  <a:lnTo>
                    <a:pt x="219075" y="123073"/>
                  </a:lnTo>
                  <a:cubicBezTo>
                    <a:pt x="224336" y="123073"/>
                    <a:pt x="228600" y="118808"/>
                    <a:pt x="228600" y="113548"/>
                  </a:cubicBezTo>
                  <a:lnTo>
                    <a:pt x="228600" y="84973"/>
                  </a:lnTo>
                  <a:cubicBezTo>
                    <a:pt x="228638" y="52527"/>
                    <a:pt x="214818" y="21610"/>
                    <a:pt x="190617" y="0"/>
                  </a:cubicBezTo>
                  <a:close/>
                </a:path>
              </a:pathLst>
            </a:cu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25" name="Ellipse 124">
              <a:extLst>
                <a:ext uri="{FF2B5EF4-FFF2-40B4-BE49-F238E27FC236}">
                  <a16:creationId xmlns:a16="http://schemas.microsoft.com/office/drawing/2014/main" id="{0D0AC5C5-8DCA-37CB-F1AA-CC2920BF25A5}"/>
                </a:ext>
              </a:extLst>
            </p:cNvPr>
            <p:cNvSpPr/>
            <p:nvPr/>
          </p:nvSpPr>
          <p:spPr>
            <a:xfrm>
              <a:off x="3290925" y="3319500"/>
              <a:ext cx="133350" cy="133350"/>
            </a:xfrm>
            <a:prstGeom prst="ellipse">
              <a:avLst/>
            </a:prstGeom>
            <a:grp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grpSp>
        <p:nvGrpSpPr>
          <p:cNvPr id="40" name="Groupe 39">
            <a:extLst>
              <a:ext uri="{FF2B5EF4-FFF2-40B4-BE49-F238E27FC236}">
                <a16:creationId xmlns:a16="http://schemas.microsoft.com/office/drawing/2014/main" id="{FC908A7C-595B-270B-B225-E9A1DDE537A6}"/>
              </a:ext>
            </a:extLst>
          </p:cNvPr>
          <p:cNvGrpSpPr/>
          <p:nvPr/>
        </p:nvGrpSpPr>
        <p:grpSpPr>
          <a:xfrm>
            <a:off x="3611761" y="6331759"/>
            <a:ext cx="4968478" cy="504000"/>
            <a:chOff x="4115283" y="6331759"/>
            <a:chExt cx="4968478" cy="504000"/>
          </a:xfrm>
        </p:grpSpPr>
        <p:sp>
          <p:nvSpPr>
            <p:cNvPr id="21" name="Rectangle : coins arrondis 20">
              <a:extLst>
                <a:ext uri="{FF2B5EF4-FFF2-40B4-BE49-F238E27FC236}">
                  <a16:creationId xmlns:a16="http://schemas.microsoft.com/office/drawing/2014/main" id="{42039A6E-FBE4-B4D5-A379-A539F8E0B34D}"/>
                </a:ext>
              </a:extLst>
            </p:cNvPr>
            <p:cNvSpPr/>
            <p:nvPr/>
          </p:nvSpPr>
          <p:spPr>
            <a:xfrm>
              <a:off x="4416612" y="6485140"/>
              <a:ext cx="4500000" cy="198530"/>
            </a:xfrm>
            <a:prstGeom prst="roundRect">
              <a:avLst>
                <a:gd name="adj" fmla="val 50000"/>
              </a:avLst>
            </a:prstGeom>
            <a:solidFill>
              <a:schemeClr val="accent6">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2" name="Rectangle 21">
              <a:extLst>
                <a:ext uri="{FF2B5EF4-FFF2-40B4-BE49-F238E27FC236}">
                  <a16:creationId xmlns:a16="http://schemas.microsoft.com/office/drawing/2014/main" id="{91E7D380-2B3A-03CE-CA85-467E84912FCF}"/>
                </a:ext>
              </a:extLst>
            </p:cNvPr>
            <p:cNvSpPr/>
            <p:nvPr/>
          </p:nvSpPr>
          <p:spPr>
            <a:xfrm>
              <a:off x="4583761" y="6440235"/>
              <a:ext cx="4500000" cy="2870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228600" rtl="0" eaLnBrk="1" latinLnBrk="0" hangingPunct="1">
                <a:defRPr sz="900" kern="1200">
                  <a:solidFill>
                    <a:schemeClr val="lt1"/>
                  </a:solidFill>
                  <a:latin typeface="+mn-lt"/>
                  <a:ea typeface="+mn-ea"/>
                  <a:cs typeface="+mn-cs"/>
                </a:defRPr>
              </a:lvl1pPr>
              <a:lvl2pPr marL="228600" algn="l" defTabSz="228600" rtl="0" eaLnBrk="1" latinLnBrk="0" hangingPunct="1">
                <a:defRPr sz="900" kern="1200">
                  <a:solidFill>
                    <a:schemeClr val="lt1"/>
                  </a:solidFill>
                  <a:latin typeface="+mn-lt"/>
                  <a:ea typeface="+mn-ea"/>
                  <a:cs typeface="+mn-cs"/>
                </a:defRPr>
              </a:lvl2pPr>
              <a:lvl3pPr marL="457200" algn="l" defTabSz="228600" rtl="0" eaLnBrk="1" latinLnBrk="0" hangingPunct="1">
                <a:defRPr sz="900" kern="1200">
                  <a:solidFill>
                    <a:schemeClr val="lt1"/>
                  </a:solidFill>
                  <a:latin typeface="+mn-lt"/>
                  <a:ea typeface="+mn-ea"/>
                  <a:cs typeface="+mn-cs"/>
                </a:defRPr>
              </a:lvl3pPr>
              <a:lvl4pPr marL="685800" algn="l" defTabSz="228600" rtl="0" eaLnBrk="1" latinLnBrk="0" hangingPunct="1">
                <a:defRPr sz="900" kern="1200">
                  <a:solidFill>
                    <a:schemeClr val="lt1"/>
                  </a:solidFill>
                  <a:latin typeface="+mn-lt"/>
                  <a:ea typeface="+mn-ea"/>
                  <a:cs typeface="+mn-cs"/>
                </a:defRPr>
              </a:lvl4pPr>
              <a:lvl5pPr marL="914400" algn="l" defTabSz="228600" rtl="0" eaLnBrk="1" latinLnBrk="0" hangingPunct="1">
                <a:defRPr sz="900" kern="1200">
                  <a:solidFill>
                    <a:schemeClr val="lt1"/>
                  </a:solidFill>
                  <a:latin typeface="+mn-lt"/>
                  <a:ea typeface="+mn-ea"/>
                  <a:cs typeface="+mn-cs"/>
                </a:defRPr>
              </a:lvl5pPr>
              <a:lvl6pPr marL="1143000" algn="l" defTabSz="228600" rtl="0" eaLnBrk="1" latinLnBrk="0" hangingPunct="1">
                <a:defRPr sz="900" kern="1200">
                  <a:solidFill>
                    <a:schemeClr val="lt1"/>
                  </a:solidFill>
                  <a:latin typeface="+mn-lt"/>
                  <a:ea typeface="+mn-ea"/>
                  <a:cs typeface="+mn-cs"/>
                </a:defRPr>
              </a:lvl6pPr>
              <a:lvl7pPr marL="1371600" algn="l" defTabSz="228600" rtl="0" eaLnBrk="1" latinLnBrk="0" hangingPunct="1">
                <a:defRPr sz="900" kern="1200">
                  <a:solidFill>
                    <a:schemeClr val="lt1"/>
                  </a:solidFill>
                  <a:latin typeface="+mn-lt"/>
                  <a:ea typeface="+mn-ea"/>
                  <a:cs typeface="+mn-cs"/>
                </a:defRPr>
              </a:lvl7pPr>
              <a:lvl8pPr marL="1600200" algn="l" defTabSz="228600" rtl="0" eaLnBrk="1" latinLnBrk="0" hangingPunct="1">
                <a:defRPr sz="900" kern="1200">
                  <a:solidFill>
                    <a:schemeClr val="lt1"/>
                  </a:solidFill>
                  <a:latin typeface="+mn-lt"/>
                  <a:ea typeface="+mn-ea"/>
                  <a:cs typeface="+mn-cs"/>
                </a:defRPr>
              </a:lvl8pPr>
              <a:lvl9pPr marL="1828800" algn="l" defTabSz="228600" rtl="0" eaLnBrk="1" latinLnBrk="0" hangingPunct="1">
                <a:defRPr sz="900" kern="1200">
                  <a:solidFill>
                    <a:schemeClr val="lt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fr-FR" sz="1100" b="0" i="1" u="none" strike="noStrike" kern="1200" cap="none" spc="0" normalizeH="0" baseline="0" noProof="0">
                  <a:ln>
                    <a:noFill/>
                  </a:ln>
                  <a:solidFill>
                    <a:srgbClr val="000000">
                      <a:lumMod val="75000"/>
                      <a:lumOff val="25000"/>
                    </a:srgbClr>
                  </a:solidFill>
                  <a:effectLst/>
                  <a:uLnTx/>
                  <a:uFillTx/>
                  <a:latin typeface="Avenir LT Std 45 Book" panose="020B0502020203020204" pitchFamily="34" charset="0"/>
                  <a:ea typeface="+mn-ea"/>
                  <a:cs typeface="+mn-cs"/>
                </a:rPr>
                <a:t>Merci à la BU TER HDF pour le partage de ces bonnes pratiques</a:t>
              </a:r>
            </a:p>
          </p:txBody>
        </p:sp>
        <p:grpSp>
          <p:nvGrpSpPr>
            <p:cNvPr id="39" name="Groupe 38">
              <a:extLst>
                <a:ext uri="{FF2B5EF4-FFF2-40B4-BE49-F238E27FC236}">
                  <a16:creationId xmlns:a16="http://schemas.microsoft.com/office/drawing/2014/main" id="{3CBA09D0-8D84-BDC9-608C-01EBCF6BAFE5}"/>
                </a:ext>
              </a:extLst>
            </p:cNvPr>
            <p:cNvGrpSpPr/>
            <p:nvPr/>
          </p:nvGrpSpPr>
          <p:grpSpPr>
            <a:xfrm>
              <a:off x="4115283" y="6331759"/>
              <a:ext cx="504000" cy="504000"/>
              <a:chOff x="2021007" y="6331759"/>
              <a:chExt cx="504000" cy="504000"/>
            </a:xfrm>
          </p:grpSpPr>
          <p:pic>
            <p:nvPicPr>
              <p:cNvPr id="16" name="Graphique 15" descr="Informations contour">
                <a:extLst>
                  <a:ext uri="{FF2B5EF4-FFF2-40B4-BE49-F238E27FC236}">
                    <a16:creationId xmlns:a16="http://schemas.microsoft.com/office/drawing/2014/main" id="{133F046E-6B78-5F56-0708-F180AD2553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92329" y="6443982"/>
                <a:ext cx="324000" cy="324000"/>
              </a:xfrm>
              <a:prstGeom prst="rect">
                <a:avLst/>
              </a:prstGeom>
            </p:spPr>
          </p:pic>
          <p:sp>
            <p:nvSpPr>
              <p:cNvPr id="23" name="Étoile : 10 branches 22">
                <a:extLst>
                  <a:ext uri="{FF2B5EF4-FFF2-40B4-BE49-F238E27FC236}">
                    <a16:creationId xmlns:a16="http://schemas.microsoft.com/office/drawing/2014/main" id="{E4D4724D-8D63-00BB-5B7D-9A65DE7E34E0}"/>
                  </a:ext>
                </a:extLst>
              </p:cNvPr>
              <p:cNvSpPr/>
              <p:nvPr/>
            </p:nvSpPr>
            <p:spPr>
              <a:xfrm>
                <a:off x="2021007" y="6331759"/>
                <a:ext cx="504000" cy="504000"/>
              </a:xfrm>
              <a:prstGeom prst="star10">
                <a:avLst/>
              </a:prstGeom>
              <a:solidFill>
                <a:schemeClr val="tx2">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5" name="Étoile : 10 branches 24">
                <a:extLst>
                  <a:ext uri="{FF2B5EF4-FFF2-40B4-BE49-F238E27FC236}">
                    <a16:creationId xmlns:a16="http://schemas.microsoft.com/office/drawing/2014/main" id="{C8A18C88-80FE-116F-6FB0-EC298158D922}"/>
                  </a:ext>
                </a:extLst>
              </p:cNvPr>
              <p:cNvSpPr/>
              <p:nvPr/>
            </p:nvSpPr>
            <p:spPr>
              <a:xfrm>
                <a:off x="2057007" y="6367759"/>
                <a:ext cx="432000" cy="432000"/>
              </a:xfrm>
              <a:prstGeom prst="star10">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27" name="Forme libre : forme 26">
                <a:extLst>
                  <a:ext uri="{FF2B5EF4-FFF2-40B4-BE49-F238E27FC236}">
                    <a16:creationId xmlns:a16="http://schemas.microsoft.com/office/drawing/2014/main" id="{5EB555EC-9CA5-47DD-418E-8C6F1F072F9C}"/>
                  </a:ext>
                </a:extLst>
              </p:cNvPr>
              <p:cNvSpPr>
                <a:spLocks noChangeAspect="1"/>
              </p:cNvSpPr>
              <p:nvPr/>
            </p:nvSpPr>
            <p:spPr>
              <a:xfrm>
                <a:off x="2159772" y="6454434"/>
                <a:ext cx="253915" cy="253862"/>
              </a:xfrm>
              <a:custGeom>
                <a:avLst/>
                <a:gdLst>
                  <a:gd name="csX0" fmla="*/ 52027 w 797772"/>
                  <a:gd name="csY0" fmla="*/ 620680 h 797611"/>
                  <a:gd name="csX1" fmla="*/ 47227 w 797772"/>
                  <a:gd name="csY1" fmla="*/ 527216 h 797611"/>
                  <a:gd name="csX2" fmla="*/ 119818 w 797772"/>
                  <a:gd name="csY2" fmla="*/ 447891 h 797611"/>
                  <a:gd name="csX3" fmla="*/ 185786 w 797772"/>
                  <a:gd name="csY3" fmla="*/ 429064 h 797611"/>
                  <a:gd name="csX4" fmla="*/ 142701 w 797772"/>
                  <a:gd name="csY4" fmla="*/ 278188 h 797611"/>
                  <a:gd name="csX5" fmla="*/ 75171 w 797772"/>
                  <a:gd name="csY5" fmla="*/ 218917 h 797611"/>
                  <a:gd name="csX6" fmla="*/ 55711 w 797772"/>
                  <a:gd name="csY6" fmla="*/ 139034 h 797611"/>
                  <a:gd name="csX7" fmla="*/ 81645 w 797772"/>
                  <a:gd name="csY7" fmla="*/ 60973 h 797611"/>
                  <a:gd name="csX8" fmla="*/ 160226 w 797772"/>
                  <a:gd name="csY8" fmla="*/ 5907 h 797611"/>
                  <a:gd name="csX9" fmla="*/ 256000 w 797772"/>
                  <a:gd name="csY9" fmla="*/ 11154 h 797611"/>
                  <a:gd name="csX10" fmla="*/ 319252 w 797772"/>
                  <a:gd name="csY10" fmla="*/ 63801 h 797611"/>
                  <a:gd name="csX11" fmla="*/ 344924 w 797772"/>
                  <a:gd name="csY11" fmla="*/ 141936 h 797611"/>
                  <a:gd name="csX12" fmla="*/ 318879 w 797772"/>
                  <a:gd name="csY12" fmla="*/ 227921 h 797611"/>
                  <a:gd name="csX13" fmla="*/ 362784 w 797772"/>
                  <a:gd name="csY13" fmla="*/ 381664 h 797611"/>
                  <a:gd name="csX14" fmla="*/ 429719 w 797772"/>
                  <a:gd name="csY14" fmla="*/ 364884 h 797611"/>
                  <a:gd name="csX15" fmla="*/ 457326 w 797772"/>
                  <a:gd name="csY15" fmla="*/ 361386 h 797611"/>
                  <a:gd name="csX16" fmla="*/ 475260 w 797772"/>
                  <a:gd name="csY16" fmla="*/ 363098 h 797611"/>
                  <a:gd name="csX17" fmla="*/ 592979 w 797772"/>
                  <a:gd name="csY17" fmla="*/ 299883 h 797611"/>
                  <a:gd name="csX18" fmla="*/ 727853 w 797772"/>
                  <a:gd name="csY18" fmla="*/ 337760 h 797611"/>
                  <a:gd name="csX19" fmla="*/ 796463 w 797772"/>
                  <a:gd name="csY19" fmla="*/ 459909 h 797611"/>
                  <a:gd name="csX20" fmla="*/ 758585 w 797772"/>
                  <a:gd name="csY20" fmla="*/ 594783 h 797611"/>
                  <a:gd name="csX21" fmla="*/ 636437 w 797772"/>
                  <a:gd name="csY21" fmla="*/ 663392 h 797611"/>
                  <a:gd name="csX22" fmla="*/ 603806 w 797772"/>
                  <a:gd name="csY22" fmla="*/ 664397 h 797611"/>
                  <a:gd name="csX23" fmla="*/ 596253 w 797772"/>
                  <a:gd name="csY23" fmla="*/ 671950 h 797611"/>
                  <a:gd name="csX24" fmla="*/ 578952 w 797772"/>
                  <a:gd name="csY24" fmla="*/ 680656 h 797611"/>
                  <a:gd name="csX25" fmla="*/ 148393 w 797772"/>
                  <a:gd name="csY25" fmla="*/ 795995 h 797611"/>
                  <a:gd name="csX26" fmla="*/ 112228 w 797772"/>
                  <a:gd name="csY26" fmla="*/ 791158 h 797611"/>
                  <a:gd name="csX27" fmla="*/ 112191 w 797772"/>
                  <a:gd name="csY27" fmla="*/ 791121 h 797611"/>
                  <a:gd name="csX28" fmla="*/ 112191 w 797772"/>
                  <a:gd name="csY28" fmla="*/ 791158 h 797611"/>
                  <a:gd name="csX29" fmla="*/ 89941 w 797772"/>
                  <a:gd name="csY29" fmla="*/ 762173 h 797611"/>
                  <a:gd name="csX30" fmla="*/ 84025 w 797772"/>
                  <a:gd name="csY30" fmla="*/ 740109 h 797611"/>
                  <a:gd name="csX31" fmla="*/ 15862 w 797772"/>
                  <a:gd name="csY31" fmla="*/ 722287 h 797611"/>
                  <a:gd name="csX32" fmla="*/ 2133 w 797772"/>
                  <a:gd name="csY32" fmla="*/ 698810 h 797611"/>
                  <a:gd name="csX33" fmla="*/ 1426 w 797772"/>
                  <a:gd name="csY33" fmla="*/ 671500 h 797611"/>
                  <a:gd name="csX34" fmla="*/ 52028 w 797772"/>
                  <a:gd name="csY34" fmla="*/ 620675 h 797611"/>
                  <a:gd name="csX35" fmla="*/ 670409 w 797772"/>
                  <a:gd name="csY35" fmla="*/ 399300 h 797611"/>
                  <a:gd name="csX36" fmla="*/ 609836 w 797772"/>
                  <a:gd name="csY36" fmla="*/ 524278 h 797611"/>
                  <a:gd name="csX37" fmla="*/ 608980 w 797772"/>
                  <a:gd name="csY37" fmla="*/ 525729 h 797611"/>
                  <a:gd name="csX38" fmla="*/ 602580 w 797772"/>
                  <a:gd name="csY38" fmla="*/ 530268 h 797611"/>
                  <a:gd name="csX39" fmla="*/ 594692 w 797772"/>
                  <a:gd name="csY39" fmla="*/ 529524 h 797611"/>
                  <a:gd name="csX40" fmla="*/ 593241 w 797772"/>
                  <a:gd name="csY40" fmla="*/ 528668 h 797611"/>
                  <a:gd name="csX41" fmla="*/ 539737 w 797772"/>
                  <a:gd name="csY41" fmla="*/ 492206 h 797611"/>
                  <a:gd name="csX42" fmla="*/ 521878 w 797772"/>
                  <a:gd name="csY42" fmla="*/ 495554 h 797611"/>
                  <a:gd name="csX43" fmla="*/ 525227 w 797772"/>
                  <a:gd name="csY43" fmla="*/ 513414 h 797611"/>
                  <a:gd name="csX44" fmla="*/ 578730 w 797772"/>
                  <a:gd name="csY44" fmla="*/ 549876 h 797611"/>
                  <a:gd name="csX45" fmla="*/ 583493 w 797772"/>
                  <a:gd name="csY45" fmla="*/ 552630 h 797611"/>
                  <a:gd name="csX46" fmla="*/ 609091 w 797772"/>
                  <a:gd name="csY46" fmla="*/ 555048 h 797611"/>
                  <a:gd name="csX47" fmla="*/ 630187 w 797772"/>
                  <a:gd name="csY47" fmla="*/ 540165 h 797611"/>
                  <a:gd name="csX48" fmla="*/ 632941 w 797772"/>
                  <a:gd name="csY48" fmla="*/ 535403 h 797611"/>
                  <a:gd name="csX49" fmla="*/ 693514 w 797772"/>
                  <a:gd name="csY49" fmla="*/ 410425 h 797611"/>
                  <a:gd name="csX50" fmla="*/ 687524 w 797772"/>
                  <a:gd name="csY50" fmla="*/ 393273 h 797611"/>
                  <a:gd name="csX51" fmla="*/ 670408 w 797772"/>
                  <a:gd name="csY51" fmla="*/ 399300 h 797611"/>
                  <a:gd name="csX52" fmla="*/ 457954 w 797772"/>
                  <a:gd name="csY52" fmla="*/ 387022 h 797611"/>
                  <a:gd name="csX53" fmla="*/ 457284 w 797772"/>
                  <a:gd name="csY53" fmla="*/ 387022 h 797611"/>
                  <a:gd name="csX54" fmla="*/ 435890 w 797772"/>
                  <a:gd name="csY54" fmla="*/ 389812 h 797611"/>
                  <a:gd name="csX55" fmla="*/ 126851 w 797772"/>
                  <a:gd name="csY55" fmla="*/ 472635 h 797611"/>
                  <a:gd name="csX56" fmla="*/ 72380 w 797772"/>
                  <a:gd name="csY56" fmla="*/ 532352 h 797611"/>
                  <a:gd name="csX57" fmla="*/ 76696 w 797772"/>
                  <a:gd name="csY57" fmla="*/ 613315 h 797611"/>
                  <a:gd name="csX58" fmla="*/ 435112 w 797772"/>
                  <a:gd name="csY58" fmla="*/ 517283 h 797611"/>
                  <a:gd name="csX59" fmla="*/ 432917 w 797772"/>
                  <a:gd name="csY59" fmla="*/ 503406 h 797611"/>
                  <a:gd name="csX60" fmla="*/ 457957 w 797772"/>
                  <a:gd name="csY60" fmla="*/ 387020 h 797611"/>
                  <a:gd name="csX61" fmla="*/ 441806 w 797772"/>
                  <a:gd name="csY61" fmla="*/ 542060 h 797611"/>
                  <a:gd name="csX62" fmla="*/ 71036 w 797772"/>
                  <a:gd name="csY62" fmla="*/ 641406 h 797611"/>
                  <a:gd name="csX63" fmla="*/ 26462 w 797772"/>
                  <a:gd name="csY63" fmla="*/ 677385 h 797611"/>
                  <a:gd name="csX64" fmla="*/ 26759 w 797772"/>
                  <a:gd name="csY64" fmla="*/ 691821 h 797611"/>
                  <a:gd name="csX65" fmla="*/ 34238 w 797772"/>
                  <a:gd name="csY65" fmla="*/ 704434 h 797611"/>
                  <a:gd name="csX66" fmla="*/ 86625 w 797772"/>
                  <a:gd name="csY66" fmla="*/ 713103 h 797611"/>
                  <a:gd name="csX67" fmla="*/ 89639 w 797772"/>
                  <a:gd name="csY67" fmla="*/ 712285 h 797611"/>
                  <a:gd name="csX68" fmla="*/ 89825 w 797772"/>
                  <a:gd name="csY68" fmla="*/ 712247 h 797611"/>
                  <a:gd name="csX69" fmla="*/ 430125 w 797772"/>
                  <a:gd name="csY69" fmla="*/ 621053 h 797611"/>
                  <a:gd name="csX70" fmla="*/ 481545 w 797772"/>
                  <a:gd name="csY70" fmla="*/ 607287 h 797611"/>
                  <a:gd name="csX71" fmla="*/ 441807 w 797772"/>
                  <a:gd name="csY71" fmla="*/ 542062 h 797611"/>
                  <a:gd name="csX72" fmla="*/ 504425 w 797772"/>
                  <a:gd name="csY72" fmla="*/ 627785 h 797611"/>
                  <a:gd name="csX73" fmla="*/ 108881 w 797772"/>
                  <a:gd name="csY73" fmla="*/ 733789 h 797611"/>
                  <a:gd name="csX74" fmla="*/ 114722 w 797772"/>
                  <a:gd name="csY74" fmla="*/ 755593 h 797611"/>
                  <a:gd name="csX75" fmla="*/ 125028 w 797772"/>
                  <a:gd name="csY75" fmla="*/ 768987 h 797611"/>
                  <a:gd name="csX76" fmla="*/ 125028 w 797772"/>
                  <a:gd name="csY76" fmla="*/ 769024 h 797611"/>
                  <a:gd name="csX77" fmla="*/ 141771 w 797772"/>
                  <a:gd name="csY77" fmla="*/ 771219 h 797611"/>
                  <a:gd name="csX78" fmla="*/ 564815 w 797772"/>
                  <a:gd name="csY78" fmla="*/ 657853 h 797611"/>
                  <a:gd name="csX79" fmla="*/ 504428 w 797772"/>
                  <a:gd name="csY79" fmla="*/ 627790 h 797611"/>
                  <a:gd name="csX80" fmla="*/ 711889 w 797772"/>
                  <a:gd name="csY80" fmla="*/ 357923 h 797611"/>
                  <a:gd name="csX81" fmla="*/ 595913 w 797772"/>
                  <a:gd name="csY81" fmla="*/ 325404 h 797611"/>
                  <a:gd name="csX82" fmla="*/ 490947 w 797772"/>
                  <a:gd name="csY82" fmla="*/ 384377 h 797611"/>
                  <a:gd name="csX83" fmla="*/ 458428 w 797772"/>
                  <a:gd name="csY83" fmla="*/ 500353 h 797611"/>
                  <a:gd name="csX84" fmla="*/ 517401 w 797772"/>
                  <a:gd name="csY84" fmla="*/ 605319 h 797611"/>
                  <a:gd name="csX85" fmla="*/ 633378 w 797772"/>
                  <a:gd name="csY85" fmla="*/ 637838 h 797611"/>
                  <a:gd name="csX86" fmla="*/ 738343 w 797772"/>
                  <a:gd name="csY86" fmla="*/ 578865 h 797611"/>
                  <a:gd name="csX87" fmla="*/ 770862 w 797772"/>
                  <a:gd name="csY87" fmla="*/ 462888 h 797611"/>
                  <a:gd name="csX88" fmla="*/ 711889 w 797772"/>
                  <a:gd name="csY88" fmla="*/ 357923 h 797611"/>
                  <a:gd name="csX89" fmla="*/ 210484 w 797772"/>
                  <a:gd name="csY89" fmla="*/ 421994 h 797611"/>
                  <a:gd name="csX90" fmla="*/ 273847 w 797772"/>
                  <a:gd name="csY90" fmla="*/ 403911 h 797611"/>
                  <a:gd name="csX91" fmla="*/ 274628 w 797772"/>
                  <a:gd name="csY91" fmla="*/ 403725 h 797611"/>
                  <a:gd name="csX92" fmla="*/ 337769 w 797772"/>
                  <a:gd name="csY92" fmla="*/ 387912 h 797611"/>
                  <a:gd name="csX93" fmla="*/ 292376 w 797772"/>
                  <a:gd name="csY93" fmla="*/ 228930 h 797611"/>
                  <a:gd name="csX94" fmla="*/ 294906 w 797772"/>
                  <a:gd name="csY94" fmla="*/ 217098 h 797611"/>
                  <a:gd name="csX95" fmla="*/ 319240 w 797772"/>
                  <a:gd name="csY95" fmla="*/ 142721 h 797611"/>
                  <a:gd name="csX96" fmla="*/ 297994 w 797772"/>
                  <a:gd name="csY96" fmla="*/ 78168 h 797611"/>
                  <a:gd name="csX97" fmla="*/ 245904 w 797772"/>
                  <a:gd name="csY97" fmla="*/ 34747 h 797611"/>
                  <a:gd name="csX98" fmla="*/ 167211 w 797772"/>
                  <a:gd name="csY98" fmla="*/ 30617 h 797611"/>
                  <a:gd name="csX99" fmla="*/ 102582 w 797772"/>
                  <a:gd name="csY99" fmla="*/ 75638 h 797611"/>
                  <a:gd name="csX100" fmla="*/ 81300 w 797772"/>
                  <a:gd name="csY100" fmla="*/ 140043 h 797611"/>
                  <a:gd name="csX101" fmla="*/ 97336 w 797772"/>
                  <a:gd name="csY101" fmla="*/ 206086 h 797611"/>
                  <a:gd name="csX102" fmla="*/ 157835 w 797772"/>
                  <a:gd name="csY102" fmla="*/ 256650 h 797611"/>
                  <a:gd name="csX103" fmla="*/ 165648 w 797772"/>
                  <a:gd name="csY103" fmla="*/ 265133 h 7976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Lst>
                <a:rect l="l" t="t" r="r" b="b"/>
                <a:pathLst>
                  <a:path w="797772" h="797611">
                    <a:moveTo>
                      <a:pt x="52027" y="620680"/>
                    </a:moveTo>
                    <a:cubicBezTo>
                      <a:pt x="44734" y="590878"/>
                      <a:pt x="41088" y="557205"/>
                      <a:pt x="47227" y="527216"/>
                    </a:cubicBezTo>
                    <a:cubicBezTo>
                      <a:pt x="54631" y="491051"/>
                      <a:pt x="75579" y="460541"/>
                      <a:pt x="119818" y="447891"/>
                    </a:cubicBezTo>
                    <a:lnTo>
                      <a:pt x="185786" y="429064"/>
                    </a:lnTo>
                    <a:lnTo>
                      <a:pt x="142701" y="278188"/>
                    </a:lnTo>
                    <a:cubicBezTo>
                      <a:pt x="112154" y="265128"/>
                      <a:pt x="89644" y="243957"/>
                      <a:pt x="75171" y="218917"/>
                    </a:cubicBezTo>
                    <a:cubicBezTo>
                      <a:pt x="61069" y="194583"/>
                      <a:pt x="54633" y="166641"/>
                      <a:pt x="55711" y="139034"/>
                    </a:cubicBezTo>
                    <a:cubicBezTo>
                      <a:pt x="56790" y="111426"/>
                      <a:pt x="65459" y="84079"/>
                      <a:pt x="81645" y="60973"/>
                    </a:cubicBezTo>
                    <a:cubicBezTo>
                      <a:pt x="99207" y="35896"/>
                      <a:pt x="125438" y="15841"/>
                      <a:pt x="160226" y="5907"/>
                    </a:cubicBezTo>
                    <a:cubicBezTo>
                      <a:pt x="195051" y="-4027"/>
                      <a:pt x="227869" y="-864"/>
                      <a:pt x="256000" y="11154"/>
                    </a:cubicBezTo>
                    <a:cubicBezTo>
                      <a:pt x="281896" y="22242"/>
                      <a:pt x="303699" y="40882"/>
                      <a:pt x="319252" y="63801"/>
                    </a:cubicBezTo>
                    <a:cubicBezTo>
                      <a:pt x="334767" y="86683"/>
                      <a:pt x="344032" y="113807"/>
                      <a:pt x="344924" y="141936"/>
                    </a:cubicBezTo>
                    <a:cubicBezTo>
                      <a:pt x="345817" y="170846"/>
                      <a:pt x="337929" y="200723"/>
                      <a:pt x="318879" y="227921"/>
                    </a:cubicBezTo>
                    <a:lnTo>
                      <a:pt x="362784" y="381664"/>
                    </a:lnTo>
                    <a:lnTo>
                      <a:pt x="429719" y="364884"/>
                    </a:lnTo>
                    <a:cubicBezTo>
                      <a:pt x="439318" y="362465"/>
                      <a:pt x="448546" y="361349"/>
                      <a:pt x="457326" y="361386"/>
                    </a:cubicBezTo>
                    <a:cubicBezTo>
                      <a:pt x="463577" y="361386"/>
                      <a:pt x="469529" y="361981"/>
                      <a:pt x="475260" y="363098"/>
                    </a:cubicBezTo>
                    <a:cubicBezTo>
                      <a:pt x="504095" y="329165"/>
                      <a:pt x="545284" y="305612"/>
                      <a:pt x="592979" y="299883"/>
                    </a:cubicBezTo>
                    <a:cubicBezTo>
                      <a:pt x="643134" y="293893"/>
                      <a:pt x="691020" y="308775"/>
                      <a:pt x="727853" y="337760"/>
                    </a:cubicBezTo>
                    <a:cubicBezTo>
                      <a:pt x="764688" y="366708"/>
                      <a:pt x="790472" y="409719"/>
                      <a:pt x="796463" y="459909"/>
                    </a:cubicBezTo>
                    <a:cubicBezTo>
                      <a:pt x="802453" y="510064"/>
                      <a:pt x="787570" y="557950"/>
                      <a:pt x="758585" y="594783"/>
                    </a:cubicBezTo>
                    <a:cubicBezTo>
                      <a:pt x="729638" y="631618"/>
                      <a:pt x="686627" y="657402"/>
                      <a:pt x="636437" y="663392"/>
                    </a:cubicBezTo>
                    <a:cubicBezTo>
                      <a:pt x="625424" y="664695"/>
                      <a:pt x="614485" y="665029"/>
                      <a:pt x="603806" y="664397"/>
                    </a:cubicBezTo>
                    <a:cubicBezTo>
                      <a:pt x="601574" y="667187"/>
                      <a:pt x="599044" y="669717"/>
                      <a:pt x="596253" y="671950"/>
                    </a:cubicBezTo>
                    <a:cubicBezTo>
                      <a:pt x="591267" y="675894"/>
                      <a:pt x="585426" y="678908"/>
                      <a:pt x="578952" y="680656"/>
                    </a:cubicBezTo>
                    <a:lnTo>
                      <a:pt x="148393" y="795995"/>
                    </a:lnTo>
                    <a:cubicBezTo>
                      <a:pt x="135706" y="799380"/>
                      <a:pt x="122795" y="797297"/>
                      <a:pt x="112228" y="791158"/>
                    </a:cubicBezTo>
                    <a:lnTo>
                      <a:pt x="112191" y="791121"/>
                    </a:lnTo>
                    <a:lnTo>
                      <a:pt x="112191" y="791158"/>
                    </a:lnTo>
                    <a:cubicBezTo>
                      <a:pt x="101586" y="785056"/>
                      <a:pt x="93326" y="774899"/>
                      <a:pt x="89941" y="762173"/>
                    </a:cubicBezTo>
                    <a:lnTo>
                      <a:pt x="84025" y="740109"/>
                    </a:lnTo>
                    <a:cubicBezTo>
                      <a:pt x="54334" y="745802"/>
                      <a:pt x="30447" y="737245"/>
                      <a:pt x="15862" y="722287"/>
                    </a:cubicBezTo>
                    <a:cubicBezTo>
                      <a:pt x="9314" y="715590"/>
                      <a:pt x="4663" y="707553"/>
                      <a:pt x="2133" y="698810"/>
                    </a:cubicBezTo>
                    <a:cubicBezTo>
                      <a:pt x="-397" y="690029"/>
                      <a:pt x="-732" y="680728"/>
                      <a:pt x="1426" y="671500"/>
                    </a:cubicBezTo>
                    <a:cubicBezTo>
                      <a:pt x="6077" y="651743"/>
                      <a:pt x="22002" y="632321"/>
                      <a:pt x="52028" y="620675"/>
                    </a:cubicBezTo>
                    <a:close/>
                    <a:moveTo>
                      <a:pt x="670409" y="399300"/>
                    </a:moveTo>
                    <a:lnTo>
                      <a:pt x="609836" y="524278"/>
                    </a:lnTo>
                    <a:cubicBezTo>
                      <a:pt x="609612" y="524762"/>
                      <a:pt x="609315" y="525283"/>
                      <a:pt x="608980" y="525729"/>
                    </a:cubicBezTo>
                    <a:cubicBezTo>
                      <a:pt x="607417" y="528036"/>
                      <a:pt x="605110" y="529599"/>
                      <a:pt x="602580" y="530268"/>
                    </a:cubicBezTo>
                    <a:cubicBezTo>
                      <a:pt x="600013" y="530975"/>
                      <a:pt x="597185" y="530752"/>
                      <a:pt x="594692" y="529524"/>
                    </a:cubicBezTo>
                    <a:cubicBezTo>
                      <a:pt x="594209" y="529301"/>
                      <a:pt x="593725" y="529003"/>
                      <a:pt x="593241" y="528668"/>
                    </a:cubicBezTo>
                    <a:lnTo>
                      <a:pt x="539737" y="492206"/>
                    </a:lnTo>
                    <a:cubicBezTo>
                      <a:pt x="533896" y="488224"/>
                      <a:pt x="525897" y="489713"/>
                      <a:pt x="521878" y="495554"/>
                    </a:cubicBezTo>
                    <a:cubicBezTo>
                      <a:pt x="517897" y="501396"/>
                      <a:pt x="519385" y="509395"/>
                      <a:pt x="525227" y="513414"/>
                    </a:cubicBezTo>
                    <a:lnTo>
                      <a:pt x="578730" y="549876"/>
                    </a:lnTo>
                    <a:cubicBezTo>
                      <a:pt x="580256" y="550918"/>
                      <a:pt x="581856" y="551848"/>
                      <a:pt x="583493" y="552630"/>
                    </a:cubicBezTo>
                    <a:cubicBezTo>
                      <a:pt x="591716" y="556611"/>
                      <a:pt x="600794" y="557281"/>
                      <a:pt x="609091" y="555048"/>
                    </a:cubicBezTo>
                    <a:cubicBezTo>
                      <a:pt x="617463" y="552816"/>
                      <a:pt x="625016" y="547718"/>
                      <a:pt x="630187" y="540165"/>
                    </a:cubicBezTo>
                    <a:cubicBezTo>
                      <a:pt x="631192" y="538677"/>
                      <a:pt x="632122" y="537077"/>
                      <a:pt x="632941" y="535403"/>
                    </a:cubicBezTo>
                    <a:lnTo>
                      <a:pt x="693514" y="410425"/>
                    </a:lnTo>
                    <a:cubicBezTo>
                      <a:pt x="696602" y="404026"/>
                      <a:pt x="693923" y="396361"/>
                      <a:pt x="687524" y="393273"/>
                    </a:cubicBezTo>
                    <a:cubicBezTo>
                      <a:pt x="681161" y="390259"/>
                      <a:pt x="673496" y="392938"/>
                      <a:pt x="670408" y="399300"/>
                    </a:cubicBezTo>
                    <a:close/>
                    <a:moveTo>
                      <a:pt x="457954" y="387022"/>
                    </a:moveTo>
                    <a:lnTo>
                      <a:pt x="457284" y="387022"/>
                    </a:lnTo>
                    <a:cubicBezTo>
                      <a:pt x="450698" y="387022"/>
                      <a:pt x="443555" y="387877"/>
                      <a:pt x="435890" y="389812"/>
                    </a:cubicBezTo>
                    <a:cubicBezTo>
                      <a:pt x="330000" y="416341"/>
                      <a:pt x="231807" y="442647"/>
                      <a:pt x="126851" y="472635"/>
                    </a:cubicBezTo>
                    <a:cubicBezTo>
                      <a:pt x="93699" y="482123"/>
                      <a:pt x="77924" y="505079"/>
                      <a:pt x="72380" y="532352"/>
                    </a:cubicBezTo>
                    <a:cubicBezTo>
                      <a:pt x="67208" y="557690"/>
                      <a:pt x="70333" y="586935"/>
                      <a:pt x="76696" y="613315"/>
                    </a:cubicBezTo>
                    <a:lnTo>
                      <a:pt x="435112" y="517283"/>
                    </a:lnTo>
                    <a:cubicBezTo>
                      <a:pt x="434219" y="512744"/>
                      <a:pt x="433475" y="508093"/>
                      <a:pt x="432917" y="503406"/>
                    </a:cubicBezTo>
                    <a:cubicBezTo>
                      <a:pt x="427856" y="461250"/>
                      <a:pt x="437568" y="420731"/>
                      <a:pt x="457957" y="387020"/>
                    </a:cubicBezTo>
                    <a:close/>
                    <a:moveTo>
                      <a:pt x="441806" y="542060"/>
                    </a:moveTo>
                    <a:lnTo>
                      <a:pt x="71036" y="641406"/>
                    </a:lnTo>
                    <a:cubicBezTo>
                      <a:pt x="43540" y="649257"/>
                      <a:pt x="29736" y="663395"/>
                      <a:pt x="26462" y="677385"/>
                    </a:cubicBezTo>
                    <a:cubicBezTo>
                      <a:pt x="25308" y="682370"/>
                      <a:pt x="25457" y="687282"/>
                      <a:pt x="26759" y="691821"/>
                    </a:cubicBezTo>
                    <a:cubicBezTo>
                      <a:pt x="28099" y="696397"/>
                      <a:pt x="30629" y="700713"/>
                      <a:pt x="34238" y="704434"/>
                    </a:cubicBezTo>
                    <a:cubicBezTo>
                      <a:pt x="44358" y="714814"/>
                      <a:pt x="62702" y="719949"/>
                      <a:pt x="86625" y="713103"/>
                    </a:cubicBezTo>
                    <a:lnTo>
                      <a:pt x="89639" y="712285"/>
                    </a:lnTo>
                    <a:lnTo>
                      <a:pt x="89825" y="712247"/>
                    </a:lnTo>
                    <a:lnTo>
                      <a:pt x="430125" y="621053"/>
                    </a:lnTo>
                    <a:lnTo>
                      <a:pt x="481545" y="607287"/>
                    </a:lnTo>
                    <a:cubicBezTo>
                      <a:pt x="464132" y="588906"/>
                      <a:pt x="450440" y="566805"/>
                      <a:pt x="441807" y="542062"/>
                    </a:cubicBezTo>
                    <a:close/>
                    <a:moveTo>
                      <a:pt x="504425" y="627785"/>
                    </a:moveTo>
                    <a:lnTo>
                      <a:pt x="108881" y="733789"/>
                    </a:lnTo>
                    <a:lnTo>
                      <a:pt x="114722" y="755593"/>
                    </a:lnTo>
                    <a:cubicBezTo>
                      <a:pt x="116285" y="761471"/>
                      <a:pt x="120117" y="766160"/>
                      <a:pt x="125028" y="768987"/>
                    </a:cubicBezTo>
                    <a:lnTo>
                      <a:pt x="125028" y="769024"/>
                    </a:lnTo>
                    <a:cubicBezTo>
                      <a:pt x="129902" y="771814"/>
                      <a:pt x="135892" y="772782"/>
                      <a:pt x="141771" y="771219"/>
                    </a:cubicBezTo>
                    <a:lnTo>
                      <a:pt x="564815" y="657853"/>
                    </a:lnTo>
                    <a:cubicBezTo>
                      <a:pt x="542862" y="651602"/>
                      <a:pt x="522399" y="641332"/>
                      <a:pt x="504428" y="627790"/>
                    </a:cubicBezTo>
                    <a:close/>
                    <a:moveTo>
                      <a:pt x="711889" y="357923"/>
                    </a:moveTo>
                    <a:cubicBezTo>
                      <a:pt x="680226" y="333031"/>
                      <a:pt x="639075" y="320232"/>
                      <a:pt x="595913" y="325404"/>
                    </a:cubicBezTo>
                    <a:cubicBezTo>
                      <a:pt x="552790" y="330575"/>
                      <a:pt x="515806" y="352714"/>
                      <a:pt x="490947" y="384377"/>
                    </a:cubicBezTo>
                    <a:cubicBezTo>
                      <a:pt x="466056" y="416040"/>
                      <a:pt x="453257" y="457191"/>
                      <a:pt x="458428" y="500353"/>
                    </a:cubicBezTo>
                    <a:cubicBezTo>
                      <a:pt x="463600" y="543476"/>
                      <a:pt x="485738" y="580460"/>
                      <a:pt x="517401" y="605319"/>
                    </a:cubicBezTo>
                    <a:cubicBezTo>
                      <a:pt x="549064" y="630210"/>
                      <a:pt x="590215" y="643009"/>
                      <a:pt x="633378" y="637838"/>
                    </a:cubicBezTo>
                    <a:cubicBezTo>
                      <a:pt x="676500" y="632666"/>
                      <a:pt x="713485" y="610528"/>
                      <a:pt x="738343" y="578865"/>
                    </a:cubicBezTo>
                    <a:cubicBezTo>
                      <a:pt x="763235" y="547202"/>
                      <a:pt x="776033" y="506051"/>
                      <a:pt x="770862" y="462888"/>
                    </a:cubicBezTo>
                    <a:cubicBezTo>
                      <a:pt x="765728" y="419803"/>
                      <a:pt x="743552" y="382819"/>
                      <a:pt x="711889" y="357923"/>
                    </a:cubicBezTo>
                    <a:close/>
                    <a:moveTo>
                      <a:pt x="210484" y="421994"/>
                    </a:moveTo>
                    <a:lnTo>
                      <a:pt x="273847" y="403911"/>
                    </a:lnTo>
                    <a:cubicBezTo>
                      <a:pt x="274107" y="403837"/>
                      <a:pt x="274368" y="403763"/>
                      <a:pt x="274628" y="403725"/>
                    </a:cubicBezTo>
                    <a:lnTo>
                      <a:pt x="337769" y="387912"/>
                    </a:lnTo>
                    <a:lnTo>
                      <a:pt x="292376" y="228930"/>
                    </a:lnTo>
                    <a:cubicBezTo>
                      <a:pt x="291148" y="224651"/>
                      <a:pt x="292265" y="220261"/>
                      <a:pt x="294906" y="217098"/>
                    </a:cubicBezTo>
                    <a:cubicBezTo>
                      <a:pt x="312654" y="193658"/>
                      <a:pt x="320021" y="167687"/>
                      <a:pt x="319240" y="142721"/>
                    </a:cubicBezTo>
                    <a:cubicBezTo>
                      <a:pt x="318496" y="119541"/>
                      <a:pt x="310831" y="97105"/>
                      <a:pt x="297994" y="78168"/>
                    </a:cubicBezTo>
                    <a:cubicBezTo>
                      <a:pt x="285195" y="59266"/>
                      <a:pt x="267224" y="43900"/>
                      <a:pt x="245904" y="34747"/>
                    </a:cubicBezTo>
                    <a:cubicBezTo>
                      <a:pt x="222947" y="24925"/>
                      <a:pt x="195972" y="22394"/>
                      <a:pt x="167211" y="30617"/>
                    </a:cubicBezTo>
                    <a:cubicBezTo>
                      <a:pt x="138451" y="38840"/>
                      <a:pt x="116870" y="55211"/>
                      <a:pt x="102582" y="75638"/>
                    </a:cubicBezTo>
                    <a:cubicBezTo>
                      <a:pt x="89300" y="94614"/>
                      <a:pt x="82193" y="117161"/>
                      <a:pt x="81300" y="140043"/>
                    </a:cubicBezTo>
                    <a:cubicBezTo>
                      <a:pt x="80407" y="162888"/>
                      <a:pt x="85727" y="185994"/>
                      <a:pt x="97336" y="206086"/>
                    </a:cubicBezTo>
                    <a:cubicBezTo>
                      <a:pt x="109949" y="227889"/>
                      <a:pt x="130078" y="246157"/>
                      <a:pt x="157835" y="256650"/>
                    </a:cubicBezTo>
                    <a:cubicBezTo>
                      <a:pt x="161779" y="258138"/>
                      <a:pt x="164569" y="261375"/>
                      <a:pt x="165648" y="265133"/>
                    </a:cubicBezTo>
                    <a:close/>
                  </a:path>
                </a:pathLst>
              </a:custGeom>
              <a:solidFill>
                <a:schemeClr val="accent6">
                  <a:lumMod val="75000"/>
                </a:schemeClr>
              </a:solidFill>
              <a:ln w="9525" cap="flat">
                <a:solidFill>
                  <a:schemeClr val="accent6">
                    <a:lumMod val="75000"/>
                  </a:schemeClr>
                </a:solidFill>
                <a:prstDash val="solid"/>
                <a:miter/>
              </a:ln>
            </p:spPr>
            <p:txBody>
              <a:bodyPr/>
              <a:lstStyle>
                <a:defPPr>
                  <a:defRPr lang="fr-FR"/>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2827F"/>
                  </a:solidFill>
                  <a:effectLst/>
                  <a:uLnTx/>
                  <a:uFillTx/>
                  <a:latin typeface="Arial"/>
                  <a:ea typeface="+mn-ea"/>
                  <a:cs typeface="+mn-cs"/>
                </a:endParaRPr>
              </a:p>
            </p:txBody>
          </p:sp>
        </p:grpSp>
      </p:grpSp>
      <p:grpSp>
        <p:nvGrpSpPr>
          <p:cNvPr id="11" name="Groupe 10">
            <a:extLst>
              <a:ext uri="{FF2B5EF4-FFF2-40B4-BE49-F238E27FC236}">
                <a16:creationId xmlns:a16="http://schemas.microsoft.com/office/drawing/2014/main" id="{74B97B2F-5DCA-BD6D-CB09-926CB9CFA104}"/>
              </a:ext>
            </a:extLst>
          </p:cNvPr>
          <p:cNvGrpSpPr>
            <a:grpSpLocks noChangeAspect="1"/>
          </p:cNvGrpSpPr>
          <p:nvPr/>
        </p:nvGrpSpPr>
        <p:grpSpPr>
          <a:xfrm>
            <a:off x="11001871" y="6336764"/>
            <a:ext cx="1082632" cy="444130"/>
            <a:chOff x="5810" y="1578917"/>
            <a:chExt cx="559801" cy="229645"/>
          </a:xfrm>
        </p:grpSpPr>
        <p:sp>
          <p:nvSpPr>
            <p:cNvPr id="12" name="Rectangle : coins arrondis 11">
              <a:hlinkClick r:id="rId8" action="ppaction://hlinksldjump"/>
              <a:extLst>
                <a:ext uri="{FF2B5EF4-FFF2-40B4-BE49-F238E27FC236}">
                  <a16:creationId xmlns:a16="http://schemas.microsoft.com/office/drawing/2014/main" id="{CEA643C2-AD42-2BE4-20DE-00594EBFA46F}"/>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8"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3" name="Graphique 12" descr="Retour avec un remplissage uni">
              <a:hlinkClick r:id="rId8" action="ppaction://hlinksldjump"/>
              <a:extLst>
                <a:ext uri="{FF2B5EF4-FFF2-40B4-BE49-F238E27FC236}">
                  <a16:creationId xmlns:a16="http://schemas.microsoft.com/office/drawing/2014/main" id="{0AE8A5CE-DF59-2EAC-1068-6A50A00944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5507131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C5225-B4D1-FFBD-A98F-1BAB99400177}"/>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416C8AF6-A36E-4043-9EEC-93E01F56DE0C}"/>
              </a:ext>
            </a:extLst>
          </p:cNvPr>
          <p:cNvSpPr/>
          <p:nvPr/>
        </p:nvSpPr>
        <p:spPr>
          <a:xfrm>
            <a:off x="364570" y="4321630"/>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5AE2F195-09FA-521A-7608-EA722C73ED6E}"/>
              </a:ext>
            </a:extLst>
          </p:cNvPr>
          <p:cNvSpPr/>
          <p:nvPr/>
        </p:nvSpPr>
        <p:spPr>
          <a:xfrm>
            <a:off x="364569" y="2729756"/>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FB00D21D-89D7-F908-47BD-1F27C6D6E9F1}"/>
              </a:ext>
            </a:extLst>
          </p:cNvPr>
          <p:cNvSpPr/>
          <p:nvPr/>
        </p:nvSpPr>
        <p:spPr>
          <a:xfrm>
            <a:off x="364570" y="1198718"/>
            <a:ext cx="11418170" cy="1404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151" name="ZoneTexte 150">
            <a:hlinkClick r:id="rId3" action="ppaction://hlinksldjump"/>
            <a:extLst>
              <a:ext uri="{FF2B5EF4-FFF2-40B4-BE49-F238E27FC236}">
                <a16:creationId xmlns:a16="http://schemas.microsoft.com/office/drawing/2014/main" id="{1DE96E09-BA61-0BB2-DD3A-ADA4AF66295D}"/>
              </a:ext>
            </a:extLst>
          </p:cNvPr>
          <p:cNvSpPr txBox="1"/>
          <p:nvPr/>
        </p:nvSpPr>
        <p:spPr>
          <a:xfrm>
            <a:off x="2259470" y="1239099"/>
            <a:ext cx="76283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COMPRENDRE ET S’INFORMER</a:t>
            </a:r>
            <a:endParaRPr kumimoji="0" lang="fr-FR" sz="1400" b="0" i="0" u="none" strike="noStrike" kern="1200" cap="none" spc="0" normalizeH="0" baseline="0" noProof="0">
              <a:ln>
                <a:noFill/>
              </a:ln>
              <a:solidFill>
                <a:srgbClr val="306A92"/>
              </a:solidFill>
              <a:effectLst/>
              <a:uLnTx/>
              <a:uFillTx/>
              <a:latin typeface="Avenir LT Std 55 Roman" panose="020B0503020203020204" pitchFamily="34" charset="0"/>
              <a:ea typeface="+mn-ea"/>
              <a:cs typeface="+mn-cs"/>
            </a:endParaRPr>
          </a:p>
        </p:txBody>
      </p:sp>
      <p:sp>
        <p:nvSpPr>
          <p:cNvPr id="124" name="ZoneTexte 123">
            <a:hlinkClick r:id="" action="ppaction://noaction"/>
            <a:extLst>
              <a:ext uri="{FF2B5EF4-FFF2-40B4-BE49-F238E27FC236}">
                <a16:creationId xmlns:a16="http://schemas.microsoft.com/office/drawing/2014/main" id="{62FD3068-512D-0CF6-A1E5-5766E7DB96FB}"/>
              </a:ext>
            </a:extLst>
          </p:cNvPr>
          <p:cNvSpPr txBox="1"/>
          <p:nvPr/>
        </p:nvSpPr>
        <p:spPr>
          <a:xfrm>
            <a:off x="2948047" y="4376312"/>
            <a:ext cx="6556016"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A4C8E1">
                    <a:lumMod val="50000"/>
                  </a:srgbClr>
                </a:solidFill>
                <a:effectLst/>
                <a:uLnTx/>
                <a:uFillTx/>
                <a:latin typeface="Avenir LT Std 65 Medium" panose="020B0803020203020204" pitchFamily="34" charset="0"/>
                <a:ea typeface="+mn-ea"/>
                <a:cs typeface="+mn-cs"/>
              </a:rPr>
              <a:t>COMMENT ACCOMPAGNER ET TRAITER LES SITUATIONS DIFFICILES</a:t>
            </a:r>
          </a:p>
        </p:txBody>
      </p:sp>
      <p:sp>
        <p:nvSpPr>
          <p:cNvPr id="126" name="ZoneTexte 125">
            <a:hlinkClick r:id="" action="ppaction://noaction"/>
            <a:extLst>
              <a:ext uri="{FF2B5EF4-FFF2-40B4-BE49-F238E27FC236}">
                <a16:creationId xmlns:a16="http://schemas.microsoft.com/office/drawing/2014/main" id="{A97298B7-EB3F-EC52-A234-DC5436B49FBC}"/>
              </a:ext>
            </a:extLst>
          </p:cNvPr>
          <p:cNvSpPr txBox="1"/>
          <p:nvPr/>
        </p:nvSpPr>
        <p:spPr>
          <a:xfrm>
            <a:off x="2419733" y="2811617"/>
            <a:ext cx="735253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A4C8E1">
                    <a:lumMod val="50000"/>
                  </a:srgbClr>
                </a:solidFill>
                <a:effectLst/>
                <a:uLnTx/>
                <a:uFillTx/>
                <a:latin typeface="Avenir LT Std 65 Medium" panose="020B0803020203020204" pitchFamily="34" charset="0"/>
                <a:ea typeface="+mn-ea"/>
                <a:cs typeface="+mn-cs"/>
              </a:rPr>
              <a:t>COMMENT AGIR POUR PRÉVENIR LES RPS</a:t>
            </a:r>
            <a:endParaRPr kumimoji="0" lang="fr-FR" sz="1400" b="0" i="0" u="none" strike="noStrike" kern="1200" cap="none" spc="0" normalizeH="0" baseline="0" noProof="0">
              <a:ln>
                <a:noFill/>
              </a:ln>
              <a:solidFill>
                <a:srgbClr val="A4C8E1">
                  <a:lumMod val="50000"/>
                </a:srgbClr>
              </a:solidFill>
              <a:effectLst/>
              <a:uLnTx/>
              <a:uFillTx/>
              <a:latin typeface="Avenir LT Std 55 Roman" panose="020B0503020203020204" pitchFamily="34" charset="0"/>
              <a:ea typeface="+mn-ea"/>
              <a:cs typeface="+mn-cs"/>
            </a:endParaRPr>
          </a:p>
        </p:txBody>
      </p:sp>
      <p:grpSp>
        <p:nvGrpSpPr>
          <p:cNvPr id="16" name="Groupe 15">
            <a:extLst>
              <a:ext uri="{FF2B5EF4-FFF2-40B4-BE49-F238E27FC236}">
                <a16:creationId xmlns:a16="http://schemas.microsoft.com/office/drawing/2014/main" id="{5F53F794-9A24-8605-7B8A-0E079C947BB4}"/>
              </a:ext>
            </a:extLst>
          </p:cNvPr>
          <p:cNvGrpSpPr/>
          <p:nvPr/>
        </p:nvGrpSpPr>
        <p:grpSpPr>
          <a:xfrm>
            <a:off x="5569655" y="4698449"/>
            <a:ext cx="1008000" cy="849386"/>
            <a:chOff x="6911977" y="2672115"/>
            <a:chExt cx="1008000" cy="849386"/>
          </a:xfrm>
        </p:grpSpPr>
        <p:sp>
          <p:nvSpPr>
            <p:cNvPr id="15" name="Rectangle : coins arrondis 14">
              <a:extLst>
                <a:ext uri="{FF2B5EF4-FFF2-40B4-BE49-F238E27FC236}">
                  <a16:creationId xmlns:a16="http://schemas.microsoft.com/office/drawing/2014/main" id="{6F98A5B3-BFCE-AF22-6808-F6951180F4E8}"/>
                </a:ext>
              </a:extLst>
            </p:cNvPr>
            <p:cNvSpPr/>
            <p:nvPr/>
          </p:nvSpPr>
          <p:spPr>
            <a:xfrm>
              <a:off x="6995317" y="2672115"/>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8" name="Image 17">
              <a:hlinkClick r:id="" action="ppaction://noaction"/>
              <a:extLst>
                <a:ext uri="{FF2B5EF4-FFF2-40B4-BE49-F238E27FC236}">
                  <a16:creationId xmlns:a16="http://schemas.microsoft.com/office/drawing/2014/main" id="{C55E12AB-7AFF-8032-168A-B834B5388767}"/>
                </a:ext>
              </a:extLst>
            </p:cNvPr>
            <p:cNvPicPr>
              <a:picLocks noChangeAspect="1"/>
            </p:cNvPicPr>
            <p:nvPr/>
          </p:nvPicPr>
          <p:blipFill>
            <a:blip r:embed="rId4">
              <a:duotone>
                <a:schemeClr val="bg2">
                  <a:shade val="45000"/>
                  <a:satMod val="135000"/>
                </a:schemeClr>
                <a:prstClr val="white"/>
              </a:duotone>
            </a:blip>
            <a:stretch>
              <a:fillRect/>
            </a:stretch>
          </p:blipFill>
          <p:spPr>
            <a:xfrm>
              <a:off x="6911977" y="2821363"/>
              <a:ext cx="1008000" cy="700138"/>
            </a:xfrm>
            <a:prstGeom prst="rect">
              <a:avLst/>
            </a:prstGeom>
          </p:spPr>
        </p:pic>
      </p:grpSp>
      <p:grpSp>
        <p:nvGrpSpPr>
          <p:cNvPr id="22" name="Groupe 21">
            <a:extLst>
              <a:ext uri="{FF2B5EF4-FFF2-40B4-BE49-F238E27FC236}">
                <a16:creationId xmlns:a16="http://schemas.microsoft.com/office/drawing/2014/main" id="{FCE3AFEF-4D0F-3145-07E1-55BFF3267B02}"/>
              </a:ext>
            </a:extLst>
          </p:cNvPr>
          <p:cNvGrpSpPr/>
          <p:nvPr/>
        </p:nvGrpSpPr>
        <p:grpSpPr>
          <a:xfrm>
            <a:off x="5652995" y="3146735"/>
            <a:ext cx="841321" cy="841321"/>
            <a:chOff x="8172481" y="3424452"/>
            <a:chExt cx="841321" cy="841321"/>
          </a:xfrm>
        </p:grpSpPr>
        <p:sp>
          <p:nvSpPr>
            <p:cNvPr id="21" name="Rectangle : coins arrondis 20">
              <a:extLst>
                <a:ext uri="{FF2B5EF4-FFF2-40B4-BE49-F238E27FC236}">
                  <a16:creationId xmlns:a16="http://schemas.microsoft.com/office/drawing/2014/main" id="{C3A24A98-2B03-F7D8-3472-5EB793DE9F70}"/>
                </a:ext>
              </a:extLst>
            </p:cNvPr>
            <p:cNvSpPr/>
            <p:nvPr/>
          </p:nvSpPr>
          <p:spPr>
            <a:xfrm>
              <a:off x="8172481" y="3424452"/>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1" name="Image 10">
              <a:hlinkClick r:id="" action="ppaction://noaction"/>
              <a:extLst>
                <a:ext uri="{FF2B5EF4-FFF2-40B4-BE49-F238E27FC236}">
                  <a16:creationId xmlns:a16="http://schemas.microsoft.com/office/drawing/2014/main" id="{81DBD956-2097-27AB-3E5A-F8FE55C053CE}"/>
                </a:ext>
              </a:extLst>
            </p:cNvPr>
            <p:cNvPicPr>
              <a:picLocks noChangeAspect="1"/>
            </p:cNvPicPr>
            <p:nvPr/>
          </p:nvPicPr>
          <p:blipFill>
            <a:blip r:embed="rId5">
              <a:duotone>
                <a:schemeClr val="bg2">
                  <a:shade val="45000"/>
                  <a:satMod val="135000"/>
                </a:schemeClr>
                <a:prstClr val="white"/>
              </a:duotone>
            </a:blip>
            <a:stretch>
              <a:fillRect/>
            </a:stretch>
          </p:blipFill>
          <p:spPr>
            <a:xfrm>
              <a:off x="8288315" y="3500658"/>
              <a:ext cx="609653" cy="688908"/>
            </a:xfrm>
            <a:prstGeom prst="rect">
              <a:avLst/>
            </a:prstGeom>
          </p:spPr>
        </p:pic>
      </p:grpSp>
      <p:grpSp>
        <p:nvGrpSpPr>
          <p:cNvPr id="27" name="Groupe 26">
            <a:extLst>
              <a:ext uri="{FF2B5EF4-FFF2-40B4-BE49-F238E27FC236}">
                <a16:creationId xmlns:a16="http://schemas.microsoft.com/office/drawing/2014/main" id="{8824BD51-0BF6-0558-5D51-7A8F4A125B52}"/>
              </a:ext>
            </a:extLst>
          </p:cNvPr>
          <p:cNvGrpSpPr/>
          <p:nvPr/>
        </p:nvGrpSpPr>
        <p:grpSpPr>
          <a:xfrm>
            <a:off x="5652995" y="1572744"/>
            <a:ext cx="841321" cy="841321"/>
            <a:chOff x="6942958" y="5245134"/>
            <a:chExt cx="841321" cy="841321"/>
          </a:xfrm>
        </p:grpSpPr>
        <p:sp>
          <p:nvSpPr>
            <p:cNvPr id="23" name="Rectangle : coins arrondis 22">
              <a:extLst>
                <a:ext uri="{FF2B5EF4-FFF2-40B4-BE49-F238E27FC236}">
                  <a16:creationId xmlns:a16="http://schemas.microsoft.com/office/drawing/2014/main" id="{C427BF0B-AF17-403A-4C91-7BDEF78C8355}"/>
                </a:ext>
              </a:extLst>
            </p:cNvPr>
            <p:cNvSpPr/>
            <p:nvPr/>
          </p:nvSpPr>
          <p:spPr>
            <a:xfrm>
              <a:off x="6942958" y="5245134"/>
              <a:ext cx="841321" cy="841321"/>
            </a:xfrm>
            <a:prstGeom prst="roundRect">
              <a:avLst/>
            </a:prstGeom>
            <a:solidFill>
              <a:schemeClr val="accent3">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13" name="Image 12">
              <a:hlinkClick r:id="rId3" action="ppaction://hlinksldjump"/>
              <a:extLst>
                <a:ext uri="{FF2B5EF4-FFF2-40B4-BE49-F238E27FC236}">
                  <a16:creationId xmlns:a16="http://schemas.microsoft.com/office/drawing/2014/main" id="{286509CA-6744-2623-23D0-5DFD440F97CF}"/>
                </a:ext>
              </a:extLst>
            </p:cNvPr>
            <p:cNvPicPr>
              <a:picLocks noChangeAspect="1"/>
            </p:cNvPicPr>
            <p:nvPr/>
          </p:nvPicPr>
          <p:blipFill>
            <a:blip r:embed="rId6">
              <a:duotone>
                <a:schemeClr val="bg2">
                  <a:shade val="45000"/>
                  <a:satMod val="135000"/>
                </a:schemeClr>
                <a:prstClr val="white"/>
              </a:duotone>
            </a:blip>
            <a:stretch>
              <a:fillRect/>
            </a:stretch>
          </p:blipFill>
          <p:spPr>
            <a:xfrm>
              <a:off x="6949618" y="5373559"/>
              <a:ext cx="828000" cy="584470"/>
            </a:xfrm>
            <a:prstGeom prst="rect">
              <a:avLst/>
            </a:prstGeom>
          </p:spPr>
        </p:pic>
      </p:grpSp>
      <p:grpSp>
        <p:nvGrpSpPr>
          <p:cNvPr id="2" name="Groupe 1">
            <a:extLst>
              <a:ext uri="{FF2B5EF4-FFF2-40B4-BE49-F238E27FC236}">
                <a16:creationId xmlns:a16="http://schemas.microsoft.com/office/drawing/2014/main" id="{42E1FD9B-7898-4041-0BCF-1AC79E13B43D}"/>
              </a:ext>
            </a:extLst>
          </p:cNvPr>
          <p:cNvGrpSpPr>
            <a:grpSpLocks noChangeAspect="1"/>
          </p:cNvGrpSpPr>
          <p:nvPr/>
        </p:nvGrpSpPr>
        <p:grpSpPr>
          <a:xfrm>
            <a:off x="11001871" y="6336764"/>
            <a:ext cx="1082632" cy="444130"/>
            <a:chOff x="5810" y="1578917"/>
            <a:chExt cx="559801" cy="229645"/>
          </a:xfrm>
        </p:grpSpPr>
        <p:sp>
          <p:nvSpPr>
            <p:cNvPr id="4" name="Rectangle : coins arrondis 3">
              <a:hlinkClick r:id="rId7" action="ppaction://hlinksldjump"/>
              <a:extLst>
                <a:ext uri="{FF2B5EF4-FFF2-40B4-BE49-F238E27FC236}">
                  <a16:creationId xmlns:a16="http://schemas.microsoft.com/office/drawing/2014/main" id="{D0F50ACE-AE30-607D-762F-D10955F30E77}"/>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7"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6" name="Graphique 5" descr="Retour avec un remplissage uni">
              <a:hlinkClick r:id="rId7" action="ppaction://hlinksldjump"/>
              <a:extLst>
                <a:ext uri="{FF2B5EF4-FFF2-40B4-BE49-F238E27FC236}">
                  <a16:creationId xmlns:a16="http://schemas.microsoft.com/office/drawing/2014/main" id="{7023C8E8-6010-DDBF-0BCA-0B6BC352FF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060" y="1578917"/>
              <a:ext cx="229645" cy="229645"/>
            </a:xfrm>
            <a:prstGeom prst="rect">
              <a:avLst/>
            </a:prstGeom>
          </p:spPr>
        </p:pic>
      </p:grpSp>
      <p:sp>
        <p:nvSpPr>
          <p:cNvPr id="7" name="Rectangle : coins arrondis 6">
            <a:extLst>
              <a:ext uri="{FF2B5EF4-FFF2-40B4-BE49-F238E27FC236}">
                <a16:creationId xmlns:a16="http://schemas.microsoft.com/office/drawing/2014/main" id="{A872EB1B-6710-27FA-4E66-F39BA76128CA}"/>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12" name="Forme libre : forme 11">
            <a:hlinkClick r:id="" action="ppaction://noaction"/>
            <a:extLst>
              <a:ext uri="{FF2B5EF4-FFF2-40B4-BE49-F238E27FC236}">
                <a16:creationId xmlns:a16="http://schemas.microsoft.com/office/drawing/2014/main" id="{5C5D9F80-6163-E5D8-EC30-A8B4C139FA55}"/>
              </a:ext>
            </a:extLst>
          </p:cNvPr>
          <p:cNvSpPr>
            <a:spLocks noChangeAspect="1"/>
          </p:cNvSpPr>
          <p:nvPr/>
        </p:nvSpPr>
        <p:spPr>
          <a:xfrm rot="18678108">
            <a:off x="6469479" y="3587084"/>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orme libre : forme 24">
            <a:hlinkClick r:id="rId3" action="ppaction://hlinksldjump"/>
            <a:extLst>
              <a:ext uri="{FF2B5EF4-FFF2-40B4-BE49-F238E27FC236}">
                <a16:creationId xmlns:a16="http://schemas.microsoft.com/office/drawing/2014/main" id="{F381CD12-AE87-AAAF-9213-9290F7F20D38}"/>
              </a:ext>
            </a:extLst>
          </p:cNvPr>
          <p:cNvSpPr>
            <a:spLocks noChangeAspect="1"/>
          </p:cNvSpPr>
          <p:nvPr/>
        </p:nvSpPr>
        <p:spPr>
          <a:xfrm rot="18678108">
            <a:off x="6469479" y="2059491"/>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orme libre : forme 25">
            <a:hlinkClick r:id="" action="ppaction://noaction"/>
            <a:extLst>
              <a:ext uri="{FF2B5EF4-FFF2-40B4-BE49-F238E27FC236}">
                <a16:creationId xmlns:a16="http://schemas.microsoft.com/office/drawing/2014/main" id="{56B6163C-E9FA-991B-B544-8FD67982B5FA}"/>
              </a:ext>
            </a:extLst>
          </p:cNvPr>
          <p:cNvSpPr>
            <a:spLocks noChangeAspect="1"/>
          </p:cNvSpPr>
          <p:nvPr/>
        </p:nvSpPr>
        <p:spPr>
          <a:xfrm rot="18678108">
            <a:off x="6469479" y="5145916"/>
            <a:ext cx="360000" cy="537218"/>
          </a:xfrm>
          <a:custGeom>
            <a:avLst/>
            <a:gdLst>
              <a:gd name="csX0" fmla="*/ 238034 w 599990"/>
              <a:gd name="csY0" fmla="*/ -952 h 895350"/>
              <a:gd name="csX1" fmla="*/ 218984 w 599990"/>
              <a:gd name="csY1" fmla="*/ 18098 h 895350"/>
              <a:gd name="csX2" fmla="*/ 218984 w 599990"/>
              <a:gd name="csY2" fmla="*/ 132398 h 895350"/>
              <a:gd name="csX3" fmla="*/ 238034 w 599990"/>
              <a:gd name="csY3" fmla="*/ 151448 h 895350"/>
              <a:gd name="csX4" fmla="*/ 257084 w 599990"/>
              <a:gd name="csY4" fmla="*/ 132398 h 895350"/>
              <a:gd name="csX5" fmla="*/ 257084 w 599990"/>
              <a:gd name="csY5" fmla="*/ 18098 h 895350"/>
              <a:gd name="csX6" fmla="*/ 238034 w 599990"/>
              <a:gd name="csY6" fmla="*/ -952 h 895350"/>
              <a:gd name="csX7" fmla="*/ 458300 w 599990"/>
              <a:gd name="csY7" fmla="*/ 122873 h 895350"/>
              <a:gd name="csX8" fmla="*/ 447584 w 599990"/>
              <a:gd name="csY8" fmla="*/ 125551 h 895350"/>
              <a:gd name="csX9" fmla="*/ 348465 w 599990"/>
              <a:gd name="csY9" fmla="*/ 182701 h 895350"/>
              <a:gd name="csX10" fmla="*/ 341619 w 599990"/>
              <a:gd name="csY10" fmla="*/ 208598 h 895350"/>
              <a:gd name="csX11" fmla="*/ 367515 w 599990"/>
              <a:gd name="csY11" fmla="*/ 215444 h 895350"/>
              <a:gd name="csX12" fmla="*/ 466634 w 599990"/>
              <a:gd name="csY12" fmla="*/ 158294 h 895350"/>
              <a:gd name="csX13" fmla="*/ 473481 w 599990"/>
              <a:gd name="csY13" fmla="*/ 132398 h 895350"/>
              <a:gd name="csX14" fmla="*/ 458300 w 599990"/>
              <a:gd name="csY14" fmla="*/ 122873 h 895350"/>
              <a:gd name="csX15" fmla="*/ 16875 w 599990"/>
              <a:gd name="csY15" fmla="*/ 123168 h 895350"/>
              <a:gd name="csX16" fmla="*/ 2588 w 599990"/>
              <a:gd name="csY16" fmla="*/ 132396 h 895350"/>
              <a:gd name="csX17" fmla="*/ 9434 w 599990"/>
              <a:gd name="csY17" fmla="*/ 158293 h 895350"/>
              <a:gd name="csX18" fmla="*/ 108553 w 599990"/>
              <a:gd name="csY18" fmla="*/ 215443 h 895350"/>
              <a:gd name="csX19" fmla="*/ 134450 w 599990"/>
              <a:gd name="csY19" fmla="*/ 208596 h 895350"/>
              <a:gd name="csX20" fmla="*/ 127603 w 599990"/>
              <a:gd name="csY20" fmla="*/ 182699 h 895350"/>
              <a:gd name="csX21" fmla="*/ 28484 w 599990"/>
              <a:gd name="csY21" fmla="*/ 125549 h 895350"/>
              <a:gd name="csX22" fmla="*/ 16875 w 599990"/>
              <a:gd name="csY22" fmla="*/ 123168 h 895350"/>
              <a:gd name="csX23" fmla="*/ 238034 w 599990"/>
              <a:gd name="csY23" fmla="*/ 189548 h 895350"/>
              <a:gd name="csX24" fmla="*/ 161834 w 599990"/>
              <a:gd name="csY24" fmla="*/ 265748 h 895350"/>
              <a:gd name="csX25" fmla="*/ 161834 w 599990"/>
              <a:gd name="csY25" fmla="*/ 508932 h 895350"/>
              <a:gd name="csX26" fmla="*/ 102303 w 599990"/>
              <a:gd name="csY26" fmla="*/ 449104 h 895350"/>
              <a:gd name="csX27" fmla="*/ 11815 w 599990"/>
              <a:gd name="csY27" fmla="*/ 501788 h 895350"/>
              <a:gd name="csX28" fmla="*/ 20150 w 599990"/>
              <a:gd name="csY28" fmla="*/ 567869 h 895350"/>
              <a:gd name="csX29" fmla="*/ 204697 w 599990"/>
              <a:gd name="csY29" fmla="*/ 887849 h 895350"/>
              <a:gd name="csX30" fmla="*/ 218984 w 599990"/>
              <a:gd name="csY30" fmla="*/ 894398 h 895350"/>
              <a:gd name="csX31" fmla="*/ 476159 w 599990"/>
              <a:gd name="csY31" fmla="*/ 894398 h 895350"/>
              <a:gd name="csX32" fmla="*/ 487470 w 599990"/>
              <a:gd name="csY32" fmla="*/ 890529 h 895350"/>
              <a:gd name="csX33" fmla="*/ 555336 w 599990"/>
              <a:gd name="csY33" fmla="*/ 794385 h 895350"/>
              <a:gd name="csX34" fmla="*/ 594925 w 599990"/>
              <a:gd name="csY34" fmla="*/ 658654 h 895350"/>
              <a:gd name="csX35" fmla="*/ 591947 w 599990"/>
              <a:gd name="csY35" fmla="*/ 529471 h 895350"/>
              <a:gd name="csX36" fmla="*/ 516343 w 599990"/>
              <a:gd name="csY36" fmla="*/ 456248 h 895350"/>
              <a:gd name="csX37" fmla="*/ 488959 w 599990"/>
              <a:gd name="csY37" fmla="*/ 458926 h 895350"/>
              <a:gd name="csX38" fmla="*/ 468718 w 599990"/>
              <a:gd name="csY38" fmla="*/ 431245 h 895350"/>
              <a:gd name="csX39" fmla="*/ 428237 w 599990"/>
              <a:gd name="csY39" fmla="*/ 418148 h 895350"/>
              <a:gd name="csX40" fmla="*/ 397578 w 599990"/>
              <a:gd name="csY40" fmla="*/ 428863 h 895350"/>
              <a:gd name="csX41" fmla="*/ 383886 w 599990"/>
              <a:gd name="csY41" fmla="*/ 412195 h 895350"/>
              <a:gd name="csX42" fmla="*/ 342809 w 599990"/>
              <a:gd name="csY42" fmla="*/ 399098 h 895350"/>
              <a:gd name="csX43" fmla="*/ 314234 w 599990"/>
              <a:gd name="csY43" fmla="*/ 405646 h 895350"/>
              <a:gd name="csX44" fmla="*/ 314234 w 599990"/>
              <a:gd name="csY44" fmla="*/ 265748 h 895350"/>
              <a:gd name="csX45" fmla="*/ 238034 w 599990"/>
              <a:gd name="csY45" fmla="*/ 189548 h 895350"/>
              <a:gd name="csX46" fmla="*/ 238034 w 599990"/>
              <a:gd name="csY46" fmla="*/ 227648 h 895350"/>
              <a:gd name="csX47" fmla="*/ 276134 w 599990"/>
              <a:gd name="csY47" fmla="*/ 265748 h 895350"/>
              <a:gd name="csX48" fmla="*/ 276134 w 599990"/>
              <a:gd name="csY48" fmla="*/ 446723 h 895350"/>
              <a:gd name="csX49" fmla="*/ 291017 w 599990"/>
              <a:gd name="csY49" fmla="*/ 465476 h 895350"/>
              <a:gd name="csX50" fmla="*/ 312448 w 599990"/>
              <a:gd name="csY50" fmla="*/ 455057 h 895350"/>
              <a:gd name="csX51" fmla="*/ 342809 w 599990"/>
              <a:gd name="csY51" fmla="*/ 437198 h 895350"/>
              <a:gd name="csX52" fmla="*/ 361562 w 599990"/>
              <a:gd name="csY52" fmla="*/ 443151 h 895350"/>
              <a:gd name="csX53" fmla="*/ 371384 w 599990"/>
              <a:gd name="csY53" fmla="*/ 465773 h 895350"/>
              <a:gd name="csX54" fmla="*/ 385969 w 599990"/>
              <a:gd name="csY54" fmla="*/ 484227 h 895350"/>
              <a:gd name="csX55" fmla="*/ 407400 w 599990"/>
              <a:gd name="csY55" fmla="*/ 474404 h 895350"/>
              <a:gd name="csX56" fmla="*/ 428831 w 599990"/>
              <a:gd name="csY56" fmla="*/ 456248 h 895350"/>
              <a:gd name="csX57" fmla="*/ 446691 w 599990"/>
              <a:gd name="csY57" fmla="*/ 462201 h 895350"/>
              <a:gd name="csX58" fmla="*/ 457109 w 599990"/>
              <a:gd name="csY58" fmla="*/ 484823 h 895350"/>
              <a:gd name="csX59" fmla="*/ 468420 w 599990"/>
              <a:gd name="csY59" fmla="*/ 502385 h 895350"/>
              <a:gd name="csX60" fmla="*/ 489256 w 599990"/>
              <a:gd name="csY60" fmla="*/ 498813 h 895350"/>
              <a:gd name="csX61" fmla="*/ 512771 w 599990"/>
              <a:gd name="csY61" fmla="*/ 494348 h 895350"/>
              <a:gd name="csX62" fmla="*/ 555336 w 599990"/>
              <a:gd name="csY62" fmla="*/ 539888 h 895350"/>
              <a:gd name="csX63" fmla="*/ 557122 w 599990"/>
              <a:gd name="csY63" fmla="*/ 652701 h 895350"/>
              <a:gd name="csX64" fmla="*/ 520510 w 599990"/>
              <a:gd name="csY64" fmla="*/ 778907 h 895350"/>
              <a:gd name="csX65" fmla="*/ 468420 w 599990"/>
              <a:gd name="csY65" fmla="*/ 856298 h 895350"/>
              <a:gd name="csX66" fmla="*/ 228212 w 599990"/>
              <a:gd name="csY66" fmla="*/ 856298 h 895350"/>
              <a:gd name="csX67" fmla="*/ 55869 w 599990"/>
              <a:gd name="csY67" fmla="*/ 554176 h 895350"/>
              <a:gd name="csX68" fmla="*/ 48428 w 599990"/>
              <a:gd name="csY68" fmla="*/ 511910 h 895350"/>
              <a:gd name="csX69" fmla="*/ 92183 w 599990"/>
              <a:gd name="csY69" fmla="*/ 485716 h 895350"/>
              <a:gd name="csX70" fmla="*/ 126115 w 599990"/>
              <a:gd name="csY70" fmla="*/ 522327 h 895350"/>
              <a:gd name="csX71" fmla="*/ 163918 w 599990"/>
              <a:gd name="csY71" fmla="*/ 598229 h 895350"/>
              <a:gd name="csX72" fmla="*/ 185350 w 599990"/>
              <a:gd name="csY72" fmla="*/ 608052 h 895350"/>
              <a:gd name="csX73" fmla="*/ 199934 w 599990"/>
              <a:gd name="csY73" fmla="*/ 589598 h 895350"/>
              <a:gd name="csX74" fmla="*/ 199934 w 599990"/>
              <a:gd name="csY74" fmla="*/ 265748 h 895350"/>
              <a:gd name="csX75" fmla="*/ 238034 w 599990"/>
              <a:gd name="csY75" fmla="*/ 227648 h 895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99990" h="895350">
                <a:moveTo>
                  <a:pt x="238034" y="-952"/>
                </a:moveTo>
                <a:cubicBezTo>
                  <a:pt x="227513" y="-952"/>
                  <a:pt x="218984" y="7576"/>
                  <a:pt x="218984" y="18098"/>
                </a:cubicBezTo>
                <a:lnTo>
                  <a:pt x="218984" y="132398"/>
                </a:lnTo>
                <a:cubicBezTo>
                  <a:pt x="218984" y="142919"/>
                  <a:pt x="227513" y="151448"/>
                  <a:pt x="238034" y="151448"/>
                </a:cubicBezTo>
                <a:cubicBezTo>
                  <a:pt x="248556" y="151448"/>
                  <a:pt x="257084" y="142919"/>
                  <a:pt x="257084" y="132398"/>
                </a:cubicBezTo>
                <a:lnTo>
                  <a:pt x="257084" y="18098"/>
                </a:lnTo>
                <a:cubicBezTo>
                  <a:pt x="257084" y="7576"/>
                  <a:pt x="248556" y="-952"/>
                  <a:pt x="238034" y="-952"/>
                </a:cubicBezTo>
                <a:close/>
                <a:moveTo>
                  <a:pt x="458300" y="122873"/>
                </a:moveTo>
                <a:cubicBezTo>
                  <a:pt x="454885" y="122777"/>
                  <a:pt x="451301" y="123711"/>
                  <a:pt x="447584" y="125551"/>
                </a:cubicBezTo>
                <a:lnTo>
                  <a:pt x="348465" y="182701"/>
                </a:lnTo>
                <a:cubicBezTo>
                  <a:pt x="339354" y="187963"/>
                  <a:pt x="336358" y="199486"/>
                  <a:pt x="341619" y="208598"/>
                </a:cubicBezTo>
                <a:cubicBezTo>
                  <a:pt x="346879" y="217709"/>
                  <a:pt x="358403" y="220704"/>
                  <a:pt x="367515" y="215444"/>
                </a:cubicBezTo>
                <a:lnTo>
                  <a:pt x="466634" y="158294"/>
                </a:lnTo>
                <a:cubicBezTo>
                  <a:pt x="475747" y="153032"/>
                  <a:pt x="478741" y="141509"/>
                  <a:pt x="473481" y="132398"/>
                </a:cubicBezTo>
                <a:cubicBezTo>
                  <a:pt x="469177" y="125970"/>
                  <a:pt x="463991" y="123010"/>
                  <a:pt x="458300" y="122873"/>
                </a:cubicBezTo>
                <a:close/>
                <a:moveTo>
                  <a:pt x="16875" y="123168"/>
                </a:moveTo>
                <a:cubicBezTo>
                  <a:pt x="10985" y="123778"/>
                  <a:pt x="6126" y="127277"/>
                  <a:pt x="2588" y="132396"/>
                </a:cubicBezTo>
                <a:cubicBezTo>
                  <a:pt x="-2672" y="141508"/>
                  <a:pt x="322" y="153030"/>
                  <a:pt x="9434" y="158293"/>
                </a:cubicBezTo>
                <a:lnTo>
                  <a:pt x="108553" y="215443"/>
                </a:lnTo>
                <a:cubicBezTo>
                  <a:pt x="117665" y="220702"/>
                  <a:pt x="129189" y="217708"/>
                  <a:pt x="134450" y="208596"/>
                </a:cubicBezTo>
                <a:cubicBezTo>
                  <a:pt x="139710" y="199484"/>
                  <a:pt x="136716" y="187961"/>
                  <a:pt x="127603" y="182699"/>
                </a:cubicBezTo>
                <a:lnTo>
                  <a:pt x="28484" y="125549"/>
                </a:lnTo>
                <a:cubicBezTo>
                  <a:pt x="24376" y="123399"/>
                  <a:pt x="20410" y="122805"/>
                  <a:pt x="16875" y="123168"/>
                </a:cubicBezTo>
                <a:close/>
                <a:moveTo>
                  <a:pt x="238034" y="189548"/>
                </a:moveTo>
                <a:cubicBezTo>
                  <a:pt x="196149" y="189548"/>
                  <a:pt x="161834" y="223862"/>
                  <a:pt x="161834" y="265748"/>
                </a:cubicBezTo>
                <a:lnTo>
                  <a:pt x="161834" y="508932"/>
                </a:lnTo>
                <a:cubicBezTo>
                  <a:pt x="150037" y="483432"/>
                  <a:pt x="128865" y="455869"/>
                  <a:pt x="102303" y="449104"/>
                </a:cubicBezTo>
                <a:cubicBezTo>
                  <a:pt x="66164" y="439292"/>
                  <a:pt x="21897" y="468203"/>
                  <a:pt x="11815" y="501788"/>
                </a:cubicBezTo>
                <a:cubicBezTo>
                  <a:pt x="6677" y="520510"/>
                  <a:pt x="10027" y="541814"/>
                  <a:pt x="20150" y="567869"/>
                </a:cubicBezTo>
                <a:cubicBezTo>
                  <a:pt x="69636" y="686864"/>
                  <a:pt x="130566" y="801107"/>
                  <a:pt x="204697" y="887849"/>
                </a:cubicBezTo>
                <a:cubicBezTo>
                  <a:pt x="208241" y="891925"/>
                  <a:pt x="213584" y="894373"/>
                  <a:pt x="218984" y="894398"/>
                </a:cubicBezTo>
                <a:lnTo>
                  <a:pt x="476159" y="894398"/>
                </a:lnTo>
                <a:cubicBezTo>
                  <a:pt x="480212" y="894398"/>
                  <a:pt x="484240" y="892978"/>
                  <a:pt x="487470" y="890529"/>
                </a:cubicBezTo>
                <a:cubicBezTo>
                  <a:pt x="514890" y="870215"/>
                  <a:pt x="536990" y="835614"/>
                  <a:pt x="555336" y="794385"/>
                </a:cubicBezTo>
                <a:cubicBezTo>
                  <a:pt x="573682" y="753156"/>
                  <a:pt x="587726" y="705329"/>
                  <a:pt x="594925" y="658654"/>
                </a:cubicBezTo>
                <a:cubicBezTo>
                  <a:pt x="602125" y="611979"/>
                  <a:pt x="602095" y="568272"/>
                  <a:pt x="591947" y="529471"/>
                </a:cubicBezTo>
                <a:cubicBezTo>
                  <a:pt x="582153" y="492024"/>
                  <a:pt x="555734" y="460859"/>
                  <a:pt x="516343" y="456248"/>
                </a:cubicBezTo>
                <a:cubicBezTo>
                  <a:pt x="507058" y="456248"/>
                  <a:pt x="497252" y="457019"/>
                  <a:pt x="488959" y="458926"/>
                </a:cubicBezTo>
                <a:cubicBezTo>
                  <a:pt x="484073" y="447244"/>
                  <a:pt x="477224" y="437281"/>
                  <a:pt x="468718" y="431245"/>
                </a:cubicBezTo>
                <a:cubicBezTo>
                  <a:pt x="454475" y="421138"/>
                  <a:pt x="439978" y="417954"/>
                  <a:pt x="428237" y="418148"/>
                </a:cubicBezTo>
                <a:cubicBezTo>
                  <a:pt x="416965" y="418338"/>
                  <a:pt x="406686" y="422440"/>
                  <a:pt x="397578" y="428863"/>
                </a:cubicBezTo>
                <a:cubicBezTo>
                  <a:pt x="393479" y="422609"/>
                  <a:pt x="389265" y="416101"/>
                  <a:pt x="383886" y="412195"/>
                </a:cubicBezTo>
                <a:cubicBezTo>
                  <a:pt x="369764" y="401939"/>
                  <a:pt x="354740" y="399098"/>
                  <a:pt x="342809" y="399098"/>
                </a:cubicBezTo>
                <a:cubicBezTo>
                  <a:pt x="332940" y="399098"/>
                  <a:pt x="323389" y="401834"/>
                  <a:pt x="314234" y="405646"/>
                </a:cubicBezTo>
                <a:lnTo>
                  <a:pt x="314234" y="265748"/>
                </a:lnTo>
                <a:cubicBezTo>
                  <a:pt x="313425" y="214762"/>
                  <a:pt x="273214" y="189449"/>
                  <a:pt x="238034" y="189548"/>
                </a:cubicBezTo>
                <a:close/>
                <a:moveTo>
                  <a:pt x="238034" y="227648"/>
                </a:moveTo>
                <a:cubicBezTo>
                  <a:pt x="259471" y="227648"/>
                  <a:pt x="276134" y="244311"/>
                  <a:pt x="276134" y="265748"/>
                </a:cubicBezTo>
                <a:lnTo>
                  <a:pt x="276134" y="446723"/>
                </a:lnTo>
                <a:cubicBezTo>
                  <a:pt x="276010" y="455357"/>
                  <a:pt x="282601" y="463544"/>
                  <a:pt x="291017" y="465476"/>
                </a:cubicBezTo>
                <a:cubicBezTo>
                  <a:pt x="299433" y="467407"/>
                  <a:pt x="308796" y="462882"/>
                  <a:pt x="312448" y="455057"/>
                </a:cubicBezTo>
                <a:cubicBezTo>
                  <a:pt x="316656" y="446309"/>
                  <a:pt x="332510" y="437198"/>
                  <a:pt x="342809" y="437198"/>
                </a:cubicBezTo>
                <a:cubicBezTo>
                  <a:pt x="347433" y="437198"/>
                  <a:pt x="356011" y="439119"/>
                  <a:pt x="361562" y="443151"/>
                </a:cubicBezTo>
                <a:cubicBezTo>
                  <a:pt x="367114" y="447183"/>
                  <a:pt x="371384" y="451901"/>
                  <a:pt x="371384" y="465773"/>
                </a:cubicBezTo>
                <a:cubicBezTo>
                  <a:pt x="371384" y="474241"/>
                  <a:pt x="377734" y="482254"/>
                  <a:pt x="385969" y="484227"/>
                </a:cubicBezTo>
                <a:cubicBezTo>
                  <a:pt x="394205" y="486201"/>
                  <a:pt x="403545" y="481946"/>
                  <a:pt x="407400" y="474404"/>
                </a:cubicBezTo>
                <a:cubicBezTo>
                  <a:pt x="415146" y="458912"/>
                  <a:pt x="419296" y="456408"/>
                  <a:pt x="428831" y="456248"/>
                </a:cubicBezTo>
                <a:cubicBezTo>
                  <a:pt x="431471" y="456152"/>
                  <a:pt x="440717" y="457962"/>
                  <a:pt x="446691" y="462201"/>
                </a:cubicBezTo>
                <a:cubicBezTo>
                  <a:pt x="452665" y="466441"/>
                  <a:pt x="457109" y="471314"/>
                  <a:pt x="457109" y="484823"/>
                </a:cubicBezTo>
                <a:cubicBezTo>
                  <a:pt x="457014" y="492242"/>
                  <a:pt x="461617" y="499424"/>
                  <a:pt x="468420" y="502385"/>
                </a:cubicBezTo>
                <a:cubicBezTo>
                  <a:pt x="475224" y="505345"/>
                  <a:pt x="483868" y="503913"/>
                  <a:pt x="489256" y="498813"/>
                </a:cubicBezTo>
                <a:cubicBezTo>
                  <a:pt x="496480" y="495252"/>
                  <a:pt x="503565" y="494172"/>
                  <a:pt x="512771" y="494348"/>
                </a:cubicBezTo>
                <a:cubicBezTo>
                  <a:pt x="535484" y="497237"/>
                  <a:pt x="547274" y="511470"/>
                  <a:pt x="555336" y="539888"/>
                </a:cubicBezTo>
                <a:cubicBezTo>
                  <a:pt x="563473" y="568569"/>
                  <a:pt x="563776" y="609564"/>
                  <a:pt x="557122" y="652701"/>
                </a:cubicBezTo>
                <a:cubicBezTo>
                  <a:pt x="550468" y="695838"/>
                  <a:pt x="537317" y="741136"/>
                  <a:pt x="520510" y="778907"/>
                </a:cubicBezTo>
                <a:cubicBezTo>
                  <a:pt x="504748" y="814332"/>
                  <a:pt x="485443" y="841996"/>
                  <a:pt x="468420" y="856298"/>
                </a:cubicBezTo>
                <a:lnTo>
                  <a:pt x="228212" y="856298"/>
                </a:lnTo>
                <a:cubicBezTo>
                  <a:pt x="161346" y="777416"/>
                  <a:pt x="97491" y="656289"/>
                  <a:pt x="55869" y="554176"/>
                </a:cubicBezTo>
                <a:cubicBezTo>
                  <a:pt x="47204" y="531874"/>
                  <a:pt x="46423" y="519068"/>
                  <a:pt x="48428" y="511910"/>
                </a:cubicBezTo>
                <a:cubicBezTo>
                  <a:pt x="55487" y="493484"/>
                  <a:pt x="75240" y="483081"/>
                  <a:pt x="92183" y="485716"/>
                </a:cubicBezTo>
                <a:cubicBezTo>
                  <a:pt x="112437" y="493344"/>
                  <a:pt x="117455" y="506859"/>
                  <a:pt x="126115" y="522327"/>
                </a:cubicBezTo>
                <a:lnTo>
                  <a:pt x="163918" y="598229"/>
                </a:lnTo>
                <a:cubicBezTo>
                  <a:pt x="167773" y="605771"/>
                  <a:pt x="177113" y="610026"/>
                  <a:pt x="185350" y="608052"/>
                </a:cubicBezTo>
                <a:cubicBezTo>
                  <a:pt x="193586" y="606079"/>
                  <a:pt x="199917" y="598066"/>
                  <a:pt x="199934" y="589598"/>
                </a:cubicBezTo>
                <a:lnTo>
                  <a:pt x="199934" y="265748"/>
                </a:lnTo>
                <a:cubicBezTo>
                  <a:pt x="199934" y="244311"/>
                  <a:pt x="216597" y="227648"/>
                  <a:pt x="238034" y="227648"/>
                </a:cubicBezTo>
                <a:close/>
              </a:path>
            </a:pathLst>
          </a:custGeom>
          <a:solidFill>
            <a:schemeClr val="bg1"/>
          </a:solidFill>
          <a:ln w="9525" cap="flat">
            <a:solidFill>
              <a:schemeClr val="bg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Flèche : chevron 8 - 2 - 1">
            <a:extLst>
              <a:ext uri="{FF2B5EF4-FFF2-40B4-BE49-F238E27FC236}">
                <a16:creationId xmlns:a16="http://schemas.microsoft.com/office/drawing/2014/main" id="{AF9FC115-F05B-BFCA-0B0D-F587670C3365}"/>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comprendre et s’informer</a:t>
            </a:r>
          </a:p>
        </p:txBody>
      </p:sp>
      <p:sp>
        <p:nvSpPr>
          <p:cNvPr id="9" name="Flèche : chevron 8 - 2 - 1">
            <a:extLst>
              <a:ext uri="{FF2B5EF4-FFF2-40B4-BE49-F238E27FC236}">
                <a16:creationId xmlns:a16="http://schemas.microsoft.com/office/drawing/2014/main" id="{8B68B9CD-08C1-FC59-CE5E-F6AE5534DAC5}"/>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19" name="Flèche : pentagone 3">
            <a:extLst>
              <a:ext uri="{FF2B5EF4-FFF2-40B4-BE49-F238E27FC236}">
                <a16:creationId xmlns:a16="http://schemas.microsoft.com/office/drawing/2014/main" id="{E43A2F7D-7D30-3684-8C54-E2A6E87EF10B}"/>
              </a:ext>
            </a:extLst>
          </p:cNvPr>
          <p:cNvSpPr/>
          <p:nvPr/>
        </p:nvSpPr>
        <p:spPr>
          <a:xfrm>
            <a:off x="-2" y="21771"/>
            <a:ext cx="1800000" cy="288000"/>
          </a:xfrm>
          <a:prstGeom prst="homePlate">
            <a:avLst>
              <a:gd name="adj" fmla="val 26503"/>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Cas d’usage</a:t>
            </a:r>
          </a:p>
        </p:txBody>
      </p:sp>
      <p:sp>
        <p:nvSpPr>
          <p:cNvPr id="20" name="Flèche : chevron 8 - 2 - 1">
            <a:extLst>
              <a:ext uri="{FF2B5EF4-FFF2-40B4-BE49-F238E27FC236}">
                <a16:creationId xmlns:a16="http://schemas.microsoft.com/office/drawing/2014/main" id="{A3C5D31E-6EEF-A59F-771A-17FD02A5808A}"/>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28" name="Flèche : chevron 8 - 2 - 1">
            <a:extLst>
              <a:ext uri="{FF2B5EF4-FFF2-40B4-BE49-F238E27FC236}">
                <a16:creationId xmlns:a16="http://schemas.microsoft.com/office/drawing/2014/main" id="{3584DEA5-B999-4EBF-6135-8F7CC80C7B4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complémentaires</a:t>
            </a:r>
          </a:p>
        </p:txBody>
      </p:sp>
    </p:spTree>
    <p:extLst>
      <p:ext uri="{BB962C8B-B14F-4D97-AF65-F5344CB8AC3E}">
        <p14:creationId xmlns:p14="http://schemas.microsoft.com/office/powerpoint/2010/main" val="21127111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EB61-3AFE-A0EC-CD17-8EB674029E75}"/>
            </a:ext>
          </a:extLst>
        </p:cNvPr>
        <p:cNvGrpSpPr/>
        <p:nvPr/>
      </p:nvGrpSpPr>
      <p:grpSpPr>
        <a:xfrm>
          <a:off x="0" y="0"/>
          <a:ext cx="0" cy="0"/>
          <a:chOff x="0" y="0"/>
          <a:chExt cx="0" cy="0"/>
        </a:xfrm>
      </p:grpSpPr>
      <p:sp>
        <p:nvSpPr>
          <p:cNvPr id="58" name="ZoneTexte 57">
            <a:extLst>
              <a:ext uri="{FF2B5EF4-FFF2-40B4-BE49-F238E27FC236}">
                <a16:creationId xmlns:a16="http://schemas.microsoft.com/office/drawing/2014/main" id="{12A98C18-B8A0-3531-031E-F1EC5B51047F}"/>
              </a:ext>
            </a:extLst>
          </p:cNvPr>
          <p:cNvSpPr txBox="1"/>
          <p:nvPr/>
        </p:nvSpPr>
        <p:spPr>
          <a:xfrm>
            <a:off x="1739303" y="1534344"/>
            <a:ext cx="8713393" cy="4088299"/>
          </a:xfrm>
          <a:prstGeom prst="rect">
            <a:avLst/>
          </a:prstGeom>
          <a:noFill/>
        </p:spPr>
        <p:txBody>
          <a:bodyPr wrap="square">
            <a:spAutoFit/>
          </a:bodyPr>
          <a:lstStyle>
            <a:defPPr>
              <a:defRPr lang="fr-FR"/>
            </a:defPPr>
            <a:lvl1pPr marL="258762" lvl="0" indent="-171450" algn="just" defTabSz="908712">
              <a:spcAft>
                <a:spcPts val="800"/>
              </a:spcAft>
              <a:buFont typeface="Arial" panose="020B0604020202020204" pitchFamily="34" charset="0"/>
              <a:buChar char="•"/>
              <a:defRPr sz="900">
                <a:solidFill>
                  <a:srgbClr val="3C3732"/>
                </a:solidFill>
                <a:latin typeface="Avenir LT Std 55 Roman" panose="020B0503020203020204" pitchFamily="34" charset="0"/>
              </a:defRPr>
            </a:lvl1pPr>
          </a:lstStyle>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Se questionner sur sa capacité à comprendre, prévenir et accompagner les RPS</a:t>
            </a:r>
            <a:endParaRPr kumimoji="0" lang="fr-FR" sz="11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Analyser ses pratiques managériales </a:t>
            </a:r>
            <a:r>
              <a:rPr kumimoji="0" lang="fr-FR" sz="12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rPr>
              <a:t>(réguler ses propres émotions…)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Être sensibilisé et sensibiliser les équipes aux RPS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Situer les experts RPS à solliciter</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Ecouter les agents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(individuellement et collectivement)</a:t>
            </a:r>
            <a:r>
              <a:rPr kumimoji="0" lang="fr-FR" sz="1200" b="1"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 </a:t>
            </a: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pour comprendre la situation</a:t>
            </a:r>
            <a:r>
              <a:rPr kumimoji="0" lang="fr-FR" sz="1200" b="0" i="0" u="none" strike="noStrike" kern="1200" cap="none" spc="0" normalizeH="0" baseline="0" noProof="0">
                <a:ln>
                  <a:noFill/>
                </a:ln>
                <a:solidFill>
                  <a:srgbClr val="306A92"/>
                </a:solidFill>
                <a:effectLst/>
                <a:uLnTx/>
                <a:uFillTx/>
                <a:latin typeface="Avenir LT Std 55 Roman" panose="020B0503020203020204" pitchFamily="34" charset="0"/>
                <a:ea typeface="+mn-ea"/>
                <a:cs typeface="+mn-cs"/>
              </a:rPr>
              <a:t>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(savoir détecter les signaux faibles)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Connaître et vigiler les indicateurs de suivi des RPS</a:t>
            </a: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Contribuer au dialogue social de proximité autour de la santé au travail </a:t>
            </a:r>
            <a:r>
              <a:rPr kumimoji="0" lang="fr-FR" sz="1200" b="0"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rPr>
              <a:t>(connaitre les obligations d’information en instance, qui informer, dans quel cas)</a:t>
            </a:r>
            <a:endParaRPr kumimoji="0" lang="fr-FR" sz="1200" b="1" i="0" u="none" strike="noStrike" kern="1200" cap="none" spc="0" normalizeH="0" baseline="0" noProof="0">
              <a:ln>
                <a:noFill/>
              </a:ln>
              <a:solidFill>
                <a:sysClr val="windowText" lastClr="000000"/>
              </a:solidFill>
              <a:effectLst/>
              <a:uLnTx/>
              <a:uFillTx/>
              <a:latin typeface="Avenir LT Std 45 Book" panose="020B0502020203020204" pitchFamily="34" charset="0"/>
              <a:ea typeface="+mn-ea"/>
              <a:cs typeface="+mn-cs"/>
            </a:endParaRPr>
          </a:p>
          <a:p>
            <a:pPr marL="92075" marR="0" lvl="0" indent="0" algn="just" defTabSz="908712" rtl="0" eaLnBrk="1" fontAlgn="auto" latinLnBrk="0" hangingPunct="1">
              <a:lnSpc>
                <a:spcPct val="100000"/>
              </a:lnSpc>
              <a:spcBef>
                <a:spcPts val="600"/>
              </a:spcBef>
              <a:spcAft>
                <a:spcPts val="2000"/>
              </a:spcAft>
              <a:buClrTx/>
              <a:buSzTx/>
              <a:buFont typeface="Arial" panose="020B0604020202020204" pitchFamily="34" charset="0"/>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rPr>
              <a:t>Agir sur les facteurs de risque </a:t>
            </a:r>
            <a:r>
              <a:rPr kumimoji="0" lang="fr-FR" sz="1200" b="0" i="0" u="none" strike="noStrike" kern="1200" cap="none" spc="-50" normalizeH="0" baseline="0" noProof="0">
                <a:ln>
                  <a:noFill/>
                </a:ln>
                <a:solidFill>
                  <a:sysClr val="windowText" lastClr="000000"/>
                </a:solidFill>
                <a:effectLst/>
                <a:uLnTx/>
                <a:uFillTx/>
                <a:latin typeface="Avenir LT Std 45 Book" panose="020B0502020203020204" pitchFamily="34" charset="0"/>
                <a:ea typeface="+mn-ea"/>
                <a:cs typeface="+mn-cs"/>
              </a:rPr>
              <a:t>(évaluation de la charge de travail, charge cognitive, perte de sens, perte de repères sur l’avenir…)</a:t>
            </a:r>
            <a:endParaRPr kumimoji="0" lang="fr-FR" sz="1000" b="0" i="0" u="none" strike="noStrike" kern="1200" cap="none" spc="0" normalizeH="0" baseline="0" noProof="0">
              <a:ln>
                <a:noFill/>
              </a:ln>
              <a:solidFill>
                <a:srgbClr val="3C3732"/>
              </a:solidFill>
              <a:effectLst/>
              <a:uLnTx/>
              <a:uFillTx/>
              <a:latin typeface="Avenir LT Std 55 Roman" panose="020B0503020203020204" pitchFamily="34" charset="0"/>
              <a:ea typeface="+mn-ea"/>
              <a:cs typeface="+mn-cs"/>
            </a:endParaRPr>
          </a:p>
        </p:txBody>
      </p:sp>
      <p:grpSp>
        <p:nvGrpSpPr>
          <p:cNvPr id="56" name="Groupe 55">
            <a:extLst>
              <a:ext uri="{FF2B5EF4-FFF2-40B4-BE49-F238E27FC236}">
                <a16:creationId xmlns:a16="http://schemas.microsoft.com/office/drawing/2014/main" id="{F318BF41-061D-06B9-6CE4-F4B31E68A251}"/>
              </a:ext>
            </a:extLst>
          </p:cNvPr>
          <p:cNvGrpSpPr/>
          <p:nvPr/>
        </p:nvGrpSpPr>
        <p:grpSpPr>
          <a:xfrm>
            <a:off x="1528589" y="1498328"/>
            <a:ext cx="302577" cy="302577"/>
            <a:chOff x="229671" y="2122077"/>
            <a:chExt cx="302577" cy="302577"/>
          </a:xfrm>
        </p:grpSpPr>
        <p:sp>
          <p:nvSpPr>
            <p:cNvPr id="57" name="Bouton d’action : vide 56">
              <a:hlinkClick r:id="" action="ppaction://noaction" highlightClick="1"/>
              <a:extLst>
                <a:ext uri="{FF2B5EF4-FFF2-40B4-BE49-F238E27FC236}">
                  <a16:creationId xmlns:a16="http://schemas.microsoft.com/office/drawing/2014/main" id="{B0964ABA-D8A3-5887-3703-8E6A516794ED}"/>
                </a:ext>
              </a:extLst>
            </p:cNvPr>
            <p:cNvSpPr/>
            <p:nvPr/>
          </p:nvSpPr>
          <p:spPr>
            <a:xfrm>
              <a:off x="252322" y="2155667"/>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pic>
          <p:nvPicPr>
            <p:cNvPr id="59" name="Graphique 58" descr="Coche avec un remplissage uni">
              <a:extLst>
                <a:ext uri="{FF2B5EF4-FFF2-40B4-BE49-F238E27FC236}">
                  <a16:creationId xmlns:a16="http://schemas.microsoft.com/office/drawing/2014/main" id="{8114D058-8017-5E96-EB8F-BCCCDF93DF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9671" y="2122077"/>
              <a:ext cx="302577" cy="302577"/>
            </a:xfrm>
            <a:prstGeom prst="rect">
              <a:avLst/>
            </a:prstGeom>
          </p:spPr>
        </p:pic>
      </p:grpSp>
      <p:sp>
        <p:nvSpPr>
          <p:cNvPr id="60" name="Bouton d’action : vide 59">
            <a:hlinkClick r:id="" action="ppaction://noaction" highlightClick="1"/>
            <a:extLst>
              <a:ext uri="{FF2B5EF4-FFF2-40B4-BE49-F238E27FC236}">
                <a16:creationId xmlns:a16="http://schemas.microsoft.com/office/drawing/2014/main" id="{803E6FC4-78B4-A8A5-3227-785CC0738CCB}"/>
              </a:ext>
            </a:extLst>
          </p:cNvPr>
          <p:cNvSpPr/>
          <p:nvPr/>
        </p:nvSpPr>
        <p:spPr>
          <a:xfrm>
            <a:off x="1565203" y="205952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1" name="Bouton d’action : vide 60">
            <a:hlinkClick r:id="" action="ppaction://noaction" highlightClick="1"/>
            <a:extLst>
              <a:ext uri="{FF2B5EF4-FFF2-40B4-BE49-F238E27FC236}">
                <a16:creationId xmlns:a16="http://schemas.microsoft.com/office/drawing/2014/main" id="{05A77992-E4E2-E2D6-AC48-57E9A6AB43F4}"/>
              </a:ext>
            </a:extLst>
          </p:cNvPr>
          <p:cNvSpPr/>
          <p:nvPr/>
        </p:nvSpPr>
        <p:spPr>
          <a:xfrm>
            <a:off x="1565203" y="2570151"/>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2" name="Bouton d’action : vide 61">
            <a:hlinkClick r:id="" action="ppaction://noaction" highlightClick="1"/>
            <a:extLst>
              <a:ext uri="{FF2B5EF4-FFF2-40B4-BE49-F238E27FC236}">
                <a16:creationId xmlns:a16="http://schemas.microsoft.com/office/drawing/2014/main" id="{52DA35F9-1905-CDDF-5EC5-8A37B1C42D13}"/>
              </a:ext>
            </a:extLst>
          </p:cNvPr>
          <p:cNvSpPr/>
          <p:nvPr/>
        </p:nvSpPr>
        <p:spPr>
          <a:xfrm>
            <a:off x="1565203" y="3080774"/>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3" name="Bouton d’action : vide 62">
            <a:hlinkClick r:id="" action="ppaction://noaction" highlightClick="1"/>
            <a:extLst>
              <a:ext uri="{FF2B5EF4-FFF2-40B4-BE49-F238E27FC236}">
                <a16:creationId xmlns:a16="http://schemas.microsoft.com/office/drawing/2014/main" id="{22829E9A-1A6E-06E8-24E4-61E3C6B10A74}"/>
              </a:ext>
            </a:extLst>
          </p:cNvPr>
          <p:cNvSpPr/>
          <p:nvPr/>
        </p:nvSpPr>
        <p:spPr>
          <a:xfrm>
            <a:off x="1565203" y="3570878"/>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4" name="Bouton d’action : vide 63">
            <a:hlinkClick r:id="" action="ppaction://noaction" highlightClick="1"/>
            <a:extLst>
              <a:ext uri="{FF2B5EF4-FFF2-40B4-BE49-F238E27FC236}">
                <a16:creationId xmlns:a16="http://schemas.microsoft.com/office/drawing/2014/main" id="{1035E2F4-E2C8-B598-A138-F9EAC5296EA7}"/>
              </a:ext>
            </a:extLst>
          </p:cNvPr>
          <p:cNvSpPr/>
          <p:nvPr/>
        </p:nvSpPr>
        <p:spPr>
          <a:xfrm>
            <a:off x="1565203" y="4118746"/>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5" name="Bouton d’action : vide 64">
            <a:hlinkClick r:id="" action="ppaction://noaction" highlightClick="1"/>
            <a:extLst>
              <a:ext uri="{FF2B5EF4-FFF2-40B4-BE49-F238E27FC236}">
                <a16:creationId xmlns:a16="http://schemas.microsoft.com/office/drawing/2014/main" id="{168444F8-35A0-F445-1238-34EA3C8131A5}"/>
              </a:ext>
            </a:extLst>
          </p:cNvPr>
          <p:cNvSpPr/>
          <p:nvPr/>
        </p:nvSpPr>
        <p:spPr>
          <a:xfrm>
            <a:off x="1565203" y="4734570"/>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sp>
        <p:nvSpPr>
          <p:cNvPr id="66" name="Bouton d’action : vide 65">
            <a:hlinkClick r:id="" action="ppaction://noaction" highlightClick="1"/>
            <a:extLst>
              <a:ext uri="{FF2B5EF4-FFF2-40B4-BE49-F238E27FC236}">
                <a16:creationId xmlns:a16="http://schemas.microsoft.com/office/drawing/2014/main" id="{C928ECF0-43C6-269D-0649-C0D5672A8723}"/>
              </a:ext>
            </a:extLst>
          </p:cNvPr>
          <p:cNvSpPr/>
          <p:nvPr/>
        </p:nvSpPr>
        <p:spPr>
          <a:xfrm>
            <a:off x="1565203" y="5303119"/>
            <a:ext cx="252000" cy="252000"/>
          </a:xfrm>
          <a:prstGeom prst="actionButtonBlank">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a:ln>
                <a:noFill/>
              </a:ln>
              <a:solidFill>
                <a:srgbClr val="FFFFFF"/>
              </a:solidFill>
              <a:effectLst/>
              <a:uLnTx/>
              <a:uFillTx/>
              <a:latin typeface="Arial"/>
              <a:ea typeface="+mn-ea"/>
              <a:cs typeface="+mn-cs"/>
            </a:endParaRPr>
          </a:p>
        </p:txBody>
      </p:sp>
      <p:grpSp>
        <p:nvGrpSpPr>
          <p:cNvPr id="13" name="Groupe 12">
            <a:extLst>
              <a:ext uri="{FF2B5EF4-FFF2-40B4-BE49-F238E27FC236}">
                <a16:creationId xmlns:a16="http://schemas.microsoft.com/office/drawing/2014/main" id="{05AC217A-50E7-AED6-CB47-8EB3B5E90BBD}"/>
              </a:ext>
            </a:extLst>
          </p:cNvPr>
          <p:cNvGrpSpPr/>
          <p:nvPr/>
        </p:nvGrpSpPr>
        <p:grpSpPr>
          <a:xfrm>
            <a:off x="5199260" y="6206107"/>
            <a:ext cx="1793481" cy="412124"/>
            <a:chOff x="6678161" y="6206107"/>
            <a:chExt cx="1793481" cy="412124"/>
          </a:xfrm>
        </p:grpSpPr>
        <p:pic>
          <p:nvPicPr>
            <p:cNvPr id="3" name="Graphique 2" descr="Loupe avec un remplissage uni">
              <a:hlinkClick r:id="rId4" action="ppaction://hlinksldjump"/>
              <a:extLst>
                <a:ext uri="{FF2B5EF4-FFF2-40B4-BE49-F238E27FC236}">
                  <a16:creationId xmlns:a16="http://schemas.microsoft.com/office/drawing/2014/main" id="{7D54D17C-21CB-354F-346D-84C7FB89A9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78161" y="6250259"/>
              <a:ext cx="323819" cy="323819"/>
            </a:xfrm>
            <a:prstGeom prst="rect">
              <a:avLst/>
            </a:prstGeom>
          </p:spPr>
        </p:pic>
        <p:sp>
          <p:nvSpPr>
            <p:cNvPr id="5" name="Rectangle 4">
              <a:hlinkClick r:id="rId4" action="ppaction://hlinksldjump"/>
              <a:extLst>
                <a:ext uri="{FF2B5EF4-FFF2-40B4-BE49-F238E27FC236}">
                  <a16:creationId xmlns:a16="http://schemas.microsoft.com/office/drawing/2014/main" id="{AB028BEC-318E-33BD-65AF-612B3CC2EEAD}"/>
                </a:ext>
              </a:extLst>
            </p:cNvPr>
            <p:cNvSpPr/>
            <p:nvPr/>
          </p:nvSpPr>
          <p:spPr>
            <a:xfrm>
              <a:off x="6716107" y="6206107"/>
              <a:ext cx="1755535"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000" b="0"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Pour aller plus loin</a:t>
              </a:r>
            </a:p>
          </p:txBody>
        </p:sp>
      </p:grpSp>
      <p:sp>
        <p:nvSpPr>
          <p:cNvPr id="12" name="Rectangle 11">
            <a:extLst>
              <a:ext uri="{FF2B5EF4-FFF2-40B4-BE49-F238E27FC236}">
                <a16:creationId xmlns:a16="http://schemas.microsoft.com/office/drawing/2014/main" id="{DC76FF13-E008-757C-69B3-94C58A04EF8F}"/>
              </a:ext>
            </a:extLst>
          </p:cNvPr>
          <p:cNvSpPr/>
          <p:nvPr/>
        </p:nvSpPr>
        <p:spPr>
          <a:xfrm>
            <a:off x="1318012" y="849084"/>
            <a:ext cx="9000000" cy="412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fr-FR" sz="1400" b="1" i="1" u="none" strike="noStrike" kern="1200" cap="none" spc="0" normalizeH="0" baseline="0" noProof="0">
                <a:ln>
                  <a:noFill/>
                </a:ln>
                <a:solidFill>
                  <a:srgbClr val="000000">
                    <a:lumMod val="75000"/>
                    <a:lumOff val="25000"/>
                  </a:srgbClr>
                </a:solidFill>
                <a:effectLst/>
                <a:uLnTx/>
                <a:uFillTx/>
                <a:latin typeface="Avenir LT Std 35 Light" panose="020B0402020203020204" pitchFamily="34" charset="0"/>
                <a:ea typeface="+mn-ea"/>
                <a:cs typeface="+mn-cs"/>
              </a:rPr>
              <a:t>Les points essentiels à réaliser</a:t>
            </a:r>
          </a:p>
        </p:txBody>
      </p:sp>
      <p:grpSp>
        <p:nvGrpSpPr>
          <p:cNvPr id="7" name="Groupe 6">
            <a:extLst>
              <a:ext uri="{FF2B5EF4-FFF2-40B4-BE49-F238E27FC236}">
                <a16:creationId xmlns:a16="http://schemas.microsoft.com/office/drawing/2014/main" id="{CBB6CF24-33EE-E001-F08E-532266D6BFF2}"/>
              </a:ext>
            </a:extLst>
          </p:cNvPr>
          <p:cNvGrpSpPr>
            <a:grpSpLocks noChangeAspect="1"/>
          </p:cNvGrpSpPr>
          <p:nvPr/>
        </p:nvGrpSpPr>
        <p:grpSpPr>
          <a:xfrm>
            <a:off x="11001871" y="6336764"/>
            <a:ext cx="1082632" cy="444130"/>
            <a:chOff x="5810" y="1578917"/>
            <a:chExt cx="559801" cy="229645"/>
          </a:xfrm>
        </p:grpSpPr>
        <p:sp>
          <p:nvSpPr>
            <p:cNvPr id="8" name="Rectangle : coins arrondis 7">
              <a:hlinkClick r:id="rId6" action="ppaction://hlinksldjump"/>
              <a:extLst>
                <a:ext uri="{FF2B5EF4-FFF2-40B4-BE49-F238E27FC236}">
                  <a16:creationId xmlns:a16="http://schemas.microsoft.com/office/drawing/2014/main" id="{1353798D-103C-F796-D339-B99836A5E2FB}"/>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6"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10" name="Graphique 9" descr="Retour avec un remplissage uni">
              <a:hlinkClick r:id="rId6" action="ppaction://hlinksldjump"/>
              <a:extLst>
                <a:ext uri="{FF2B5EF4-FFF2-40B4-BE49-F238E27FC236}">
                  <a16:creationId xmlns:a16="http://schemas.microsoft.com/office/drawing/2014/main" id="{396383A4-E58A-FFA3-84E7-10FCABC7C4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060" y="1578917"/>
              <a:ext cx="229645" cy="229645"/>
            </a:xfrm>
            <a:prstGeom prst="rect">
              <a:avLst/>
            </a:prstGeom>
          </p:spPr>
        </p:pic>
      </p:grpSp>
      <p:sp>
        <p:nvSpPr>
          <p:cNvPr id="2" name="Rectangle : coins arrondis 1">
            <a:extLst>
              <a:ext uri="{FF2B5EF4-FFF2-40B4-BE49-F238E27FC236}">
                <a16:creationId xmlns:a16="http://schemas.microsoft.com/office/drawing/2014/main" id="{46A952CD-D84A-B036-9B06-82891A85350F}"/>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6" name="Flèche : chevron 8 - 2 - 1">
            <a:extLst>
              <a:ext uri="{FF2B5EF4-FFF2-40B4-BE49-F238E27FC236}">
                <a16:creationId xmlns:a16="http://schemas.microsoft.com/office/drawing/2014/main" id="{F2E04CBA-0261-86D1-F2A1-59B2223C0805}"/>
              </a:ext>
            </a:extLst>
          </p:cNvPr>
          <p:cNvSpPr/>
          <p:nvPr/>
        </p:nvSpPr>
        <p:spPr>
          <a:xfrm>
            <a:off x="1832999" y="21771"/>
            <a:ext cx="2448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Checklist pour comprendre et s’informer</a:t>
            </a:r>
          </a:p>
        </p:txBody>
      </p:sp>
      <p:sp>
        <p:nvSpPr>
          <p:cNvPr id="9" name="Flèche : chevron 8 - 2 - 1">
            <a:extLst>
              <a:ext uri="{FF2B5EF4-FFF2-40B4-BE49-F238E27FC236}">
                <a16:creationId xmlns:a16="http://schemas.microsoft.com/office/drawing/2014/main" id="{BE2460B1-642A-DA79-3BE3-5E744E1E1173}"/>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11" name="Flèche : pentagone 3">
            <a:extLst>
              <a:ext uri="{FF2B5EF4-FFF2-40B4-BE49-F238E27FC236}">
                <a16:creationId xmlns:a16="http://schemas.microsoft.com/office/drawing/2014/main" id="{5F01E3AF-CCE1-9292-FFAE-EF3FC29B6B4E}"/>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15" name="Flèche : chevron 8 - 2 - 1">
            <a:extLst>
              <a:ext uri="{FF2B5EF4-FFF2-40B4-BE49-F238E27FC236}">
                <a16:creationId xmlns:a16="http://schemas.microsoft.com/office/drawing/2014/main" id="{3D5ECD3D-D616-8A4B-CF5D-B5D65A5124B5}"/>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16" name="Flèche : chevron 8 - 2 - 1">
            <a:extLst>
              <a:ext uri="{FF2B5EF4-FFF2-40B4-BE49-F238E27FC236}">
                <a16:creationId xmlns:a16="http://schemas.microsoft.com/office/drawing/2014/main" id="{C56450CE-71D5-8566-886A-AE553CE0AD61}"/>
              </a:ext>
            </a:extLst>
          </p:cNvPr>
          <p:cNvSpPr/>
          <p:nvPr/>
        </p:nvSpPr>
        <p:spPr>
          <a:xfrm>
            <a:off x="10392000" y="21771"/>
            <a:ext cx="1800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Ressources complémentaires</a:t>
            </a:r>
          </a:p>
        </p:txBody>
      </p:sp>
    </p:spTree>
    <p:extLst>
      <p:ext uri="{BB962C8B-B14F-4D97-AF65-F5344CB8AC3E}">
        <p14:creationId xmlns:p14="http://schemas.microsoft.com/office/powerpoint/2010/main" val="116525704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DC83-55E5-CB5A-FDCB-4ED706BC4185}"/>
            </a:ext>
          </a:extLst>
        </p:cNvPr>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9E1F3D73-4235-DE23-926F-1C0EFDF13CD6}"/>
              </a:ext>
            </a:extLst>
          </p:cNvPr>
          <p:cNvSpPr/>
          <p:nvPr/>
        </p:nvSpPr>
        <p:spPr>
          <a:xfrm>
            <a:off x="457200" y="5123683"/>
            <a:ext cx="11487726" cy="1244299"/>
          </a:xfrm>
          <a:prstGeom prst="roundRect">
            <a:avLst>
              <a:gd name="adj" fmla="val 7884"/>
            </a:avLst>
          </a:prstGeom>
          <a:solidFill>
            <a:srgbClr val="FBFB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Zone de texte libre</a:t>
            </a:r>
          </a:p>
        </p:txBody>
      </p:sp>
      <p:sp>
        <p:nvSpPr>
          <p:cNvPr id="168" name="Rectangle : coins arrondis 167">
            <a:extLst>
              <a:ext uri="{FF2B5EF4-FFF2-40B4-BE49-F238E27FC236}">
                <a16:creationId xmlns:a16="http://schemas.microsoft.com/office/drawing/2014/main" id="{EE8722E5-63AB-5C67-6583-D2576C653BF0}"/>
              </a:ext>
            </a:extLst>
          </p:cNvPr>
          <p:cNvSpPr/>
          <p:nvPr/>
        </p:nvSpPr>
        <p:spPr>
          <a:xfrm>
            <a:off x="1185745" y="998575"/>
            <a:ext cx="9808951" cy="4039589"/>
          </a:xfrm>
          <a:prstGeom prst="roundRect">
            <a:avLst>
              <a:gd name="adj" fmla="val 0"/>
            </a:avLst>
          </a:prstGeom>
          <a:solidFill>
            <a:srgbClr val="F6F9FC"/>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9050" marR="0" lvl="0" indent="0" algn="just" defTabSz="914400" rtl="0" eaLnBrk="1" fontAlgn="auto" latinLnBrk="0" hangingPunct="1">
              <a:lnSpc>
                <a:spcPts val="1400"/>
              </a:lnSpc>
              <a:spcBef>
                <a:spcPts val="0"/>
              </a:spcBef>
              <a:spcAft>
                <a:spcPts val="600"/>
              </a:spcAft>
              <a:buClrTx/>
              <a:buSzTx/>
              <a:buFontTx/>
              <a:buNone/>
              <a:tabLst>
                <a:tab pos="180975" algn="l"/>
              </a:tabLst>
              <a:defRPr/>
            </a:pPr>
            <a:endParaRPr kumimoji="0" lang="fr-FR" sz="1000" b="0" i="0" u="none" strike="noStrike" kern="1200" cap="none" spc="0" normalizeH="0" baseline="0" noProof="0">
              <a:ln>
                <a:noFill/>
              </a:ln>
              <a:solidFill>
                <a:srgbClr val="000000"/>
              </a:solidFill>
              <a:effectLst/>
              <a:uLnTx/>
              <a:uFillTx/>
              <a:latin typeface="Avenir LT Std 55 Roman" panose="020B0503020203020204" pitchFamily="34" charset="0"/>
              <a:ea typeface="+mn-ea"/>
              <a:cs typeface="Times New Roman" panose="02020603050405020304" pitchFamily="18" charset="0"/>
            </a:endParaRPr>
          </a:p>
        </p:txBody>
      </p:sp>
      <p:sp>
        <p:nvSpPr>
          <p:cNvPr id="18" name="Rectangle : coins arrondis 17">
            <a:extLst>
              <a:ext uri="{FF2B5EF4-FFF2-40B4-BE49-F238E27FC236}">
                <a16:creationId xmlns:a16="http://schemas.microsoft.com/office/drawing/2014/main" id="{EFAE8F27-5ABE-0457-84A4-D6F91B9AF886}"/>
              </a:ext>
            </a:extLst>
          </p:cNvPr>
          <p:cNvSpPr/>
          <p:nvPr/>
        </p:nvSpPr>
        <p:spPr>
          <a:xfrm>
            <a:off x="1197304" y="591519"/>
            <a:ext cx="9808951" cy="504694"/>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400" b="1" i="1" u="none" strike="noStrike" kern="1200" cap="none" spc="0" normalizeH="0" baseline="0" noProof="0">
                <a:ln>
                  <a:noFill/>
                </a:ln>
                <a:solidFill>
                  <a:srgbClr val="FFFFFF"/>
                </a:solidFill>
                <a:effectLst/>
                <a:uLnTx/>
                <a:uFillTx/>
                <a:latin typeface="Arial"/>
                <a:ea typeface="+mn-ea"/>
                <a:cs typeface="+mn-cs"/>
              </a:rPr>
              <a:t>Ressources à ma disposition</a:t>
            </a:r>
          </a:p>
        </p:txBody>
      </p:sp>
      <p:sp>
        <p:nvSpPr>
          <p:cNvPr id="43" name="Ellipse 42">
            <a:extLst>
              <a:ext uri="{FF2B5EF4-FFF2-40B4-BE49-F238E27FC236}">
                <a16:creationId xmlns:a16="http://schemas.microsoft.com/office/drawing/2014/main" id="{9C7E8CF1-8B70-EC36-953D-AEF995D914DD}"/>
              </a:ext>
            </a:extLst>
          </p:cNvPr>
          <p:cNvSpPr/>
          <p:nvPr/>
        </p:nvSpPr>
        <p:spPr>
          <a:xfrm>
            <a:off x="1645928" y="596204"/>
            <a:ext cx="685800" cy="474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pic>
        <p:nvPicPr>
          <p:cNvPr id="42" name="Image 41">
            <a:extLst>
              <a:ext uri="{FF2B5EF4-FFF2-40B4-BE49-F238E27FC236}">
                <a16:creationId xmlns:a16="http://schemas.microsoft.com/office/drawing/2014/main" id="{0A319B21-826E-3DFF-D126-E8E87350DAA5}"/>
              </a:ext>
            </a:extLst>
          </p:cNvPr>
          <p:cNvPicPr>
            <a:picLocks noChangeAspect="1"/>
          </p:cNvPicPr>
          <p:nvPr/>
        </p:nvPicPr>
        <p:blipFill>
          <a:blip r:embed="rId3"/>
          <a:stretch>
            <a:fillRect/>
          </a:stretch>
        </p:blipFill>
        <p:spPr>
          <a:xfrm>
            <a:off x="1770045" y="589928"/>
            <a:ext cx="485486" cy="621422"/>
          </a:xfrm>
          <a:prstGeom prst="rect">
            <a:avLst/>
          </a:prstGeom>
        </p:spPr>
      </p:pic>
      <p:sp>
        <p:nvSpPr>
          <p:cNvPr id="85" name="Rectangle : coins arrondis 84">
            <a:extLst>
              <a:ext uri="{FF2B5EF4-FFF2-40B4-BE49-F238E27FC236}">
                <a16:creationId xmlns:a16="http://schemas.microsoft.com/office/drawing/2014/main" id="{39866807-02A7-4B6C-9AED-F055D837C56D}"/>
              </a:ext>
            </a:extLst>
          </p:cNvPr>
          <p:cNvSpPr/>
          <p:nvPr/>
        </p:nvSpPr>
        <p:spPr>
          <a:xfrm>
            <a:off x="1381384" y="1246364"/>
            <a:ext cx="2504302" cy="36735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900"/>
              </a:lnSpc>
              <a:spcBef>
                <a:spcPts val="300"/>
              </a:spcBef>
              <a:spcAft>
                <a:spcPts val="0"/>
              </a:spcAft>
              <a:buClr>
                <a:srgbClr val="0084D4"/>
              </a:buClr>
              <a:buSzTx/>
              <a:buFontTx/>
              <a:buNone/>
              <a:tabLst/>
              <a:defRPr/>
            </a:pPr>
            <a:r>
              <a:rPr kumimoji="0" lang="fr-FR" sz="11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Ressource</a:t>
            </a:r>
            <a:b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br>
            <a:r>
              <a:rPr kumimoji="0" lang="fr-FR" sz="900" b="0" i="1" u="none" strike="noStrike" kern="1200" cap="none" spc="0" normalizeH="0" baseline="0" noProof="0">
                <a:ln>
                  <a:noFill/>
                </a:ln>
                <a:solidFill>
                  <a:srgbClr val="FFFFFF">
                    <a:lumMod val="50000"/>
                  </a:srgbClr>
                </a:solidFill>
                <a:effectLst/>
                <a:uLnTx/>
                <a:uFillTx/>
                <a:latin typeface="Avenir LT Std 35 Light" panose="020B0402020203020204" pitchFamily="34" charset="0"/>
                <a:ea typeface="+mn-ea"/>
                <a:cs typeface="+mn-cs"/>
              </a:rPr>
              <a:t>(accessible en cliquant dessus)</a:t>
            </a:r>
          </a:p>
        </p:txBody>
      </p:sp>
      <p:sp>
        <p:nvSpPr>
          <p:cNvPr id="86" name="Rectangle : coins arrondis 85">
            <a:extLst>
              <a:ext uri="{FF2B5EF4-FFF2-40B4-BE49-F238E27FC236}">
                <a16:creationId xmlns:a16="http://schemas.microsoft.com/office/drawing/2014/main" id="{A0D0534A-CB7B-73AD-93B3-E67DCE036BA5}"/>
              </a:ext>
            </a:extLst>
          </p:cNvPr>
          <p:cNvSpPr/>
          <p:nvPr/>
        </p:nvSpPr>
        <p:spPr>
          <a:xfrm>
            <a:off x="4388386" y="1246364"/>
            <a:ext cx="4402497" cy="3562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4000"/>
              </a:lnSpc>
              <a:spcBef>
                <a:spcPts val="0"/>
              </a:spcBef>
              <a:spcAft>
                <a:spcPts val="0"/>
              </a:spcAft>
              <a:buClr>
                <a:srgbClr val="0084D4"/>
              </a:buClr>
              <a:buSzTx/>
              <a:buFontTx/>
              <a:buNone/>
              <a:tabLst/>
              <a:defRPr/>
            </a:pPr>
            <a:r>
              <a:rPr kumimoji="0" lang="fr-FR" sz="1000" b="1" i="1"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Ce qu’elle apporte</a:t>
            </a:r>
          </a:p>
        </p:txBody>
      </p:sp>
      <p:pic>
        <p:nvPicPr>
          <p:cNvPr id="146" name="Graphique 145" descr="Cœur avec un remplissage uni">
            <a:extLst>
              <a:ext uri="{FF2B5EF4-FFF2-40B4-BE49-F238E27FC236}">
                <a16:creationId xmlns:a16="http://schemas.microsoft.com/office/drawing/2014/main" id="{21CFAE1A-6870-5BE8-747D-D99B81DF7F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869" y="1235218"/>
            <a:ext cx="288595" cy="288595"/>
          </a:xfrm>
          <a:prstGeom prst="rect">
            <a:avLst/>
          </a:prstGeom>
        </p:spPr>
      </p:pic>
      <p:pic>
        <p:nvPicPr>
          <p:cNvPr id="148" name="Graphique 147" descr="Sablier plein avec un remplissage uni">
            <a:extLst>
              <a:ext uri="{FF2B5EF4-FFF2-40B4-BE49-F238E27FC236}">
                <a16:creationId xmlns:a16="http://schemas.microsoft.com/office/drawing/2014/main" id="{7B71D3C9-E387-B041-AEC3-269BFEB2B2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2377" y="1238471"/>
            <a:ext cx="281763" cy="281763"/>
          </a:xfrm>
          <a:prstGeom prst="rect">
            <a:avLst/>
          </a:prstGeom>
        </p:spPr>
      </p:pic>
      <p:sp>
        <p:nvSpPr>
          <p:cNvPr id="7" name="Rectangle : coins arrondis 6">
            <a:extLst>
              <a:ext uri="{FF2B5EF4-FFF2-40B4-BE49-F238E27FC236}">
                <a16:creationId xmlns:a16="http://schemas.microsoft.com/office/drawing/2014/main" id="{3F324DA5-6DCE-D8CE-2393-B5885CC6CFFF}"/>
              </a:ext>
            </a:extLst>
          </p:cNvPr>
          <p:cNvSpPr/>
          <p:nvPr/>
        </p:nvSpPr>
        <p:spPr>
          <a:xfrm>
            <a:off x="2291494" y="1556508"/>
            <a:ext cx="4717648" cy="6591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8">
            <a:hlinkClick r:id="rId6" action="ppaction://hlinksldjump"/>
            <a:extLst>
              <a:ext uri="{FF2B5EF4-FFF2-40B4-BE49-F238E27FC236}">
                <a16:creationId xmlns:a16="http://schemas.microsoft.com/office/drawing/2014/main" id="{7B53318F-254B-D492-B675-1CEDC550E9E8}"/>
              </a:ext>
            </a:extLst>
          </p:cNvPr>
          <p:cNvSpPr/>
          <p:nvPr/>
        </p:nvSpPr>
        <p:spPr>
          <a:xfrm>
            <a:off x="1949357" y="1688506"/>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aborder la charge de travail avec les équipes</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sp>
        <p:nvSpPr>
          <p:cNvPr id="10" name="Rectangle 9">
            <a:hlinkClick r:id="rId6" action="ppaction://hlinksldjump"/>
            <a:extLst>
              <a:ext uri="{FF2B5EF4-FFF2-40B4-BE49-F238E27FC236}">
                <a16:creationId xmlns:a16="http://schemas.microsoft.com/office/drawing/2014/main" id="{205E9665-E6A6-EF3C-72F6-6E2500ABF6D4}"/>
              </a:ext>
            </a:extLst>
          </p:cNvPr>
          <p:cNvSpPr/>
          <p:nvPr/>
        </p:nvSpPr>
        <p:spPr>
          <a:xfrm>
            <a:off x="4388386" y="168850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Recommandations pour aborder la charge de travail pour soi-même et avec les équipes</a:t>
            </a:r>
          </a:p>
        </p:txBody>
      </p:sp>
      <p:sp>
        <p:nvSpPr>
          <p:cNvPr id="13" name="Rectangle 12">
            <a:extLst>
              <a:ext uri="{FF2B5EF4-FFF2-40B4-BE49-F238E27FC236}">
                <a16:creationId xmlns:a16="http://schemas.microsoft.com/office/drawing/2014/main" id="{638F63C7-C4B6-7A1B-B67C-317DEF830D2D}"/>
              </a:ext>
            </a:extLst>
          </p:cNvPr>
          <p:cNvSpPr/>
          <p:nvPr/>
        </p:nvSpPr>
        <p:spPr>
          <a:xfrm>
            <a:off x="9486011" y="1688506"/>
            <a:ext cx="594494"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8 min </a:t>
            </a:r>
          </a:p>
        </p:txBody>
      </p:sp>
      <p:grpSp>
        <p:nvGrpSpPr>
          <p:cNvPr id="14" name="Groupe 13">
            <a:extLst>
              <a:ext uri="{FF2B5EF4-FFF2-40B4-BE49-F238E27FC236}">
                <a16:creationId xmlns:a16="http://schemas.microsoft.com/office/drawing/2014/main" id="{1261DACB-4AE5-7394-F318-364FDD55818B}"/>
              </a:ext>
            </a:extLst>
          </p:cNvPr>
          <p:cNvGrpSpPr/>
          <p:nvPr/>
        </p:nvGrpSpPr>
        <p:grpSpPr>
          <a:xfrm>
            <a:off x="10337243" y="1752304"/>
            <a:ext cx="315567" cy="274775"/>
            <a:chOff x="11492282" y="2015291"/>
            <a:chExt cx="315567" cy="274775"/>
          </a:xfrm>
        </p:grpSpPr>
        <p:pic>
          <p:nvPicPr>
            <p:cNvPr id="17" name="Graphique 16" descr="Cœur contour">
              <a:extLst>
                <a:ext uri="{FF2B5EF4-FFF2-40B4-BE49-F238E27FC236}">
                  <a16:creationId xmlns:a16="http://schemas.microsoft.com/office/drawing/2014/main" id="{03C6E548-A043-7287-91EC-DB8EDAA6C32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9" name="Rectangle 18">
              <a:extLst>
                <a:ext uri="{FF2B5EF4-FFF2-40B4-BE49-F238E27FC236}">
                  <a16:creationId xmlns:a16="http://schemas.microsoft.com/office/drawing/2014/main" id="{B92E32A8-874D-F87D-75E2-8CD117EF72F6}"/>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2</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pic>
        <p:nvPicPr>
          <p:cNvPr id="22" name="Image 21">
            <a:hlinkClick r:id="rId6" action="ppaction://hlinksldjump"/>
            <a:extLst>
              <a:ext uri="{FF2B5EF4-FFF2-40B4-BE49-F238E27FC236}">
                <a16:creationId xmlns:a16="http://schemas.microsoft.com/office/drawing/2014/main" id="{48C5C452-30B4-BA4A-3374-37C760AD90C5}"/>
              </a:ext>
            </a:extLst>
          </p:cNvPr>
          <p:cNvPicPr>
            <a:picLocks noChangeAspect="1"/>
          </p:cNvPicPr>
          <p:nvPr/>
        </p:nvPicPr>
        <p:blipFill>
          <a:blip r:embed="rId8"/>
          <a:stretch>
            <a:fillRect/>
          </a:stretch>
        </p:blipFill>
        <p:spPr>
          <a:xfrm>
            <a:off x="1488962" y="1673264"/>
            <a:ext cx="335309" cy="432854"/>
          </a:xfrm>
          <a:prstGeom prst="rect">
            <a:avLst/>
          </a:prstGeom>
        </p:spPr>
      </p:pic>
      <p:sp>
        <p:nvSpPr>
          <p:cNvPr id="26" name="Rectangle 25">
            <a:hlinkClick r:id="" action="ppaction://noaction"/>
            <a:extLst>
              <a:ext uri="{FF2B5EF4-FFF2-40B4-BE49-F238E27FC236}">
                <a16:creationId xmlns:a16="http://schemas.microsoft.com/office/drawing/2014/main" id="{B3CB4CB9-0FA9-0A61-BCC1-B1CBF3F652E3}"/>
              </a:ext>
            </a:extLst>
          </p:cNvPr>
          <p:cNvSpPr/>
          <p:nvPr/>
        </p:nvSpPr>
        <p:spPr>
          <a:xfrm>
            <a:off x="1913464" y="3334288"/>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Comment ajuster le cap ensemble pour préserver l’équipe ? </a:t>
            </a:r>
          </a:p>
        </p:txBody>
      </p:sp>
      <p:sp>
        <p:nvSpPr>
          <p:cNvPr id="31" name="Rectangle 30">
            <a:extLst>
              <a:ext uri="{FF2B5EF4-FFF2-40B4-BE49-F238E27FC236}">
                <a16:creationId xmlns:a16="http://schemas.microsoft.com/office/drawing/2014/main" id="{6DDB50C6-4500-5ED2-2DDE-D599B3F6404B}"/>
              </a:ext>
            </a:extLst>
          </p:cNvPr>
          <p:cNvSpPr/>
          <p:nvPr/>
        </p:nvSpPr>
        <p:spPr>
          <a:xfrm>
            <a:off x="1913465" y="3894229"/>
            <a:ext cx="2306150" cy="4976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Formation « Comprendre, évaluer, prendre en charge les RPS pour moi et pour mon collectif de travail» </a:t>
            </a:r>
          </a:p>
        </p:txBody>
      </p:sp>
      <p:sp>
        <p:nvSpPr>
          <p:cNvPr id="33" name="Rectangle 32">
            <a:hlinkClick r:id="" action="ppaction://noaction"/>
            <a:extLst>
              <a:ext uri="{FF2B5EF4-FFF2-40B4-BE49-F238E27FC236}">
                <a16:creationId xmlns:a16="http://schemas.microsoft.com/office/drawing/2014/main" id="{28407B8A-303A-52AC-69D6-2BFACFC6880A}"/>
              </a:ext>
            </a:extLst>
          </p:cNvPr>
          <p:cNvSpPr/>
          <p:nvPr/>
        </p:nvSpPr>
        <p:spPr>
          <a:xfrm>
            <a:off x="1913464" y="4477351"/>
            <a:ext cx="2238137"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a:t>
            </a:r>
            <a:endParaRPr kumimoji="0" lang="fr-FR" sz="1000" b="1" i="0" u="none" strike="noStrike" kern="1200" cap="none" spc="0" normalizeH="0" baseline="0" noProof="0">
              <a:ln>
                <a:noFill/>
              </a:ln>
              <a:solidFill>
                <a:srgbClr val="306A92"/>
              </a:solidFill>
              <a:effectLst/>
              <a:highlight>
                <a:srgbClr val="FFFF00"/>
              </a:highlight>
              <a:uLnTx/>
              <a:uFillTx/>
              <a:latin typeface="Avenir LT Std 45 Book" panose="020B0502020203020204" pitchFamily="34" charset="0"/>
              <a:ea typeface="+mn-ea"/>
              <a:cs typeface="+mn-cs"/>
            </a:endParaRPr>
          </a:p>
        </p:txBody>
      </p:sp>
      <p:pic>
        <p:nvPicPr>
          <p:cNvPr id="35" name="Graphique 34" descr="Livre fermé avec un remplissage uni">
            <a:extLst>
              <a:ext uri="{FF2B5EF4-FFF2-40B4-BE49-F238E27FC236}">
                <a16:creationId xmlns:a16="http://schemas.microsoft.com/office/drawing/2014/main" id="{89A4FCAE-E6ED-AF47-E8C5-F0C55C5AD50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53069" y="3902153"/>
            <a:ext cx="394447" cy="394447"/>
          </a:xfrm>
          <a:prstGeom prst="rect">
            <a:avLst/>
          </a:prstGeom>
        </p:spPr>
      </p:pic>
      <p:sp>
        <p:nvSpPr>
          <p:cNvPr id="34" name="Rectangle 33">
            <a:extLst>
              <a:ext uri="{FF2B5EF4-FFF2-40B4-BE49-F238E27FC236}">
                <a16:creationId xmlns:a16="http://schemas.microsoft.com/office/drawing/2014/main" id="{8B53CC36-569B-1F9C-E4BB-3C6699537882}"/>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pic>
        <p:nvPicPr>
          <p:cNvPr id="36" name="Graphique 35" descr="Outils avec un remplissage uni">
            <a:hlinkClick r:id="" action="ppaction://noaction"/>
            <a:extLst>
              <a:ext uri="{FF2B5EF4-FFF2-40B4-BE49-F238E27FC236}">
                <a16:creationId xmlns:a16="http://schemas.microsoft.com/office/drawing/2014/main" id="{8FA537D1-835B-2646-1CF1-F1FE5E2A977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1492327" y="3396779"/>
            <a:ext cx="290825" cy="290825"/>
          </a:xfrm>
          <a:prstGeom prst="rect">
            <a:avLst/>
          </a:prstGeom>
        </p:spPr>
      </p:pic>
      <p:sp>
        <p:nvSpPr>
          <p:cNvPr id="37" name="Rectangle 36">
            <a:hlinkClick r:id="" action="ppaction://noaction"/>
            <a:extLst>
              <a:ext uri="{FF2B5EF4-FFF2-40B4-BE49-F238E27FC236}">
                <a16:creationId xmlns:a16="http://schemas.microsoft.com/office/drawing/2014/main" id="{07FC0C59-2A79-7A71-7DEC-68832056EB07}"/>
              </a:ext>
            </a:extLst>
          </p:cNvPr>
          <p:cNvSpPr/>
          <p:nvPr/>
        </p:nvSpPr>
        <p:spPr>
          <a:xfrm>
            <a:off x="4388386" y="3334288"/>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Outil pour prendre du recul en équipe et identifier collectivement ce qu'il faut continuer, arrêter, faire plus ou moins et commencer</a:t>
            </a:r>
          </a:p>
        </p:txBody>
      </p:sp>
      <p:sp>
        <p:nvSpPr>
          <p:cNvPr id="39" name="Rectangle 38">
            <a:extLst>
              <a:ext uri="{FF2B5EF4-FFF2-40B4-BE49-F238E27FC236}">
                <a16:creationId xmlns:a16="http://schemas.microsoft.com/office/drawing/2014/main" id="{875867BD-4EF1-C06E-B715-F61B967374FB}"/>
              </a:ext>
            </a:extLst>
          </p:cNvPr>
          <p:cNvSpPr/>
          <p:nvPr/>
        </p:nvSpPr>
        <p:spPr>
          <a:xfrm>
            <a:off x="9459258" y="3331083"/>
            <a:ext cx="648000"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60 min </a:t>
            </a:r>
          </a:p>
        </p:txBody>
      </p:sp>
      <p:grpSp>
        <p:nvGrpSpPr>
          <p:cNvPr id="40" name="Groupe 39">
            <a:extLst>
              <a:ext uri="{FF2B5EF4-FFF2-40B4-BE49-F238E27FC236}">
                <a16:creationId xmlns:a16="http://schemas.microsoft.com/office/drawing/2014/main" id="{8980C3D9-D9B3-E7FE-D21F-010823E3C650}"/>
              </a:ext>
            </a:extLst>
          </p:cNvPr>
          <p:cNvGrpSpPr/>
          <p:nvPr/>
        </p:nvGrpSpPr>
        <p:grpSpPr>
          <a:xfrm>
            <a:off x="10337243" y="3428443"/>
            <a:ext cx="315567" cy="274775"/>
            <a:chOff x="11492282" y="2015291"/>
            <a:chExt cx="315567" cy="274775"/>
          </a:xfrm>
        </p:grpSpPr>
        <p:pic>
          <p:nvPicPr>
            <p:cNvPr id="41" name="Graphique 40" descr="Cœur contour">
              <a:extLst>
                <a:ext uri="{FF2B5EF4-FFF2-40B4-BE49-F238E27FC236}">
                  <a16:creationId xmlns:a16="http://schemas.microsoft.com/office/drawing/2014/main" id="{FD426B1C-D3D8-D20F-5F08-C2D79C3D59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44" name="Rectangle 43">
              <a:extLst>
                <a:ext uri="{FF2B5EF4-FFF2-40B4-BE49-F238E27FC236}">
                  <a16:creationId xmlns:a16="http://schemas.microsoft.com/office/drawing/2014/main" id="{311DFBC3-90BB-583B-7A23-512AFE2583C1}"/>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306A92"/>
                  </a:solidFill>
                  <a:effectLst/>
                  <a:uLnTx/>
                  <a:uFillTx/>
                  <a:latin typeface="Arial"/>
                  <a:ea typeface="+mn-ea"/>
                  <a:cs typeface="+mn-cs"/>
                </a:rPr>
                <a:t>3</a:t>
              </a:r>
            </a:p>
          </p:txBody>
        </p:sp>
      </p:grpSp>
      <p:grpSp>
        <p:nvGrpSpPr>
          <p:cNvPr id="27" name="Groupe 26">
            <a:extLst>
              <a:ext uri="{FF2B5EF4-FFF2-40B4-BE49-F238E27FC236}">
                <a16:creationId xmlns:a16="http://schemas.microsoft.com/office/drawing/2014/main" id="{6C50A285-BEF9-4CBC-2196-2AC930C7E7E3}"/>
              </a:ext>
            </a:extLst>
          </p:cNvPr>
          <p:cNvGrpSpPr>
            <a:grpSpLocks noChangeAspect="1"/>
          </p:cNvGrpSpPr>
          <p:nvPr/>
        </p:nvGrpSpPr>
        <p:grpSpPr>
          <a:xfrm>
            <a:off x="11001871" y="6336764"/>
            <a:ext cx="1082632" cy="444130"/>
            <a:chOff x="5810" y="1578917"/>
            <a:chExt cx="559801" cy="229645"/>
          </a:xfrm>
        </p:grpSpPr>
        <p:sp>
          <p:nvSpPr>
            <p:cNvPr id="28" name="Rectangle : coins arrondis 27">
              <a:hlinkClick r:id="rId11" action="ppaction://hlinksldjump"/>
              <a:extLst>
                <a:ext uri="{FF2B5EF4-FFF2-40B4-BE49-F238E27FC236}">
                  <a16:creationId xmlns:a16="http://schemas.microsoft.com/office/drawing/2014/main" id="{8B2C5A0B-CEC2-BEAE-467C-00FF4D51D5A5}"/>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hlinkClick r:id="rId11" action="ppaction://hlinksldjump">
                    <a:extLst>
                      <a:ext uri="{A12FA001-AC4F-418D-AE19-62706E023703}">
                        <ahyp:hlinkClr xmlns:ahyp="http://schemas.microsoft.com/office/drawing/2018/hyperlinkcolor" val="tx"/>
                      </a:ext>
                    </a:extLst>
                  </a:hlinkClick>
                </a:rPr>
                <a:t>Retour</a:t>
              </a:r>
              <a:endParaRPr kumimoji="0" lang="fr-FR" sz="1200" b="0" i="0" u="none" strike="noStrike" kern="1200" cap="none" spc="0" normalizeH="0" baseline="0" noProof="0">
                <a:ln>
                  <a:noFill/>
                </a:ln>
                <a:solidFill>
                  <a:srgbClr val="306A92"/>
                </a:solidFill>
                <a:effectLst/>
                <a:uLnTx/>
                <a:uFillTx/>
                <a:latin typeface="Avenir LT Std 65 Medium" panose="020B0803020203020204" pitchFamily="34" charset="0"/>
                <a:ea typeface="+mn-ea"/>
                <a:cs typeface="+mn-cs"/>
              </a:endParaRPr>
            </a:p>
          </p:txBody>
        </p:sp>
        <p:pic>
          <p:nvPicPr>
            <p:cNvPr id="29" name="Graphique 28" descr="Retour avec un remplissage uni">
              <a:hlinkClick r:id="rId11" action="ppaction://hlinksldjump"/>
              <a:extLst>
                <a:ext uri="{FF2B5EF4-FFF2-40B4-BE49-F238E27FC236}">
                  <a16:creationId xmlns:a16="http://schemas.microsoft.com/office/drawing/2014/main" id="{DFA953D9-669C-3053-DD06-DDF363FD48B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9060" y="1578917"/>
              <a:ext cx="229645" cy="229645"/>
            </a:xfrm>
            <a:prstGeom prst="rect">
              <a:avLst/>
            </a:prstGeom>
          </p:spPr>
        </p:pic>
      </p:grpSp>
      <p:sp>
        <p:nvSpPr>
          <p:cNvPr id="4" name="Rectangle : coins arrondis 3">
            <a:extLst>
              <a:ext uri="{FF2B5EF4-FFF2-40B4-BE49-F238E27FC236}">
                <a16:creationId xmlns:a16="http://schemas.microsoft.com/office/drawing/2014/main" id="{0BB6E502-F73B-12D4-93CF-FF42D1973057}"/>
              </a:ext>
            </a:extLst>
          </p:cNvPr>
          <p:cNvSpPr/>
          <p:nvPr/>
        </p:nvSpPr>
        <p:spPr>
          <a:xfrm>
            <a:off x="206672" y="6498415"/>
            <a:ext cx="1136635" cy="278404"/>
          </a:xfrm>
          <a:prstGeom prst="roundRect">
            <a:avLst/>
          </a:prstGeom>
          <a:solidFill>
            <a:schemeClr val="bg1"/>
          </a:solidFill>
          <a:ln w="28575">
            <a:solidFill>
              <a:srgbClr val="DC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DC582A"/>
                </a:solidFill>
                <a:effectLst/>
                <a:uLnTx/>
                <a:uFillTx/>
                <a:latin typeface="Arial"/>
                <a:ea typeface="+mn-ea"/>
                <a:cs typeface="+mn-cs"/>
              </a:rPr>
              <a:t>PROTOTYPE</a:t>
            </a:r>
          </a:p>
        </p:txBody>
      </p:sp>
      <p:sp>
        <p:nvSpPr>
          <p:cNvPr id="2" name="Rectangle : coins arrondis 1">
            <a:extLst>
              <a:ext uri="{FF2B5EF4-FFF2-40B4-BE49-F238E27FC236}">
                <a16:creationId xmlns:a16="http://schemas.microsoft.com/office/drawing/2014/main" id="{7D1BDCF1-3009-C9BC-5947-D99181C3AA89}"/>
              </a:ext>
            </a:extLst>
          </p:cNvPr>
          <p:cNvSpPr/>
          <p:nvPr/>
        </p:nvSpPr>
        <p:spPr>
          <a:xfrm>
            <a:off x="7052664" y="4013378"/>
            <a:ext cx="4737090" cy="60594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hlinkClick r:id="" action="ppaction://noaction"/>
            <a:extLst>
              <a:ext uri="{FF2B5EF4-FFF2-40B4-BE49-F238E27FC236}">
                <a16:creationId xmlns:a16="http://schemas.microsoft.com/office/drawing/2014/main" id="{0C396C5C-1236-9FD4-6750-D246FE504205}"/>
              </a:ext>
            </a:extLst>
          </p:cNvPr>
          <p:cNvSpPr/>
          <p:nvPr/>
        </p:nvSpPr>
        <p:spPr>
          <a:xfrm>
            <a:off x="1913464" y="2237669"/>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Les relais humains pour prévenir et accompagner les RPS</a:t>
            </a:r>
          </a:p>
        </p:txBody>
      </p:sp>
      <p:sp>
        <p:nvSpPr>
          <p:cNvPr id="6" name="Rectangle 5">
            <a:hlinkClick r:id="" action="ppaction://noaction"/>
            <a:extLst>
              <a:ext uri="{FF2B5EF4-FFF2-40B4-BE49-F238E27FC236}">
                <a16:creationId xmlns:a16="http://schemas.microsoft.com/office/drawing/2014/main" id="{AD576B38-5B1A-71D4-D0E3-9E43F2EAA8F8}"/>
              </a:ext>
            </a:extLst>
          </p:cNvPr>
          <p:cNvSpPr/>
          <p:nvPr/>
        </p:nvSpPr>
        <p:spPr>
          <a:xfrm>
            <a:off x="4388386" y="2258856"/>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Cartographie des relais pour prévenir et accompagner les RPS : identifier les personnes clés, leurs rôles et leurs contacts pour savoir sur qui s’appuyer</a:t>
            </a:r>
          </a:p>
        </p:txBody>
      </p:sp>
      <p:sp>
        <p:nvSpPr>
          <p:cNvPr id="8" name="Rectangle 7">
            <a:extLst>
              <a:ext uri="{FF2B5EF4-FFF2-40B4-BE49-F238E27FC236}">
                <a16:creationId xmlns:a16="http://schemas.microsoft.com/office/drawing/2014/main" id="{7D2E90C3-AB13-DAE7-CDAD-70ED2A97BF5F}"/>
              </a:ext>
            </a:extLst>
          </p:cNvPr>
          <p:cNvSpPr/>
          <p:nvPr/>
        </p:nvSpPr>
        <p:spPr>
          <a:xfrm>
            <a:off x="9452980" y="2258855"/>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11" name="Image 10">
            <a:hlinkClick r:id="" action="ppaction://noaction"/>
            <a:extLst>
              <a:ext uri="{FF2B5EF4-FFF2-40B4-BE49-F238E27FC236}">
                <a16:creationId xmlns:a16="http://schemas.microsoft.com/office/drawing/2014/main" id="{7BDECCC6-75F4-A371-F93B-F1D1D904236A}"/>
              </a:ext>
            </a:extLst>
          </p:cNvPr>
          <p:cNvPicPr>
            <a:picLocks noChangeAspect="1"/>
          </p:cNvPicPr>
          <p:nvPr/>
        </p:nvPicPr>
        <p:blipFill>
          <a:blip r:embed="rId8"/>
          <a:stretch>
            <a:fillRect/>
          </a:stretch>
        </p:blipFill>
        <p:spPr>
          <a:xfrm>
            <a:off x="1478273" y="2243615"/>
            <a:ext cx="335309" cy="432854"/>
          </a:xfrm>
          <a:prstGeom prst="rect">
            <a:avLst/>
          </a:prstGeom>
        </p:spPr>
      </p:pic>
      <p:grpSp>
        <p:nvGrpSpPr>
          <p:cNvPr id="12" name="Groupe 11">
            <a:extLst>
              <a:ext uri="{FF2B5EF4-FFF2-40B4-BE49-F238E27FC236}">
                <a16:creationId xmlns:a16="http://schemas.microsoft.com/office/drawing/2014/main" id="{B49C6392-774B-63D2-8B56-2D5F95FCCE23}"/>
              </a:ext>
            </a:extLst>
          </p:cNvPr>
          <p:cNvGrpSpPr/>
          <p:nvPr/>
        </p:nvGrpSpPr>
        <p:grpSpPr>
          <a:xfrm>
            <a:off x="10337243" y="2333640"/>
            <a:ext cx="315567" cy="274775"/>
            <a:chOff x="11492282" y="2015291"/>
            <a:chExt cx="315567" cy="274775"/>
          </a:xfrm>
        </p:grpSpPr>
        <p:pic>
          <p:nvPicPr>
            <p:cNvPr id="15" name="Graphique 14" descr="Cœur contour">
              <a:extLst>
                <a:ext uri="{FF2B5EF4-FFF2-40B4-BE49-F238E27FC236}">
                  <a16:creationId xmlns:a16="http://schemas.microsoft.com/office/drawing/2014/main" id="{31019A10-23E0-F4D9-D8E4-2D80B65E46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16" name="Rectangle 15">
              <a:extLst>
                <a:ext uri="{FF2B5EF4-FFF2-40B4-BE49-F238E27FC236}">
                  <a16:creationId xmlns:a16="http://schemas.microsoft.com/office/drawing/2014/main" id="{29901000-7ED9-9FD6-870D-548F8815AD85}"/>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
        <p:nvSpPr>
          <p:cNvPr id="20" name="Rectangle 19">
            <a:hlinkClick r:id="" action="ppaction://noaction"/>
            <a:extLst>
              <a:ext uri="{FF2B5EF4-FFF2-40B4-BE49-F238E27FC236}">
                <a16:creationId xmlns:a16="http://schemas.microsoft.com/office/drawing/2014/main" id="{687E3BDF-10A6-EE3C-390E-11FCF058C9FD}"/>
              </a:ext>
            </a:extLst>
          </p:cNvPr>
          <p:cNvSpPr/>
          <p:nvPr/>
        </p:nvSpPr>
        <p:spPr>
          <a:xfrm>
            <a:off x="4388386" y="3936577"/>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De la théorie et des techniques pratiques pour mieux comprendre les RPS et le rôle du manager, savoir repérer les signaux faibles et accompagner un collaborateur en difficulté </a:t>
            </a:r>
          </a:p>
        </p:txBody>
      </p:sp>
      <p:sp>
        <p:nvSpPr>
          <p:cNvPr id="23" name="Rectangle 22">
            <a:extLst>
              <a:ext uri="{FF2B5EF4-FFF2-40B4-BE49-F238E27FC236}">
                <a16:creationId xmlns:a16="http://schemas.microsoft.com/office/drawing/2014/main" id="{568912C7-3976-C5F6-0A64-8C4B728D609D}"/>
              </a:ext>
            </a:extLst>
          </p:cNvPr>
          <p:cNvSpPr/>
          <p:nvPr/>
        </p:nvSpPr>
        <p:spPr>
          <a:xfrm>
            <a:off x="9565340" y="3877828"/>
            <a:ext cx="541917" cy="3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1 j</a:t>
            </a:r>
          </a:p>
        </p:txBody>
      </p:sp>
      <p:grpSp>
        <p:nvGrpSpPr>
          <p:cNvPr id="24" name="Groupe 23">
            <a:extLst>
              <a:ext uri="{FF2B5EF4-FFF2-40B4-BE49-F238E27FC236}">
                <a16:creationId xmlns:a16="http://schemas.microsoft.com/office/drawing/2014/main" id="{A829163A-D37D-CFE3-E572-94885AA9C5A7}"/>
              </a:ext>
            </a:extLst>
          </p:cNvPr>
          <p:cNvGrpSpPr/>
          <p:nvPr/>
        </p:nvGrpSpPr>
        <p:grpSpPr>
          <a:xfrm>
            <a:off x="10337243" y="3936577"/>
            <a:ext cx="315567" cy="274775"/>
            <a:chOff x="11492282" y="2015291"/>
            <a:chExt cx="315567" cy="274775"/>
          </a:xfrm>
        </p:grpSpPr>
        <p:pic>
          <p:nvPicPr>
            <p:cNvPr id="25" name="Graphique 24" descr="Cœur contour">
              <a:extLst>
                <a:ext uri="{FF2B5EF4-FFF2-40B4-BE49-F238E27FC236}">
                  <a16:creationId xmlns:a16="http://schemas.microsoft.com/office/drawing/2014/main" id="{5768E878-D08F-1105-22FB-93ACDA1DC3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30" name="Rectangle 29">
              <a:extLst>
                <a:ext uri="{FF2B5EF4-FFF2-40B4-BE49-F238E27FC236}">
                  <a16:creationId xmlns:a16="http://schemas.microsoft.com/office/drawing/2014/main" id="{FED39100-016E-7C7B-8D63-F5EF86012243}"/>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306A92"/>
                  </a:solidFill>
                  <a:effectLst/>
                  <a:uLnTx/>
                  <a:uFillTx/>
                  <a:latin typeface="Arial"/>
                  <a:ea typeface="+mn-ea"/>
                  <a:cs typeface="+mn-cs"/>
                </a:rPr>
                <a:t>3</a:t>
              </a:r>
            </a:p>
          </p:txBody>
        </p:sp>
      </p:grpSp>
      <p:sp>
        <p:nvSpPr>
          <p:cNvPr id="32" name="Flèche : chevron 8 - 2 - 1">
            <a:extLst>
              <a:ext uri="{FF2B5EF4-FFF2-40B4-BE49-F238E27FC236}">
                <a16:creationId xmlns:a16="http://schemas.microsoft.com/office/drawing/2014/main" id="{8BB3060E-6E4E-B89C-3114-CEA3F2034F62}"/>
              </a:ext>
            </a:extLst>
          </p:cNvPr>
          <p:cNvSpPr/>
          <p:nvPr/>
        </p:nvSpPr>
        <p:spPr>
          <a:xfrm>
            <a:off x="1832999" y="21771"/>
            <a:ext cx="244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comprendre et s’informer</a:t>
            </a:r>
          </a:p>
        </p:txBody>
      </p:sp>
      <p:sp>
        <p:nvSpPr>
          <p:cNvPr id="38" name="Flèche : chevron 8 - 2 - 1">
            <a:extLst>
              <a:ext uri="{FF2B5EF4-FFF2-40B4-BE49-F238E27FC236}">
                <a16:creationId xmlns:a16="http://schemas.microsoft.com/office/drawing/2014/main" id="{56D8B7E0-E958-4A2B-CE1D-CD4A84677A79}"/>
              </a:ext>
            </a:extLst>
          </p:cNvPr>
          <p:cNvSpPr/>
          <p:nvPr/>
        </p:nvSpPr>
        <p:spPr>
          <a:xfrm>
            <a:off x="4313999" y="21771"/>
            <a:ext cx="2844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agir pour prévenir les RPS</a:t>
            </a:r>
          </a:p>
        </p:txBody>
      </p:sp>
      <p:sp>
        <p:nvSpPr>
          <p:cNvPr id="45" name="Flèche : pentagone 3">
            <a:extLst>
              <a:ext uri="{FF2B5EF4-FFF2-40B4-BE49-F238E27FC236}">
                <a16:creationId xmlns:a16="http://schemas.microsoft.com/office/drawing/2014/main" id="{EDF7B0A3-D358-9B4C-256D-B721DED077EA}"/>
              </a:ext>
            </a:extLst>
          </p:cNvPr>
          <p:cNvSpPr/>
          <p:nvPr/>
        </p:nvSpPr>
        <p:spPr>
          <a:xfrm>
            <a:off x="-2" y="21771"/>
            <a:ext cx="1800000" cy="288000"/>
          </a:xfrm>
          <a:prstGeom prst="homePlate">
            <a:avLst>
              <a:gd name="adj" fmla="val 26503"/>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Cas d’usage</a:t>
            </a:r>
          </a:p>
        </p:txBody>
      </p:sp>
      <p:sp>
        <p:nvSpPr>
          <p:cNvPr id="46" name="Flèche : chevron 8 - 2 - 1">
            <a:extLst>
              <a:ext uri="{FF2B5EF4-FFF2-40B4-BE49-F238E27FC236}">
                <a16:creationId xmlns:a16="http://schemas.microsoft.com/office/drawing/2014/main" id="{3AA8D3D2-D186-0F0D-B2B8-70A0F1C04EEC}"/>
              </a:ext>
            </a:extLst>
          </p:cNvPr>
          <p:cNvSpPr/>
          <p:nvPr/>
        </p:nvSpPr>
        <p:spPr>
          <a:xfrm>
            <a:off x="7190999" y="21771"/>
            <a:ext cx="3168000" cy="288000"/>
          </a:xfrm>
          <a:prstGeom prst="chevron">
            <a:avLst>
              <a:gd name="adj" fmla="val 28278"/>
            </a:avLst>
          </a:prstGeom>
          <a:solidFill>
            <a:schemeClr val="bg1">
              <a:lumMod val="85000"/>
            </a:schemeClr>
          </a:solidFill>
          <a:ln w="28575">
            <a:solidFill>
              <a:schemeClr val="bg1">
                <a:lumMod val="85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FFFFFF">
                    <a:lumMod val="50000"/>
                  </a:srgbClr>
                </a:solidFill>
                <a:effectLst/>
                <a:uLnTx/>
                <a:uFillTx/>
                <a:latin typeface="Avenir LT Std 45 Book" panose="020B0502020203020204" pitchFamily="34" charset="0"/>
                <a:ea typeface="+mn-ea"/>
                <a:cs typeface="+mn-cs"/>
              </a:rPr>
              <a:t>Checklist pour savoir comment accompagner et traiter les situations difficiles</a:t>
            </a:r>
          </a:p>
        </p:txBody>
      </p:sp>
      <p:sp>
        <p:nvSpPr>
          <p:cNvPr id="47" name="Flèche : chevron 8 - 2 - 1">
            <a:extLst>
              <a:ext uri="{FF2B5EF4-FFF2-40B4-BE49-F238E27FC236}">
                <a16:creationId xmlns:a16="http://schemas.microsoft.com/office/drawing/2014/main" id="{426169D7-2FFB-244A-740F-C62669D797F8}"/>
              </a:ext>
            </a:extLst>
          </p:cNvPr>
          <p:cNvSpPr/>
          <p:nvPr/>
        </p:nvSpPr>
        <p:spPr>
          <a:xfrm>
            <a:off x="10392000" y="21771"/>
            <a:ext cx="1800000" cy="288000"/>
          </a:xfrm>
          <a:prstGeom prst="chevron">
            <a:avLst>
              <a:gd name="adj" fmla="val 28278"/>
            </a:avLst>
          </a:prstGeom>
          <a:solidFill>
            <a:schemeClr val="accent1">
              <a:lumMod val="10000"/>
              <a:lumOff val="90000"/>
            </a:schemeClr>
          </a:solidFill>
          <a:ln w="28575">
            <a:solidFill>
              <a:schemeClr val="accent1">
                <a:lumMod val="10000"/>
                <a:lumOff val="90000"/>
              </a:schemeClr>
            </a:solidFill>
          </a:ln>
        </p:spPr>
        <p:txBody>
          <a:bodyPr lIns="0" rIns="0" rtlCol="0" anchor="ctr" anchorCtr="0">
            <a:noAutofit/>
          </a:bodyPr>
          <a:lstStyle/>
          <a:p>
            <a:pPr marL="0" marR="0" lvl="0" indent="0" algn="ctr" defTabSz="914400" rtl="0" eaLnBrk="1" fontAlgn="auto" latinLnBrk="0" hangingPunct="1">
              <a:lnSpc>
                <a:spcPct val="90000"/>
              </a:lnSpc>
              <a:spcBef>
                <a:spcPts val="800"/>
              </a:spcBef>
              <a:spcAft>
                <a:spcPts val="0"/>
              </a:spcAft>
              <a:buClr>
                <a:srgbClr val="3C3732"/>
              </a:buClr>
              <a:buSzPct val="90000"/>
              <a:buFontTx/>
              <a:buNone/>
              <a:tabLst/>
              <a:defRPr/>
            </a:pPr>
            <a:r>
              <a:rPr kumimoji="0" lang="fr-FR" sz="1100" b="1" i="0" u="none" strike="noStrike" kern="1200" cap="none" spc="0" normalizeH="0" baseline="0" noProof="0">
                <a:ln>
                  <a:noFill/>
                </a:ln>
                <a:solidFill>
                  <a:srgbClr val="003865">
                    <a:lumMod val="50000"/>
                    <a:lumOff val="50000"/>
                  </a:srgbClr>
                </a:solidFill>
                <a:effectLst/>
                <a:uLnTx/>
                <a:uFillTx/>
                <a:latin typeface="Avenir LT Std 45 Book" panose="020B0502020203020204" pitchFamily="34" charset="0"/>
                <a:ea typeface="+mn-ea"/>
                <a:cs typeface="+mn-cs"/>
              </a:rPr>
              <a:t>Ressources complémentaires</a:t>
            </a:r>
          </a:p>
        </p:txBody>
      </p:sp>
      <p:sp>
        <p:nvSpPr>
          <p:cNvPr id="49" name="Rectangle 48">
            <a:hlinkClick r:id="" action="ppaction://noaction"/>
            <a:extLst>
              <a:ext uri="{FF2B5EF4-FFF2-40B4-BE49-F238E27FC236}">
                <a16:creationId xmlns:a16="http://schemas.microsoft.com/office/drawing/2014/main" id="{EA2956C7-0080-A4AB-779B-1EF474BBD327}"/>
              </a:ext>
            </a:extLst>
          </p:cNvPr>
          <p:cNvSpPr/>
          <p:nvPr/>
        </p:nvSpPr>
        <p:spPr>
          <a:xfrm>
            <a:off x="1913464" y="2766135"/>
            <a:ext cx="2111655"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a:ln>
                  <a:noFill/>
                </a:ln>
                <a:solidFill>
                  <a:srgbClr val="306A92"/>
                </a:solidFill>
                <a:effectLst/>
                <a:uLnTx/>
                <a:uFillTx/>
                <a:latin typeface="Avenir LT Std 45 Book" panose="020B0502020203020204" pitchFamily="34" charset="0"/>
                <a:ea typeface="+mn-ea"/>
                <a:cs typeface="+mn-cs"/>
              </a:rPr>
              <a:t>Boîte à idées pour bâtir un plan d’actions pour améliorer la QVT</a:t>
            </a:r>
          </a:p>
        </p:txBody>
      </p:sp>
      <p:sp>
        <p:nvSpPr>
          <p:cNvPr id="50" name="Rectangle 49">
            <a:hlinkClick r:id="" action="ppaction://noaction"/>
            <a:extLst>
              <a:ext uri="{FF2B5EF4-FFF2-40B4-BE49-F238E27FC236}">
                <a16:creationId xmlns:a16="http://schemas.microsoft.com/office/drawing/2014/main" id="{316F4DD4-2F9C-CD3F-CA20-C9FEC6E8AC1F}"/>
              </a:ext>
            </a:extLst>
          </p:cNvPr>
          <p:cNvSpPr/>
          <p:nvPr/>
        </p:nvSpPr>
        <p:spPr>
          <a:xfrm>
            <a:off x="4388386" y="2787322"/>
            <a:ext cx="4752240"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355"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Proposition d’actions simples et rapides sur lesquelles travailler pour améliorer l’organisation du travail et la qualité de vie au travail</a:t>
            </a:r>
          </a:p>
        </p:txBody>
      </p:sp>
      <p:sp>
        <p:nvSpPr>
          <p:cNvPr id="51" name="Rectangle 50">
            <a:extLst>
              <a:ext uri="{FF2B5EF4-FFF2-40B4-BE49-F238E27FC236}">
                <a16:creationId xmlns:a16="http://schemas.microsoft.com/office/drawing/2014/main" id="{DEC5868F-5D78-097E-F384-2BA5AA1D6849}"/>
              </a:ext>
            </a:extLst>
          </p:cNvPr>
          <p:cNvSpPr/>
          <p:nvPr/>
        </p:nvSpPr>
        <p:spPr>
          <a:xfrm>
            <a:off x="9452980" y="2787321"/>
            <a:ext cx="660556" cy="4023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 3 min</a:t>
            </a:r>
          </a:p>
        </p:txBody>
      </p:sp>
      <p:pic>
        <p:nvPicPr>
          <p:cNvPr id="52" name="Image 51">
            <a:hlinkClick r:id="" action="ppaction://noaction"/>
            <a:extLst>
              <a:ext uri="{FF2B5EF4-FFF2-40B4-BE49-F238E27FC236}">
                <a16:creationId xmlns:a16="http://schemas.microsoft.com/office/drawing/2014/main" id="{C44CCD7E-1492-E817-3271-B68CDBCFAF29}"/>
              </a:ext>
            </a:extLst>
          </p:cNvPr>
          <p:cNvPicPr>
            <a:picLocks noChangeAspect="1"/>
          </p:cNvPicPr>
          <p:nvPr/>
        </p:nvPicPr>
        <p:blipFill>
          <a:blip r:embed="rId8"/>
          <a:stretch>
            <a:fillRect/>
          </a:stretch>
        </p:blipFill>
        <p:spPr>
          <a:xfrm>
            <a:off x="1478273" y="2772081"/>
            <a:ext cx="335309" cy="432854"/>
          </a:xfrm>
          <a:prstGeom prst="rect">
            <a:avLst/>
          </a:prstGeom>
        </p:spPr>
      </p:pic>
      <p:grpSp>
        <p:nvGrpSpPr>
          <p:cNvPr id="53" name="Groupe 52">
            <a:extLst>
              <a:ext uri="{FF2B5EF4-FFF2-40B4-BE49-F238E27FC236}">
                <a16:creationId xmlns:a16="http://schemas.microsoft.com/office/drawing/2014/main" id="{00356882-8D68-44A5-04FA-0C76A46DA85B}"/>
              </a:ext>
            </a:extLst>
          </p:cNvPr>
          <p:cNvGrpSpPr/>
          <p:nvPr/>
        </p:nvGrpSpPr>
        <p:grpSpPr>
          <a:xfrm>
            <a:off x="10337243" y="2862106"/>
            <a:ext cx="315567" cy="274775"/>
            <a:chOff x="11492282" y="2015291"/>
            <a:chExt cx="315567" cy="274775"/>
          </a:xfrm>
        </p:grpSpPr>
        <p:pic>
          <p:nvPicPr>
            <p:cNvPr id="54" name="Graphique 53" descr="Cœur contour">
              <a:extLst>
                <a:ext uri="{FF2B5EF4-FFF2-40B4-BE49-F238E27FC236}">
                  <a16:creationId xmlns:a16="http://schemas.microsoft.com/office/drawing/2014/main" id="{D2B7477D-2574-9DDF-F3D8-9C757F72D4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92282" y="2015291"/>
              <a:ext cx="214188" cy="214188"/>
            </a:xfrm>
            <a:prstGeom prst="rect">
              <a:avLst/>
            </a:prstGeom>
          </p:spPr>
        </p:pic>
        <p:sp>
          <p:nvSpPr>
            <p:cNvPr id="55" name="Rectangle 54">
              <a:extLst>
                <a:ext uri="{FF2B5EF4-FFF2-40B4-BE49-F238E27FC236}">
                  <a16:creationId xmlns:a16="http://schemas.microsoft.com/office/drawing/2014/main" id="{BE9B3E32-EFA6-5F8F-5100-DFE69872E1BB}"/>
                </a:ext>
              </a:extLst>
            </p:cNvPr>
            <p:cNvSpPr/>
            <p:nvPr/>
          </p:nvSpPr>
          <p:spPr>
            <a:xfrm>
              <a:off x="11593661" y="2101883"/>
              <a:ext cx="214188" cy="1881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306A92"/>
                  </a:solidFill>
                  <a:effectLst/>
                  <a:uLnTx/>
                  <a:uFillTx/>
                  <a:latin typeface="Arial"/>
                  <a:ea typeface="+mn-ea"/>
                  <a:cs typeface="+mn-cs"/>
                </a:rPr>
                <a:t>x</a:t>
              </a:r>
              <a:endParaRPr kumimoji="0" lang="fr-FR" sz="1200" b="1" i="0" u="none" strike="noStrike" kern="1200" cap="none" spc="0" normalizeH="0" baseline="0" noProof="0">
                <a:ln>
                  <a:noFill/>
                </a:ln>
                <a:solidFill>
                  <a:srgbClr val="306A92"/>
                </a:solidFill>
                <a:effectLst/>
                <a:uLnTx/>
                <a:uFillTx/>
                <a:latin typeface="Arial"/>
                <a:ea typeface="+mn-ea"/>
                <a:cs typeface="+mn-cs"/>
              </a:endParaRPr>
            </a:p>
          </p:txBody>
        </p:sp>
      </p:grpSp>
    </p:spTree>
    <p:extLst>
      <p:ext uri="{BB962C8B-B14F-4D97-AF65-F5344CB8AC3E}">
        <p14:creationId xmlns:p14="http://schemas.microsoft.com/office/powerpoint/2010/main" val="244770013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F774-E5F7-60DD-3755-EA371C8B39F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331905-D2DB-51BD-1DDE-08376C6F573E}"/>
              </a:ext>
            </a:extLst>
          </p:cNvPr>
          <p:cNvSpPr>
            <a:spLocks noGrp="1" noRot="1" noMove="1" noResize="1" noEditPoints="1" noAdjustHandles="1" noChangeArrowheads="1" noChangeShapeType="1"/>
          </p:cNvSpPr>
          <p:nvPr/>
        </p:nvSpPr>
        <p:spPr>
          <a:xfrm>
            <a:off x="13840" y="-1274"/>
            <a:ext cx="12160800" cy="6840000"/>
          </a:xfrm>
          <a:prstGeom prst="rect">
            <a:avLst/>
          </a:prstGeom>
          <a:solidFill>
            <a:schemeClr val="bg1"/>
          </a:solidFill>
          <a:ln w="28575">
            <a:gradFill>
              <a:gsLst>
                <a:gs pos="0">
                  <a:srgbClr val="00205B"/>
                </a:gs>
                <a:gs pos="100000">
                  <a:srgbClr val="0084D4"/>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1200" b="1" i="0" u="none" strike="noStrike" kern="1200" cap="none" spc="0" normalizeH="0" baseline="0" noProof="0">
              <a:ln>
                <a:noFill/>
              </a:ln>
              <a:solidFill>
                <a:srgbClr val="FFFFFF"/>
              </a:solidFill>
              <a:effectLst/>
              <a:uLnTx/>
              <a:uFillTx/>
              <a:latin typeface="Avenir LT Std 45 Book" panose="020B0502020203020204" pitchFamily="34" charset="0"/>
              <a:ea typeface="+mn-ea"/>
              <a:cs typeface="+mn-cs"/>
            </a:endParaRPr>
          </a:p>
        </p:txBody>
      </p:sp>
      <p:grpSp>
        <p:nvGrpSpPr>
          <p:cNvPr id="143" name="Groupe 142">
            <a:extLst>
              <a:ext uri="{FF2B5EF4-FFF2-40B4-BE49-F238E27FC236}">
                <a16:creationId xmlns:a16="http://schemas.microsoft.com/office/drawing/2014/main" id="{23499A1B-F4A9-6466-7A29-68CFEF9ECD35}"/>
              </a:ext>
            </a:extLst>
          </p:cNvPr>
          <p:cNvGrpSpPr/>
          <p:nvPr/>
        </p:nvGrpSpPr>
        <p:grpSpPr>
          <a:xfrm>
            <a:off x="2798375" y="996293"/>
            <a:ext cx="8555760" cy="4923222"/>
            <a:chOff x="2578000" y="972786"/>
            <a:chExt cx="8555760" cy="4923222"/>
          </a:xfrm>
        </p:grpSpPr>
        <p:sp>
          <p:nvSpPr>
            <p:cNvPr id="140" name="Forme libre : forme 139">
              <a:extLst>
                <a:ext uri="{FF2B5EF4-FFF2-40B4-BE49-F238E27FC236}">
                  <a16:creationId xmlns:a16="http://schemas.microsoft.com/office/drawing/2014/main" id="{B9A5372C-8FF2-1BB1-212F-543D8C8A892A}"/>
                </a:ext>
              </a:extLst>
            </p:cNvPr>
            <p:cNvSpPr/>
            <p:nvPr/>
          </p:nvSpPr>
          <p:spPr>
            <a:xfrm>
              <a:off x="2657227" y="984331"/>
              <a:ext cx="8370144" cy="491167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9" name="Forme libre : forme 138">
              <a:extLst>
                <a:ext uri="{FF2B5EF4-FFF2-40B4-BE49-F238E27FC236}">
                  <a16:creationId xmlns:a16="http://schemas.microsoft.com/office/drawing/2014/main" id="{2520F347-C1B4-0F5C-2876-7BD47B06903B}"/>
                </a:ext>
              </a:extLst>
            </p:cNvPr>
            <p:cNvSpPr/>
            <p:nvPr/>
          </p:nvSpPr>
          <p:spPr>
            <a:xfrm>
              <a:off x="2728451" y="102657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sp>
          <p:nvSpPr>
            <p:cNvPr id="138" name="Forme libre : forme 137">
              <a:extLst>
                <a:ext uri="{FF2B5EF4-FFF2-40B4-BE49-F238E27FC236}">
                  <a16:creationId xmlns:a16="http://schemas.microsoft.com/office/drawing/2014/main" id="{763BC3F4-69B8-9887-9981-88BC790B780F}"/>
                </a:ext>
              </a:extLst>
            </p:cNvPr>
            <p:cNvSpPr/>
            <p:nvPr/>
          </p:nvSpPr>
          <p:spPr>
            <a:xfrm>
              <a:off x="2578000" y="972786"/>
              <a:ext cx="8405309" cy="4863047"/>
            </a:xfrm>
            <a:custGeom>
              <a:avLst/>
              <a:gdLst>
                <a:gd name="csX0" fmla="*/ 299671 w 8405309"/>
                <a:gd name="csY0" fmla="*/ 0 h 4643527"/>
                <a:gd name="csX1" fmla="*/ 3835 w 8405309"/>
                <a:gd name="csY1" fmla="*/ 842682 h 4643527"/>
                <a:gd name="csX2" fmla="*/ 174165 w 8405309"/>
                <a:gd name="csY2" fmla="*/ 1210235 h 4643527"/>
                <a:gd name="csX3" fmla="*/ 756871 w 8405309"/>
                <a:gd name="csY3" fmla="*/ 1739153 h 4643527"/>
                <a:gd name="csX4" fmla="*/ 1232000 w 8405309"/>
                <a:gd name="csY4" fmla="*/ 2097741 h 4643527"/>
                <a:gd name="csX5" fmla="*/ 1931247 w 8405309"/>
                <a:gd name="csY5" fmla="*/ 2590800 h 4643527"/>
                <a:gd name="csX6" fmla="*/ 2540847 w 8405309"/>
                <a:gd name="csY6" fmla="*/ 2823882 h 4643527"/>
                <a:gd name="csX7" fmla="*/ 3150447 w 8405309"/>
                <a:gd name="csY7" fmla="*/ 2868706 h 4643527"/>
                <a:gd name="csX8" fmla="*/ 3786941 w 8405309"/>
                <a:gd name="csY8" fmla="*/ 1425388 h 4643527"/>
                <a:gd name="csX9" fmla="*/ 6395671 w 8405309"/>
                <a:gd name="csY9" fmla="*/ 1667435 h 4643527"/>
                <a:gd name="csX10" fmla="*/ 8385835 w 8405309"/>
                <a:gd name="csY10" fmla="*/ 2814918 h 4643527"/>
                <a:gd name="csX11" fmla="*/ 7399718 w 8405309"/>
                <a:gd name="csY11" fmla="*/ 4428565 h 4643527"/>
                <a:gd name="csX12" fmla="*/ 7229388 w 8405309"/>
                <a:gd name="csY12" fmla="*/ 4580965 h 46435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405309" h="4643527">
                  <a:moveTo>
                    <a:pt x="299671" y="0"/>
                  </a:moveTo>
                  <a:cubicBezTo>
                    <a:pt x="162212" y="320488"/>
                    <a:pt x="24753" y="640976"/>
                    <a:pt x="3835" y="842682"/>
                  </a:cubicBezTo>
                  <a:cubicBezTo>
                    <a:pt x="-17083" y="1044388"/>
                    <a:pt x="48659" y="1060823"/>
                    <a:pt x="174165" y="1210235"/>
                  </a:cubicBezTo>
                  <a:cubicBezTo>
                    <a:pt x="299671" y="1359647"/>
                    <a:pt x="580565" y="1591235"/>
                    <a:pt x="756871" y="1739153"/>
                  </a:cubicBezTo>
                  <a:cubicBezTo>
                    <a:pt x="933177" y="1887071"/>
                    <a:pt x="1036271" y="1955800"/>
                    <a:pt x="1232000" y="2097741"/>
                  </a:cubicBezTo>
                  <a:cubicBezTo>
                    <a:pt x="1427729" y="2239682"/>
                    <a:pt x="1713106" y="2469777"/>
                    <a:pt x="1931247" y="2590800"/>
                  </a:cubicBezTo>
                  <a:cubicBezTo>
                    <a:pt x="2149388" y="2711824"/>
                    <a:pt x="2337647" y="2777564"/>
                    <a:pt x="2540847" y="2823882"/>
                  </a:cubicBezTo>
                  <a:cubicBezTo>
                    <a:pt x="2744047" y="2870200"/>
                    <a:pt x="2942765" y="3101788"/>
                    <a:pt x="3150447" y="2868706"/>
                  </a:cubicBezTo>
                  <a:cubicBezTo>
                    <a:pt x="3358129" y="2635624"/>
                    <a:pt x="3246070" y="1625600"/>
                    <a:pt x="3786941" y="1425388"/>
                  </a:cubicBezTo>
                  <a:cubicBezTo>
                    <a:pt x="4327812" y="1225176"/>
                    <a:pt x="5629189" y="1435847"/>
                    <a:pt x="6395671" y="1667435"/>
                  </a:cubicBezTo>
                  <a:cubicBezTo>
                    <a:pt x="7162153" y="1899023"/>
                    <a:pt x="8218494" y="2354730"/>
                    <a:pt x="8385835" y="2814918"/>
                  </a:cubicBezTo>
                  <a:cubicBezTo>
                    <a:pt x="8553176" y="3275106"/>
                    <a:pt x="7592459" y="4134224"/>
                    <a:pt x="7399718" y="4428565"/>
                  </a:cubicBezTo>
                  <a:cubicBezTo>
                    <a:pt x="7206977" y="4722906"/>
                    <a:pt x="7218182" y="4651935"/>
                    <a:pt x="7229388" y="4580965"/>
                  </a:cubicBezTo>
                </a:path>
              </a:pathLst>
            </a:custGeom>
            <a:no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 coins arrondis 4">
            <a:extLst>
              <a:ext uri="{FF2B5EF4-FFF2-40B4-BE49-F238E27FC236}">
                <a16:creationId xmlns:a16="http://schemas.microsoft.com/office/drawing/2014/main" id="{42915670-9175-850D-938A-5FC28B726CB2}"/>
              </a:ext>
            </a:extLst>
          </p:cNvPr>
          <p:cNvSpPr/>
          <p:nvPr/>
        </p:nvSpPr>
        <p:spPr>
          <a:xfrm>
            <a:off x="57901" y="473937"/>
            <a:ext cx="12074378" cy="603584"/>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2913" marR="0" lvl="1" indent="0" algn="l" defTabSz="228600" rtl="0" eaLnBrk="1" fontAlgn="auto" latinLnBrk="0" hangingPunct="1">
              <a:lnSpc>
                <a:spcPct val="100000"/>
              </a:lnSpc>
              <a:spcBef>
                <a:spcPts val="400"/>
              </a:spcBef>
              <a:spcAft>
                <a:spcPts val="0"/>
              </a:spcAft>
              <a:buClrTx/>
              <a:buSzTx/>
              <a:buFontTx/>
              <a:buNone/>
              <a:tabLst/>
              <a:defRPr/>
            </a:pPr>
            <a:r>
              <a:rPr kumimoji="0" lang="fr-FR" sz="115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La charge de travail se situe au carrefour des objectifs de chacun et des ressources dont ils disposent. Son déséquilibre (surcharge, sous-charge)  peut générer des risques psychosociaux. Son analyse régulière permet de repérer les situations en écart et d'y répondre avec le collectif. </a:t>
            </a:r>
            <a:r>
              <a:rPr kumimoji="0" lang="fr-FR" sz="1150" b="1"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rPr>
              <a:t>Le manager joue un rôle central : en parler sans tabou pour mieux l’organiser.</a:t>
            </a:r>
          </a:p>
        </p:txBody>
      </p:sp>
      <p:sp>
        <p:nvSpPr>
          <p:cNvPr id="25" name="Titre 7">
            <a:extLst>
              <a:ext uri="{FF2B5EF4-FFF2-40B4-BE49-F238E27FC236}">
                <a16:creationId xmlns:a16="http://schemas.microsoft.com/office/drawing/2014/main" id="{BD3AFBD6-DB2D-1DFA-0B23-DA1AA8BD5465}"/>
              </a:ext>
            </a:extLst>
          </p:cNvPr>
          <p:cNvSpPr>
            <a:spLocks noGrp="1"/>
          </p:cNvSpPr>
          <p:nvPr>
            <p:ph type="title"/>
          </p:nvPr>
        </p:nvSpPr>
        <p:spPr>
          <a:xfrm>
            <a:off x="477881" y="104074"/>
            <a:ext cx="11308752" cy="281103"/>
          </a:xfrm>
        </p:spPr>
        <p:txBody>
          <a:bodyPr/>
          <a:lstStyle/>
          <a:p>
            <a:pPr algn="ctr"/>
            <a:r>
              <a:rPr lang="fr-FR" sz="2000">
                <a:solidFill>
                  <a:schemeClr val="accent1"/>
                </a:solidFill>
                <a:latin typeface="Avenir LT Std 45 Book" panose="020B0502020203020204" pitchFamily="34" charset="0"/>
              </a:rPr>
              <a:t>ABORDER LA CHARGE DE TRAVAIL AVEC LES ÉQUIPES</a:t>
            </a:r>
          </a:p>
        </p:txBody>
      </p:sp>
      <p:pic>
        <p:nvPicPr>
          <p:cNvPr id="8" name="Graphique 7" descr="Ampoule et engrenage contour">
            <a:extLst>
              <a:ext uri="{FF2B5EF4-FFF2-40B4-BE49-F238E27FC236}">
                <a16:creationId xmlns:a16="http://schemas.microsoft.com/office/drawing/2014/main" id="{2B3F5246-E20A-DB0F-CA45-CFF2E61255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22" y="540786"/>
            <a:ext cx="432000" cy="432000"/>
          </a:xfrm>
          <a:prstGeom prst="rect">
            <a:avLst/>
          </a:prstGeom>
        </p:spPr>
      </p:pic>
      <p:sp>
        <p:nvSpPr>
          <p:cNvPr id="2" name="Rectangle : coins arrondis 1">
            <a:extLst>
              <a:ext uri="{FF2B5EF4-FFF2-40B4-BE49-F238E27FC236}">
                <a16:creationId xmlns:a16="http://schemas.microsoft.com/office/drawing/2014/main" id="{9C2E9785-DC00-3E3C-1FA7-641117B6D857}"/>
              </a:ext>
            </a:extLst>
          </p:cNvPr>
          <p:cNvSpPr/>
          <p:nvPr/>
        </p:nvSpPr>
        <p:spPr>
          <a:xfrm>
            <a:off x="746121" y="1438897"/>
            <a:ext cx="5371184" cy="548469"/>
          </a:xfrm>
          <a:prstGeom prst="roundRect">
            <a:avLst>
              <a:gd name="adj" fmla="val 1870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Ne pas attendre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une situation dégradée pour l’évoquer</a:t>
            </a:r>
          </a:p>
          <a:p>
            <a:pPr marL="0" marR="0" lvl="0" indent="0" algn="l" defTabSz="2286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 réévaluer régulièrement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pour mieux piloter l’activité et prévenir les RPS</a:t>
            </a:r>
          </a:p>
        </p:txBody>
      </p:sp>
      <p:sp>
        <p:nvSpPr>
          <p:cNvPr id="6" name="Rectangle : coins arrondis 5">
            <a:extLst>
              <a:ext uri="{FF2B5EF4-FFF2-40B4-BE49-F238E27FC236}">
                <a16:creationId xmlns:a16="http://schemas.microsoft.com/office/drawing/2014/main" id="{21BF8EB2-E58D-B75D-8FAA-820C6BD87F7E}"/>
              </a:ext>
            </a:extLst>
          </p:cNvPr>
          <p:cNvSpPr/>
          <p:nvPr/>
        </p:nvSpPr>
        <p:spPr>
          <a:xfrm>
            <a:off x="100181" y="2359926"/>
            <a:ext cx="5235139" cy="3945275"/>
          </a:xfrm>
          <a:prstGeom prst="roundRect">
            <a:avLst>
              <a:gd name="adj" fmla="val 3297"/>
            </a:avLst>
          </a:prstGeom>
          <a:solidFill>
            <a:srgbClr val="FBDE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2" name="Rectangle : coins arrondis 11">
            <a:extLst>
              <a:ext uri="{FF2B5EF4-FFF2-40B4-BE49-F238E27FC236}">
                <a16:creationId xmlns:a16="http://schemas.microsoft.com/office/drawing/2014/main" id="{98AEB5C2-C8D7-14A0-A63D-59B83F16E2EA}"/>
              </a:ext>
            </a:extLst>
          </p:cNvPr>
          <p:cNvSpPr/>
          <p:nvPr/>
        </p:nvSpPr>
        <p:spPr>
          <a:xfrm>
            <a:off x="6330336" y="1405296"/>
            <a:ext cx="5791267" cy="3733477"/>
          </a:xfrm>
          <a:prstGeom prst="roundRect">
            <a:avLst>
              <a:gd name="adj" fmla="val 4269"/>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20" name="Rectangle : coins arrondis 19">
            <a:extLst>
              <a:ext uri="{FF2B5EF4-FFF2-40B4-BE49-F238E27FC236}">
                <a16:creationId xmlns:a16="http://schemas.microsoft.com/office/drawing/2014/main" id="{B25BCFAF-A541-FC26-BD6E-D96C107790D1}"/>
              </a:ext>
            </a:extLst>
          </p:cNvPr>
          <p:cNvSpPr/>
          <p:nvPr/>
        </p:nvSpPr>
        <p:spPr>
          <a:xfrm>
            <a:off x="5417350" y="5533218"/>
            <a:ext cx="5580000" cy="1224000"/>
          </a:xfrm>
          <a:prstGeom prst="roundRect">
            <a:avLst>
              <a:gd name="adj" fmla="val 11814"/>
            </a:avLst>
          </a:prstGeom>
          <a:solidFill>
            <a:srgbClr val="F0EA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36" name="Titre 7">
            <a:extLst>
              <a:ext uri="{FF2B5EF4-FFF2-40B4-BE49-F238E27FC236}">
                <a16:creationId xmlns:a16="http://schemas.microsoft.com/office/drawing/2014/main" id="{D6A4704E-F6EF-3781-D1A2-E815FBA69EF3}"/>
              </a:ext>
            </a:extLst>
          </p:cNvPr>
          <p:cNvSpPr txBox="1">
            <a:spLocks/>
          </p:cNvSpPr>
          <p:nvPr/>
        </p:nvSpPr>
        <p:spPr>
          <a:xfrm>
            <a:off x="1183010" y="1256222"/>
            <a:ext cx="1265194"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AAA00"/>
                </a:solidFill>
                <a:effectLst/>
                <a:uLnTx/>
                <a:uFillTx/>
                <a:latin typeface="Avenir LT Std 65 Medium" panose="020B0803020203020204" pitchFamily="34" charset="0"/>
                <a:ea typeface="+mj-ea"/>
                <a:cs typeface="Arial" panose="020B0604020202020204" pitchFamily="34" charset="0"/>
              </a:rPr>
              <a:t>QUAND</a:t>
            </a:r>
          </a:p>
        </p:txBody>
      </p:sp>
      <p:pic>
        <p:nvPicPr>
          <p:cNvPr id="38" name="Graphique 37" descr="Horloge contour">
            <a:extLst>
              <a:ext uri="{FF2B5EF4-FFF2-40B4-BE49-F238E27FC236}">
                <a16:creationId xmlns:a16="http://schemas.microsoft.com/office/drawing/2014/main" id="{7F3EF7A5-8AD7-9851-9C43-5EBAF206FF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3160" y="1158076"/>
            <a:ext cx="361950" cy="361950"/>
          </a:xfrm>
          <a:prstGeom prst="rect">
            <a:avLst/>
          </a:prstGeom>
        </p:spPr>
      </p:pic>
      <p:sp>
        <p:nvSpPr>
          <p:cNvPr id="39" name="Titre 7">
            <a:extLst>
              <a:ext uri="{FF2B5EF4-FFF2-40B4-BE49-F238E27FC236}">
                <a16:creationId xmlns:a16="http://schemas.microsoft.com/office/drawing/2014/main" id="{68B37409-5787-661F-7D7D-42069A63E0C4}"/>
              </a:ext>
            </a:extLst>
          </p:cNvPr>
          <p:cNvSpPr txBox="1">
            <a:spLocks/>
          </p:cNvSpPr>
          <p:nvPr/>
        </p:nvSpPr>
        <p:spPr>
          <a:xfrm>
            <a:off x="537069" y="2166027"/>
            <a:ext cx="1497530"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DC582A"/>
                </a:solidFill>
                <a:effectLst/>
                <a:uLnTx/>
                <a:uFillTx/>
                <a:latin typeface="Avenir LT Std 65 Medium" panose="020B0803020203020204" pitchFamily="34" charset="0"/>
                <a:ea typeface="+mj-ea"/>
                <a:cs typeface="Arial" panose="020B0604020202020204" pitchFamily="34" charset="0"/>
              </a:rPr>
              <a:t>COMMENT</a:t>
            </a:r>
          </a:p>
        </p:txBody>
      </p:sp>
      <p:pic>
        <p:nvPicPr>
          <p:cNvPr id="43" name="Graphique 42" descr="Loupe contour">
            <a:extLst>
              <a:ext uri="{FF2B5EF4-FFF2-40B4-BE49-F238E27FC236}">
                <a16:creationId xmlns:a16="http://schemas.microsoft.com/office/drawing/2014/main" id="{B76F18F4-4177-A21B-9FE5-65771EF632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400000">
            <a:off x="101957" y="2105814"/>
            <a:ext cx="333375" cy="333375"/>
          </a:xfrm>
          <a:prstGeom prst="rect">
            <a:avLst/>
          </a:prstGeom>
        </p:spPr>
      </p:pic>
      <p:sp>
        <p:nvSpPr>
          <p:cNvPr id="46" name="Google Shape;5120;p20">
            <a:extLst>
              <a:ext uri="{FF2B5EF4-FFF2-40B4-BE49-F238E27FC236}">
                <a16:creationId xmlns:a16="http://schemas.microsoft.com/office/drawing/2014/main" id="{42FDBDEE-C0BC-416C-00C5-9AD2B2F09DEC}"/>
              </a:ext>
            </a:extLst>
          </p:cNvPr>
          <p:cNvSpPr/>
          <p:nvPr/>
        </p:nvSpPr>
        <p:spPr>
          <a:xfrm rot="7192736">
            <a:off x="225538" y="2525397"/>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47" name="Google Shape;5120;p20">
            <a:extLst>
              <a:ext uri="{FF2B5EF4-FFF2-40B4-BE49-F238E27FC236}">
                <a16:creationId xmlns:a16="http://schemas.microsoft.com/office/drawing/2014/main" id="{1AF73423-BAB2-7632-3119-B5631C3242CD}"/>
              </a:ext>
            </a:extLst>
          </p:cNvPr>
          <p:cNvSpPr/>
          <p:nvPr/>
        </p:nvSpPr>
        <p:spPr>
          <a:xfrm rot="7192736">
            <a:off x="225538" y="575817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rgbClr val="DC582A"/>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53" name="ZoneTexte 52">
            <a:extLst>
              <a:ext uri="{FF2B5EF4-FFF2-40B4-BE49-F238E27FC236}">
                <a16:creationId xmlns:a16="http://schemas.microsoft.com/office/drawing/2014/main" id="{D5A53FCC-D556-86E1-D19B-232C60DCE75E}"/>
              </a:ext>
            </a:extLst>
          </p:cNvPr>
          <p:cNvSpPr txBox="1"/>
          <p:nvPr/>
        </p:nvSpPr>
        <p:spPr>
          <a:xfrm>
            <a:off x="497379" y="2490232"/>
            <a:ext cx="4835798"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Mettre en évidence une charge au plus proche de la réalité en prenant en compte les 3 dimensions de la charge de travail :</a:t>
            </a:r>
          </a:p>
        </p:txBody>
      </p:sp>
      <p:sp>
        <p:nvSpPr>
          <p:cNvPr id="56" name="Rectangle : coins arrondis 55">
            <a:extLst>
              <a:ext uri="{FF2B5EF4-FFF2-40B4-BE49-F238E27FC236}">
                <a16:creationId xmlns:a16="http://schemas.microsoft.com/office/drawing/2014/main" id="{AF0F70DC-3D84-0EAC-9F5C-D69ED1B3225B}"/>
              </a:ext>
            </a:extLst>
          </p:cNvPr>
          <p:cNvSpPr/>
          <p:nvPr/>
        </p:nvSpPr>
        <p:spPr>
          <a:xfrm>
            <a:off x="448873" y="3009070"/>
            <a:ext cx="4824000" cy="504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Objectiver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nécessaire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pour réaliser les missions du poste et les activités complémentaires</a:t>
            </a:r>
            <a:r>
              <a:rPr kumimoji="0" lang="fr-FR" sz="1050" b="0"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(lettre de mission, projet…)</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en tenant compte de la récurrence des tâches</a:t>
            </a:r>
          </a:p>
        </p:txBody>
      </p:sp>
      <p:sp>
        <p:nvSpPr>
          <p:cNvPr id="59" name="ZoneTexte 58">
            <a:extLst>
              <a:ext uri="{FF2B5EF4-FFF2-40B4-BE49-F238E27FC236}">
                <a16:creationId xmlns:a16="http://schemas.microsoft.com/office/drawing/2014/main" id="{6C05BE55-4AB5-F474-1747-2B31C1A0A3AC}"/>
              </a:ext>
            </a:extLst>
          </p:cNvPr>
          <p:cNvSpPr txBox="1"/>
          <p:nvPr/>
        </p:nvSpPr>
        <p:spPr>
          <a:xfrm>
            <a:off x="497379" y="5698231"/>
            <a:ext cx="4835798" cy="577081"/>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Identifier les autres impacts indirects sur la charge de travail des équipes </a:t>
            </a:r>
            <a:r>
              <a:rPr kumimoji="0" lang="fr-FR" sz="1050" b="0" i="0" u="none" strike="noStrike" kern="1200" cap="none" spc="0" normalizeH="0" baseline="0" noProof="0">
                <a:ln>
                  <a:noFill/>
                </a:ln>
                <a:solidFill>
                  <a:srgbClr val="DC582A"/>
                </a:solidFill>
                <a:effectLst/>
                <a:uLnTx/>
                <a:uFillTx/>
                <a:latin typeface="Avenir LT Std 35 Light" panose="020B0402020203020204" pitchFamily="34" charset="0"/>
                <a:ea typeface="+mn-ea"/>
                <a:cs typeface="+mn-cs"/>
              </a:rPr>
              <a:t>(projet de transformation, évolution de fonctionnement, absences imprévues dans l’équipe…)</a:t>
            </a:r>
          </a:p>
        </p:txBody>
      </p:sp>
      <p:sp>
        <p:nvSpPr>
          <p:cNvPr id="60" name="Rectangle : coins arrondis 59">
            <a:extLst>
              <a:ext uri="{FF2B5EF4-FFF2-40B4-BE49-F238E27FC236}">
                <a16:creationId xmlns:a16="http://schemas.microsoft.com/office/drawing/2014/main" id="{9C8E8FB2-7ABD-B1FD-C3DF-E8D0D416EC97}"/>
              </a:ext>
            </a:extLst>
          </p:cNvPr>
          <p:cNvSpPr/>
          <p:nvPr/>
        </p:nvSpPr>
        <p:spPr>
          <a:xfrm>
            <a:off x="448873" y="4907923"/>
            <a:ext cx="4824000" cy="576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Tenir compte de la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charge de travail ressentie par le collaborateur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(impact des contraintes externes (temps de trajet, contraintes familiales…), caractéristiques personnelles (expérience, santé…), engagement, difficultés perçues…)</a:t>
            </a:r>
            <a:endPar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58" name="Rectangle : coins arrondis 57">
            <a:extLst>
              <a:ext uri="{FF2B5EF4-FFF2-40B4-BE49-F238E27FC236}">
                <a16:creationId xmlns:a16="http://schemas.microsoft.com/office/drawing/2014/main" id="{55992063-0E06-C83E-CBDA-728691E7DD1A}"/>
              </a:ext>
            </a:extLst>
          </p:cNvPr>
          <p:cNvSpPr/>
          <p:nvPr/>
        </p:nvSpPr>
        <p:spPr>
          <a:xfrm>
            <a:off x="448873" y="3579208"/>
            <a:ext cx="4824000" cy="1260000"/>
          </a:xfrm>
          <a:prstGeom prst="roundRect">
            <a:avLst/>
          </a:prstGeom>
          <a:solidFill>
            <a:srgbClr val="F0BD9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Intégrer les </a:t>
            </a:r>
            <a:r>
              <a:rPr kumimoji="0" lang="fr-FR" sz="1050" b="1" i="0" u="none" strike="noStrike" kern="1200" cap="none" spc="0" normalizeH="0" baseline="0" noProof="0">
                <a:ln>
                  <a:noFill/>
                </a:ln>
                <a:solidFill>
                  <a:srgbClr val="000000"/>
                </a:solidFill>
                <a:effectLst/>
                <a:uLnTx/>
                <a:uFillTx/>
                <a:latin typeface="Avenir LT Std 65 Medium" panose="020B0803020203020204" pitchFamily="34" charset="0"/>
                <a:ea typeface="+mn-ea"/>
                <a:cs typeface="+mn-cs"/>
              </a:rPr>
              <a:t>conditions réelles qui influent sur la charge</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de travail :</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Aléa</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(imprévu, dysfonctionnement…)</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Coordination</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(échanges entre collègues, entraide, rituels...)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Compétences</a:t>
            </a:r>
            <a:r>
              <a:rPr kumimoji="0" lang="fr-FR" sz="100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(apprentissage d’un nouvel outil, évolution des compétences…)</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Conditions de travail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(ressources / outils insuffisants ou facilitants, interruption fréquente, environnement physique, impact du télétravail…)</a:t>
            </a:r>
          </a:p>
          <a:p>
            <a:pPr marL="88900" marR="0" lvl="1" indent="-88900" algn="l" defTabSz="2286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fr-FR" sz="100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Temps « improductif »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(pauses, prise de recul, délais de route…)</a:t>
            </a:r>
          </a:p>
        </p:txBody>
      </p:sp>
      <p:pic>
        <p:nvPicPr>
          <p:cNvPr id="94" name="Graphique 93" descr="Flèche : pivoter à gauche avec un remplissage uni">
            <a:extLst>
              <a:ext uri="{FF2B5EF4-FFF2-40B4-BE49-F238E27FC236}">
                <a16:creationId xmlns:a16="http://schemas.microsoft.com/office/drawing/2014/main" id="{E4E2F53F-A605-2999-F775-CD3F0C4EB6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1" y="3440258"/>
            <a:ext cx="440048" cy="440048"/>
          </a:xfrm>
          <a:prstGeom prst="rect">
            <a:avLst/>
          </a:prstGeom>
        </p:spPr>
      </p:pic>
      <p:pic>
        <p:nvPicPr>
          <p:cNvPr id="105" name="Graphique 104" descr="Flèche : pivoter à gauche avec un remplissage uni">
            <a:extLst>
              <a:ext uri="{FF2B5EF4-FFF2-40B4-BE49-F238E27FC236}">
                <a16:creationId xmlns:a16="http://schemas.microsoft.com/office/drawing/2014/main" id="{C7123466-2F2A-9347-D850-DF6568553F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536442">
            <a:off x="89892" y="4752826"/>
            <a:ext cx="440048" cy="440048"/>
          </a:xfrm>
          <a:prstGeom prst="rect">
            <a:avLst/>
          </a:prstGeom>
        </p:spPr>
      </p:pic>
      <p:sp>
        <p:nvSpPr>
          <p:cNvPr id="106" name="Titre 7">
            <a:extLst>
              <a:ext uri="{FF2B5EF4-FFF2-40B4-BE49-F238E27FC236}">
                <a16:creationId xmlns:a16="http://schemas.microsoft.com/office/drawing/2014/main" id="{C223AA49-E884-49C8-EA8B-8B5DC8C47E36}"/>
              </a:ext>
            </a:extLst>
          </p:cNvPr>
          <p:cNvSpPr txBox="1">
            <a:spLocks/>
          </p:cNvSpPr>
          <p:nvPr/>
        </p:nvSpPr>
        <p:spPr>
          <a:xfrm>
            <a:off x="6916021" y="1198522"/>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1990D8"/>
                </a:solidFill>
                <a:effectLst/>
                <a:uLnTx/>
                <a:uFillTx/>
                <a:latin typeface="Avenir LT Std 65 Medium" panose="020B0803020203020204" pitchFamily="34" charset="0"/>
                <a:ea typeface="+mj-ea"/>
                <a:cs typeface="Arial" panose="020B0604020202020204" pitchFamily="34" charset="0"/>
              </a:rPr>
              <a:t>LES OCCASIONS POUR LE FAIRE</a:t>
            </a:r>
          </a:p>
        </p:txBody>
      </p:sp>
      <p:pic>
        <p:nvPicPr>
          <p:cNvPr id="110" name="Graphique 109" descr="Chat contour">
            <a:extLst>
              <a:ext uri="{FF2B5EF4-FFF2-40B4-BE49-F238E27FC236}">
                <a16:creationId xmlns:a16="http://schemas.microsoft.com/office/drawing/2014/main" id="{8E2249A1-8CF0-0B0E-C0D5-DB7FDCC0795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6675" y="1113251"/>
            <a:ext cx="432000" cy="448190"/>
          </a:xfrm>
          <a:prstGeom prst="rect">
            <a:avLst/>
          </a:prstGeom>
        </p:spPr>
      </p:pic>
      <p:sp>
        <p:nvSpPr>
          <p:cNvPr id="111" name="Google Shape;5120;p20">
            <a:extLst>
              <a:ext uri="{FF2B5EF4-FFF2-40B4-BE49-F238E27FC236}">
                <a16:creationId xmlns:a16="http://schemas.microsoft.com/office/drawing/2014/main" id="{6264CE12-E5DE-0003-581C-B7B670E8308D}"/>
              </a:ext>
            </a:extLst>
          </p:cNvPr>
          <p:cNvSpPr/>
          <p:nvPr/>
        </p:nvSpPr>
        <p:spPr>
          <a:xfrm rot="7192736">
            <a:off x="6513183" y="1509614"/>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2" name="ZoneTexte 111">
            <a:extLst>
              <a:ext uri="{FF2B5EF4-FFF2-40B4-BE49-F238E27FC236}">
                <a16:creationId xmlns:a16="http://schemas.microsoft.com/office/drawing/2014/main" id="{062DFA21-9296-D369-C44A-BF1753E8CDA9}"/>
              </a:ext>
            </a:extLst>
          </p:cNvPr>
          <p:cNvSpPr txBox="1"/>
          <p:nvPr/>
        </p:nvSpPr>
        <p:spPr>
          <a:xfrm>
            <a:off x="6838813" y="1438988"/>
            <a:ext cx="5203225"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entretien individuel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(entretien annuel, entretien forfait jour, entretien à la demande…)</a:t>
            </a:r>
          </a:p>
        </p:txBody>
      </p:sp>
      <p:sp>
        <p:nvSpPr>
          <p:cNvPr id="113" name="Google Shape;5120;p20">
            <a:extLst>
              <a:ext uri="{FF2B5EF4-FFF2-40B4-BE49-F238E27FC236}">
                <a16:creationId xmlns:a16="http://schemas.microsoft.com/office/drawing/2014/main" id="{D1443224-5E46-453E-C1F3-CC46AAA4FC2A}"/>
              </a:ext>
            </a:extLst>
          </p:cNvPr>
          <p:cNvSpPr/>
          <p:nvPr/>
        </p:nvSpPr>
        <p:spPr>
          <a:xfrm rot="7192736">
            <a:off x="6513183" y="3361932"/>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4" name="ZoneTexte 113">
            <a:extLst>
              <a:ext uri="{FF2B5EF4-FFF2-40B4-BE49-F238E27FC236}">
                <a16:creationId xmlns:a16="http://schemas.microsoft.com/office/drawing/2014/main" id="{994A6283-349C-5C2A-A18E-20D02C8A0E55}"/>
              </a:ext>
            </a:extLst>
          </p:cNvPr>
          <p:cNvSpPr txBox="1"/>
          <p:nvPr/>
        </p:nvSpPr>
        <p:spPr>
          <a:xfrm>
            <a:off x="6838813" y="3287011"/>
            <a:ext cx="5394930" cy="415498"/>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En collectif pour aborder la répartition de la charge collective </a:t>
            </a: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(réunion d’équipe, point d’activité, réunion dédiée…)</a:t>
            </a:r>
          </a:p>
        </p:txBody>
      </p:sp>
      <p:sp>
        <p:nvSpPr>
          <p:cNvPr id="115" name="Rectangle : coins arrondis 114">
            <a:extLst>
              <a:ext uri="{FF2B5EF4-FFF2-40B4-BE49-F238E27FC236}">
                <a16:creationId xmlns:a16="http://schemas.microsoft.com/office/drawing/2014/main" id="{742CDE37-F4C7-9163-D0EC-1F35443AA8BF}"/>
              </a:ext>
            </a:extLst>
          </p:cNvPr>
          <p:cNvSpPr/>
          <p:nvPr/>
        </p:nvSpPr>
        <p:spPr>
          <a:xfrm>
            <a:off x="6790781" y="1858547"/>
            <a:ext cx="121315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Avant </a:t>
            </a:r>
            <a:r>
              <a:rPr kumimoji="0" lang="fr-FR" sz="1050" b="0"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proposer au collaborateur de préparer son analyse, préparer la votre, planifier un temps dédié distinct de tout autre sujet</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6" name="Rectangle : coins arrondis 115">
            <a:extLst>
              <a:ext uri="{FF2B5EF4-FFF2-40B4-BE49-F238E27FC236}">
                <a16:creationId xmlns:a16="http://schemas.microsoft.com/office/drawing/2014/main" id="{33E6B5E2-681C-538A-C2D1-A9945F4A284C}"/>
              </a:ext>
            </a:extLst>
          </p:cNvPr>
          <p:cNvSpPr/>
          <p:nvPr/>
        </p:nvSpPr>
        <p:spPr>
          <a:xfrm>
            <a:off x="8083791" y="1858547"/>
            <a:ext cx="2441899"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 entretien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y accorder de l’importance, questionner les conditions réelles, explorer le ressenti, discuter des priorités, échanger sur les ajustements utiles, demander à être alerté sur les besoins de renoncement, s’engager à accompagner les difficultés</a:t>
            </a:r>
          </a:p>
        </p:txBody>
      </p:sp>
      <p:sp>
        <p:nvSpPr>
          <p:cNvPr id="117" name="Rectangle : coins arrondis 116">
            <a:extLst>
              <a:ext uri="{FF2B5EF4-FFF2-40B4-BE49-F238E27FC236}">
                <a16:creationId xmlns:a16="http://schemas.microsoft.com/office/drawing/2014/main" id="{553ECBD4-9DD9-75FB-F004-335871002E51}"/>
              </a:ext>
            </a:extLst>
          </p:cNvPr>
          <p:cNvSpPr/>
          <p:nvPr/>
        </p:nvSpPr>
        <p:spPr>
          <a:xfrm>
            <a:off x="10605543" y="1858547"/>
            <a:ext cx="1441488" cy="1368000"/>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Après :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escalader si nécessaire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(hiérarchie, RH, médecine du travail, préventeur)</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 identifier les solutions d’aménagement, assurer un suivi </a:t>
            </a:r>
            <a:endPar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endParaRPr>
          </a:p>
        </p:txBody>
      </p:sp>
      <p:sp>
        <p:nvSpPr>
          <p:cNvPr id="118" name="Google Shape;5120;p20">
            <a:extLst>
              <a:ext uri="{FF2B5EF4-FFF2-40B4-BE49-F238E27FC236}">
                <a16:creationId xmlns:a16="http://schemas.microsoft.com/office/drawing/2014/main" id="{F4F0BB6A-549D-56B4-3D00-5FE3BBD381BA}"/>
              </a:ext>
            </a:extLst>
          </p:cNvPr>
          <p:cNvSpPr/>
          <p:nvPr/>
        </p:nvSpPr>
        <p:spPr>
          <a:xfrm rot="7192736">
            <a:off x="6513183" y="4777609"/>
            <a:ext cx="254924" cy="310630"/>
          </a:xfrm>
          <a:custGeom>
            <a:avLst/>
            <a:gdLst/>
            <a:ahLst/>
            <a:cxnLst/>
            <a:rect l="l" t="t" r="r" b="b"/>
            <a:pathLst>
              <a:path w="114" h="139" extrusionOk="0">
                <a:moveTo>
                  <a:pt x="74" y="114"/>
                </a:moveTo>
                <a:cubicBezTo>
                  <a:pt x="74" y="112"/>
                  <a:pt x="71" y="112"/>
                  <a:pt x="70" y="110"/>
                </a:cubicBezTo>
                <a:cubicBezTo>
                  <a:pt x="71" y="112"/>
                  <a:pt x="71" y="114"/>
                  <a:pt x="74" y="114"/>
                </a:cubicBezTo>
                <a:close/>
                <a:moveTo>
                  <a:pt x="95" y="127"/>
                </a:moveTo>
                <a:cubicBezTo>
                  <a:pt x="95" y="122"/>
                  <a:pt x="95" y="120"/>
                  <a:pt x="93" y="116"/>
                </a:cubicBezTo>
                <a:cubicBezTo>
                  <a:pt x="91" y="115"/>
                  <a:pt x="85" y="104"/>
                  <a:pt x="81" y="98"/>
                </a:cubicBezTo>
                <a:cubicBezTo>
                  <a:pt x="68" y="79"/>
                  <a:pt x="51" y="54"/>
                  <a:pt x="39" y="37"/>
                </a:cubicBezTo>
                <a:cubicBezTo>
                  <a:pt x="55" y="70"/>
                  <a:pt x="72" y="101"/>
                  <a:pt x="95" y="127"/>
                </a:cubicBezTo>
                <a:close/>
                <a:moveTo>
                  <a:pt x="113" y="48"/>
                </a:moveTo>
                <a:cubicBezTo>
                  <a:pt x="114" y="59"/>
                  <a:pt x="102" y="55"/>
                  <a:pt x="92" y="53"/>
                </a:cubicBezTo>
                <a:cubicBezTo>
                  <a:pt x="81" y="50"/>
                  <a:pt x="63" y="46"/>
                  <a:pt x="54" y="39"/>
                </a:cubicBezTo>
                <a:cubicBezTo>
                  <a:pt x="64" y="60"/>
                  <a:pt x="80" y="79"/>
                  <a:pt x="92" y="99"/>
                </a:cubicBezTo>
                <a:cubicBezTo>
                  <a:pt x="97" y="108"/>
                  <a:pt x="104" y="119"/>
                  <a:pt x="112" y="126"/>
                </a:cubicBezTo>
                <a:cubicBezTo>
                  <a:pt x="112" y="129"/>
                  <a:pt x="109" y="129"/>
                  <a:pt x="108" y="131"/>
                </a:cubicBezTo>
                <a:cubicBezTo>
                  <a:pt x="105" y="131"/>
                  <a:pt x="104" y="130"/>
                  <a:pt x="102" y="129"/>
                </a:cubicBezTo>
                <a:cubicBezTo>
                  <a:pt x="98" y="139"/>
                  <a:pt x="86" y="133"/>
                  <a:pt x="82" y="126"/>
                </a:cubicBezTo>
                <a:cubicBezTo>
                  <a:pt x="81" y="128"/>
                  <a:pt x="80" y="129"/>
                  <a:pt x="78" y="130"/>
                </a:cubicBezTo>
                <a:cubicBezTo>
                  <a:pt x="63" y="124"/>
                  <a:pt x="59" y="106"/>
                  <a:pt x="51" y="96"/>
                </a:cubicBezTo>
                <a:cubicBezTo>
                  <a:pt x="50" y="95"/>
                  <a:pt x="51" y="96"/>
                  <a:pt x="51" y="95"/>
                </a:cubicBezTo>
                <a:cubicBezTo>
                  <a:pt x="43" y="84"/>
                  <a:pt x="36" y="68"/>
                  <a:pt x="28" y="53"/>
                </a:cubicBezTo>
                <a:cubicBezTo>
                  <a:pt x="24" y="46"/>
                  <a:pt x="19" y="39"/>
                  <a:pt x="29" y="38"/>
                </a:cubicBezTo>
                <a:cubicBezTo>
                  <a:pt x="27" y="33"/>
                  <a:pt x="24" y="29"/>
                  <a:pt x="23" y="25"/>
                </a:cubicBezTo>
                <a:cubicBezTo>
                  <a:pt x="18" y="41"/>
                  <a:pt x="24" y="65"/>
                  <a:pt x="26" y="82"/>
                </a:cubicBezTo>
                <a:cubicBezTo>
                  <a:pt x="27" y="93"/>
                  <a:pt x="27" y="108"/>
                  <a:pt x="15" y="102"/>
                </a:cubicBezTo>
                <a:cubicBezTo>
                  <a:pt x="16" y="100"/>
                  <a:pt x="15" y="100"/>
                  <a:pt x="15" y="97"/>
                </a:cubicBezTo>
                <a:cubicBezTo>
                  <a:pt x="16" y="95"/>
                  <a:pt x="13" y="98"/>
                  <a:pt x="13" y="96"/>
                </a:cubicBezTo>
                <a:cubicBezTo>
                  <a:pt x="11" y="72"/>
                  <a:pt x="8" y="40"/>
                  <a:pt x="5" y="13"/>
                </a:cubicBezTo>
                <a:cubicBezTo>
                  <a:pt x="5" y="11"/>
                  <a:pt x="0" y="10"/>
                  <a:pt x="2" y="8"/>
                </a:cubicBezTo>
                <a:cubicBezTo>
                  <a:pt x="5" y="4"/>
                  <a:pt x="8" y="0"/>
                  <a:pt x="14" y="1"/>
                </a:cubicBezTo>
                <a:cubicBezTo>
                  <a:pt x="19" y="1"/>
                  <a:pt x="26" y="9"/>
                  <a:pt x="32" y="12"/>
                </a:cubicBezTo>
                <a:cubicBezTo>
                  <a:pt x="39" y="15"/>
                  <a:pt x="46" y="17"/>
                  <a:pt x="52" y="20"/>
                </a:cubicBezTo>
                <a:cubicBezTo>
                  <a:pt x="58" y="23"/>
                  <a:pt x="65" y="26"/>
                  <a:pt x="71" y="29"/>
                </a:cubicBezTo>
                <a:cubicBezTo>
                  <a:pt x="82" y="34"/>
                  <a:pt x="88" y="38"/>
                  <a:pt x="99" y="39"/>
                </a:cubicBezTo>
                <a:cubicBezTo>
                  <a:pt x="102" y="40"/>
                  <a:pt x="105" y="38"/>
                  <a:pt x="108" y="41"/>
                </a:cubicBezTo>
                <a:cubicBezTo>
                  <a:pt x="108" y="43"/>
                  <a:pt x="108" y="44"/>
                  <a:pt x="107" y="45"/>
                </a:cubicBezTo>
                <a:cubicBezTo>
                  <a:pt x="109" y="47"/>
                  <a:pt x="111" y="47"/>
                  <a:pt x="113" y="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venir LT Std 45 Book" panose="020B0502020203020204" pitchFamily="34" charset="0"/>
              <a:ea typeface="Arial"/>
              <a:cs typeface="Arial"/>
              <a:sym typeface="Arial"/>
            </a:endParaRPr>
          </a:p>
        </p:txBody>
      </p:sp>
      <p:sp>
        <p:nvSpPr>
          <p:cNvPr id="119" name="ZoneTexte 118">
            <a:extLst>
              <a:ext uri="{FF2B5EF4-FFF2-40B4-BE49-F238E27FC236}">
                <a16:creationId xmlns:a16="http://schemas.microsoft.com/office/drawing/2014/main" id="{8FEC18A0-6892-7667-51B5-8A02C0B85919}"/>
              </a:ext>
            </a:extLst>
          </p:cNvPr>
          <p:cNvSpPr txBox="1"/>
          <p:nvPr/>
        </p:nvSpPr>
        <p:spPr>
          <a:xfrm>
            <a:off x="6838813" y="4802078"/>
            <a:ext cx="5203225"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rPr>
              <a:t>Au besoin, </a:t>
            </a:r>
            <a:r>
              <a:rPr kumimoji="0" lang="fr-FR" sz="1050" b="1" i="0" u="none" strike="noStrike" kern="1200" cap="none" spc="0" normalizeH="0" baseline="0" noProof="0">
                <a:ln>
                  <a:noFill/>
                </a:ln>
                <a:solidFill>
                  <a:srgbClr val="0084D4"/>
                </a:solidFill>
                <a:effectLst/>
                <a:uLnTx/>
                <a:uFillTx/>
                <a:latin typeface="Avenir LT Std 65 Medium" panose="020B0803020203020204" pitchFamily="34" charset="0"/>
                <a:ea typeface="+mn-ea"/>
                <a:cs typeface="+mn-cs"/>
              </a:rPr>
              <a:t>déployer une démarche d’écoute du collectif</a:t>
            </a:r>
            <a:endParaRPr kumimoji="0" lang="fr-FR" sz="1050" b="1" i="0" u="none" strike="noStrike" kern="1200" cap="none" spc="0" normalizeH="0" baseline="0" noProof="0">
              <a:ln>
                <a:noFill/>
              </a:ln>
              <a:solidFill>
                <a:srgbClr val="0084D4"/>
              </a:solidFill>
              <a:effectLst/>
              <a:uLnTx/>
              <a:uFillTx/>
              <a:latin typeface="Avenir LT Std 35 Light" panose="020B0402020203020204" pitchFamily="34" charset="0"/>
              <a:ea typeface="+mn-ea"/>
              <a:cs typeface="+mn-cs"/>
            </a:endParaRPr>
          </a:p>
        </p:txBody>
      </p:sp>
      <p:sp>
        <p:nvSpPr>
          <p:cNvPr id="120" name="Rectangle : coins arrondis 119">
            <a:extLst>
              <a:ext uri="{FF2B5EF4-FFF2-40B4-BE49-F238E27FC236}">
                <a16:creationId xmlns:a16="http://schemas.microsoft.com/office/drawing/2014/main" id="{3FD90B73-4B95-B020-6C60-D6268BEE56CC}"/>
              </a:ext>
            </a:extLst>
          </p:cNvPr>
          <p:cNvSpPr/>
          <p:nvPr/>
        </p:nvSpPr>
        <p:spPr>
          <a:xfrm>
            <a:off x="6790780" y="3724356"/>
            <a:ext cx="5256251" cy="1020546"/>
          </a:xfrm>
          <a:prstGeom prst="roundRect">
            <a:avLst/>
          </a:prstGeom>
          <a:solidFill>
            <a:schemeClr val="accent1">
              <a:lumMod val="10000"/>
              <a:lumOff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36000" rtlCol="0" anchor="ctr"/>
          <a:lstStyle/>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Valoriser les succès </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Partager des repères collectifs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(niveau de qualité, priorités, fonctionnement)</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Laisser au collectif la marge de manœuvre de proposer des ajustements </a:t>
            </a:r>
            <a:r>
              <a:rPr kumimoji="0" lang="fr-FR" sz="100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(entraide, binôme…) </a:t>
            </a: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et les arbitrer en tenant compte des souhaits et compétences</a:t>
            </a:r>
          </a:p>
          <a:p>
            <a:pPr marL="171450" marR="0" lvl="0" indent="-17145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1" u="none" strike="noStrike" kern="1200" cap="none" spc="0" normalizeH="0" baseline="0" noProof="0">
                <a:ln>
                  <a:noFill/>
                </a:ln>
                <a:solidFill>
                  <a:srgbClr val="000000"/>
                </a:solidFill>
                <a:effectLst/>
                <a:uLnTx/>
                <a:uFillTx/>
                <a:latin typeface="Avenir LT Std 35 Light" panose="020B0402020203020204" pitchFamily="34" charset="0"/>
                <a:ea typeface="+mn-ea"/>
                <a:cs typeface="+mn-cs"/>
              </a:rPr>
              <a:t>Prévenir l’éventuelle mauvaise répartition de la charge en toute transparence avec le collectif</a:t>
            </a:r>
          </a:p>
        </p:txBody>
      </p:sp>
      <p:sp>
        <p:nvSpPr>
          <p:cNvPr id="121" name="Titre 7">
            <a:extLst>
              <a:ext uri="{FF2B5EF4-FFF2-40B4-BE49-F238E27FC236}">
                <a16:creationId xmlns:a16="http://schemas.microsoft.com/office/drawing/2014/main" id="{FC033AAB-5B5C-0FD1-DEA9-D1D4907AE0E3}"/>
              </a:ext>
            </a:extLst>
          </p:cNvPr>
          <p:cNvSpPr txBox="1">
            <a:spLocks/>
          </p:cNvSpPr>
          <p:nvPr/>
        </p:nvSpPr>
        <p:spPr>
          <a:xfrm>
            <a:off x="6003036" y="5347645"/>
            <a:ext cx="3389966" cy="193899"/>
          </a:xfrm>
          <a:prstGeom prst="rect">
            <a:avLst/>
          </a:prstGeom>
        </p:spPr>
        <p:txBody>
          <a:bodyPr vert="horz" wrap="square" lIns="0" tIns="0" rIns="72000" bIns="0" rtlCol="0" anchor="ctr">
            <a:spAutoFit/>
          </a:bodyPr>
          <a:lstStyle>
            <a:lvl1pPr algn="l" defTabSz="914355" rtl="0" eaLnBrk="1" latinLnBrk="0" hangingPunct="1">
              <a:lnSpc>
                <a:spcPct val="90000"/>
              </a:lnSpc>
              <a:spcBef>
                <a:spcPct val="0"/>
              </a:spcBef>
              <a:buNone/>
              <a:defRPr sz="2400" b="1" kern="1200">
                <a:solidFill>
                  <a:srgbClr val="0084D4"/>
                </a:solidFill>
                <a:latin typeface="Arial" panose="020B0604020202020204" pitchFamily="34" charset="0"/>
                <a:ea typeface="+mj-ea"/>
                <a:cs typeface="Arial" panose="020B0604020202020204" pitchFamily="34" charset="0"/>
              </a:defRPr>
            </a:lvl1pPr>
          </a:lstStyle>
          <a:p>
            <a:pPr marL="0" marR="0" lvl="0" indent="0" algn="l" defTabSz="914355" rtl="0" eaLnBrk="1" fontAlgn="auto" latinLnBrk="0" hangingPunct="1">
              <a:lnSpc>
                <a:spcPct val="90000"/>
              </a:lnSpc>
              <a:spcBef>
                <a:spcPct val="0"/>
              </a:spcBef>
              <a:spcAft>
                <a:spcPts val="0"/>
              </a:spcAft>
              <a:buClrTx/>
              <a:buSzTx/>
              <a:buFontTx/>
              <a:buNone/>
              <a:tabLst/>
              <a:defRPr/>
            </a:pPr>
            <a:r>
              <a:rPr kumimoji="0" lang="fr-FR" sz="1400" b="1" i="0" u="none" strike="noStrike" kern="1200" cap="none" spc="0" normalizeH="0" baseline="0" noProof="0">
                <a:ln>
                  <a:noFill/>
                </a:ln>
                <a:solidFill>
                  <a:srgbClr val="8374D1"/>
                </a:solidFill>
                <a:effectLst/>
                <a:uLnTx/>
                <a:uFillTx/>
                <a:latin typeface="Avenir LT Std 65 Medium" panose="020B0803020203020204" pitchFamily="34" charset="0"/>
                <a:ea typeface="+mj-ea"/>
                <a:cs typeface="Arial" panose="020B0604020202020204" pitchFamily="34" charset="0"/>
              </a:rPr>
              <a:t>AVEC QUELLE POSTURE </a:t>
            </a:r>
          </a:p>
        </p:txBody>
      </p:sp>
      <p:pic>
        <p:nvPicPr>
          <p:cNvPr id="123" name="Graphique 122" descr="Commande vocale contour">
            <a:extLst>
              <a:ext uri="{FF2B5EF4-FFF2-40B4-BE49-F238E27FC236}">
                <a16:creationId xmlns:a16="http://schemas.microsoft.com/office/drawing/2014/main" id="{86D71C86-1428-8E51-2DD4-37D3B3BE69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29690" y="5265106"/>
            <a:ext cx="396000" cy="396000"/>
          </a:xfrm>
          <a:prstGeom prst="rect">
            <a:avLst/>
          </a:prstGeom>
        </p:spPr>
      </p:pic>
      <p:sp>
        <p:nvSpPr>
          <p:cNvPr id="125" name="ZoneTexte 124">
            <a:extLst>
              <a:ext uri="{FF2B5EF4-FFF2-40B4-BE49-F238E27FC236}">
                <a16:creationId xmlns:a16="http://schemas.microsoft.com/office/drawing/2014/main" id="{E49DBF9B-94FC-DF11-1ED6-D70FC67BDB3F}"/>
              </a:ext>
            </a:extLst>
          </p:cNvPr>
          <p:cNvSpPr txBox="1"/>
          <p:nvPr/>
        </p:nvSpPr>
        <p:spPr>
          <a:xfrm>
            <a:off x="5540691" y="5607791"/>
            <a:ext cx="1340202"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Libérer la parole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6" name="ZoneTexte 125">
            <a:extLst>
              <a:ext uri="{FF2B5EF4-FFF2-40B4-BE49-F238E27FC236}">
                <a16:creationId xmlns:a16="http://schemas.microsoft.com/office/drawing/2014/main" id="{D85D3880-9406-EE61-9AE2-1B0D65CDC355}"/>
              </a:ext>
            </a:extLst>
          </p:cNvPr>
          <p:cNvSpPr txBox="1"/>
          <p:nvPr/>
        </p:nvSpPr>
        <p:spPr>
          <a:xfrm>
            <a:off x="7280995"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Écouter activement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7" name="ZoneTexte 126">
            <a:extLst>
              <a:ext uri="{FF2B5EF4-FFF2-40B4-BE49-F238E27FC236}">
                <a16:creationId xmlns:a16="http://schemas.microsoft.com/office/drawing/2014/main" id="{DED2418D-3CE4-D342-7927-B37A1BE2FD1F}"/>
              </a:ext>
            </a:extLst>
          </p:cNvPr>
          <p:cNvSpPr txBox="1"/>
          <p:nvPr/>
        </p:nvSpPr>
        <p:spPr>
          <a:xfrm>
            <a:off x="5441516" y="5803478"/>
            <a:ext cx="1802412" cy="861774"/>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prendre l’initiative, ouvrir un espace bienveillant, être exemplaire, prendre le temps d’en parler à tous les niveaux</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8" name="ZoneTexte 127">
            <a:extLst>
              <a:ext uri="{FF2B5EF4-FFF2-40B4-BE49-F238E27FC236}">
                <a16:creationId xmlns:a16="http://schemas.microsoft.com/office/drawing/2014/main" id="{DC366EE1-18A2-CAE5-CB9B-FBB021230C78}"/>
              </a:ext>
            </a:extLst>
          </p:cNvPr>
          <p:cNvSpPr txBox="1"/>
          <p:nvPr/>
        </p:nvSpPr>
        <p:spPr>
          <a:xfrm>
            <a:off x="7280995" y="5803478"/>
            <a:ext cx="1924363"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ne pas interrompre, reformuler pour vérifier la compréhension, poser des questions ouvertes, rester attentif aux signaux non verbaux contradictoires </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29" name="ZoneTexte 128">
            <a:extLst>
              <a:ext uri="{FF2B5EF4-FFF2-40B4-BE49-F238E27FC236}">
                <a16:creationId xmlns:a16="http://schemas.microsoft.com/office/drawing/2014/main" id="{1C769A75-61E7-08D5-F5DD-C402E8480D39}"/>
              </a:ext>
            </a:extLst>
          </p:cNvPr>
          <p:cNvSpPr txBox="1"/>
          <p:nvPr/>
        </p:nvSpPr>
        <p:spPr>
          <a:xfrm>
            <a:off x="9224428" y="5607791"/>
            <a:ext cx="1551826" cy="253916"/>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8374D1"/>
                </a:solidFill>
                <a:effectLst/>
                <a:uLnTx/>
                <a:uFillTx/>
                <a:latin typeface="Avenir LT Std 65 Medium" panose="020B0803020203020204" pitchFamily="34" charset="0"/>
                <a:ea typeface="+mn-ea"/>
                <a:cs typeface="+mn-cs"/>
              </a:rPr>
              <a:t>Favoriser le dialogue </a:t>
            </a:r>
            <a:endParaRPr kumimoji="0" lang="fr-FR" sz="105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0" name="ZoneTexte 129">
            <a:extLst>
              <a:ext uri="{FF2B5EF4-FFF2-40B4-BE49-F238E27FC236}">
                <a16:creationId xmlns:a16="http://schemas.microsoft.com/office/drawing/2014/main" id="{66B9CFBD-FCD2-CC11-9DB0-EF17B4CA435B}"/>
              </a:ext>
            </a:extLst>
          </p:cNvPr>
          <p:cNvSpPr txBox="1"/>
          <p:nvPr/>
        </p:nvSpPr>
        <p:spPr>
          <a:xfrm>
            <a:off x="9224428" y="5803478"/>
            <a:ext cx="1860334" cy="1015663"/>
          </a:xfrm>
          <a:prstGeom prst="rect">
            <a:avLst/>
          </a:prstGeom>
          <a:noFill/>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rPr>
              <a:t>accueillir les émotions sans les minimiser, ne pas se justifier ni être sur la défensive, prendre le temps de réfléchir et coconstruire les solutions</a:t>
            </a:r>
            <a:endParaRPr kumimoji="0" lang="fr-FR" sz="1000" b="1" i="0" u="none" strike="noStrike" kern="1200" cap="none" spc="0" normalizeH="0" baseline="0" noProof="0">
              <a:ln>
                <a:noFill/>
              </a:ln>
              <a:solidFill>
                <a:srgbClr val="8374D1"/>
              </a:solidFill>
              <a:effectLst/>
              <a:uLnTx/>
              <a:uFillTx/>
              <a:latin typeface="Avenir LT Std 35 Light" panose="020B0402020203020204" pitchFamily="34" charset="0"/>
              <a:ea typeface="+mn-ea"/>
              <a:cs typeface="+mn-cs"/>
            </a:endParaRPr>
          </a:p>
        </p:txBody>
      </p:sp>
      <p:sp>
        <p:nvSpPr>
          <p:cNvPr id="132" name="Forme libre : forme 131">
            <a:extLst>
              <a:ext uri="{FF2B5EF4-FFF2-40B4-BE49-F238E27FC236}">
                <a16:creationId xmlns:a16="http://schemas.microsoft.com/office/drawing/2014/main" id="{9B1A0DE9-A26C-75E5-D345-DD6677788212}"/>
              </a:ext>
            </a:extLst>
          </p:cNvPr>
          <p:cNvSpPr>
            <a:spLocks noChangeAspect="1"/>
          </p:cNvSpPr>
          <p:nvPr/>
        </p:nvSpPr>
        <p:spPr>
          <a:xfrm>
            <a:off x="6390482" y="2362741"/>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sp>
        <p:nvSpPr>
          <p:cNvPr id="134" name="Forme libre : forme 133">
            <a:extLst>
              <a:ext uri="{FF2B5EF4-FFF2-40B4-BE49-F238E27FC236}">
                <a16:creationId xmlns:a16="http://schemas.microsoft.com/office/drawing/2014/main" id="{47AF40BD-FF0F-E1BE-9D92-391AC2525292}"/>
              </a:ext>
            </a:extLst>
          </p:cNvPr>
          <p:cNvSpPr>
            <a:spLocks noChangeAspect="1"/>
          </p:cNvSpPr>
          <p:nvPr/>
        </p:nvSpPr>
        <p:spPr>
          <a:xfrm>
            <a:off x="6390482" y="4023810"/>
            <a:ext cx="360000" cy="359613"/>
          </a:xfrm>
          <a:custGeom>
            <a:avLst/>
            <a:gdLst>
              <a:gd name="csX0" fmla="*/ 572468 w 857246"/>
              <a:gd name="csY0" fmla="*/ 558184 h 856323"/>
              <a:gd name="csX1" fmla="*/ 581025 w 857246"/>
              <a:gd name="csY1" fmla="*/ 555319 h 856323"/>
              <a:gd name="csX2" fmla="*/ 628650 w 857246"/>
              <a:gd name="csY2" fmla="*/ 520084 h 856323"/>
              <a:gd name="csX3" fmla="*/ 634380 w 857246"/>
              <a:gd name="csY3" fmla="*/ 461037 h 856323"/>
              <a:gd name="csX4" fmla="*/ 640110 w 857246"/>
              <a:gd name="csY4" fmla="*/ 416277 h 856323"/>
              <a:gd name="csX5" fmla="*/ 637245 w 857246"/>
              <a:gd name="csY5" fmla="*/ 401990 h 856323"/>
              <a:gd name="csX6" fmla="*/ 622958 w 857246"/>
              <a:gd name="csY6" fmla="*/ 404854 h 856323"/>
              <a:gd name="csX7" fmla="*/ 614400 w 857246"/>
              <a:gd name="csY7" fmla="*/ 466767 h 856323"/>
              <a:gd name="csX8" fmla="*/ 609638 w 857246"/>
              <a:gd name="csY8" fmla="*/ 509629 h 856323"/>
              <a:gd name="csX9" fmla="*/ 575332 w 857246"/>
              <a:gd name="csY9" fmla="*/ 534410 h 856323"/>
              <a:gd name="csX10" fmla="*/ 519150 w 857246"/>
              <a:gd name="csY10" fmla="*/ 590592 h 856323"/>
              <a:gd name="csX11" fmla="*/ 494370 w 857246"/>
              <a:gd name="csY11" fmla="*/ 624897 h 856323"/>
              <a:gd name="csX12" fmla="*/ 451507 w 857246"/>
              <a:gd name="csY12" fmla="*/ 629660 h 856323"/>
              <a:gd name="csX13" fmla="*/ 374340 w 857246"/>
              <a:gd name="csY13" fmla="*/ 650607 h 856323"/>
              <a:gd name="csX14" fmla="*/ 335272 w 857246"/>
              <a:gd name="csY14" fmla="*/ 667760 h 856323"/>
              <a:gd name="csX15" fmla="*/ 296204 w 857246"/>
              <a:gd name="csY15" fmla="*/ 650607 h 856323"/>
              <a:gd name="csX16" fmla="*/ 219036 w 857246"/>
              <a:gd name="csY16" fmla="*/ 629660 h 856323"/>
              <a:gd name="csX17" fmla="*/ 176174 w 857246"/>
              <a:gd name="csY17" fmla="*/ 624897 h 856323"/>
              <a:gd name="csX18" fmla="*/ 151394 w 857246"/>
              <a:gd name="csY18" fmla="*/ 590592 h 856323"/>
              <a:gd name="csX19" fmla="*/ 95211 w 857246"/>
              <a:gd name="csY19" fmla="*/ 534410 h 856323"/>
              <a:gd name="csX20" fmla="*/ 60906 w 857246"/>
              <a:gd name="csY20" fmla="*/ 509629 h 856323"/>
              <a:gd name="csX21" fmla="*/ 56144 w 857246"/>
              <a:gd name="csY21" fmla="*/ 466767 h 856323"/>
              <a:gd name="csX22" fmla="*/ 35196 w 857246"/>
              <a:gd name="csY22" fmla="*/ 389599 h 856323"/>
              <a:gd name="csX23" fmla="*/ 18044 w 857246"/>
              <a:gd name="csY23" fmla="*/ 350531 h 856323"/>
              <a:gd name="csX24" fmla="*/ 35196 w 857246"/>
              <a:gd name="csY24" fmla="*/ 311464 h 856323"/>
              <a:gd name="csX25" fmla="*/ 56144 w 857246"/>
              <a:gd name="csY25" fmla="*/ 234296 h 856323"/>
              <a:gd name="csX26" fmla="*/ 60906 w 857246"/>
              <a:gd name="csY26" fmla="*/ 191433 h 856323"/>
              <a:gd name="csX27" fmla="*/ 95211 w 857246"/>
              <a:gd name="csY27" fmla="*/ 166653 h 856323"/>
              <a:gd name="csX28" fmla="*/ 151394 w 857246"/>
              <a:gd name="csY28" fmla="*/ 110471 h 856323"/>
              <a:gd name="csX29" fmla="*/ 176174 w 857246"/>
              <a:gd name="csY29" fmla="*/ 76166 h 856323"/>
              <a:gd name="csX30" fmla="*/ 219036 w 857246"/>
              <a:gd name="csY30" fmla="*/ 71403 h 856323"/>
              <a:gd name="csX31" fmla="*/ 296204 w 857246"/>
              <a:gd name="csY31" fmla="*/ 50456 h 856323"/>
              <a:gd name="csX32" fmla="*/ 335272 w 857246"/>
              <a:gd name="csY32" fmla="*/ 33303 h 856323"/>
              <a:gd name="csX33" fmla="*/ 374340 w 857246"/>
              <a:gd name="csY33" fmla="*/ 50456 h 856323"/>
              <a:gd name="csX34" fmla="*/ 451507 w 857246"/>
              <a:gd name="csY34" fmla="*/ 71403 h 856323"/>
              <a:gd name="csX35" fmla="*/ 481050 w 857246"/>
              <a:gd name="csY35" fmla="*/ 70436 h 856323"/>
              <a:gd name="csX36" fmla="*/ 493440 w 857246"/>
              <a:gd name="csY36" fmla="*/ 62808 h 856323"/>
              <a:gd name="csX37" fmla="*/ 485813 w 857246"/>
              <a:gd name="csY37" fmla="*/ 50418 h 856323"/>
              <a:gd name="csX38" fmla="*/ 444848 w 857246"/>
              <a:gd name="csY38" fmla="*/ 51386 h 856323"/>
              <a:gd name="csX39" fmla="*/ 389595 w 857246"/>
              <a:gd name="csY39" fmla="*/ 36130 h 856323"/>
              <a:gd name="csX40" fmla="*/ 335310 w 857246"/>
              <a:gd name="csY40" fmla="*/ 12318 h 856323"/>
              <a:gd name="csX41" fmla="*/ 281025 w 857246"/>
              <a:gd name="csY41" fmla="*/ 36130 h 856323"/>
              <a:gd name="csX42" fmla="*/ 225773 w 857246"/>
              <a:gd name="csY42" fmla="*/ 51386 h 856323"/>
              <a:gd name="csX43" fmla="*/ 166725 w 857246"/>
              <a:gd name="csY43" fmla="*/ 57116 h 856323"/>
              <a:gd name="csX44" fmla="*/ 131490 w 857246"/>
              <a:gd name="csY44" fmla="*/ 104741 h 856323"/>
              <a:gd name="csX45" fmla="*/ 90525 w 857246"/>
              <a:gd name="csY45" fmla="*/ 145706 h 856323"/>
              <a:gd name="csX46" fmla="*/ 42900 w 857246"/>
              <a:gd name="csY46" fmla="*/ 180941 h 856323"/>
              <a:gd name="csX47" fmla="*/ 37170 w 857246"/>
              <a:gd name="csY47" fmla="*/ 239988 h 856323"/>
              <a:gd name="csX48" fmla="*/ 21915 w 857246"/>
              <a:gd name="csY48" fmla="*/ 295241 h 856323"/>
              <a:gd name="csX49" fmla="*/ 0 w 857246"/>
              <a:gd name="csY49" fmla="*/ 352428 h 856323"/>
              <a:gd name="csX50" fmla="*/ 23813 w 857246"/>
              <a:gd name="csY50" fmla="*/ 406713 h 856323"/>
              <a:gd name="csX51" fmla="*/ 39068 w 857246"/>
              <a:gd name="csY51" fmla="*/ 461965 h 856323"/>
              <a:gd name="csX52" fmla="*/ 44798 w 857246"/>
              <a:gd name="csY52" fmla="*/ 521013 h 856323"/>
              <a:gd name="csX53" fmla="*/ 92423 w 857246"/>
              <a:gd name="csY53" fmla="*/ 556247 h 856323"/>
              <a:gd name="csX54" fmla="*/ 100980 w 857246"/>
              <a:gd name="csY54" fmla="*/ 559112 h 856323"/>
              <a:gd name="csX55" fmla="*/ 4759 w 857246"/>
              <a:gd name="csY55" fmla="*/ 778187 h 856323"/>
              <a:gd name="csX56" fmla="*/ 5726 w 857246"/>
              <a:gd name="csY56" fmla="*/ 788680 h 856323"/>
              <a:gd name="csX57" fmla="*/ 16219 w 857246"/>
              <a:gd name="csY57" fmla="*/ 792475 h 856323"/>
              <a:gd name="csX58" fmla="*/ 127652 w 857246"/>
              <a:gd name="csY58" fmla="*/ 769631 h 856323"/>
              <a:gd name="csX59" fmla="*/ 175277 w 857246"/>
              <a:gd name="csY59" fmla="*/ 851561 h 856323"/>
              <a:gd name="csX60" fmla="*/ 183834 w 857246"/>
              <a:gd name="csY60" fmla="*/ 856323 h 856323"/>
              <a:gd name="csX61" fmla="*/ 184802 w 857246"/>
              <a:gd name="csY61" fmla="*/ 856323 h 856323"/>
              <a:gd name="csX62" fmla="*/ 193359 w 857246"/>
              <a:gd name="csY62" fmla="*/ 850593 h 856323"/>
              <a:gd name="csX63" fmla="*/ 278117 w 857246"/>
              <a:gd name="csY63" fmla="*/ 660093 h 856323"/>
              <a:gd name="csX64" fmla="*/ 283847 w 857246"/>
              <a:gd name="csY64" fmla="*/ 664856 h 856323"/>
              <a:gd name="csX65" fmla="*/ 338131 w 857246"/>
              <a:gd name="csY65" fmla="*/ 688668 h 856323"/>
              <a:gd name="csX66" fmla="*/ 392416 w 857246"/>
              <a:gd name="csY66" fmla="*/ 664856 h 856323"/>
              <a:gd name="csX67" fmla="*/ 398146 w 857246"/>
              <a:gd name="csY67" fmla="*/ 660093 h 856323"/>
              <a:gd name="csX68" fmla="*/ 482903 w 857246"/>
              <a:gd name="csY68" fmla="*/ 850593 h 856323"/>
              <a:gd name="csX69" fmla="*/ 491461 w 857246"/>
              <a:gd name="csY69" fmla="*/ 856323 h 856323"/>
              <a:gd name="csX70" fmla="*/ 492428 w 857246"/>
              <a:gd name="csY70" fmla="*/ 856323 h 856323"/>
              <a:gd name="csX71" fmla="*/ 500986 w 857246"/>
              <a:gd name="csY71" fmla="*/ 851561 h 856323"/>
              <a:gd name="csX72" fmla="*/ 548611 w 857246"/>
              <a:gd name="csY72" fmla="*/ 769631 h 856323"/>
              <a:gd name="csX73" fmla="*/ 660044 w 857246"/>
              <a:gd name="csY73" fmla="*/ 792475 h 856323"/>
              <a:gd name="csX74" fmla="*/ 670537 w 857246"/>
              <a:gd name="csY74" fmla="*/ 788680 h 856323"/>
              <a:gd name="csX75" fmla="*/ 671504 w 857246"/>
              <a:gd name="csY75" fmla="*/ 778187 h 856323"/>
              <a:gd name="csX76" fmla="*/ 182876 w 857246"/>
              <a:gd name="csY76" fmla="*/ 824884 h 856323"/>
              <a:gd name="csX77" fmla="*/ 141911 w 857246"/>
              <a:gd name="csY77" fmla="*/ 753447 h 856323"/>
              <a:gd name="csX78" fmla="*/ 131418 w 857246"/>
              <a:gd name="csY78" fmla="*/ 748684 h 856323"/>
              <a:gd name="csX79" fmla="*/ 31444 w 857246"/>
              <a:gd name="csY79" fmla="*/ 768665 h 856323"/>
              <a:gd name="csX80" fmla="*/ 119066 w 857246"/>
              <a:gd name="csY80" fmla="*/ 570535 h 856323"/>
              <a:gd name="csX81" fmla="*/ 133354 w 857246"/>
              <a:gd name="csY81" fmla="*/ 597213 h 856323"/>
              <a:gd name="csX82" fmla="*/ 168589 w 857246"/>
              <a:gd name="csY82" fmla="*/ 644838 h 856323"/>
              <a:gd name="csX83" fmla="*/ 227636 w 857246"/>
              <a:gd name="csY83" fmla="*/ 650568 h 856323"/>
              <a:gd name="csX84" fmla="*/ 260006 w 857246"/>
              <a:gd name="csY84" fmla="*/ 650568 h 856323"/>
              <a:gd name="csX85" fmla="*/ 543893 w 857246"/>
              <a:gd name="csY85" fmla="*/ 748684 h 856323"/>
              <a:gd name="csX86" fmla="*/ 533400 w 857246"/>
              <a:gd name="csY86" fmla="*/ 753447 h 856323"/>
              <a:gd name="csX87" fmla="*/ 492435 w 857246"/>
              <a:gd name="csY87" fmla="*/ 824884 h 856323"/>
              <a:gd name="csX88" fmla="*/ 415267 w 857246"/>
              <a:gd name="csY88" fmla="*/ 650567 h 856323"/>
              <a:gd name="csX89" fmla="*/ 447637 w 857246"/>
              <a:gd name="csY89" fmla="*/ 650567 h 856323"/>
              <a:gd name="csX90" fmla="*/ 506684 w 857246"/>
              <a:gd name="csY90" fmla="*/ 644837 h 856323"/>
              <a:gd name="csX91" fmla="*/ 541919 w 857246"/>
              <a:gd name="csY91" fmla="*/ 597212 h 856323"/>
              <a:gd name="csX92" fmla="*/ 556207 w 857246"/>
              <a:gd name="csY92" fmla="*/ 570535 h 856323"/>
              <a:gd name="csX93" fmla="*/ 643829 w 857246"/>
              <a:gd name="csY93" fmla="*/ 768664 h 856323"/>
              <a:gd name="csX94" fmla="*/ 664851 w 857246"/>
              <a:gd name="csY94" fmla="*/ 0 h 856323"/>
              <a:gd name="csX95" fmla="*/ 472455 w 857246"/>
              <a:gd name="csY95" fmla="*/ 192395 h 856323"/>
              <a:gd name="csX96" fmla="*/ 664851 w 857246"/>
              <a:gd name="csY96" fmla="*/ 384791 h 856323"/>
              <a:gd name="csX97" fmla="*/ 857246 w 857246"/>
              <a:gd name="csY97" fmla="*/ 192395 h 856323"/>
              <a:gd name="csX98" fmla="*/ 664851 w 857246"/>
              <a:gd name="csY98" fmla="*/ 0 h 856323"/>
              <a:gd name="csX99" fmla="*/ 664851 w 857246"/>
              <a:gd name="csY99" fmla="*/ 364817 h 856323"/>
              <a:gd name="csX100" fmla="*/ 492429 w 857246"/>
              <a:gd name="csY100" fmla="*/ 192395 h 856323"/>
              <a:gd name="csX101" fmla="*/ 664851 w 857246"/>
              <a:gd name="csY101" fmla="*/ 20945 h 856323"/>
              <a:gd name="csX102" fmla="*/ 837272 w 857246"/>
              <a:gd name="csY102" fmla="*/ 193367 h 856323"/>
              <a:gd name="csX103" fmla="*/ 664851 w 857246"/>
              <a:gd name="csY103" fmla="*/ 364817 h 856323"/>
              <a:gd name="csX104" fmla="*/ 724866 w 857246"/>
              <a:gd name="csY104" fmla="*/ 109538 h 856323"/>
              <a:gd name="csX105" fmla="*/ 627682 w 857246"/>
              <a:gd name="csY105" fmla="*/ 206683 h 856323"/>
              <a:gd name="csX106" fmla="*/ 596242 w 857246"/>
              <a:gd name="csY106" fmla="*/ 164788 h 856323"/>
              <a:gd name="csX107" fmla="*/ 573397 w 857246"/>
              <a:gd name="csY107" fmla="*/ 151468 h 856323"/>
              <a:gd name="csX108" fmla="*/ 547688 w 857246"/>
              <a:gd name="csY108" fmla="*/ 158129 h 856323"/>
              <a:gd name="csX109" fmla="*/ 534368 w 857246"/>
              <a:gd name="csY109" fmla="*/ 180973 h 856323"/>
              <a:gd name="csX110" fmla="*/ 541028 w 857246"/>
              <a:gd name="csY110" fmla="*/ 206683 h 856323"/>
              <a:gd name="csX111" fmla="*/ 597210 w 857246"/>
              <a:gd name="csY111" fmla="*/ 281915 h 856323"/>
              <a:gd name="csX112" fmla="*/ 621023 w 857246"/>
              <a:gd name="csY112" fmla="*/ 294306 h 856323"/>
              <a:gd name="csX113" fmla="*/ 623887 w 857246"/>
              <a:gd name="csY113" fmla="*/ 294306 h 856323"/>
              <a:gd name="csX114" fmla="*/ 646732 w 857246"/>
              <a:gd name="csY114" fmla="*/ 284781 h 856323"/>
              <a:gd name="csX115" fmla="*/ 773424 w 857246"/>
              <a:gd name="csY115" fmla="*/ 158089 h 856323"/>
              <a:gd name="csX116" fmla="*/ 783917 w 857246"/>
              <a:gd name="csY116" fmla="*/ 133308 h 856323"/>
              <a:gd name="csX117" fmla="*/ 773424 w 857246"/>
              <a:gd name="csY117" fmla="*/ 108528 h 856323"/>
              <a:gd name="csX118" fmla="*/ 724869 w 857246"/>
              <a:gd name="csY118" fmla="*/ 109533 h 856323"/>
              <a:gd name="csX119" fmla="*/ 759134 w 857246"/>
              <a:gd name="csY119" fmla="*/ 143843 h 856323"/>
              <a:gd name="csX120" fmla="*/ 632442 w 857246"/>
              <a:gd name="csY120" fmla="*/ 270497 h 856323"/>
              <a:gd name="csX121" fmla="*/ 622917 w 857246"/>
              <a:gd name="csY121" fmla="*/ 274292 h 856323"/>
              <a:gd name="csX122" fmla="*/ 614359 w 857246"/>
              <a:gd name="csY122" fmla="*/ 269529 h 856323"/>
              <a:gd name="csX123" fmla="*/ 558177 w 857246"/>
              <a:gd name="csY123" fmla="*/ 194297 h 856323"/>
              <a:gd name="csX124" fmla="*/ 555312 w 857246"/>
              <a:gd name="csY124" fmla="*/ 183804 h 856323"/>
              <a:gd name="csX125" fmla="*/ 561042 w 857246"/>
              <a:gd name="csY125" fmla="*/ 174279 h 856323"/>
              <a:gd name="csX126" fmla="*/ 569600 w 857246"/>
              <a:gd name="csY126" fmla="*/ 171414 h 856323"/>
              <a:gd name="csX127" fmla="*/ 571497 w 857246"/>
              <a:gd name="csY127" fmla="*/ 171414 h 856323"/>
              <a:gd name="csX128" fmla="*/ 581022 w 857246"/>
              <a:gd name="csY128" fmla="*/ 177144 h 856323"/>
              <a:gd name="csX129" fmla="*/ 619122 w 857246"/>
              <a:gd name="csY129" fmla="*/ 227634 h 856323"/>
              <a:gd name="csX130" fmla="*/ 626750 w 857246"/>
              <a:gd name="csY130" fmla="*/ 231430 h 856323"/>
              <a:gd name="csX131" fmla="*/ 634377 w 857246"/>
              <a:gd name="csY131" fmla="*/ 228565 h 856323"/>
              <a:gd name="csX132" fmla="*/ 739152 w 857246"/>
              <a:gd name="csY132" fmla="*/ 123828 h 856323"/>
              <a:gd name="csX133" fmla="*/ 759170 w 857246"/>
              <a:gd name="csY133" fmla="*/ 123828 h 856323"/>
              <a:gd name="csX134" fmla="*/ 762965 w 857246"/>
              <a:gd name="csY134" fmla="*/ 133353 h 856323"/>
              <a:gd name="csX135" fmla="*/ 759133 w 857246"/>
              <a:gd name="csY135" fmla="*/ 143845 h 856323"/>
              <a:gd name="csX136" fmla="*/ 524838 w 857246"/>
              <a:gd name="csY136" fmla="*/ 370509 h 856323"/>
              <a:gd name="csX137" fmla="*/ 536260 w 857246"/>
              <a:gd name="csY137" fmla="*/ 360984 h 856323"/>
              <a:gd name="csX138" fmla="*/ 545785 w 857246"/>
              <a:gd name="csY138" fmla="*/ 372407 h 856323"/>
              <a:gd name="csX139" fmla="*/ 479110 w 857246"/>
              <a:gd name="csY139" fmla="*/ 505757 h 856323"/>
              <a:gd name="csX140" fmla="*/ 339102 w 857246"/>
              <a:gd name="csY140" fmla="*/ 560041 h 856323"/>
              <a:gd name="csX141" fmla="*/ 128581 w 857246"/>
              <a:gd name="csY141" fmla="*/ 352425 h 856323"/>
              <a:gd name="csX142" fmla="*/ 337159 w 857246"/>
              <a:gd name="csY142" fmla="*/ 143847 h 856323"/>
              <a:gd name="csX143" fmla="*/ 448592 w 857246"/>
              <a:gd name="csY143" fmla="*/ 176216 h 856323"/>
              <a:gd name="csX144" fmla="*/ 451457 w 857246"/>
              <a:gd name="csY144" fmla="*/ 190504 h 856323"/>
              <a:gd name="csX145" fmla="*/ 437170 w 857246"/>
              <a:gd name="csY145" fmla="*/ 193369 h 856323"/>
              <a:gd name="csX146" fmla="*/ 336186 w 857246"/>
              <a:gd name="csY146" fmla="*/ 163826 h 856323"/>
              <a:gd name="csX147" fmla="*/ 148553 w 857246"/>
              <a:gd name="csY147" fmla="*/ 351459 h 856323"/>
              <a:gd name="csX148" fmla="*/ 336186 w 857246"/>
              <a:gd name="csY148" fmla="*/ 539092 h 856323"/>
              <a:gd name="csX149" fmla="*/ 524828 w 857246"/>
              <a:gd name="csY149" fmla="*/ 370509 h 856323"/>
              <a:gd name="csX150" fmla="*/ 469585 w 857246"/>
              <a:gd name="csY150" fmla="*/ 288616 h 856323"/>
              <a:gd name="csX151" fmla="*/ 382893 w 857246"/>
              <a:gd name="csY151" fmla="*/ 287649 h 856323"/>
              <a:gd name="csX152" fmla="*/ 355285 w 857246"/>
              <a:gd name="csY152" fmla="*/ 204789 h 856323"/>
              <a:gd name="csX153" fmla="*/ 338133 w 857246"/>
              <a:gd name="csY153" fmla="*/ 192399 h 856323"/>
              <a:gd name="csX154" fmla="*/ 320980 w 857246"/>
              <a:gd name="csY154" fmla="*/ 204789 h 856323"/>
              <a:gd name="csX155" fmla="*/ 293373 w 857246"/>
              <a:gd name="csY155" fmla="*/ 287649 h 856323"/>
              <a:gd name="csX156" fmla="*/ 206680 w 857246"/>
              <a:gd name="csY156" fmla="*/ 288616 h 856323"/>
              <a:gd name="csX157" fmla="*/ 189528 w 857246"/>
              <a:gd name="csY157" fmla="*/ 301006 h 856323"/>
              <a:gd name="csX158" fmla="*/ 196188 w 857246"/>
              <a:gd name="csY158" fmla="*/ 321024 h 856323"/>
              <a:gd name="csX159" fmla="*/ 265728 w 857246"/>
              <a:gd name="csY159" fmla="*/ 372444 h 856323"/>
              <a:gd name="csX160" fmla="*/ 239050 w 857246"/>
              <a:gd name="csY160" fmla="*/ 455304 h 856323"/>
              <a:gd name="csX161" fmla="*/ 245710 w 857246"/>
              <a:gd name="csY161" fmla="*/ 475321 h 856323"/>
              <a:gd name="csX162" fmla="*/ 256203 w 857246"/>
              <a:gd name="csY162" fmla="*/ 479116 h 856323"/>
              <a:gd name="csX163" fmla="*/ 266696 w 857246"/>
              <a:gd name="csY163" fmla="*/ 475321 h 856323"/>
              <a:gd name="csX164" fmla="*/ 337165 w 857246"/>
              <a:gd name="csY164" fmla="*/ 424831 h 856323"/>
              <a:gd name="csX165" fmla="*/ 407635 w 857246"/>
              <a:gd name="csY165" fmla="*/ 475321 h 856323"/>
              <a:gd name="csX166" fmla="*/ 429550 w 857246"/>
              <a:gd name="csY166" fmla="*/ 475321 h 856323"/>
              <a:gd name="csX167" fmla="*/ 436210 w 857246"/>
              <a:gd name="csY167" fmla="*/ 455304 h 856323"/>
              <a:gd name="csX168" fmla="*/ 409570 w 857246"/>
              <a:gd name="csY168" fmla="*/ 373373 h 856323"/>
              <a:gd name="csX169" fmla="*/ 479110 w 857246"/>
              <a:gd name="csY169" fmla="*/ 321954 h 856323"/>
              <a:gd name="csX170" fmla="*/ 485770 w 857246"/>
              <a:gd name="csY170" fmla="*/ 301936 h 856323"/>
              <a:gd name="csX171" fmla="*/ 469585 w 857246"/>
              <a:gd name="csY171" fmla="*/ 288616 h 856323"/>
              <a:gd name="csX172" fmla="*/ 391488 w 857246"/>
              <a:gd name="csY172" fmla="*/ 361951 h 856323"/>
              <a:gd name="csX173" fmla="*/ 387693 w 857246"/>
              <a:gd name="csY173" fmla="*/ 373373 h 856323"/>
              <a:gd name="csX174" fmla="*/ 414370 w 857246"/>
              <a:gd name="csY174" fmla="*/ 457201 h 856323"/>
              <a:gd name="csX175" fmla="*/ 342933 w 857246"/>
              <a:gd name="csY175" fmla="*/ 405781 h 856323"/>
              <a:gd name="csX176" fmla="*/ 330543 w 857246"/>
              <a:gd name="csY176" fmla="*/ 405781 h 856323"/>
              <a:gd name="csX177" fmla="*/ 259105 w 857246"/>
              <a:gd name="csY177" fmla="*/ 457201 h 856323"/>
              <a:gd name="csX178" fmla="*/ 285783 w 857246"/>
              <a:gd name="csY178" fmla="*/ 373373 h 856323"/>
              <a:gd name="csX179" fmla="*/ 281988 w 857246"/>
              <a:gd name="csY179" fmla="*/ 361951 h 856323"/>
              <a:gd name="csX180" fmla="*/ 211518 w 857246"/>
              <a:gd name="csY180" fmla="*/ 309563 h 856323"/>
              <a:gd name="csX181" fmla="*/ 299140 w 857246"/>
              <a:gd name="csY181" fmla="*/ 308596 h 856323"/>
              <a:gd name="csX182" fmla="*/ 308665 w 857246"/>
              <a:gd name="csY182" fmla="*/ 301936 h 856323"/>
              <a:gd name="csX183" fmla="*/ 336273 w 857246"/>
              <a:gd name="csY183" fmla="*/ 219076 h 856323"/>
              <a:gd name="csX184" fmla="*/ 363880 w 857246"/>
              <a:gd name="csY184" fmla="*/ 301936 h 856323"/>
              <a:gd name="csX185" fmla="*/ 373405 w 857246"/>
              <a:gd name="csY185" fmla="*/ 308596 h 856323"/>
              <a:gd name="csX186" fmla="*/ 461027 w 857246"/>
              <a:gd name="csY186" fmla="*/ 309563 h 856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857246" h="856323">
                <a:moveTo>
                  <a:pt x="572468" y="558184"/>
                </a:moveTo>
                <a:cubicBezTo>
                  <a:pt x="575333" y="557217"/>
                  <a:pt x="578198" y="556286"/>
                  <a:pt x="581025" y="555319"/>
                </a:cubicBezTo>
                <a:cubicBezTo>
                  <a:pt x="601973" y="550557"/>
                  <a:pt x="619125" y="538167"/>
                  <a:pt x="628650" y="520084"/>
                </a:cubicBezTo>
                <a:cubicBezTo>
                  <a:pt x="639143" y="502002"/>
                  <a:pt x="641041" y="481017"/>
                  <a:pt x="634380" y="461037"/>
                </a:cubicBezTo>
                <a:cubicBezTo>
                  <a:pt x="629618" y="445782"/>
                  <a:pt x="631515" y="429597"/>
                  <a:pt x="640110" y="416277"/>
                </a:cubicBezTo>
                <a:cubicBezTo>
                  <a:pt x="642975" y="411515"/>
                  <a:pt x="642008" y="404855"/>
                  <a:pt x="637245" y="401990"/>
                </a:cubicBezTo>
                <a:cubicBezTo>
                  <a:pt x="632483" y="399124"/>
                  <a:pt x="625823" y="400092"/>
                  <a:pt x="622958" y="404854"/>
                </a:cubicBezTo>
                <a:cubicBezTo>
                  <a:pt x="611535" y="422937"/>
                  <a:pt x="608670" y="445820"/>
                  <a:pt x="614400" y="466767"/>
                </a:cubicBezTo>
                <a:cubicBezTo>
                  <a:pt x="619163" y="482022"/>
                  <a:pt x="617265" y="496310"/>
                  <a:pt x="609638" y="509629"/>
                </a:cubicBezTo>
                <a:cubicBezTo>
                  <a:pt x="602010" y="522949"/>
                  <a:pt x="590588" y="531545"/>
                  <a:pt x="575332" y="534410"/>
                </a:cubicBezTo>
                <a:cubicBezTo>
                  <a:pt x="547725" y="541070"/>
                  <a:pt x="525810" y="562985"/>
                  <a:pt x="519150" y="590592"/>
                </a:cubicBezTo>
                <a:cubicBezTo>
                  <a:pt x="515355" y="605847"/>
                  <a:pt x="506760" y="618199"/>
                  <a:pt x="494370" y="624897"/>
                </a:cubicBezTo>
                <a:cubicBezTo>
                  <a:pt x="481050" y="632525"/>
                  <a:pt x="466763" y="633455"/>
                  <a:pt x="451507" y="629660"/>
                </a:cubicBezTo>
                <a:cubicBezTo>
                  <a:pt x="423900" y="621102"/>
                  <a:pt x="394357" y="629660"/>
                  <a:pt x="374340" y="650607"/>
                </a:cubicBezTo>
                <a:cubicBezTo>
                  <a:pt x="363847" y="662029"/>
                  <a:pt x="350527" y="667760"/>
                  <a:pt x="335272" y="667760"/>
                </a:cubicBezTo>
                <a:cubicBezTo>
                  <a:pt x="320017" y="667760"/>
                  <a:pt x="306697" y="662030"/>
                  <a:pt x="296204" y="650607"/>
                </a:cubicBezTo>
                <a:cubicBezTo>
                  <a:pt x="277154" y="629660"/>
                  <a:pt x="246682" y="621064"/>
                  <a:pt x="219036" y="629660"/>
                </a:cubicBezTo>
                <a:cubicBezTo>
                  <a:pt x="203781" y="634422"/>
                  <a:pt x="189494" y="632525"/>
                  <a:pt x="176174" y="624897"/>
                </a:cubicBezTo>
                <a:cubicBezTo>
                  <a:pt x="162854" y="617270"/>
                  <a:pt x="154259" y="605847"/>
                  <a:pt x="151394" y="590592"/>
                </a:cubicBezTo>
                <a:cubicBezTo>
                  <a:pt x="144734" y="562985"/>
                  <a:pt x="122819" y="541070"/>
                  <a:pt x="95211" y="534410"/>
                </a:cubicBezTo>
                <a:cubicBezTo>
                  <a:pt x="79956" y="530615"/>
                  <a:pt x="67604" y="522020"/>
                  <a:pt x="60906" y="509629"/>
                </a:cubicBezTo>
                <a:cubicBezTo>
                  <a:pt x="53279" y="496310"/>
                  <a:pt x="52348" y="482022"/>
                  <a:pt x="56144" y="466767"/>
                </a:cubicBezTo>
                <a:cubicBezTo>
                  <a:pt x="64701" y="439160"/>
                  <a:pt x="56144" y="409617"/>
                  <a:pt x="35196" y="389599"/>
                </a:cubicBezTo>
                <a:cubicBezTo>
                  <a:pt x="23774" y="379106"/>
                  <a:pt x="18044" y="365787"/>
                  <a:pt x="18044" y="350531"/>
                </a:cubicBezTo>
                <a:cubicBezTo>
                  <a:pt x="18044" y="335276"/>
                  <a:pt x="23773" y="321956"/>
                  <a:pt x="35196" y="311464"/>
                </a:cubicBezTo>
                <a:cubicBezTo>
                  <a:pt x="56144" y="292414"/>
                  <a:pt x="64739" y="261941"/>
                  <a:pt x="56144" y="234296"/>
                </a:cubicBezTo>
                <a:cubicBezTo>
                  <a:pt x="51381" y="219041"/>
                  <a:pt x="53279" y="204753"/>
                  <a:pt x="60906" y="191433"/>
                </a:cubicBezTo>
                <a:cubicBezTo>
                  <a:pt x="68534" y="178114"/>
                  <a:pt x="79956" y="169518"/>
                  <a:pt x="95211" y="166653"/>
                </a:cubicBezTo>
                <a:cubicBezTo>
                  <a:pt x="122819" y="159993"/>
                  <a:pt x="144734" y="138078"/>
                  <a:pt x="151394" y="110471"/>
                </a:cubicBezTo>
                <a:cubicBezTo>
                  <a:pt x="155189" y="95216"/>
                  <a:pt x="163784" y="82864"/>
                  <a:pt x="176174" y="76166"/>
                </a:cubicBezTo>
                <a:cubicBezTo>
                  <a:pt x="189494" y="68538"/>
                  <a:pt x="203781" y="67608"/>
                  <a:pt x="219036" y="71403"/>
                </a:cubicBezTo>
                <a:cubicBezTo>
                  <a:pt x="246644" y="79961"/>
                  <a:pt x="276186" y="71403"/>
                  <a:pt x="296204" y="50456"/>
                </a:cubicBezTo>
                <a:cubicBezTo>
                  <a:pt x="306697" y="39033"/>
                  <a:pt x="320017" y="33303"/>
                  <a:pt x="335272" y="33303"/>
                </a:cubicBezTo>
                <a:cubicBezTo>
                  <a:pt x="350527" y="33303"/>
                  <a:pt x="363847" y="39033"/>
                  <a:pt x="374340" y="50456"/>
                </a:cubicBezTo>
                <a:cubicBezTo>
                  <a:pt x="393390" y="71403"/>
                  <a:pt x="423862" y="79999"/>
                  <a:pt x="451507" y="71403"/>
                </a:cubicBezTo>
                <a:cubicBezTo>
                  <a:pt x="462000" y="68538"/>
                  <a:pt x="471525" y="67608"/>
                  <a:pt x="481050" y="70436"/>
                </a:cubicBezTo>
                <a:cubicBezTo>
                  <a:pt x="486780" y="72333"/>
                  <a:pt x="492472" y="68538"/>
                  <a:pt x="493440" y="62808"/>
                </a:cubicBezTo>
                <a:cubicBezTo>
                  <a:pt x="495338" y="57079"/>
                  <a:pt x="491543" y="51386"/>
                  <a:pt x="485813" y="50418"/>
                </a:cubicBezTo>
                <a:cubicBezTo>
                  <a:pt x="472493" y="46623"/>
                  <a:pt x="458205" y="47553"/>
                  <a:pt x="444848" y="51386"/>
                </a:cubicBezTo>
                <a:cubicBezTo>
                  <a:pt x="424830" y="58046"/>
                  <a:pt x="402953" y="51386"/>
                  <a:pt x="389595" y="36130"/>
                </a:cubicBezTo>
                <a:cubicBezTo>
                  <a:pt x="375307" y="20875"/>
                  <a:pt x="356257" y="12318"/>
                  <a:pt x="335310" y="12318"/>
                </a:cubicBezTo>
                <a:cubicBezTo>
                  <a:pt x="314363" y="12318"/>
                  <a:pt x="295313" y="20876"/>
                  <a:pt x="281025" y="36130"/>
                </a:cubicBezTo>
                <a:cubicBezTo>
                  <a:pt x="266738" y="51386"/>
                  <a:pt x="244823" y="57078"/>
                  <a:pt x="225773" y="51386"/>
                </a:cubicBezTo>
                <a:cubicBezTo>
                  <a:pt x="205755" y="44726"/>
                  <a:pt x="184807" y="47591"/>
                  <a:pt x="166725" y="57116"/>
                </a:cubicBezTo>
                <a:cubicBezTo>
                  <a:pt x="148643" y="67608"/>
                  <a:pt x="136253" y="84723"/>
                  <a:pt x="131490" y="104741"/>
                </a:cubicBezTo>
                <a:cubicBezTo>
                  <a:pt x="126728" y="124758"/>
                  <a:pt x="110543" y="140943"/>
                  <a:pt x="90525" y="145706"/>
                </a:cubicBezTo>
                <a:cubicBezTo>
                  <a:pt x="69578" y="150468"/>
                  <a:pt x="52425" y="162858"/>
                  <a:pt x="42900" y="180941"/>
                </a:cubicBezTo>
                <a:cubicBezTo>
                  <a:pt x="32407" y="199023"/>
                  <a:pt x="30510" y="220008"/>
                  <a:pt x="37170" y="239988"/>
                </a:cubicBezTo>
                <a:cubicBezTo>
                  <a:pt x="42900" y="260006"/>
                  <a:pt x="37170" y="281883"/>
                  <a:pt x="21915" y="295241"/>
                </a:cubicBezTo>
                <a:cubicBezTo>
                  <a:pt x="8558" y="312430"/>
                  <a:pt x="0" y="331480"/>
                  <a:pt x="0" y="352428"/>
                </a:cubicBezTo>
                <a:cubicBezTo>
                  <a:pt x="0" y="373375"/>
                  <a:pt x="8558" y="392425"/>
                  <a:pt x="23813" y="406713"/>
                </a:cubicBezTo>
                <a:cubicBezTo>
                  <a:pt x="39067" y="421000"/>
                  <a:pt x="44760" y="442915"/>
                  <a:pt x="39068" y="461965"/>
                </a:cubicBezTo>
                <a:cubicBezTo>
                  <a:pt x="32408" y="481983"/>
                  <a:pt x="35273" y="502930"/>
                  <a:pt x="44798" y="521013"/>
                </a:cubicBezTo>
                <a:cubicBezTo>
                  <a:pt x="55290" y="539095"/>
                  <a:pt x="72405" y="551485"/>
                  <a:pt x="92423" y="556247"/>
                </a:cubicBezTo>
                <a:cubicBezTo>
                  <a:pt x="95288" y="557215"/>
                  <a:pt x="98152" y="558145"/>
                  <a:pt x="100980" y="559112"/>
                </a:cubicBezTo>
                <a:lnTo>
                  <a:pt x="4759" y="778187"/>
                </a:lnTo>
                <a:cubicBezTo>
                  <a:pt x="2861" y="781983"/>
                  <a:pt x="3791" y="785815"/>
                  <a:pt x="5726" y="788680"/>
                </a:cubicBezTo>
                <a:cubicBezTo>
                  <a:pt x="8591" y="791545"/>
                  <a:pt x="12386" y="793443"/>
                  <a:pt x="16219" y="792475"/>
                </a:cubicBezTo>
                <a:lnTo>
                  <a:pt x="127652" y="769631"/>
                </a:lnTo>
                <a:lnTo>
                  <a:pt x="175277" y="851561"/>
                </a:lnTo>
                <a:cubicBezTo>
                  <a:pt x="177174" y="854426"/>
                  <a:pt x="180039" y="856323"/>
                  <a:pt x="183834" y="856323"/>
                </a:cubicBezTo>
                <a:lnTo>
                  <a:pt x="184802" y="856323"/>
                </a:lnTo>
                <a:cubicBezTo>
                  <a:pt x="188597" y="856323"/>
                  <a:pt x="192429" y="853458"/>
                  <a:pt x="193359" y="850593"/>
                </a:cubicBezTo>
                <a:lnTo>
                  <a:pt x="278117" y="660093"/>
                </a:lnTo>
                <a:cubicBezTo>
                  <a:pt x="280014" y="661991"/>
                  <a:pt x="281912" y="662958"/>
                  <a:pt x="283847" y="664856"/>
                </a:cubicBezTo>
                <a:cubicBezTo>
                  <a:pt x="298134" y="680111"/>
                  <a:pt x="317184" y="688668"/>
                  <a:pt x="338131" y="688668"/>
                </a:cubicBezTo>
                <a:cubicBezTo>
                  <a:pt x="359079" y="688668"/>
                  <a:pt x="378129" y="680111"/>
                  <a:pt x="392416" y="664856"/>
                </a:cubicBezTo>
                <a:cubicBezTo>
                  <a:pt x="394314" y="662958"/>
                  <a:pt x="396211" y="661061"/>
                  <a:pt x="398146" y="660093"/>
                </a:cubicBezTo>
                <a:lnTo>
                  <a:pt x="482903" y="850593"/>
                </a:lnTo>
                <a:cubicBezTo>
                  <a:pt x="484801" y="854389"/>
                  <a:pt x="487666" y="856323"/>
                  <a:pt x="491461" y="856323"/>
                </a:cubicBezTo>
                <a:lnTo>
                  <a:pt x="492428" y="856323"/>
                </a:lnTo>
                <a:cubicBezTo>
                  <a:pt x="496224" y="856323"/>
                  <a:pt x="499088" y="854426"/>
                  <a:pt x="500986" y="851561"/>
                </a:cubicBezTo>
                <a:lnTo>
                  <a:pt x="548611" y="769631"/>
                </a:lnTo>
                <a:lnTo>
                  <a:pt x="660044" y="792475"/>
                </a:lnTo>
                <a:cubicBezTo>
                  <a:pt x="663839" y="793443"/>
                  <a:pt x="667671" y="791508"/>
                  <a:pt x="670537" y="788680"/>
                </a:cubicBezTo>
                <a:cubicBezTo>
                  <a:pt x="673402" y="785815"/>
                  <a:pt x="673402" y="782020"/>
                  <a:pt x="671504" y="778187"/>
                </a:cubicBezTo>
                <a:close/>
                <a:moveTo>
                  <a:pt x="182876" y="824884"/>
                </a:moveTo>
                <a:lnTo>
                  <a:pt x="141911" y="753447"/>
                </a:lnTo>
                <a:cubicBezTo>
                  <a:pt x="140014" y="749651"/>
                  <a:pt x="135251" y="747717"/>
                  <a:pt x="131418" y="748684"/>
                </a:cubicBezTo>
                <a:lnTo>
                  <a:pt x="31444" y="768665"/>
                </a:lnTo>
                <a:lnTo>
                  <a:pt x="119066" y="570535"/>
                </a:lnTo>
                <a:cubicBezTo>
                  <a:pt x="125726" y="577195"/>
                  <a:pt x="131456" y="586720"/>
                  <a:pt x="133354" y="597213"/>
                </a:cubicBezTo>
                <a:cubicBezTo>
                  <a:pt x="138116" y="618160"/>
                  <a:pt x="150506" y="635313"/>
                  <a:pt x="168589" y="644838"/>
                </a:cubicBezTo>
                <a:cubicBezTo>
                  <a:pt x="186671" y="655331"/>
                  <a:pt x="207656" y="657228"/>
                  <a:pt x="227636" y="650568"/>
                </a:cubicBezTo>
                <a:cubicBezTo>
                  <a:pt x="238129" y="646772"/>
                  <a:pt x="249551" y="647703"/>
                  <a:pt x="260006" y="650568"/>
                </a:cubicBezTo>
                <a:close/>
                <a:moveTo>
                  <a:pt x="543893" y="748684"/>
                </a:moveTo>
                <a:cubicBezTo>
                  <a:pt x="539130" y="747717"/>
                  <a:pt x="535335" y="749651"/>
                  <a:pt x="533400" y="753447"/>
                </a:cubicBezTo>
                <a:lnTo>
                  <a:pt x="492435" y="824884"/>
                </a:lnTo>
                <a:lnTo>
                  <a:pt x="415267" y="650567"/>
                </a:lnTo>
                <a:cubicBezTo>
                  <a:pt x="425760" y="647702"/>
                  <a:pt x="437182" y="646772"/>
                  <a:pt x="447637" y="650567"/>
                </a:cubicBezTo>
                <a:cubicBezTo>
                  <a:pt x="467655" y="657227"/>
                  <a:pt x="488602" y="654362"/>
                  <a:pt x="506684" y="644837"/>
                </a:cubicBezTo>
                <a:cubicBezTo>
                  <a:pt x="524767" y="634344"/>
                  <a:pt x="537157" y="617230"/>
                  <a:pt x="541919" y="597212"/>
                </a:cubicBezTo>
                <a:cubicBezTo>
                  <a:pt x="543817" y="586719"/>
                  <a:pt x="549547" y="578162"/>
                  <a:pt x="556207" y="570535"/>
                </a:cubicBezTo>
                <a:lnTo>
                  <a:pt x="643829" y="768664"/>
                </a:lnTo>
                <a:close/>
                <a:moveTo>
                  <a:pt x="664851" y="0"/>
                </a:moveTo>
                <a:cubicBezTo>
                  <a:pt x="558180" y="0"/>
                  <a:pt x="472455" y="86693"/>
                  <a:pt x="472455" y="192395"/>
                </a:cubicBezTo>
                <a:cubicBezTo>
                  <a:pt x="472455" y="298142"/>
                  <a:pt x="559148" y="384791"/>
                  <a:pt x="664851" y="384791"/>
                </a:cubicBezTo>
                <a:cubicBezTo>
                  <a:pt x="770559" y="384791"/>
                  <a:pt x="857246" y="299066"/>
                  <a:pt x="857246" y="192395"/>
                </a:cubicBezTo>
                <a:cubicBezTo>
                  <a:pt x="857246" y="85725"/>
                  <a:pt x="770553" y="0"/>
                  <a:pt x="664851" y="0"/>
                </a:cubicBezTo>
                <a:close/>
                <a:moveTo>
                  <a:pt x="664851" y="364817"/>
                </a:moveTo>
                <a:cubicBezTo>
                  <a:pt x="569601" y="364817"/>
                  <a:pt x="492429" y="287649"/>
                  <a:pt x="492429" y="192395"/>
                </a:cubicBezTo>
                <a:cubicBezTo>
                  <a:pt x="492429" y="97142"/>
                  <a:pt x="569597" y="20945"/>
                  <a:pt x="664851" y="20945"/>
                </a:cubicBezTo>
                <a:cubicBezTo>
                  <a:pt x="760105" y="20945"/>
                  <a:pt x="837272" y="98113"/>
                  <a:pt x="837272" y="193367"/>
                </a:cubicBezTo>
                <a:cubicBezTo>
                  <a:pt x="837235" y="288617"/>
                  <a:pt x="759138" y="364817"/>
                  <a:pt x="664851" y="364817"/>
                </a:cubicBezTo>
                <a:close/>
                <a:moveTo>
                  <a:pt x="724866" y="109538"/>
                </a:moveTo>
                <a:lnTo>
                  <a:pt x="627682" y="206683"/>
                </a:lnTo>
                <a:lnTo>
                  <a:pt x="596242" y="164788"/>
                </a:lnTo>
                <a:cubicBezTo>
                  <a:pt x="590512" y="157161"/>
                  <a:pt x="582922" y="152398"/>
                  <a:pt x="573397" y="151468"/>
                </a:cubicBezTo>
                <a:cubicBezTo>
                  <a:pt x="563872" y="150501"/>
                  <a:pt x="555315" y="152436"/>
                  <a:pt x="547688" y="158129"/>
                </a:cubicBezTo>
                <a:cubicBezTo>
                  <a:pt x="540060" y="163858"/>
                  <a:pt x="535297" y="171448"/>
                  <a:pt x="534368" y="180973"/>
                </a:cubicBezTo>
                <a:cubicBezTo>
                  <a:pt x="533400" y="190498"/>
                  <a:pt x="535335" y="199056"/>
                  <a:pt x="541028" y="206683"/>
                </a:cubicBezTo>
                <a:lnTo>
                  <a:pt x="597210" y="281915"/>
                </a:lnTo>
                <a:cubicBezTo>
                  <a:pt x="602940" y="289543"/>
                  <a:pt x="611498" y="294306"/>
                  <a:pt x="621023" y="294306"/>
                </a:cubicBezTo>
                <a:lnTo>
                  <a:pt x="623887" y="294306"/>
                </a:lnTo>
                <a:cubicBezTo>
                  <a:pt x="632445" y="294306"/>
                  <a:pt x="640072" y="291441"/>
                  <a:pt x="646732" y="284781"/>
                </a:cubicBezTo>
                <a:lnTo>
                  <a:pt x="773424" y="158089"/>
                </a:lnTo>
                <a:cubicBezTo>
                  <a:pt x="780084" y="151428"/>
                  <a:pt x="783917" y="142833"/>
                  <a:pt x="783917" y="133308"/>
                </a:cubicBezTo>
                <a:cubicBezTo>
                  <a:pt x="783917" y="123783"/>
                  <a:pt x="780122" y="115226"/>
                  <a:pt x="773424" y="108528"/>
                </a:cubicBezTo>
                <a:cubicBezTo>
                  <a:pt x="760105" y="96212"/>
                  <a:pt x="738189" y="96212"/>
                  <a:pt x="724869" y="109533"/>
                </a:cubicBezTo>
                <a:close/>
                <a:moveTo>
                  <a:pt x="759134" y="143843"/>
                </a:moveTo>
                <a:lnTo>
                  <a:pt x="632442" y="270497"/>
                </a:lnTo>
                <a:cubicBezTo>
                  <a:pt x="629577" y="273362"/>
                  <a:pt x="626712" y="274292"/>
                  <a:pt x="622917" y="274292"/>
                </a:cubicBezTo>
                <a:cubicBezTo>
                  <a:pt x="619122" y="274292"/>
                  <a:pt x="616257" y="272394"/>
                  <a:pt x="614359" y="269529"/>
                </a:cubicBezTo>
                <a:lnTo>
                  <a:pt x="558177" y="194297"/>
                </a:lnTo>
                <a:cubicBezTo>
                  <a:pt x="556279" y="191432"/>
                  <a:pt x="555312" y="187637"/>
                  <a:pt x="555312" y="183804"/>
                </a:cubicBezTo>
                <a:cubicBezTo>
                  <a:pt x="556279" y="180009"/>
                  <a:pt x="558177" y="177144"/>
                  <a:pt x="561042" y="174279"/>
                </a:cubicBezTo>
                <a:cubicBezTo>
                  <a:pt x="563907" y="172382"/>
                  <a:pt x="566772" y="171414"/>
                  <a:pt x="569600" y="171414"/>
                </a:cubicBezTo>
                <a:lnTo>
                  <a:pt x="571497" y="171414"/>
                </a:lnTo>
                <a:cubicBezTo>
                  <a:pt x="575292" y="172382"/>
                  <a:pt x="578157" y="174279"/>
                  <a:pt x="581022" y="177144"/>
                </a:cubicBezTo>
                <a:lnTo>
                  <a:pt x="619122" y="227634"/>
                </a:lnTo>
                <a:cubicBezTo>
                  <a:pt x="621020" y="229532"/>
                  <a:pt x="623885" y="231430"/>
                  <a:pt x="626750" y="231430"/>
                </a:cubicBezTo>
                <a:cubicBezTo>
                  <a:pt x="629615" y="231430"/>
                  <a:pt x="632479" y="230462"/>
                  <a:pt x="634377" y="228565"/>
                </a:cubicBezTo>
                <a:lnTo>
                  <a:pt x="739152" y="123828"/>
                </a:lnTo>
                <a:cubicBezTo>
                  <a:pt x="744882" y="118098"/>
                  <a:pt x="753440" y="118098"/>
                  <a:pt x="759170" y="123828"/>
                </a:cubicBezTo>
                <a:cubicBezTo>
                  <a:pt x="762035" y="126693"/>
                  <a:pt x="762965" y="129558"/>
                  <a:pt x="762965" y="133353"/>
                </a:cubicBezTo>
                <a:cubicBezTo>
                  <a:pt x="762965" y="137148"/>
                  <a:pt x="761998" y="140980"/>
                  <a:pt x="759133" y="143845"/>
                </a:cubicBezTo>
                <a:close/>
                <a:moveTo>
                  <a:pt x="524838" y="370509"/>
                </a:moveTo>
                <a:cubicBezTo>
                  <a:pt x="525805" y="364779"/>
                  <a:pt x="530568" y="360984"/>
                  <a:pt x="536260" y="360984"/>
                </a:cubicBezTo>
                <a:cubicBezTo>
                  <a:pt x="541990" y="361952"/>
                  <a:pt x="545785" y="366714"/>
                  <a:pt x="545785" y="372407"/>
                </a:cubicBezTo>
                <a:cubicBezTo>
                  <a:pt x="541023" y="423826"/>
                  <a:pt x="517210" y="471448"/>
                  <a:pt x="479110" y="505757"/>
                </a:cubicBezTo>
                <a:cubicBezTo>
                  <a:pt x="441010" y="540991"/>
                  <a:pt x="390520" y="560041"/>
                  <a:pt x="339102" y="560041"/>
                </a:cubicBezTo>
                <a:cubicBezTo>
                  <a:pt x="222869" y="561009"/>
                  <a:pt x="128581" y="466726"/>
                  <a:pt x="128581" y="352425"/>
                </a:cubicBezTo>
                <a:cubicBezTo>
                  <a:pt x="128581" y="238124"/>
                  <a:pt x="221933" y="143847"/>
                  <a:pt x="337159" y="143847"/>
                </a:cubicBezTo>
                <a:cubicBezTo>
                  <a:pt x="377157" y="143847"/>
                  <a:pt x="415257" y="155269"/>
                  <a:pt x="448592" y="176216"/>
                </a:cubicBezTo>
                <a:cubicBezTo>
                  <a:pt x="453355" y="179081"/>
                  <a:pt x="454322" y="185741"/>
                  <a:pt x="451457" y="190504"/>
                </a:cubicBezTo>
                <a:cubicBezTo>
                  <a:pt x="448592" y="195266"/>
                  <a:pt x="441932" y="197164"/>
                  <a:pt x="437170" y="193369"/>
                </a:cubicBezTo>
                <a:cubicBezTo>
                  <a:pt x="406697" y="174319"/>
                  <a:pt x="372392" y="163826"/>
                  <a:pt x="336186" y="163826"/>
                </a:cubicBezTo>
                <a:cubicBezTo>
                  <a:pt x="232382" y="163826"/>
                  <a:pt x="148553" y="248583"/>
                  <a:pt x="148553" y="351459"/>
                </a:cubicBezTo>
                <a:cubicBezTo>
                  <a:pt x="148553" y="454339"/>
                  <a:pt x="233310" y="539092"/>
                  <a:pt x="336186" y="539092"/>
                </a:cubicBezTo>
                <a:cubicBezTo>
                  <a:pt x="434341" y="540059"/>
                  <a:pt x="515303" y="467692"/>
                  <a:pt x="524828" y="370509"/>
                </a:cubicBezTo>
                <a:close/>
                <a:moveTo>
                  <a:pt x="469585" y="288616"/>
                </a:moveTo>
                <a:lnTo>
                  <a:pt x="382893" y="287649"/>
                </a:lnTo>
                <a:lnTo>
                  <a:pt x="355285" y="204789"/>
                </a:lnTo>
                <a:cubicBezTo>
                  <a:pt x="352420" y="197161"/>
                  <a:pt x="345760" y="192399"/>
                  <a:pt x="338133" y="192399"/>
                </a:cubicBezTo>
                <a:cubicBezTo>
                  <a:pt x="330505" y="192399"/>
                  <a:pt x="322878" y="197161"/>
                  <a:pt x="320980" y="204789"/>
                </a:cubicBezTo>
                <a:lnTo>
                  <a:pt x="293373" y="287649"/>
                </a:lnTo>
                <a:lnTo>
                  <a:pt x="206680" y="288616"/>
                </a:lnTo>
                <a:cubicBezTo>
                  <a:pt x="199053" y="288616"/>
                  <a:pt x="191425" y="293379"/>
                  <a:pt x="189528" y="301006"/>
                </a:cubicBezTo>
                <a:cubicBezTo>
                  <a:pt x="186663" y="308634"/>
                  <a:pt x="189528" y="317191"/>
                  <a:pt x="196188" y="321024"/>
                </a:cubicBezTo>
                <a:lnTo>
                  <a:pt x="265728" y="372444"/>
                </a:lnTo>
                <a:lnTo>
                  <a:pt x="239050" y="455304"/>
                </a:lnTo>
                <a:cubicBezTo>
                  <a:pt x="236185" y="462931"/>
                  <a:pt x="239050" y="471488"/>
                  <a:pt x="245710" y="475321"/>
                </a:cubicBezTo>
                <a:cubicBezTo>
                  <a:pt x="248575" y="477219"/>
                  <a:pt x="252370" y="479116"/>
                  <a:pt x="256203" y="479116"/>
                </a:cubicBezTo>
                <a:cubicBezTo>
                  <a:pt x="259998" y="479116"/>
                  <a:pt x="263830" y="478149"/>
                  <a:pt x="266696" y="475321"/>
                </a:cubicBezTo>
                <a:lnTo>
                  <a:pt x="337165" y="424831"/>
                </a:lnTo>
                <a:lnTo>
                  <a:pt x="407635" y="475321"/>
                </a:lnTo>
                <a:cubicBezTo>
                  <a:pt x="414295" y="480084"/>
                  <a:pt x="422890" y="480084"/>
                  <a:pt x="429550" y="475321"/>
                </a:cubicBezTo>
                <a:cubicBezTo>
                  <a:pt x="436210" y="470559"/>
                  <a:pt x="439075" y="462002"/>
                  <a:pt x="436210" y="455304"/>
                </a:cubicBezTo>
                <a:lnTo>
                  <a:pt x="409570" y="373373"/>
                </a:lnTo>
                <a:lnTo>
                  <a:pt x="479110" y="321954"/>
                </a:lnTo>
                <a:cubicBezTo>
                  <a:pt x="485770" y="317191"/>
                  <a:pt x="487668" y="308634"/>
                  <a:pt x="485770" y="301936"/>
                </a:cubicBezTo>
                <a:cubicBezTo>
                  <a:pt x="483872" y="294308"/>
                  <a:pt x="477212" y="288616"/>
                  <a:pt x="469585" y="288616"/>
                </a:cubicBezTo>
                <a:close/>
                <a:moveTo>
                  <a:pt x="391488" y="361951"/>
                </a:moveTo>
                <a:cubicBezTo>
                  <a:pt x="387693" y="364816"/>
                  <a:pt x="386726" y="369578"/>
                  <a:pt x="387693" y="373373"/>
                </a:cubicBezTo>
                <a:lnTo>
                  <a:pt x="414370" y="457201"/>
                </a:lnTo>
                <a:lnTo>
                  <a:pt x="342933" y="405781"/>
                </a:lnTo>
                <a:cubicBezTo>
                  <a:pt x="339138" y="402916"/>
                  <a:pt x="334375" y="402916"/>
                  <a:pt x="330543" y="405781"/>
                </a:cubicBezTo>
                <a:lnTo>
                  <a:pt x="259105" y="457201"/>
                </a:lnTo>
                <a:lnTo>
                  <a:pt x="285783" y="373373"/>
                </a:lnTo>
                <a:cubicBezTo>
                  <a:pt x="286750" y="369578"/>
                  <a:pt x="285783" y="364816"/>
                  <a:pt x="281988" y="361951"/>
                </a:cubicBezTo>
                <a:lnTo>
                  <a:pt x="211518" y="309563"/>
                </a:lnTo>
                <a:lnTo>
                  <a:pt x="299140" y="308596"/>
                </a:lnTo>
                <a:cubicBezTo>
                  <a:pt x="303903" y="308596"/>
                  <a:pt x="307698" y="305731"/>
                  <a:pt x="308665" y="301936"/>
                </a:cubicBezTo>
                <a:lnTo>
                  <a:pt x="336273" y="219076"/>
                </a:lnTo>
                <a:lnTo>
                  <a:pt x="363880" y="301936"/>
                </a:lnTo>
                <a:cubicBezTo>
                  <a:pt x="364847" y="305731"/>
                  <a:pt x="369610" y="308596"/>
                  <a:pt x="373405" y="308596"/>
                </a:cubicBezTo>
                <a:lnTo>
                  <a:pt x="461027" y="309563"/>
                </a:lnTo>
                <a:close/>
              </a:path>
            </a:pathLst>
          </a:custGeom>
          <a:solidFill>
            <a:schemeClr val="accent2"/>
          </a:solidFill>
          <a:ln w="9525" cap="flat">
            <a:noFill/>
            <a:prstDash val="solid"/>
            <a:miter/>
          </a:ln>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0">
              <a:ln>
                <a:noFill/>
              </a:ln>
              <a:solidFill>
                <a:srgbClr val="000000"/>
              </a:solidFill>
              <a:effectLst/>
              <a:uLnTx/>
              <a:uFillTx/>
              <a:latin typeface="Avenir LT Std 45 Book" panose="020B0502020203020204" pitchFamily="34" charset="0"/>
              <a:ea typeface="+mn-ea"/>
              <a:cs typeface="+mn-cs"/>
            </a:endParaRPr>
          </a:p>
        </p:txBody>
      </p:sp>
      <p:grpSp>
        <p:nvGrpSpPr>
          <p:cNvPr id="7" name="Groupe 6">
            <a:extLst>
              <a:ext uri="{FF2B5EF4-FFF2-40B4-BE49-F238E27FC236}">
                <a16:creationId xmlns:a16="http://schemas.microsoft.com/office/drawing/2014/main" id="{1BCCD99A-1ED3-794B-403D-19CB5DA6E7C4}"/>
              </a:ext>
            </a:extLst>
          </p:cNvPr>
          <p:cNvGrpSpPr>
            <a:grpSpLocks noChangeAspect="1"/>
          </p:cNvGrpSpPr>
          <p:nvPr/>
        </p:nvGrpSpPr>
        <p:grpSpPr>
          <a:xfrm>
            <a:off x="11001871" y="6336764"/>
            <a:ext cx="1082632" cy="444130"/>
            <a:chOff x="5810" y="1578917"/>
            <a:chExt cx="559801" cy="229645"/>
          </a:xfrm>
        </p:grpSpPr>
        <p:sp>
          <p:nvSpPr>
            <p:cNvPr id="9" name="Rectangle : coins arrondis 8">
              <a:hlinkClick r:id="rId9" action="ppaction://hlinksldjump"/>
              <a:extLst>
                <a:ext uri="{FF2B5EF4-FFF2-40B4-BE49-F238E27FC236}">
                  <a16:creationId xmlns:a16="http://schemas.microsoft.com/office/drawing/2014/main" id="{A33DDAF2-9E21-6547-1DB8-EF905263B8BA}"/>
                </a:ext>
              </a:extLst>
            </p:cNvPr>
            <p:cNvSpPr/>
            <p:nvPr/>
          </p:nvSpPr>
          <p:spPr>
            <a:xfrm>
              <a:off x="5810" y="1595059"/>
              <a:ext cx="559801" cy="190504"/>
            </a:xfrm>
            <a:prstGeom prst="round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17780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hlinkClick r:id="rId9" action="ppaction://hlinksldjump"/>
                </a:rPr>
                <a:t>Retour</a:t>
              </a:r>
              <a:endParaRPr kumimoji="0" lang="fr-FR" sz="1200" b="0" i="0" u="none" strike="noStrike" kern="1200" cap="none" spc="0" normalizeH="0" baseline="0" noProof="0">
                <a:ln>
                  <a:noFill/>
                </a:ln>
                <a:solidFill>
                  <a:srgbClr val="154734"/>
                </a:solidFill>
                <a:effectLst/>
                <a:uLnTx/>
                <a:uFillTx/>
                <a:latin typeface="Avenir LT Std 65 Medium" panose="020B0803020203020204" pitchFamily="34" charset="0"/>
                <a:ea typeface="+mn-ea"/>
                <a:cs typeface="+mn-cs"/>
              </a:endParaRPr>
            </a:p>
          </p:txBody>
        </p:sp>
        <p:pic>
          <p:nvPicPr>
            <p:cNvPr id="11" name="Graphique 10" descr="Retour avec un remplissage uni">
              <a:hlinkClick r:id="rId9" action="ppaction://hlinksldjump"/>
              <a:extLst>
                <a:ext uri="{FF2B5EF4-FFF2-40B4-BE49-F238E27FC236}">
                  <a16:creationId xmlns:a16="http://schemas.microsoft.com/office/drawing/2014/main" id="{83D942B8-E35A-929A-9FC2-E73AF95894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060" y="1578917"/>
              <a:ext cx="229645" cy="229645"/>
            </a:xfrm>
            <a:prstGeom prst="rect">
              <a:avLst/>
            </a:prstGeom>
          </p:spPr>
        </p:pic>
      </p:grpSp>
    </p:spTree>
    <p:extLst>
      <p:ext uri="{BB962C8B-B14F-4D97-AF65-F5344CB8AC3E}">
        <p14:creationId xmlns:p14="http://schemas.microsoft.com/office/powerpoint/2010/main" val="2747078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2.xml><?xml version="1.0" encoding="utf-8"?>
<a:theme xmlns:a="http://schemas.openxmlformats.org/drawingml/2006/main" name="4_Contenus">
  <a:themeElements>
    <a:clrScheme name="SNCF">
      <a:dk1>
        <a:srgbClr val="3C3732"/>
      </a:dk1>
      <a:lt1>
        <a:sysClr val="window" lastClr="FFFFFF"/>
      </a:lt1>
      <a:dk2>
        <a:srgbClr val="82BE00"/>
      </a:dk2>
      <a:lt2>
        <a:srgbClr val="D2E100"/>
      </a:lt2>
      <a:accent1>
        <a:srgbClr val="009AA6"/>
      </a:accent1>
      <a:accent2>
        <a:srgbClr val="CD0037"/>
      </a:accent2>
      <a:accent3>
        <a:srgbClr val="A0A0A0"/>
      </a:accent3>
      <a:accent4>
        <a:srgbClr val="E05206"/>
      </a:accent4>
      <a:accent5>
        <a:srgbClr val="FFB612"/>
      </a:accent5>
      <a:accent6>
        <a:srgbClr val="A1006B"/>
      </a:accent6>
      <a:hlink>
        <a:srgbClr val="E05206"/>
      </a:hlink>
      <a:folHlink>
        <a:srgbClr val="FFB612"/>
      </a:folHlink>
    </a:clrScheme>
    <a:fontScheme name="SNCF AVENIR">
      <a:majorFont>
        <a:latin typeface="Avenir LT Std 45 Book"/>
        <a:ea typeface=""/>
        <a:cs typeface=""/>
      </a:majorFont>
      <a:minorFont>
        <a:latin typeface="Avenir LT Std 45 Boo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30.xml><?xml version="1.0" encoding="utf-8"?>
<a:theme xmlns:a="http://schemas.openxmlformats.org/drawingml/2006/main" name="1_Master SNCF Conseil">
  <a:themeElements>
    <a:clrScheme name="Personnalisé 2">
      <a:dk1>
        <a:srgbClr val="000000"/>
      </a:dk1>
      <a:lt1>
        <a:srgbClr val="FFFFFF"/>
      </a:lt1>
      <a:dk2>
        <a:srgbClr val="3C3732"/>
      </a:dk2>
      <a:lt2>
        <a:srgbClr val="D0D3D4"/>
      </a:lt2>
      <a:accent1>
        <a:srgbClr val="003865"/>
      </a:accent1>
      <a:accent2>
        <a:srgbClr val="0084D4"/>
      </a:accent2>
      <a:accent3>
        <a:srgbClr val="A4C8E1"/>
      </a:accent3>
      <a:accent4>
        <a:srgbClr val="4A412A"/>
      </a:accent4>
      <a:accent5>
        <a:srgbClr val="DAAA00"/>
      </a:accent5>
      <a:accent6>
        <a:srgbClr val="E5CF85"/>
      </a:accent6>
      <a:hlink>
        <a:srgbClr val="00B388"/>
      </a:hlink>
      <a:folHlink>
        <a:srgbClr val="DC582A"/>
      </a:folHlink>
    </a:clrScheme>
    <a:fontScheme name="Personnalisé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200"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bodyPr wrap="square" rtlCol="0">
        <a:spAutoFit/>
      </a:bodyPr>
      <a:lstStyle>
        <a:defPPr marL="171450" indent="-171450" algn="l">
          <a:lnSpc>
            <a:spcPct val="114000"/>
          </a:lnSpc>
          <a:buClr>
            <a:schemeClr val="accent2"/>
          </a:buClr>
          <a:buFont typeface="Wingdings" panose="05000000000000000000" pitchFamily="2" charset="2"/>
          <a:buChar char="§"/>
          <a:defRPr sz="1200" dirty="0" err="1">
            <a:solidFill>
              <a:schemeClr val="tx2"/>
            </a:solidFill>
          </a:defRPr>
        </a:defPPr>
      </a:lstStyle>
    </a:txDef>
  </a:objectDefaults>
  <a:extraClrSchemeLst/>
  <a:custClrLst>
    <a:custClr name="Ambre">
      <a:srgbClr val="E5CF85"/>
    </a:custClr>
    <a:custClr name="Pêche">
      <a:srgbClr val="F0BD9E"/>
    </a:custClr>
    <a:custClr name="Nude">
      <a:srgbClr val="F8C1B8"/>
    </a:custClr>
    <a:custClr name="Dragée">
      <a:srgbClr val="EFBAE1"/>
    </a:custClr>
    <a:custClr name="Parme">
      <a:srgbClr val="C7B2DE"/>
    </a:custClr>
    <a:custClr name="Bleu Horizon">
      <a:srgbClr val="A4C8E1"/>
    </a:custClr>
    <a:custClr name="Vert D'eau">
      <a:srgbClr val="A1D6CA"/>
    </a:custClr>
    <a:custClr name="BLANK">
      <a:srgbClr val="FFFFFF"/>
    </a:custClr>
    <a:custClr name="BLANK">
      <a:srgbClr val="FFFFFF"/>
    </a:custClr>
    <a:custClr name="BLANK">
      <a:srgbClr val="FFFFFF"/>
    </a:custClr>
    <a:custClr name="Safran">
      <a:srgbClr val="DAAA00"/>
    </a:custClr>
    <a:custClr name="Ocre">
      <a:srgbClr val="DC582A"/>
    </a:custClr>
    <a:custClr name="Corail">
      <a:srgbClr val="F2827F"/>
    </a:custClr>
    <a:custClr name="Rose">
      <a:srgbClr val="EC86D0"/>
    </a:custClr>
    <a:custClr name="Lavande">
      <a:srgbClr val="8374D1"/>
    </a:custClr>
    <a:custClr name="Céruléen">
      <a:srgbClr val="0084D4"/>
    </a:custClr>
    <a:custClr name="Menthe">
      <a:srgbClr val="00B388"/>
    </a:custClr>
    <a:custClr name="BLANK">
      <a:srgbClr val="FFFFFF"/>
    </a:custClr>
    <a:custClr name="BLANK">
      <a:srgbClr val="FFFFFF"/>
    </a:custClr>
    <a:custClr name="BLANK">
      <a:srgbClr val="FFFFFF"/>
    </a:custClr>
    <a:custClr name="Mordoré">
      <a:srgbClr val="4A412A"/>
    </a:custClr>
    <a:custClr name="Chocolat">
      <a:srgbClr val="4F2910"/>
    </a:custClr>
    <a:custClr name="Burgundy">
      <a:srgbClr val="651C32"/>
    </a:custClr>
    <a:custClr name="Aubergine">
      <a:srgbClr val="3F2A56"/>
    </a:custClr>
    <a:custClr name="Bleu Marine">
      <a:srgbClr val="00205B"/>
    </a:custClr>
    <a:custClr name="Cobalt">
      <a:srgbClr val="003865"/>
    </a:custClr>
    <a:custClr name="Forêt">
      <a:srgbClr val="154734"/>
    </a:custClr>
  </a:custClrLst>
  <a:extLst>
    <a:ext uri="{05A4C25C-085E-4340-85A3-A5531E510DB2}">
      <thm15:themeFamily xmlns:thm15="http://schemas.microsoft.com/office/thememl/2012/main" name="Template_SNCFC_2024_V3.potx" id="{95DA27B3-1000-4360-A669-D0ADF7C80086}" vid="{AC6E8C98-CBAF-4392-9C0E-14BC97F15EF8}"/>
    </a:ext>
  </a:extLst>
</a:theme>
</file>

<file path=ppt/theme/theme40.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287C7DF4FE7F14D9D20CDE30DAB9D36" ma:contentTypeVersion="8" ma:contentTypeDescription="Crée un document." ma:contentTypeScope="" ma:versionID="47143f550171d8573eb0381b0dda1aca">
  <xsd:schema xmlns:xsd="http://www.w3.org/2001/XMLSchema" xmlns:xs="http://www.w3.org/2001/XMLSchema" xmlns:p="http://schemas.microsoft.com/office/2006/metadata/properties" xmlns:ns2="2c3024fc-003e-4fad-be82-3d0424b99c06" targetNamespace="http://schemas.microsoft.com/office/2006/metadata/properties" ma:root="true" ma:fieldsID="ed8f6b677de25954b0e97dab944a82a0" ns2:_="">
    <xsd:import namespace="2c3024fc-003e-4fad-be82-3d0424b99c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LengthInSeconds"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3024fc-003e-4fad-be82-3d0424b99c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2F0E4F-866E-454A-9965-C7BE009D543A}">
  <ds:schemaRefs>
    <ds:schemaRef ds:uri="96de9fc5-8a47-4eb9-a9bf-3c8d855c32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0E74DB5-A846-4480-A284-26E233CD8B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3024fc-003e-4fad-be82-3d0424b99c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372E42-2ADD-4CE5-B9E1-E476128C0C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5328</Words>
  <Application>Microsoft Office PowerPoint</Application>
  <PresentationFormat>Grand écran</PresentationFormat>
  <Paragraphs>516</Paragraphs>
  <Slides>26</Slides>
  <Notes>26</Notes>
  <HiddenSlides>0</HiddenSlides>
  <MMClips>0</MMClips>
  <ScaleCrop>false</ScaleCrop>
  <HeadingPairs>
    <vt:vector size="8" baseType="variant">
      <vt:variant>
        <vt:lpstr>Polices utilisées</vt:lpstr>
      </vt:variant>
      <vt:variant>
        <vt:i4>10</vt:i4>
      </vt:variant>
      <vt:variant>
        <vt:lpstr>Thème</vt:lpstr>
      </vt:variant>
      <vt:variant>
        <vt:i4>3</vt:i4>
      </vt:variant>
      <vt:variant>
        <vt:lpstr>Serveurs OLE incorporés</vt:lpstr>
      </vt:variant>
      <vt:variant>
        <vt:i4>1</vt:i4>
      </vt:variant>
      <vt:variant>
        <vt:lpstr>Titres des diapositives</vt:lpstr>
      </vt:variant>
      <vt:variant>
        <vt:i4>26</vt:i4>
      </vt:variant>
    </vt:vector>
  </HeadingPairs>
  <TitlesOfParts>
    <vt:vector size="40" baseType="lpstr">
      <vt:lpstr>ＭＳ Ｐゴシック</vt:lpstr>
      <vt:lpstr>Aptos</vt:lpstr>
      <vt:lpstr>Arial</vt:lpstr>
      <vt:lpstr>Avenir LT Std 35 Light</vt:lpstr>
      <vt:lpstr>Avenir LT Std 45 Book</vt:lpstr>
      <vt:lpstr>Avenir LT Std 55 Roman</vt:lpstr>
      <vt:lpstr>Avenir LT Std 65 Medium</vt:lpstr>
      <vt:lpstr>Calibri</vt:lpstr>
      <vt:lpstr>Courier New</vt:lpstr>
      <vt:lpstr>Wingdings</vt:lpstr>
      <vt:lpstr>Master SNCF Conseil</vt:lpstr>
      <vt:lpstr>4_Contenus</vt:lpstr>
      <vt:lpstr>1_Master SNCF Conseil</vt:lpstr>
      <vt:lpstr>Diapositive think-cell</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Comment identifier et gérer les ressources matérielles nécessaires au projet ?</vt:lpstr>
      <vt:lpstr>Présentation PowerPoint</vt:lpstr>
      <vt:lpstr>Présentation PowerPoint</vt:lpstr>
      <vt:lpstr>Présentation PowerPoint</vt:lpstr>
      <vt:lpstr>ABORDER LA CHARGE DE TRAVAIL AVEC LES ÉQUIPES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BENNI-SADOUKI Houria (SNCF / DIRECTION RESSOURCES HUMAINES GROUPE / PROGRAMME SNCF&amp;Moi)</dc:creator>
  <cp:lastModifiedBy>MOALIC Matéo (SNCF CONSULTING)</cp:lastModifiedBy>
  <cp:revision>1</cp:revision>
  <dcterms:created xsi:type="dcterms:W3CDTF">2026-01-12T14:50:45Z</dcterms:created>
  <dcterms:modified xsi:type="dcterms:W3CDTF">2026-09-02T12:44:57Z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d3f7c8-5c4b-4ab6-9486-a0a9eb08efa7_Enabled">
    <vt:lpwstr>true</vt:lpwstr>
  </property>
  <property fmtid="{D5CDD505-2E9C-101B-9397-08002B2CF9AE}" pid="3" name="MSIP_Label_c8d3f7c8-5c4b-4ab6-9486-a0a9eb08efa7_SetDate">
    <vt:lpwstr>2026-01-12T14:50:54Z</vt:lpwstr>
  </property>
  <property fmtid="{D5CDD505-2E9C-101B-9397-08002B2CF9AE}" pid="4" name="MSIP_Label_c8d3f7c8-5c4b-4ab6-9486-a0a9eb08efa7_Method">
    <vt:lpwstr>Standard</vt:lpwstr>
  </property>
  <property fmtid="{D5CDD505-2E9C-101B-9397-08002B2CF9AE}" pid="5" name="MSIP_Label_c8d3f7c8-5c4b-4ab6-9486-a0a9eb08efa7_Name">
    <vt:lpwstr>Interne - Groupe</vt:lpwstr>
  </property>
  <property fmtid="{D5CDD505-2E9C-101B-9397-08002B2CF9AE}" pid="6" name="MSIP_Label_c8d3f7c8-5c4b-4ab6-9486-a0a9eb08efa7_SiteId">
    <vt:lpwstr>4a7c8238-5799-4b16-9fc6-9ad8fce5a7d9</vt:lpwstr>
  </property>
  <property fmtid="{D5CDD505-2E9C-101B-9397-08002B2CF9AE}" pid="7" name="MSIP_Label_c8d3f7c8-5c4b-4ab6-9486-a0a9eb08efa7_ActionId">
    <vt:lpwstr>a08b35d3-ca75-4a0d-9f95-e269edbd1ea0</vt:lpwstr>
  </property>
  <property fmtid="{D5CDD505-2E9C-101B-9397-08002B2CF9AE}" pid="8" name="MSIP_Label_c8d3f7c8-5c4b-4ab6-9486-a0a9eb08efa7_ContentBits">
    <vt:lpwstr>2</vt:lpwstr>
  </property>
  <property fmtid="{D5CDD505-2E9C-101B-9397-08002B2CF9AE}" pid="9" name="MSIP_Label_c8d3f7c8-5c4b-4ab6-9486-a0a9eb08efa7_Tag">
    <vt:lpwstr>10, 3, 0, 2</vt:lpwstr>
  </property>
  <property fmtid="{D5CDD505-2E9C-101B-9397-08002B2CF9AE}" pid="10" name="ClassificationContentMarkingFooterLocations">
    <vt:lpwstr>Thème Office:8</vt:lpwstr>
  </property>
  <property fmtid="{D5CDD505-2E9C-101B-9397-08002B2CF9AE}" pid="11" name="ClassificationContentMarkingFooterText">
    <vt:lpwstr>Interne</vt:lpwstr>
  </property>
  <property fmtid="{D5CDD505-2E9C-101B-9397-08002B2CF9AE}" pid="12" name="ContentTypeId">
    <vt:lpwstr>0x0101005287C7DF4FE7F14D9D20CDE30DAB9D36</vt:lpwstr>
  </property>
</Properties>
</file>